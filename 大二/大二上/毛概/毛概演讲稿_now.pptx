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tags/tag4.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60" r:id="rId5"/>
    <p:sldId id="261" r:id="rId6"/>
    <p:sldId id="262" r:id="rId7"/>
    <p:sldId id="304" r:id="rId8"/>
    <p:sldId id="305" r:id="rId9"/>
    <p:sldId id="306" r:id="rId10"/>
    <p:sldId id="308" r:id="rId11"/>
    <p:sldId id="307" r:id="rId12"/>
    <p:sldId id="313" r:id="rId13"/>
    <p:sldId id="309" r:id="rId14"/>
    <p:sldId id="310" r:id="rId15"/>
    <p:sldId id="311" r:id="rId16"/>
    <p:sldId id="312"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4660"/>
  </p:normalViewPr>
  <p:slideViewPr>
    <p:cSldViewPr snapToGrid="0">
      <p:cViewPr varScale="1">
        <p:scale>
          <a:sx n="80" d="100"/>
          <a:sy n="80" d="100"/>
        </p:scale>
        <p:origin x="73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2A87B4-205C-42AA-93A2-B27FC303620D}" type="doc">
      <dgm:prSet loTypeId="urn:microsoft.com/office/officeart/2005/8/layout/cycle6#1" loCatId="cycle" qsTypeId="urn:microsoft.com/office/officeart/2005/8/quickstyle/simple1" qsCatId="simple" csTypeId="urn:microsoft.com/office/officeart/2005/8/colors/accent1_2" csCatId="accent1" phldr="1"/>
      <dgm:spPr/>
      <dgm:t>
        <a:bodyPr/>
        <a:lstStyle/>
        <a:p>
          <a:endParaRPr lang="zh-CN" altLang="en-US"/>
        </a:p>
      </dgm:t>
    </dgm:pt>
    <dgm:pt modelId="{660A22A7-37CA-4B7E-87AA-E35BA5B82556}">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坚持中国共产党的领导</a:t>
          </a:r>
          <a:endParaRPr lang="en-US" altLang="zh-CN" sz="1600" dirty="0">
            <a:latin typeface="华文行楷" panose="02010800040101010101" pitchFamily="2" charset="-122"/>
            <a:ea typeface="华文行楷" panose="02010800040101010101" pitchFamily="2" charset="-122"/>
          </a:endParaRPr>
        </a:p>
      </dgm:t>
    </dgm:pt>
    <dgm:pt modelId="{AEDCC0F0-F7D6-45D4-984A-B50E110C9D1F}" type="parTrans" cxnId="{84870DB7-531C-4D97-8BE7-DA7CF63D5EFC}">
      <dgm:prSet/>
      <dgm:spPr/>
      <dgm:t>
        <a:bodyPr/>
        <a:lstStyle/>
        <a:p>
          <a:endParaRPr lang="zh-CN" altLang="en-US"/>
        </a:p>
      </dgm:t>
    </dgm:pt>
    <dgm:pt modelId="{CF218E85-BB5C-4FD9-8936-583B930F1946}" type="sibTrans" cxnId="{84870DB7-531C-4D97-8BE7-DA7CF63D5EFC}">
      <dgm:prSet/>
      <dgm:spPr>
        <a:ln>
          <a:solidFill>
            <a:srgbClr val="8B0A42"/>
          </a:solidFill>
        </a:ln>
      </dgm:spPr>
      <dgm:t>
        <a:bodyPr/>
        <a:lstStyle/>
        <a:p>
          <a:endParaRPr lang="zh-CN" altLang="en-US"/>
        </a:p>
      </dgm:t>
    </dgm:pt>
    <dgm:pt modelId="{2747EF35-EB19-40B2-B72B-1D28E27677E0}">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坚持社会主义制度</a:t>
          </a:r>
        </a:p>
      </dgm:t>
    </dgm:pt>
    <dgm:pt modelId="{E8C0C942-F96C-429E-AD44-E4BA5D9680C7}" type="parTrans" cxnId="{84B1E6C6-B90E-487B-83D1-7E9D2D9FAF9A}">
      <dgm:prSet/>
      <dgm:spPr/>
      <dgm:t>
        <a:bodyPr/>
        <a:lstStyle/>
        <a:p>
          <a:endParaRPr lang="zh-CN" altLang="en-US"/>
        </a:p>
      </dgm:t>
    </dgm:pt>
    <dgm:pt modelId="{BFFDCB46-D59E-46B2-9C53-DB1ADB0299CC}" type="sibTrans" cxnId="{84B1E6C6-B90E-487B-83D1-7E9D2D9FAF9A}">
      <dgm:prSet/>
      <dgm:spPr>
        <a:ln>
          <a:solidFill>
            <a:srgbClr val="8B0A42"/>
          </a:solidFill>
        </a:ln>
      </dgm:spPr>
      <dgm:t>
        <a:bodyPr/>
        <a:lstStyle/>
        <a:p>
          <a:endParaRPr lang="zh-CN" altLang="en-US"/>
        </a:p>
      </dgm:t>
    </dgm:pt>
    <dgm:pt modelId="{B95FB8A5-B612-47B6-989C-9D7BD89F6E18}">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sym typeface="+mn-ea"/>
            </a:rPr>
            <a:t>中国特色社会主义初级阶段理论</a:t>
          </a:r>
          <a:endParaRPr lang="zh-CN" altLang="en-US" sz="1600" dirty="0">
            <a:latin typeface="华文行楷" panose="02010800040101010101" pitchFamily="2" charset="-122"/>
            <a:ea typeface="华文行楷" panose="02010800040101010101" pitchFamily="2" charset="-122"/>
          </a:endParaRPr>
        </a:p>
      </dgm:t>
    </dgm:pt>
    <dgm:pt modelId="{1784B15E-8B7A-426B-89B2-02867972B4B8}" type="parTrans" cxnId="{8A35FD92-53F0-49FE-925B-87D9CF747279}">
      <dgm:prSet/>
      <dgm:spPr/>
      <dgm:t>
        <a:bodyPr/>
        <a:lstStyle/>
        <a:p>
          <a:endParaRPr lang="zh-CN" altLang="en-US"/>
        </a:p>
      </dgm:t>
    </dgm:pt>
    <dgm:pt modelId="{16734FCF-6F10-445A-B6BC-27E3ED457274}" type="sibTrans" cxnId="{8A35FD92-53F0-49FE-925B-87D9CF747279}">
      <dgm:prSet/>
      <dgm:spPr>
        <a:ln>
          <a:solidFill>
            <a:srgbClr val="8B0A42"/>
          </a:solidFill>
        </a:ln>
      </dgm:spPr>
      <dgm:t>
        <a:bodyPr/>
        <a:lstStyle/>
        <a:p>
          <a:endParaRPr lang="zh-CN" altLang="en-US"/>
        </a:p>
      </dgm:t>
    </dgm:pt>
    <dgm:pt modelId="{2B78A2B5-DCEA-4AFC-B14F-1F24A1DED97A}">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改革开放</a:t>
          </a:r>
        </a:p>
      </dgm:t>
    </dgm:pt>
    <dgm:pt modelId="{3E7F7A29-9086-4454-9597-B1A82629FFC8}" type="parTrans" cxnId="{77A88080-8720-469B-83D1-DB7A1BFF8695}">
      <dgm:prSet/>
      <dgm:spPr/>
      <dgm:t>
        <a:bodyPr/>
        <a:lstStyle/>
        <a:p>
          <a:endParaRPr lang="zh-CN" altLang="en-US"/>
        </a:p>
      </dgm:t>
    </dgm:pt>
    <dgm:pt modelId="{70BDE6F6-3261-4753-9D1B-53909242F67D}" type="sibTrans" cxnId="{77A88080-8720-469B-83D1-DB7A1BFF8695}">
      <dgm:prSet/>
      <dgm:spPr>
        <a:ln>
          <a:solidFill>
            <a:srgbClr val="8B0A42"/>
          </a:solidFill>
        </a:ln>
      </dgm:spPr>
      <dgm:t>
        <a:bodyPr/>
        <a:lstStyle/>
        <a:p>
          <a:endParaRPr lang="zh-CN" altLang="en-US"/>
        </a:p>
      </dgm:t>
    </dgm:pt>
    <dgm:pt modelId="{40AFDA9D-288C-4D29-8AFA-37C0C30C8FF6}">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sym typeface="+mn-ea"/>
            </a:rPr>
            <a:t>人民主体地位</a:t>
          </a:r>
          <a:endParaRPr lang="zh-CN" altLang="en-US" sz="1600" dirty="0">
            <a:latin typeface="华文行楷" panose="02010800040101010101" pitchFamily="2" charset="-122"/>
            <a:ea typeface="华文行楷" panose="02010800040101010101" pitchFamily="2" charset="-122"/>
          </a:endParaRPr>
        </a:p>
      </dgm:t>
    </dgm:pt>
    <dgm:pt modelId="{4C1C0800-F64C-44F0-9787-17FB1271D0FC}" type="parTrans" cxnId="{9F0C9C40-AE3C-4477-8C11-40ABCC2EAB6D}">
      <dgm:prSet/>
      <dgm:spPr/>
      <dgm:t>
        <a:bodyPr/>
        <a:lstStyle/>
        <a:p>
          <a:endParaRPr lang="zh-CN" altLang="en-US"/>
        </a:p>
      </dgm:t>
    </dgm:pt>
    <dgm:pt modelId="{7FCDBF79-0B4F-4621-8364-C0B41DDF9713}" type="sibTrans" cxnId="{9F0C9C40-AE3C-4477-8C11-40ABCC2EAB6D}">
      <dgm:prSet/>
      <dgm:spPr>
        <a:ln>
          <a:solidFill>
            <a:srgbClr val="8B0A42"/>
          </a:solidFill>
        </a:ln>
      </dgm:spPr>
      <dgm:t>
        <a:bodyPr/>
        <a:lstStyle/>
        <a:p>
          <a:endParaRPr lang="zh-CN" altLang="en-US"/>
        </a:p>
      </dgm:t>
    </dgm:pt>
    <dgm:pt modelId="{B158D346-0C3B-4E1E-A3BE-A1D66C2C9EE0}">
      <dgm:prSet phldrT="[文本]" phldr="0"/>
      <dgm:spPr>
        <a:solidFill>
          <a:srgbClr val="8B0A42"/>
        </a:solidFill>
      </dgm:spPr>
      <dgm:t>
        <a:bodyPr vert="horz"/>
        <a:lstStyle/>
        <a:p>
          <a:r>
            <a:rPr lang="zh-CN" altLang="en-US" dirty="0">
              <a:latin typeface="华文行楷" panose="02010800040101010101" pitchFamily="2" charset="-122"/>
              <a:ea typeface="华文行楷" panose="02010800040101010101" pitchFamily="2" charset="-122"/>
              <a:sym typeface="+mn-ea"/>
            </a:rPr>
            <a:t>科学发展观和创新驱动发展策略</a:t>
          </a:r>
          <a:endParaRPr lang="zh-CN" altLang="en-US" dirty="0">
            <a:latin typeface="华文行楷" panose="02010800040101010101" pitchFamily="2" charset="-122"/>
            <a:ea typeface="华文行楷" panose="02010800040101010101" pitchFamily="2" charset="-122"/>
          </a:endParaRPr>
        </a:p>
      </dgm:t>
    </dgm:pt>
    <dgm:pt modelId="{225EA81A-6009-4C19-91EA-F2DAA6261D04}" type="parTrans" cxnId="{6D07F813-17B8-47C6-8DA7-06B5BBF9D0FC}">
      <dgm:prSet/>
      <dgm:spPr/>
      <dgm:t>
        <a:bodyPr/>
        <a:lstStyle/>
        <a:p>
          <a:endParaRPr lang="zh-CN" altLang="en-US"/>
        </a:p>
      </dgm:t>
    </dgm:pt>
    <dgm:pt modelId="{84C4A45B-B901-4F9C-917D-697732E800B9}" type="sibTrans" cxnId="{6D07F813-17B8-47C6-8DA7-06B5BBF9D0FC}">
      <dgm:prSet/>
      <dgm:spPr/>
      <dgm:t>
        <a:bodyPr/>
        <a:lstStyle/>
        <a:p>
          <a:endParaRPr lang="zh-CN" altLang="en-US"/>
        </a:p>
      </dgm:t>
    </dgm:pt>
    <dgm:pt modelId="{BEFC6BFF-4090-4179-BB05-0FB38BA226EC}">
      <dgm:prSet phldrT="[文本]" phldr="0"/>
      <dgm:spPr>
        <a:solidFill>
          <a:srgbClr val="8B0A42"/>
        </a:solidFill>
      </dgm:spPr>
      <dgm:t>
        <a:bodyPr vert="horz"/>
        <a:lstStyle/>
        <a:p>
          <a:r>
            <a:rPr lang="zh-CN" altLang="en-US" dirty="0">
              <a:latin typeface="华文行楷" panose="02010800040101010101" pitchFamily="2" charset="-122"/>
              <a:ea typeface="华文行楷" panose="02010800040101010101" pitchFamily="2" charset="-122"/>
              <a:sym typeface="+mn-ea"/>
            </a:rPr>
            <a:t>构建社会主义核心价值观</a:t>
          </a:r>
          <a:endParaRPr lang="zh-CN" altLang="en-US" dirty="0">
            <a:latin typeface="华文行楷" panose="02010800040101010101" pitchFamily="2" charset="-122"/>
            <a:ea typeface="华文行楷" panose="02010800040101010101" pitchFamily="2" charset="-122"/>
          </a:endParaRPr>
        </a:p>
      </dgm:t>
    </dgm:pt>
    <dgm:pt modelId="{8BC03D1F-BAE3-43D8-9C6C-B716B00D0693}" type="parTrans" cxnId="{F224D9DE-D25D-4235-A7FB-F72658D756EF}">
      <dgm:prSet/>
      <dgm:spPr/>
      <dgm:t>
        <a:bodyPr/>
        <a:lstStyle/>
        <a:p>
          <a:endParaRPr lang="zh-CN" altLang="en-US"/>
        </a:p>
      </dgm:t>
    </dgm:pt>
    <dgm:pt modelId="{616D44C3-18CB-4E09-8769-99F599C408D2}" type="sibTrans" cxnId="{F224D9DE-D25D-4235-A7FB-F72658D756EF}">
      <dgm:prSet/>
      <dgm:spPr/>
      <dgm:t>
        <a:bodyPr/>
        <a:lstStyle/>
        <a:p>
          <a:endParaRPr lang="zh-CN" altLang="en-US"/>
        </a:p>
      </dgm:t>
    </dgm:pt>
    <dgm:pt modelId="{2984A8B6-85E9-40AE-8B81-BA8B58477DF2}" type="pres">
      <dgm:prSet presAssocID="{CC2A87B4-205C-42AA-93A2-B27FC303620D}" presName="cycle" presStyleCnt="0">
        <dgm:presLayoutVars>
          <dgm:dir/>
          <dgm:resizeHandles val="exact"/>
        </dgm:presLayoutVars>
      </dgm:prSet>
      <dgm:spPr/>
    </dgm:pt>
    <dgm:pt modelId="{70BF45C1-8091-454A-8203-C06A7B7590F9}" type="pres">
      <dgm:prSet presAssocID="{660A22A7-37CA-4B7E-87AA-E35BA5B82556}" presName="node" presStyleLbl="node1" presStyleIdx="0" presStyleCnt="7" custScaleX="264101" custScaleY="67025">
        <dgm:presLayoutVars>
          <dgm:bulletEnabled val="1"/>
        </dgm:presLayoutVars>
      </dgm:prSet>
      <dgm:spPr/>
    </dgm:pt>
    <dgm:pt modelId="{E9AD9DBB-BD76-47E5-B3B5-DCAABDF708B4}" type="pres">
      <dgm:prSet presAssocID="{660A22A7-37CA-4B7E-87AA-E35BA5B82556}" presName="spNode" presStyleCnt="0"/>
      <dgm:spPr/>
    </dgm:pt>
    <dgm:pt modelId="{FACB0322-C0E5-47B2-A30E-4E65DACE54AB}" type="pres">
      <dgm:prSet presAssocID="{CF218E85-BB5C-4FD9-8936-583B930F1946}" presName="sibTrans" presStyleLbl="sibTrans1D1" presStyleIdx="0" presStyleCnt="7"/>
      <dgm:spPr/>
    </dgm:pt>
    <dgm:pt modelId="{5B56F173-CF60-49FA-B101-E6B505C28F2C}" type="pres">
      <dgm:prSet presAssocID="{2747EF35-EB19-40B2-B72B-1D28E27677E0}" presName="node" presStyleLbl="node1" presStyleIdx="1" presStyleCnt="7" custScaleX="257621" custScaleY="62168">
        <dgm:presLayoutVars>
          <dgm:bulletEnabled val="1"/>
        </dgm:presLayoutVars>
      </dgm:prSet>
      <dgm:spPr/>
    </dgm:pt>
    <dgm:pt modelId="{FA1B1F1F-4290-44F6-B614-7DA04C6968EA}" type="pres">
      <dgm:prSet presAssocID="{2747EF35-EB19-40B2-B72B-1D28E27677E0}" presName="spNode" presStyleCnt="0"/>
      <dgm:spPr/>
    </dgm:pt>
    <dgm:pt modelId="{890F09E1-A5FD-4242-968C-AD8148ADBA80}" type="pres">
      <dgm:prSet presAssocID="{BFFDCB46-D59E-46B2-9C53-DB1ADB0299CC}" presName="sibTrans" presStyleLbl="sibTrans1D1" presStyleIdx="1" presStyleCnt="7"/>
      <dgm:spPr/>
    </dgm:pt>
    <dgm:pt modelId="{F4F0857E-A2A2-4C44-8D9E-738F53CA34B0}" type="pres">
      <dgm:prSet presAssocID="{B95FB8A5-B612-47B6-989C-9D7BD89F6E18}" presName="node" presStyleLbl="node1" presStyleIdx="2" presStyleCnt="7" custScaleX="280706" custScaleY="61996">
        <dgm:presLayoutVars>
          <dgm:bulletEnabled val="1"/>
        </dgm:presLayoutVars>
      </dgm:prSet>
      <dgm:spPr/>
    </dgm:pt>
    <dgm:pt modelId="{B43530C4-5C4D-4873-9C40-D1060ACD455B}" type="pres">
      <dgm:prSet presAssocID="{B95FB8A5-B612-47B6-989C-9D7BD89F6E18}" presName="spNode" presStyleCnt="0"/>
      <dgm:spPr/>
    </dgm:pt>
    <dgm:pt modelId="{947E10C1-872E-48ED-A8EA-CDF548C9E170}" type="pres">
      <dgm:prSet presAssocID="{16734FCF-6F10-445A-B6BC-27E3ED457274}" presName="sibTrans" presStyleLbl="sibTrans1D1" presStyleIdx="2" presStyleCnt="7"/>
      <dgm:spPr/>
    </dgm:pt>
    <dgm:pt modelId="{9B1E3B87-CFEF-48C3-B3ED-22B7722DA4B2}" type="pres">
      <dgm:prSet presAssocID="{2B78A2B5-DCEA-4AFC-B14F-1F24A1DED97A}" presName="node" presStyleLbl="node1" presStyleIdx="3" presStyleCnt="7" custScaleY="61996">
        <dgm:presLayoutVars>
          <dgm:bulletEnabled val="1"/>
        </dgm:presLayoutVars>
      </dgm:prSet>
      <dgm:spPr/>
    </dgm:pt>
    <dgm:pt modelId="{5DA43FA6-2782-48E4-882C-5BEA84898403}" type="pres">
      <dgm:prSet presAssocID="{2B78A2B5-DCEA-4AFC-B14F-1F24A1DED97A}" presName="spNode" presStyleCnt="0"/>
      <dgm:spPr/>
    </dgm:pt>
    <dgm:pt modelId="{D354920F-3C18-4773-98FE-F5105B0C4655}" type="pres">
      <dgm:prSet presAssocID="{70BDE6F6-3261-4753-9D1B-53909242F67D}" presName="sibTrans" presStyleLbl="sibTrans1D1" presStyleIdx="3" presStyleCnt="7"/>
      <dgm:spPr/>
    </dgm:pt>
    <dgm:pt modelId="{4A533BBB-6BEA-429E-8541-03477BCE8622}" type="pres">
      <dgm:prSet presAssocID="{40AFDA9D-288C-4D29-8AFA-37C0C30C8FF6}" presName="node" presStyleLbl="node1" presStyleIdx="4" presStyleCnt="7" custScaleX="153149" custScaleY="62168">
        <dgm:presLayoutVars>
          <dgm:bulletEnabled val="1"/>
        </dgm:presLayoutVars>
      </dgm:prSet>
      <dgm:spPr/>
    </dgm:pt>
    <dgm:pt modelId="{E2DD3598-5153-4C35-949B-5E7B3A92DCE7}" type="pres">
      <dgm:prSet presAssocID="{40AFDA9D-288C-4D29-8AFA-37C0C30C8FF6}" presName="spNode" presStyleCnt="0"/>
      <dgm:spPr/>
    </dgm:pt>
    <dgm:pt modelId="{80375E59-737B-41DF-B3C9-E8361D136FF9}" type="pres">
      <dgm:prSet presAssocID="{7FCDBF79-0B4F-4621-8364-C0B41DDF9713}" presName="sibTrans" presStyleLbl="sibTrans1D1" presStyleIdx="4" presStyleCnt="7"/>
      <dgm:spPr/>
    </dgm:pt>
    <dgm:pt modelId="{8B1F77E4-AC89-403C-A98A-32EB26A45E9E}" type="pres">
      <dgm:prSet presAssocID="{BEFC6BFF-4090-4179-BB05-0FB38BA226EC}" presName="node" presStyleLbl="node1" presStyleIdx="5" presStyleCnt="7" custScaleX="182541" custScaleY="62168">
        <dgm:presLayoutVars>
          <dgm:bulletEnabled val="1"/>
        </dgm:presLayoutVars>
      </dgm:prSet>
      <dgm:spPr/>
    </dgm:pt>
    <dgm:pt modelId="{823674A5-BED7-4C48-9F8C-20BE414DA81B}" type="pres">
      <dgm:prSet presAssocID="{BEFC6BFF-4090-4179-BB05-0FB38BA226EC}" presName="spNode" presStyleCnt="0"/>
      <dgm:spPr/>
    </dgm:pt>
    <dgm:pt modelId="{5313C3AD-B319-45AA-8F27-30CD7930C4E5}" type="pres">
      <dgm:prSet presAssocID="{616D44C3-18CB-4E09-8769-99F599C408D2}" presName="sibTrans" presStyleLbl="sibTrans1D1" presStyleIdx="5" presStyleCnt="7"/>
      <dgm:spPr/>
    </dgm:pt>
    <dgm:pt modelId="{6FAD2C75-55FD-4928-9D26-FC85A188F632}" type="pres">
      <dgm:prSet presAssocID="{B158D346-0C3B-4E1E-A3BE-A1D66C2C9EE0}" presName="node" presStyleLbl="node1" presStyleIdx="6" presStyleCnt="7" custScaleX="257705" custScaleY="62168">
        <dgm:presLayoutVars>
          <dgm:bulletEnabled val="1"/>
        </dgm:presLayoutVars>
      </dgm:prSet>
      <dgm:spPr/>
    </dgm:pt>
    <dgm:pt modelId="{3340C43B-D1E7-44BC-AD6B-CB508FE5AFA4}" type="pres">
      <dgm:prSet presAssocID="{B158D346-0C3B-4E1E-A3BE-A1D66C2C9EE0}" presName="spNode" presStyleCnt="0"/>
      <dgm:spPr/>
    </dgm:pt>
    <dgm:pt modelId="{A53C0CBD-FE35-423A-A8EF-29C407AC4F7C}" type="pres">
      <dgm:prSet presAssocID="{84C4A45B-B901-4F9C-917D-697732E800B9}" presName="sibTrans" presStyleLbl="sibTrans1D1" presStyleIdx="6" presStyleCnt="7"/>
      <dgm:spPr/>
    </dgm:pt>
  </dgm:ptLst>
  <dgm:cxnLst>
    <dgm:cxn modelId="{7C8A4A05-EC7F-4EED-BE9E-0CFD560C5988}" type="presOf" srcId="{16734FCF-6F10-445A-B6BC-27E3ED457274}" destId="{947E10C1-872E-48ED-A8EA-CDF548C9E170}" srcOrd="0" destOrd="0" presId="urn:microsoft.com/office/officeart/2005/8/layout/cycle6#1"/>
    <dgm:cxn modelId="{02DDBB0A-F0F3-4264-B423-B9BD0F2221EE}" type="presOf" srcId="{7FCDBF79-0B4F-4621-8364-C0B41DDF9713}" destId="{80375E59-737B-41DF-B3C9-E8361D136FF9}" srcOrd="0" destOrd="0" presId="urn:microsoft.com/office/officeart/2005/8/layout/cycle6#1"/>
    <dgm:cxn modelId="{A709E80C-B31C-4BD7-BD24-C239206C6891}" type="presOf" srcId="{40AFDA9D-288C-4D29-8AFA-37C0C30C8FF6}" destId="{4A533BBB-6BEA-429E-8541-03477BCE8622}" srcOrd="0" destOrd="0" presId="urn:microsoft.com/office/officeart/2005/8/layout/cycle6#1"/>
    <dgm:cxn modelId="{AB5B890D-C15F-40A2-A1B4-AC985975DE69}" type="presOf" srcId="{660A22A7-37CA-4B7E-87AA-E35BA5B82556}" destId="{70BF45C1-8091-454A-8203-C06A7B7590F9}" srcOrd="0" destOrd="0" presId="urn:microsoft.com/office/officeart/2005/8/layout/cycle6#1"/>
    <dgm:cxn modelId="{6D07F813-17B8-47C6-8DA7-06B5BBF9D0FC}" srcId="{CC2A87B4-205C-42AA-93A2-B27FC303620D}" destId="{B158D346-0C3B-4E1E-A3BE-A1D66C2C9EE0}" srcOrd="6" destOrd="0" parTransId="{225EA81A-6009-4C19-91EA-F2DAA6261D04}" sibTransId="{84C4A45B-B901-4F9C-917D-697732E800B9}"/>
    <dgm:cxn modelId="{9F0C9C40-AE3C-4477-8C11-40ABCC2EAB6D}" srcId="{CC2A87B4-205C-42AA-93A2-B27FC303620D}" destId="{40AFDA9D-288C-4D29-8AFA-37C0C30C8FF6}" srcOrd="4" destOrd="0" parTransId="{4C1C0800-F64C-44F0-9787-17FB1271D0FC}" sibTransId="{7FCDBF79-0B4F-4621-8364-C0B41DDF9713}"/>
    <dgm:cxn modelId="{A287C66C-8203-4762-A394-FF1DE4F1B5D9}" type="presOf" srcId="{2747EF35-EB19-40B2-B72B-1D28E27677E0}" destId="{5B56F173-CF60-49FA-B101-E6B505C28F2C}" srcOrd="0" destOrd="0" presId="urn:microsoft.com/office/officeart/2005/8/layout/cycle6#1"/>
    <dgm:cxn modelId="{4DC5F652-121C-49F6-946A-3ACAE3601647}" type="presOf" srcId="{84C4A45B-B901-4F9C-917D-697732E800B9}" destId="{A53C0CBD-FE35-423A-A8EF-29C407AC4F7C}" srcOrd="0" destOrd="0" presId="urn:microsoft.com/office/officeart/2005/8/layout/cycle6#1"/>
    <dgm:cxn modelId="{50D61F59-27F9-48C6-8AC4-352FCA2211B8}" type="presOf" srcId="{B95FB8A5-B612-47B6-989C-9D7BD89F6E18}" destId="{F4F0857E-A2A2-4C44-8D9E-738F53CA34B0}" srcOrd="0" destOrd="0" presId="urn:microsoft.com/office/officeart/2005/8/layout/cycle6#1"/>
    <dgm:cxn modelId="{7DD7B07B-62D5-40EE-BAD7-923BE15C8E53}" type="presOf" srcId="{70BDE6F6-3261-4753-9D1B-53909242F67D}" destId="{D354920F-3C18-4773-98FE-F5105B0C4655}" srcOrd="0" destOrd="0" presId="urn:microsoft.com/office/officeart/2005/8/layout/cycle6#1"/>
    <dgm:cxn modelId="{77A88080-8720-469B-83D1-DB7A1BFF8695}" srcId="{CC2A87B4-205C-42AA-93A2-B27FC303620D}" destId="{2B78A2B5-DCEA-4AFC-B14F-1F24A1DED97A}" srcOrd="3" destOrd="0" parTransId="{3E7F7A29-9086-4454-9597-B1A82629FFC8}" sibTransId="{70BDE6F6-3261-4753-9D1B-53909242F67D}"/>
    <dgm:cxn modelId="{D6DAA584-3B0D-44B1-9524-F58A7878B488}" type="presOf" srcId="{2B78A2B5-DCEA-4AFC-B14F-1F24A1DED97A}" destId="{9B1E3B87-CFEF-48C3-B3ED-22B7722DA4B2}" srcOrd="0" destOrd="0" presId="urn:microsoft.com/office/officeart/2005/8/layout/cycle6#1"/>
    <dgm:cxn modelId="{8A35FD92-53F0-49FE-925B-87D9CF747279}" srcId="{CC2A87B4-205C-42AA-93A2-B27FC303620D}" destId="{B95FB8A5-B612-47B6-989C-9D7BD89F6E18}" srcOrd="2" destOrd="0" parTransId="{1784B15E-8B7A-426B-89B2-02867972B4B8}" sibTransId="{16734FCF-6F10-445A-B6BC-27E3ED457274}"/>
    <dgm:cxn modelId="{65BB1B93-BA1E-4F71-AFD7-38A9DA475345}" type="presOf" srcId="{B158D346-0C3B-4E1E-A3BE-A1D66C2C9EE0}" destId="{6FAD2C75-55FD-4928-9D26-FC85A188F632}" srcOrd="0" destOrd="0" presId="urn:microsoft.com/office/officeart/2005/8/layout/cycle6#1"/>
    <dgm:cxn modelId="{84870DB7-531C-4D97-8BE7-DA7CF63D5EFC}" srcId="{CC2A87B4-205C-42AA-93A2-B27FC303620D}" destId="{660A22A7-37CA-4B7E-87AA-E35BA5B82556}" srcOrd="0" destOrd="0" parTransId="{AEDCC0F0-F7D6-45D4-984A-B50E110C9D1F}" sibTransId="{CF218E85-BB5C-4FD9-8936-583B930F1946}"/>
    <dgm:cxn modelId="{0E4796B7-DB82-4372-910A-3D0B20741CCF}" type="presOf" srcId="{616D44C3-18CB-4E09-8769-99F599C408D2}" destId="{5313C3AD-B319-45AA-8F27-30CD7930C4E5}" srcOrd="0" destOrd="0" presId="urn:microsoft.com/office/officeart/2005/8/layout/cycle6#1"/>
    <dgm:cxn modelId="{0A1E43B9-74CD-4DF5-8863-C9E7AD25B49A}" type="presOf" srcId="{CC2A87B4-205C-42AA-93A2-B27FC303620D}" destId="{2984A8B6-85E9-40AE-8B81-BA8B58477DF2}" srcOrd="0" destOrd="0" presId="urn:microsoft.com/office/officeart/2005/8/layout/cycle6#1"/>
    <dgm:cxn modelId="{84B1E6C6-B90E-487B-83D1-7E9D2D9FAF9A}" srcId="{CC2A87B4-205C-42AA-93A2-B27FC303620D}" destId="{2747EF35-EB19-40B2-B72B-1D28E27677E0}" srcOrd="1" destOrd="0" parTransId="{E8C0C942-F96C-429E-AD44-E4BA5D9680C7}" sibTransId="{BFFDCB46-D59E-46B2-9C53-DB1ADB0299CC}"/>
    <dgm:cxn modelId="{B1491CCF-77E5-4288-B7C3-32CF8D415A6C}" type="presOf" srcId="{BEFC6BFF-4090-4179-BB05-0FB38BA226EC}" destId="{8B1F77E4-AC89-403C-A98A-32EB26A45E9E}" srcOrd="0" destOrd="0" presId="urn:microsoft.com/office/officeart/2005/8/layout/cycle6#1"/>
    <dgm:cxn modelId="{13153EDB-2E3E-4402-B68F-A4598C768DD5}" type="presOf" srcId="{BFFDCB46-D59E-46B2-9C53-DB1ADB0299CC}" destId="{890F09E1-A5FD-4242-968C-AD8148ADBA80}" srcOrd="0" destOrd="0" presId="urn:microsoft.com/office/officeart/2005/8/layout/cycle6#1"/>
    <dgm:cxn modelId="{F224D9DE-D25D-4235-A7FB-F72658D756EF}" srcId="{CC2A87B4-205C-42AA-93A2-B27FC303620D}" destId="{BEFC6BFF-4090-4179-BB05-0FB38BA226EC}" srcOrd="5" destOrd="0" parTransId="{8BC03D1F-BAE3-43D8-9C6C-B716B00D0693}" sibTransId="{616D44C3-18CB-4E09-8769-99F599C408D2}"/>
    <dgm:cxn modelId="{31034EF0-3375-4F08-84BF-BAC2FCF43D12}" type="presOf" srcId="{CF218E85-BB5C-4FD9-8936-583B930F1946}" destId="{FACB0322-C0E5-47B2-A30E-4E65DACE54AB}" srcOrd="0" destOrd="0" presId="urn:microsoft.com/office/officeart/2005/8/layout/cycle6#1"/>
    <dgm:cxn modelId="{6C5313F8-66BD-4118-A6EB-D08E357E00EB}" type="presParOf" srcId="{2984A8B6-85E9-40AE-8B81-BA8B58477DF2}" destId="{70BF45C1-8091-454A-8203-C06A7B7590F9}" srcOrd="0" destOrd="0" presId="urn:microsoft.com/office/officeart/2005/8/layout/cycle6#1"/>
    <dgm:cxn modelId="{900C41F3-90E6-425B-8D4C-F7AF8A10E241}" type="presParOf" srcId="{2984A8B6-85E9-40AE-8B81-BA8B58477DF2}" destId="{E9AD9DBB-BD76-47E5-B3B5-DCAABDF708B4}" srcOrd="1" destOrd="0" presId="urn:microsoft.com/office/officeart/2005/8/layout/cycle6#1"/>
    <dgm:cxn modelId="{0A502DD0-90EB-4C94-A5CE-EDEE6A92B8A7}" type="presParOf" srcId="{2984A8B6-85E9-40AE-8B81-BA8B58477DF2}" destId="{FACB0322-C0E5-47B2-A30E-4E65DACE54AB}" srcOrd="2" destOrd="0" presId="urn:microsoft.com/office/officeart/2005/8/layout/cycle6#1"/>
    <dgm:cxn modelId="{50D18B59-9936-46C3-8C2A-098164FA81ED}" type="presParOf" srcId="{2984A8B6-85E9-40AE-8B81-BA8B58477DF2}" destId="{5B56F173-CF60-49FA-B101-E6B505C28F2C}" srcOrd="3" destOrd="0" presId="urn:microsoft.com/office/officeart/2005/8/layout/cycle6#1"/>
    <dgm:cxn modelId="{301E3AB1-4805-4688-9361-802B7BC9F0EB}" type="presParOf" srcId="{2984A8B6-85E9-40AE-8B81-BA8B58477DF2}" destId="{FA1B1F1F-4290-44F6-B614-7DA04C6968EA}" srcOrd="4" destOrd="0" presId="urn:microsoft.com/office/officeart/2005/8/layout/cycle6#1"/>
    <dgm:cxn modelId="{590FC299-68FF-4072-A246-55314BAE8418}" type="presParOf" srcId="{2984A8B6-85E9-40AE-8B81-BA8B58477DF2}" destId="{890F09E1-A5FD-4242-968C-AD8148ADBA80}" srcOrd="5" destOrd="0" presId="urn:microsoft.com/office/officeart/2005/8/layout/cycle6#1"/>
    <dgm:cxn modelId="{A6DD8AD0-AF4A-4963-BE7A-480FB8DBDA71}" type="presParOf" srcId="{2984A8B6-85E9-40AE-8B81-BA8B58477DF2}" destId="{F4F0857E-A2A2-4C44-8D9E-738F53CA34B0}" srcOrd="6" destOrd="0" presId="urn:microsoft.com/office/officeart/2005/8/layout/cycle6#1"/>
    <dgm:cxn modelId="{A5C12729-2F14-482F-8EC3-4FF48FC1590A}" type="presParOf" srcId="{2984A8B6-85E9-40AE-8B81-BA8B58477DF2}" destId="{B43530C4-5C4D-4873-9C40-D1060ACD455B}" srcOrd="7" destOrd="0" presId="urn:microsoft.com/office/officeart/2005/8/layout/cycle6#1"/>
    <dgm:cxn modelId="{440466D1-3052-41D9-B8FE-C67D9CA330DD}" type="presParOf" srcId="{2984A8B6-85E9-40AE-8B81-BA8B58477DF2}" destId="{947E10C1-872E-48ED-A8EA-CDF548C9E170}" srcOrd="8" destOrd="0" presId="urn:microsoft.com/office/officeart/2005/8/layout/cycle6#1"/>
    <dgm:cxn modelId="{BE5D173C-3431-43D9-8B97-30399AD2F3A6}" type="presParOf" srcId="{2984A8B6-85E9-40AE-8B81-BA8B58477DF2}" destId="{9B1E3B87-CFEF-48C3-B3ED-22B7722DA4B2}" srcOrd="9" destOrd="0" presId="urn:microsoft.com/office/officeart/2005/8/layout/cycle6#1"/>
    <dgm:cxn modelId="{6D817D01-CC7E-49DE-8D49-528C510BC899}" type="presParOf" srcId="{2984A8B6-85E9-40AE-8B81-BA8B58477DF2}" destId="{5DA43FA6-2782-48E4-882C-5BEA84898403}" srcOrd="10" destOrd="0" presId="urn:microsoft.com/office/officeart/2005/8/layout/cycle6#1"/>
    <dgm:cxn modelId="{1F1E0AD8-B6C8-4805-ACC8-847781EA845F}" type="presParOf" srcId="{2984A8B6-85E9-40AE-8B81-BA8B58477DF2}" destId="{D354920F-3C18-4773-98FE-F5105B0C4655}" srcOrd="11" destOrd="0" presId="urn:microsoft.com/office/officeart/2005/8/layout/cycle6#1"/>
    <dgm:cxn modelId="{63CC3DE4-1555-47B7-8B50-2DBF92E6DAE9}" type="presParOf" srcId="{2984A8B6-85E9-40AE-8B81-BA8B58477DF2}" destId="{4A533BBB-6BEA-429E-8541-03477BCE8622}" srcOrd="12" destOrd="0" presId="urn:microsoft.com/office/officeart/2005/8/layout/cycle6#1"/>
    <dgm:cxn modelId="{ABC65B22-F5E5-43C2-A8C3-8A558554EDCD}" type="presParOf" srcId="{2984A8B6-85E9-40AE-8B81-BA8B58477DF2}" destId="{E2DD3598-5153-4C35-949B-5E7B3A92DCE7}" srcOrd="13" destOrd="0" presId="urn:microsoft.com/office/officeart/2005/8/layout/cycle6#1"/>
    <dgm:cxn modelId="{9E6A5100-AB68-41BF-91BA-E618592079F3}" type="presParOf" srcId="{2984A8B6-85E9-40AE-8B81-BA8B58477DF2}" destId="{80375E59-737B-41DF-B3C9-E8361D136FF9}" srcOrd="14" destOrd="0" presId="urn:microsoft.com/office/officeart/2005/8/layout/cycle6#1"/>
    <dgm:cxn modelId="{597C2427-75DA-46AA-A656-A2CE36A8338F}" type="presParOf" srcId="{2984A8B6-85E9-40AE-8B81-BA8B58477DF2}" destId="{8B1F77E4-AC89-403C-A98A-32EB26A45E9E}" srcOrd="15" destOrd="0" presId="urn:microsoft.com/office/officeart/2005/8/layout/cycle6#1"/>
    <dgm:cxn modelId="{726109D0-C07A-4143-BDE0-72DF8B7D7398}" type="presParOf" srcId="{2984A8B6-85E9-40AE-8B81-BA8B58477DF2}" destId="{823674A5-BED7-4C48-9F8C-20BE414DA81B}" srcOrd="16" destOrd="0" presId="urn:microsoft.com/office/officeart/2005/8/layout/cycle6#1"/>
    <dgm:cxn modelId="{6DB55F8B-57C4-4C5D-8469-8F1F795AEAA4}" type="presParOf" srcId="{2984A8B6-85E9-40AE-8B81-BA8B58477DF2}" destId="{5313C3AD-B319-45AA-8F27-30CD7930C4E5}" srcOrd="17" destOrd="0" presId="urn:microsoft.com/office/officeart/2005/8/layout/cycle6#1"/>
    <dgm:cxn modelId="{28258BED-0CB1-47E6-BA8A-925A14E9B107}" type="presParOf" srcId="{2984A8B6-85E9-40AE-8B81-BA8B58477DF2}" destId="{6FAD2C75-55FD-4928-9D26-FC85A188F632}" srcOrd="18" destOrd="0" presId="urn:microsoft.com/office/officeart/2005/8/layout/cycle6#1"/>
    <dgm:cxn modelId="{41AC723B-A678-4674-B43F-C381DF7B923E}" type="presParOf" srcId="{2984A8B6-85E9-40AE-8B81-BA8B58477DF2}" destId="{3340C43B-D1E7-44BC-AD6B-CB508FE5AFA4}" srcOrd="19" destOrd="0" presId="urn:microsoft.com/office/officeart/2005/8/layout/cycle6#1"/>
    <dgm:cxn modelId="{621014BB-63FD-4361-9FDE-E57AFC26C7FB}" type="presParOf" srcId="{2984A8B6-85E9-40AE-8B81-BA8B58477DF2}" destId="{A53C0CBD-FE35-423A-A8EF-29C407AC4F7C}" srcOrd="20" destOrd="0" presId="urn:microsoft.com/office/officeart/2005/8/layout/cycle6#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2A87B4-205C-42AA-93A2-B27FC303620D}" type="doc">
      <dgm:prSet loTypeId="urn:microsoft.com/office/officeart/2005/8/layout/cycle6#1" loCatId="cycle" qsTypeId="urn:microsoft.com/office/officeart/2005/8/quickstyle/simple1" qsCatId="simple" csTypeId="urn:microsoft.com/office/officeart/2005/8/colors/accent1_2" csCatId="accent1" phldr="1"/>
      <dgm:spPr/>
      <dgm:t>
        <a:bodyPr/>
        <a:lstStyle/>
        <a:p>
          <a:endParaRPr lang="zh-CN" altLang="en-US"/>
        </a:p>
      </dgm:t>
    </dgm:pt>
    <dgm:pt modelId="{660A22A7-37CA-4B7E-87AA-E35BA5B82556}">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坚持中国共产党的领导</a:t>
          </a:r>
          <a:endParaRPr lang="en-US" altLang="zh-CN" sz="1600" dirty="0">
            <a:latin typeface="华文行楷" panose="02010800040101010101" pitchFamily="2" charset="-122"/>
            <a:ea typeface="华文行楷" panose="02010800040101010101" pitchFamily="2" charset="-122"/>
          </a:endParaRPr>
        </a:p>
      </dgm:t>
    </dgm:pt>
    <dgm:pt modelId="{AEDCC0F0-F7D6-45D4-984A-B50E110C9D1F}" type="parTrans" cxnId="{84870DB7-531C-4D97-8BE7-DA7CF63D5EFC}">
      <dgm:prSet/>
      <dgm:spPr/>
      <dgm:t>
        <a:bodyPr/>
        <a:lstStyle/>
        <a:p>
          <a:endParaRPr lang="zh-CN" altLang="en-US"/>
        </a:p>
      </dgm:t>
    </dgm:pt>
    <dgm:pt modelId="{CF218E85-BB5C-4FD9-8936-583B930F1946}" type="sibTrans" cxnId="{84870DB7-531C-4D97-8BE7-DA7CF63D5EFC}">
      <dgm:prSet/>
      <dgm:spPr>
        <a:ln>
          <a:solidFill>
            <a:srgbClr val="8B0A42"/>
          </a:solidFill>
        </a:ln>
      </dgm:spPr>
      <dgm:t>
        <a:bodyPr/>
        <a:lstStyle/>
        <a:p>
          <a:endParaRPr lang="zh-CN" altLang="en-US"/>
        </a:p>
      </dgm:t>
    </dgm:pt>
    <dgm:pt modelId="{2747EF35-EB19-40B2-B72B-1D28E27677E0}">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坚持社会主义制度</a:t>
          </a:r>
        </a:p>
      </dgm:t>
    </dgm:pt>
    <dgm:pt modelId="{E8C0C942-F96C-429E-AD44-E4BA5D9680C7}" type="parTrans" cxnId="{84B1E6C6-B90E-487B-83D1-7E9D2D9FAF9A}">
      <dgm:prSet/>
      <dgm:spPr/>
      <dgm:t>
        <a:bodyPr/>
        <a:lstStyle/>
        <a:p>
          <a:endParaRPr lang="zh-CN" altLang="en-US"/>
        </a:p>
      </dgm:t>
    </dgm:pt>
    <dgm:pt modelId="{BFFDCB46-D59E-46B2-9C53-DB1ADB0299CC}" type="sibTrans" cxnId="{84B1E6C6-B90E-487B-83D1-7E9D2D9FAF9A}">
      <dgm:prSet/>
      <dgm:spPr>
        <a:ln>
          <a:solidFill>
            <a:srgbClr val="8B0A42"/>
          </a:solidFill>
        </a:ln>
      </dgm:spPr>
      <dgm:t>
        <a:bodyPr/>
        <a:lstStyle/>
        <a:p>
          <a:endParaRPr lang="zh-CN" altLang="en-US"/>
        </a:p>
      </dgm:t>
    </dgm:pt>
    <dgm:pt modelId="{B95FB8A5-B612-47B6-989C-9D7BD89F6E18}">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sym typeface="+mn-ea"/>
            </a:rPr>
            <a:t>中国特色社会主义初级阶段理论</a:t>
          </a:r>
          <a:endParaRPr lang="zh-CN" altLang="en-US" sz="1600" dirty="0">
            <a:latin typeface="华文行楷" panose="02010800040101010101" pitchFamily="2" charset="-122"/>
            <a:ea typeface="华文行楷" panose="02010800040101010101" pitchFamily="2" charset="-122"/>
          </a:endParaRPr>
        </a:p>
      </dgm:t>
    </dgm:pt>
    <dgm:pt modelId="{1784B15E-8B7A-426B-89B2-02867972B4B8}" type="parTrans" cxnId="{8A35FD92-53F0-49FE-925B-87D9CF747279}">
      <dgm:prSet/>
      <dgm:spPr/>
      <dgm:t>
        <a:bodyPr/>
        <a:lstStyle/>
        <a:p>
          <a:endParaRPr lang="zh-CN" altLang="en-US"/>
        </a:p>
      </dgm:t>
    </dgm:pt>
    <dgm:pt modelId="{16734FCF-6F10-445A-B6BC-27E3ED457274}" type="sibTrans" cxnId="{8A35FD92-53F0-49FE-925B-87D9CF747279}">
      <dgm:prSet/>
      <dgm:spPr>
        <a:ln>
          <a:solidFill>
            <a:srgbClr val="8B0A42"/>
          </a:solidFill>
        </a:ln>
      </dgm:spPr>
      <dgm:t>
        <a:bodyPr/>
        <a:lstStyle/>
        <a:p>
          <a:endParaRPr lang="zh-CN" altLang="en-US"/>
        </a:p>
      </dgm:t>
    </dgm:pt>
    <dgm:pt modelId="{2B78A2B5-DCEA-4AFC-B14F-1F24A1DED97A}">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改革开放</a:t>
          </a:r>
        </a:p>
      </dgm:t>
    </dgm:pt>
    <dgm:pt modelId="{3E7F7A29-9086-4454-9597-B1A82629FFC8}" type="parTrans" cxnId="{77A88080-8720-469B-83D1-DB7A1BFF8695}">
      <dgm:prSet/>
      <dgm:spPr/>
      <dgm:t>
        <a:bodyPr/>
        <a:lstStyle/>
        <a:p>
          <a:endParaRPr lang="zh-CN" altLang="en-US"/>
        </a:p>
      </dgm:t>
    </dgm:pt>
    <dgm:pt modelId="{70BDE6F6-3261-4753-9D1B-53909242F67D}" type="sibTrans" cxnId="{77A88080-8720-469B-83D1-DB7A1BFF8695}">
      <dgm:prSet/>
      <dgm:spPr>
        <a:ln>
          <a:solidFill>
            <a:srgbClr val="8B0A42"/>
          </a:solidFill>
        </a:ln>
      </dgm:spPr>
      <dgm:t>
        <a:bodyPr/>
        <a:lstStyle/>
        <a:p>
          <a:endParaRPr lang="zh-CN" altLang="en-US"/>
        </a:p>
      </dgm:t>
    </dgm:pt>
    <dgm:pt modelId="{40AFDA9D-288C-4D29-8AFA-37C0C30C8FF6}">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sym typeface="+mn-ea"/>
            </a:rPr>
            <a:t>人民主体地位</a:t>
          </a:r>
          <a:endParaRPr lang="zh-CN" altLang="en-US" sz="1600" dirty="0">
            <a:latin typeface="华文行楷" panose="02010800040101010101" pitchFamily="2" charset="-122"/>
            <a:ea typeface="华文行楷" panose="02010800040101010101" pitchFamily="2" charset="-122"/>
          </a:endParaRPr>
        </a:p>
      </dgm:t>
    </dgm:pt>
    <dgm:pt modelId="{4C1C0800-F64C-44F0-9787-17FB1271D0FC}" type="parTrans" cxnId="{9F0C9C40-AE3C-4477-8C11-40ABCC2EAB6D}">
      <dgm:prSet/>
      <dgm:spPr/>
      <dgm:t>
        <a:bodyPr/>
        <a:lstStyle/>
        <a:p>
          <a:endParaRPr lang="zh-CN" altLang="en-US"/>
        </a:p>
      </dgm:t>
    </dgm:pt>
    <dgm:pt modelId="{7FCDBF79-0B4F-4621-8364-C0B41DDF9713}" type="sibTrans" cxnId="{9F0C9C40-AE3C-4477-8C11-40ABCC2EAB6D}">
      <dgm:prSet/>
      <dgm:spPr>
        <a:ln>
          <a:solidFill>
            <a:srgbClr val="8B0A42"/>
          </a:solidFill>
        </a:ln>
      </dgm:spPr>
      <dgm:t>
        <a:bodyPr/>
        <a:lstStyle/>
        <a:p>
          <a:endParaRPr lang="zh-CN" altLang="en-US"/>
        </a:p>
      </dgm:t>
    </dgm:pt>
    <dgm:pt modelId="{B158D346-0C3B-4E1E-A3BE-A1D66C2C9EE0}">
      <dgm:prSet phldrT="[文本]" phldr="0"/>
      <dgm:spPr>
        <a:solidFill>
          <a:srgbClr val="8B0A42"/>
        </a:solidFill>
      </dgm:spPr>
      <dgm:t>
        <a:bodyPr vert="horz"/>
        <a:lstStyle/>
        <a:p>
          <a:r>
            <a:rPr lang="zh-CN" altLang="en-US" dirty="0">
              <a:latin typeface="华文行楷" panose="02010800040101010101" pitchFamily="2" charset="-122"/>
              <a:ea typeface="华文行楷" panose="02010800040101010101" pitchFamily="2" charset="-122"/>
              <a:sym typeface="+mn-ea"/>
            </a:rPr>
            <a:t>科学发展观和创新驱动发展策略</a:t>
          </a:r>
          <a:endParaRPr lang="zh-CN" altLang="en-US" dirty="0">
            <a:latin typeface="华文行楷" panose="02010800040101010101" pitchFamily="2" charset="-122"/>
            <a:ea typeface="华文行楷" panose="02010800040101010101" pitchFamily="2" charset="-122"/>
          </a:endParaRPr>
        </a:p>
      </dgm:t>
    </dgm:pt>
    <dgm:pt modelId="{225EA81A-6009-4C19-91EA-F2DAA6261D04}" type="parTrans" cxnId="{6D07F813-17B8-47C6-8DA7-06B5BBF9D0FC}">
      <dgm:prSet/>
      <dgm:spPr/>
      <dgm:t>
        <a:bodyPr/>
        <a:lstStyle/>
        <a:p>
          <a:endParaRPr lang="zh-CN" altLang="en-US"/>
        </a:p>
      </dgm:t>
    </dgm:pt>
    <dgm:pt modelId="{84C4A45B-B901-4F9C-917D-697732E800B9}" type="sibTrans" cxnId="{6D07F813-17B8-47C6-8DA7-06B5BBF9D0FC}">
      <dgm:prSet/>
      <dgm:spPr/>
      <dgm:t>
        <a:bodyPr/>
        <a:lstStyle/>
        <a:p>
          <a:endParaRPr lang="zh-CN" altLang="en-US"/>
        </a:p>
      </dgm:t>
    </dgm:pt>
    <dgm:pt modelId="{BEFC6BFF-4090-4179-BB05-0FB38BA226EC}">
      <dgm:prSet phldrT="[文本]" phldr="0"/>
      <dgm:spPr>
        <a:solidFill>
          <a:srgbClr val="8B0A42"/>
        </a:solidFill>
      </dgm:spPr>
      <dgm:t>
        <a:bodyPr vert="horz"/>
        <a:lstStyle/>
        <a:p>
          <a:r>
            <a:rPr lang="zh-CN" altLang="en-US" dirty="0">
              <a:latin typeface="华文行楷" panose="02010800040101010101" pitchFamily="2" charset="-122"/>
              <a:ea typeface="华文行楷" panose="02010800040101010101" pitchFamily="2" charset="-122"/>
              <a:sym typeface="+mn-ea"/>
            </a:rPr>
            <a:t>构建社会主义核心价值观</a:t>
          </a:r>
          <a:endParaRPr lang="zh-CN" altLang="en-US" dirty="0">
            <a:latin typeface="华文行楷" panose="02010800040101010101" pitchFamily="2" charset="-122"/>
            <a:ea typeface="华文行楷" panose="02010800040101010101" pitchFamily="2" charset="-122"/>
          </a:endParaRPr>
        </a:p>
      </dgm:t>
    </dgm:pt>
    <dgm:pt modelId="{8BC03D1F-BAE3-43D8-9C6C-B716B00D0693}" type="parTrans" cxnId="{F224D9DE-D25D-4235-A7FB-F72658D756EF}">
      <dgm:prSet/>
      <dgm:spPr/>
      <dgm:t>
        <a:bodyPr/>
        <a:lstStyle/>
        <a:p>
          <a:endParaRPr lang="zh-CN" altLang="en-US"/>
        </a:p>
      </dgm:t>
    </dgm:pt>
    <dgm:pt modelId="{616D44C3-18CB-4E09-8769-99F599C408D2}" type="sibTrans" cxnId="{F224D9DE-D25D-4235-A7FB-F72658D756EF}">
      <dgm:prSet/>
      <dgm:spPr/>
      <dgm:t>
        <a:bodyPr/>
        <a:lstStyle/>
        <a:p>
          <a:endParaRPr lang="zh-CN" altLang="en-US"/>
        </a:p>
      </dgm:t>
    </dgm:pt>
    <dgm:pt modelId="{2984A8B6-85E9-40AE-8B81-BA8B58477DF2}" type="pres">
      <dgm:prSet presAssocID="{CC2A87B4-205C-42AA-93A2-B27FC303620D}" presName="cycle" presStyleCnt="0">
        <dgm:presLayoutVars>
          <dgm:dir/>
          <dgm:resizeHandles val="exact"/>
        </dgm:presLayoutVars>
      </dgm:prSet>
      <dgm:spPr/>
    </dgm:pt>
    <dgm:pt modelId="{70BF45C1-8091-454A-8203-C06A7B7590F9}" type="pres">
      <dgm:prSet presAssocID="{660A22A7-37CA-4B7E-87AA-E35BA5B82556}" presName="node" presStyleLbl="node1" presStyleIdx="0" presStyleCnt="7" custScaleX="264101" custScaleY="67025">
        <dgm:presLayoutVars>
          <dgm:bulletEnabled val="1"/>
        </dgm:presLayoutVars>
      </dgm:prSet>
      <dgm:spPr/>
    </dgm:pt>
    <dgm:pt modelId="{E9AD9DBB-BD76-47E5-B3B5-DCAABDF708B4}" type="pres">
      <dgm:prSet presAssocID="{660A22A7-37CA-4B7E-87AA-E35BA5B82556}" presName="spNode" presStyleCnt="0"/>
      <dgm:spPr/>
    </dgm:pt>
    <dgm:pt modelId="{FACB0322-C0E5-47B2-A30E-4E65DACE54AB}" type="pres">
      <dgm:prSet presAssocID="{CF218E85-BB5C-4FD9-8936-583B930F1946}" presName="sibTrans" presStyleLbl="sibTrans1D1" presStyleIdx="0" presStyleCnt="7"/>
      <dgm:spPr/>
    </dgm:pt>
    <dgm:pt modelId="{5B56F173-CF60-49FA-B101-E6B505C28F2C}" type="pres">
      <dgm:prSet presAssocID="{2747EF35-EB19-40B2-B72B-1D28E27677E0}" presName="node" presStyleLbl="node1" presStyleIdx="1" presStyleCnt="7" custScaleX="257621" custScaleY="62168">
        <dgm:presLayoutVars>
          <dgm:bulletEnabled val="1"/>
        </dgm:presLayoutVars>
      </dgm:prSet>
      <dgm:spPr/>
    </dgm:pt>
    <dgm:pt modelId="{FA1B1F1F-4290-44F6-B614-7DA04C6968EA}" type="pres">
      <dgm:prSet presAssocID="{2747EF35-EB19-40B2-B72B-1D28E27677E0}" presName="spNode" presStyleCnt="0"/>
      <dgm:spPr/>
    </dgm:pt>
    <dgm:pt modelId="{890F09E1-A5FD-4242-968C-AD8148ADBA80}" type="pres">
      <dgm:prSet presAssocID="{BFFDCB46-D59E-46B2-9C53-DB1ADB0299CC}" presName="sibTrans" presStyleLbl="sibTrans1D1" presStyleIdx="1" presStyleCnt="7"/>
      <dgm:spPr/>
    </dgm:pt>
    <dgm:pt modelId="{F4F0857E-A2A2-4C44-8D9E-738F53CA34B0}" type="pres">
      <dgm:prSet presAssocID="{B95FB8A5-B612-47B6-989C-9D7BD89F6E18}" presName="node" presStyleLbl="node1" presStyleIdx="2" presStyleCnt="7" custScaleX="280706" custScaleY="61996">
        <dgm:presLayoutVars>
          <dgm:bulletEnabled val="1"/>
        </dgm:presLayoutVars>
      </dgm:prSet>
      <dgm:spPr/>
    </dgm:pt>
    <dgm:pt modelId="{B43530C4-5C4D-4873-9C40-D1060ACD455B}" type="pres">
      <dgm:prSet presAssocID="{B95FB8A5-B612-47B6-989C-9D7BD89F6E18}" presName="spNode" presStyleCnt="0"/>
      <dgm:spPr/>
    </dgm:pt>
    <dgm:pt modelId="{947E10C1-872E-48ED-A8EA-CDF548C9E170}" type="pres">
      <dgm:prSet presAssocID="{16734FCF-6F10-445A-B6BC-27E3ED457274}" presName="sibTrans" presStyleLbl="sibTrans1D1" presStyleIdx="2" presStyleCnt="7"/>
      <dgm:spPr/>
    </dgm:pt>
    <dgm:pt modelId="{9B1E3B87-CFEF-48C3-B3ED-22B7722DA4B2}" type="pres">
      <dgm:prSet presAssocID="{2B78A2B5-DCEA-4AFC-B14F-1F24A1DED97A}" presName="node" presStyleLbl="node1" presStyleIdx="3" presStyleCnt="7" custScaleY="61996">
        <dgm:presLayoutVars>
          <dgm:bulletEnabled val="1"/>
        </dgm:presLayoutVars>
      </dgm:prSet>
      <dgm:spPr/>
    </dgm:pt>
    <dgm:pt modelId="{5DA43FA6-2782-48E4-882C-5BEA84898403}" type="pres">
      <dgm:prSet presAssocID="{2B78A2B5-DCEA-4AFC-B14F-1F24A1DED97A}" presName="spNode" presStyleCnt="0"/>
      <dgm:spPr/>
    </dgm:pt>
    <dgm:pt modelId="{D354920F-3C18-4773-98FE-F5105B0C4655}" type="pres">
      <dgm:prSet presAssocID="{70BDE6F6-3261-4753-9D1B-53909242F67D}" presName="sibTrans" presStyleLbl="sibTrans1D1" presStyleIdx="3" presStyleCnt="7"/>
      <dgm:spPr/>
    </dgm:pt>
    <dgm:pt modelId="{4A533BBB-6BEA-429E-8541-03477BCE8622}" type="pres">
      <dgm:prSet presAssocID="{40AFDA9D-288C-4D29-8AFA-37C0C30C8FF6}" presName="node" presStyleLbl="node1" presStyleIdx="4" presStyleCnt="7" custScaleX="153149" custScaleY="62168">
        <dgm:presLayoutVars>
          <dgm:bulletEnabled val="1"/>
        </dgm:presLayoutVars>
      </dgm:prSet>
      <dgm:spPr/>
    </dgm:pt>
    <dgm:pt modelId="{E2DD3598-5153-4C35-949B-5E7B3A92DCE7}" type="pres">
      <dgm:prSet presAssocID="{40AFDA9D-288C-4D29-8AFA-37C0C30C8FF6}" presName="spNode" presStyleCnt="0"/>
      <dgm:spPr/>
    </dgm:pt>
    <dgm:pt modelId="{80375E59-737B-41DF-B3C9-E8361D136FF9}" type="pres">
      <dgm:prSet presAssocID="{7FCDBF79-0B4F-4621-8364-C0B41DDF9713}" presName="sibTrans" presStyleLbl="sibTrans1D1" presStyleIdx="4" presStyleCnt="7"/>
      <dgm:spPr/>
    </dgm:pt>
    <dgm:pt modelId="{8B1F77E4-AC89-403C-A98A-32EB26A45E9E}" type="pres">
      <dgm:prSet presAssocID="{BEFC6BFF-4090-4179-BB05-0FB38BA226EC}" presName="node" presStyleLbl="node1" presStyleIdx="5" presStyleCnt="7" custScaleX="182541" custScaleY="62168">
        <dgm:presLayoutVars>
          <dgm:bulletEnabled val="1"/>
        </dgm:presLayoutVars>
      </dgm:prSet>
      <dgm:spPr/>
    </dgm:pt>
    <dgm:pt modelId="{823674A5-BED7-4C48-9F8C-20BE414DA81B}" type="pres">
      <dgm:prSet presAssocID="{BEFC6BFF-4090-4179-BB05-0FB38BA226EC}" presName="spNode" presStyleCnt="0"/>
      <dgm:spPr/>
    </dgm:pt>
    <dgm:pt modelId="{5313C3AD-B319-45AA-8F27-30CD7930C4E5}" type="pres">
      <dgm:prSet presAssocID="{616D44C3-18CB-4E09-8769-99F599C408D2}" presName="sibTrans" presStyleLbl="sibTrans1D1" presStyleIdx="5" presStyleCnt="7"/>
      <dgm:spPr/>
    </dgm:pt>
    <dgm:pt modelId="{6FAD2C75-55FD-4928-9D26-FC85A188F632}" type="pres">
      <dgm:prSet presAssocID="{B158D346-0C3B-4E1E-A3BE-A1D66C2C9EE0}" presName="node" presStyleLbl="node1" presStyleIdx="6" presStyleCnt="7" custScaleX="257705" custScaleY="62168">
        <dgm:presLayoutVars>
          <dgm:bulletEnabled val="1"/>
        </dgm:presLayoutVars>
      </dgm:prSet>
      <dgm:spPr/>
    </dgm:pt>
    <dgm:pt modelId="{3340C43B-D1E7-44BC-AD6B-CB508FE5AFA4}" type="pres">
      <dgm:prSet presAssocID="{B158D346-0C3B-4E1E-A3BE-A1D66C2C9EE0}" presName="spNode" presStyleCnt="0"/>
      <dgm:spPr/>
    </dgm:pt>
    <dgm:pt modelId="{A53C0CBD-FE35-423A-A8EF-29C407AC4F7C}" type="pres">
      <dgm:prSet presAssocID="{84C4A45B-B901-4F9C-917D-697732E800B9}" presName="sibTrans" presStyleLbl="sibTrans1D1" presStyleIdx="6" presStyleCnt="7"/>
      <dgm:spPr/>
    </dgm:pt>
  </dgm:ptLst>
  <dgm:cxnLst>
    <dgm:cxn modelId="{7C8A4A05-EC7F-4EED-BE9E-0CFD560C5988}" type="presOf" srcId="{16734FCF-6F10-445A-B6BC-27E3ED457274}" destId="{947E10C1-872E-48ED-A8EA-CDF548C9E170}" srcOrd="0" destOrd="0" presId="urn:microsoft.com/office/officeart/2005/8/layout/cycle6#1"/>
    <dgm:cxn modelId="{02DDBB0A-F0F3-4264-B423-B9BD0F2221EE}" type="presOf" srcId="{7FCDBF79-0B4F-4621-8364-C0B41DDF9713}" destId="{80375E59-737B-41DF-B3C9-E8361D136FF9}" srcOrd="0" destOrd="0" presId="urn:microsoft.com/office/officeart/2005/8/layout/cycle6#1"/>
    <dgm:cxn modelId="{A709E80C-B31C-4BD7-BD24-C239206C6891}" type="presOf" srcId="{40AFDA9D-288C-4D29-8AFA-37C0C30C8FF6}" destId="{4A533BBB-6BEA-429E-8541-03477BCE8622}" srcOrd="0" destOrd="0" presId="urn:microsoft.com/office/officeart/2005/8/layout/cycle6#1"/>
    <dgm:cxn modelId="{AB5B890D-C15F-40A2-A1B4-AC985975DE69}" type="presOf" srcId="{660A22A7-37CA-4B7E-87AA-E35BA5B82556}" destId="{70BF45C1-8091-454A-8203-C06A7B7590F9}" srcOrd="0" destOrd="0" presId="urn:microsoft.com/office/officeart/2005/8/layout/cycle6#1"/>
    <dgm:cxn modelId="{6D07F813-17B8-47C6-8DA7-06B5BBF9D0FC}" srcId="{CC2A87B4-205C-42AA-93A2-B27FC303620D}" destId="{B158D346-0C3B-4E1E-A3BE-A1D66C2C9EE0}" srcOrd="6" destOrd="0" parTransId="{225EA81A-6009-4C19-91EA-F2DAA6261D04}" sibTransId="{84C4A45B-B901-4F9C-917D-697732E800B9}"/>
    <dgm:cxn modelId="{9F0C9C40-AE3C-4477-8C11-40ABCC2EAB6D}" srcId="{CC2A87B4-205C-42AA-93A2-B27FC303620D}" destId="{40AFDA9D-288C-4D29-8AFA-37C0C30C8FF6}" srcOrd="4" destOrd="0" parTransId="{4C1C0800-F64C-44F0-9787-17FB1271D0FC}" sibTransId="{7FCDBF79-0B4F-4621-8364-C0B41DDF9713}"/>
    <dgm:cxn modelId="{A287C66C-8203-4762-A394-FF1DE4F1B5D9}" type="presOf" srcId="{2747EF35-EB19-40B2-B72B-1D28E27677E0}" destId="{5B56F173-CF60-49FA-B101-E6B505C28F2C}" srcOrd="0" destOrd="0" presId="urn:microsoft.com/office/officeart/2005/8/layout/cycle6#1"/>
    <dgm:cxn modelId="{4DC5F652-121C-49F6-946A-3ACAE3601647}" type="presOf" srcId="{84C4A45B-B901-4F9C-917D-697732E800B9}" destId="{A53C0CBD-FE35-423A-A8EF-29C407AC4F7C}" srcOrd="0" destOrd="0" presId="urn:microsoft.com/office/officeart/2005/8/layout/cycle6#1"/>
    <dgm:cxn modelId="{50D61F59-27F9-48C6-8AC4-352FCA2211B8}" type="presOf" srcId="{B95FB8A5-B612-47B6-989C-9D7BD89F6E18}" destId="{F4F0857E-A2A2-4C44-8D9E-738F53CA34B0}" srcOrd="0" destOrd="0" presId="urn:microsoft.com/office/officeart/2005/8/layout/cycle6#1"/>
    <dgm:cxn modelId="{7DD7B07B-62D5-40EE-BAD7-923BE15C8E53}" type="presOf" srcId="{70BDE6F6-3261-4753-9D1B-53909242F67D}" destId="{D354920F-3C18-4773-98FE-F5105B0C4655}" srcOrd="0" destOrd="0" presId="urn:microsoft.com/office/officeart/2005/8/layout/cycle6#1"/>
    <dgm:cxn modelId="{77A88080-8720-469B-83D1-DB7A1BFF8695}" srcId="{CC2A87B4-205C-42AA-93A2-B27FC303620D}" destId="{2B78A2B5-DCEA-4AFC-B14F-1F24A1DED97A}" srcOrd="3" destOrd="0" parTransId="{3E7F7A29-9086-4454-9597-B1A82629FFC8}" sibTransId="{70BDE6F6-3261-4753-9D1B-53909242F67D}"/>
    <dgm:cxn modelId="{D6DAA584-3B0D-44B1-9524-F58A7878B488}" type="presOf" srcId="{2B78A2B5-DCEA-4AFC-B14F-1F24A1DED97A}" destId="{9B1E3B87-CFEF-48C3-B3ED-22B7722DA4B2}" srcOrd="0" destOrd="0" presId="urn:microsoft.com/office/officeart/2005/8/layout/cycle6#1"/>
    <dgm:cxn modelId="{8A35FD92-53F0-49FE-925B-87D9CF747279}" srcId="{CC2A87B4-205C-42AA-93A2-B27FC303620D}" destId="{B95FB8A5-B612-47B6-989C-9D7BD89F6E18}" srcOrd="2" destOrd="0" parTransId="{1784B15E-8B7A-426B-89B2-02867972B4B8}" sibTransId="{16734FCF-6F10-445A-B6BC-27E3ED457274}"/>
    <dgm:cxn modelId="{65BB1B93-BA1E-4F71-AFD7-38A9DA475345}" type="presOf" srcId="{B158D346-0C3B-4E1E-A3BE-A1D66C2C9EE0}" destId="{6FAD2C75-55FD-4928-9D26-FC85A188F632}" srcOrd="0" destOrd="0" presId="urn:microsoft.com/office/officeart/2005/8/layout/cycle6#1"/>
    <dgm:cxn modelId="{84870DB7-531C-4D97-8BE7-DA7CF63D5EFC}" srcId="{CC2A87B4-205C-42AA-93A2-B27FC303620D}" destId="{660A22A7-37CA-4B7E-87AA-E35BA5B82556}" srcOrd="0" destOrd="0" parTransId="{AEDCC0F0-F7D6-45D4-984A-B50E110C9D1F}" sibTransId="{CF218E85-BB5C-4FD9-8936-583B930F1946}"/>
    <dgm:cxn modelId="{0E4796B7-DB82-4372-910A-3D0B20741CCF}" type="presOf" srcId="{616D44C3-18CB-4E09-8769-99F599C408D2}" destId="{5313C3AD-B319-45AA-8F27-30CD7930C4E5}" srcOrd="0" destOrd="0" presId="urn:microsoft.com/office/officeart/2005/8/layout/cycle6#1"/>
    <dgm:cxn modelId="{0A1E43B9-74CD-4DF5-8863-C9E7AD25B49A}" type="presOf" srcId="{CC2A87B4-205C-42AA-93A2-B27FC303620D}" destId="{2984A8B6-85E9-40AE-8B81-BA8B58477DF2}" srcOrd="0" destOrd="0" presId="urn:microsoft.com/office/officeart/2005/8/layout/cycle6#1"/>
    <dgm:cxn modelId="{84B1E6C6-B90E-487B-83D1-7E9D2D9FAF9A}" srcId="{CC2A87B4-205C-42AA-93A2-B27FC303620D}" destId="{2747EF35-EB19-40B2-B72B-1D28E27677E0}" srcOrd="1" destOrd="0" parTransId="{E8C0C942-F96C-429E-AD44-E4BA5D9680C7}" sibTransId="{BFFDCB46-D59E-46B2-9C53-DB1ADB0299CC}"/>
    <dgm:cxn modelId="{B1491CCF-77E5-4288-B7C3-32CF8D415A6C}" type="presOf" srcId="{BEFC6BFF-4090-4179-BB05-0FB38BA226EC}" destId="{8B1F77E4-AC89-403C-A98A-32EB26A45E9E}" srcOrd="0" destOrd="0" presId="urn:microsoft.com/office/officeart/2005/8/layout/cycle6#1"/>
    <dgm:cxn modelId="{13153EDB-2E3E-4402-B68F-A4598C768DD5}" type="presOf" srcId="{BFFDCB46-D59E-46B2-9C53-DB1ADB0299CC}" destId="{890F09E1-A5FD-4242-968C-AD8148ADBA80}" srcOrd="0" destOrd="0" presId="urn:microsoft.com/office/officeart/2005/8/layout/cycle6#1"/>
    <dgm:cxn modelId="{F224D9DE-D25D-4235-A7FB-F72658D756EF}" srcId="{CC2A87B4-205C-42AA-93A2-B27FC303620D}" destId="{BEFC6BFF-4090-4179-BB05-0FB38BA226EC}" srcOrd="5" destOrd="0" parTransId="{8BC03D1F-BAE3-43D8-9C6C-B716B00D0693}" sibTransId="{616D44C3-18CB-4E09-8769-99F599C408D2}"/>
    <dgm:cxn modelId="{31034EF0-3375-4F08-84BF-BAC2FCF43D12}" type="presOf" srcId="{CF218E85-BB5C-4FD9-8936-583B930F1946}" destId="{FACB0322-C0E5-47B2-A30E-4E65DACE54AB}" srcOrd="0" destOrd="0" presId="urn:microsoft.com/office/officeart/2005/8/layout/cycle6#1"/>
    <dgm:cxn modelId="{6C5313F8-66BD-4118-A6EB-D08E357E00EB}" type="presParOf" srcId="{2984A8B6-85E9-40AE-8B81-BA8B58477DF2}" destId="{70BF45C1-8091-454A-8203-C06A7B7590F9}" srcOrd="0" destOrd="0" presId="urn:microsoft.com/office/officeart/2005/8/layout/cycle6#1"/>
    <dgm:cxn modelId="{900C41F3-90E6-425B-8D4C-F7AF8A10E241}" type="presParOf" srcId="{2984A8B6-85E9-40AE-8B81-BA8B58477DF2}" destId="{E9AD9DBB-BD76-47E5-B3B5-DCAABDF708B4}" srcOrd="1" destOrd="0" presId="urn:microsoft.com/office/officeart/2005/8/layout/cycle6#1"/>
    <dgm:cxn modelId="{0A502DD0-90EB-4C94-A5CE-EDEE6A92B8A7}" type="presParOf" srcId="{2984A8B6-85E9-40AE-8B81-BA8B58477DF2}" destId="{FACB0322-C0E5-47B2-A30E-4E65DACE54AB}" srcOrd="2" destOrd="0" presId="urn:microsoft.com/office/officeart/2005/8/layout/cycle6#1"/>
    <dgm:cxn modelId="{50D18B59-9936-46C3-8C2A-098164FA81ED}" type="presParOf" srcId="{2984A8B6-85E9-40AE-8B81-BA8B58477DF2}" destId="{5B56F173-CF60-49FA-B101-E6B505C28F2C}" srcOrd="3" destOrd="0" presId="urn:microsoft.com/office/officeart/2005/8/layout/cycle6#1"/>
    <dgm:cxn modelId="{301E3AB1-4805-4688-9361-802B7BC9F0EB}" type="presParOf" srcId="{2984A8B6-85E9-40AE-8B81-BA8B58477DF2}" destId="{FA1B1F1F-4290-44F6-B614-7DA04C6968EA}" srcOrd="4" destOrd="0" presId="urn:microsoft.com/office/officeart/2005/8/layout/cycle6#1"/>
    <dgm:cxn modelId="{590FC299-68FF-4072-A246-55314BAE8418}" type="presParOf" srcId="{2984A8B6-85E9-40AE-8B81-BA8B58477DF2}" destId="{890F09E1-A5FD-4242-968C-AD8148ADBA80}" srcOrd="5" destOrd="0" presId="urn:microsoft.com/office/officeart/2005/8/layout/cycle6#1"/>
    <dgm:cxn modelId="{A6DD8AD0-AF4A-4963-BE7A-480FB8DBDA71}" type="presParOf" srcId="{2984A8B6-85E9-40AE-8B81-BA8B58477DF2}" destId="{F4F0857E-A2A2-4C44-8D9E-738F53CA34B0}" srcOrd="6" destOrd="0" presId="urn:microsoft.com/office/officeart/2005/8/layout/cycle6#1"/>
    <dgm:cxn modelId="{A5C12729-2F14-482F-8EC3-4FF48FC1590A}" type="presParOf" srcId="{2984A8B6-85E9-40AE-8B81-BA8B58477DF2}" destId="{B43530C4-5C4D-4873-9C40-D1060ACD455B}" srcOrd="7" destOrd="0" presId="urn:microsoft.com/office/officeart/2005/8/layout/cycle6#1"/>
    <dgm:cxn modelId="{440466D1-3052-41D9-B8FE-C67D9CA330DD}" type="presParOf" srcId="{2984A8B6-85E9-40AE-8B81-BA8B58477DF2}" destId="{947E10C1-872E-48ED-A8EA-CDF548C9E170}" srcOrd="8" destOrd="0" presId="urn:microsoft.com/office/officeart/2005/8/layout/cycle6#1"/>
    <dgm:cxn modelId="{BE5D173C-3431-43D9-8B97-30399AD2F3A6}" type="presParOf" srcId="{2984A8B6-85E9-40AE-8B81-BA8B58477DF2}" destId="{9B1E3B87-CFEF-48C3-B3ED-22B7722DA4B2}" srcOrd="9" destOrd="0" presId="urn:microsoft.com/office/officeart/2005/8/layout/cycle6#1"/>
    <dgm:cxn modelId="{6D817D01-CC7E-49DE-8D49-528C510BC899}" type="presParOf" srcId="{2984A8B6-85E9-40AE-8B81-BA8B58477DF2}" destId="{5DA43FA6-2782-48E4-882C-5BEA84898403}" srcOrd="10" destOrd="0" presId="urn:microsoft.com/office/officeart/2005/8/layout/cycle6#1"/>
    <dgm:cxn modelId="{1F1E0AD8-B6C8-4805-ACC8-847781EA845F}" type="presParOf" srcId="{2984A8B6-85E9-40AE-8B81-BA8B58477DF2}" destId="{D354920F-3C18-4773-98FE-F5105B0C4655}" srcOrd="11" destOrd="0" presId="urn:microsoft.com/office/officeart/2005/8/layout/cycle6#1"/>
    <dgm:cxn modelId="{63CC3DE4-1555-47B7-8B50-2DBF92E6DAE9}" type="presParOf" srcId="{2984A8B6-85E9-40AE-8B81-BA8B58477DF2}" destId="{4A533BBB-6BEA-429E-8541-03477BCE8622}" srcOrd="12" destOrd="0" presId="urn:microsoft.com/office/officeart/2005/8/layout/cycle6#1"/>
    <dgm:cxn modelId="{ABC65B22-F5E5-43C2-A8C3-8A558554EDCD}" type="presParOf" srcId="{2984A8B6-85E9-40AE-8B81-BA8B58477DF2}" destId="{E2DD3598-5153-4C35-949B-5E7B3A92DCE7}" srcOrd="13" destOrd="0" presId="urn:microsoft.com/office/officeart/2005/8/layout/cycle6#1"/>
    <dgm:cxn modelId="{9E6A5100-AB68-41BF-91BA-E618592079F3}" type="presParOf" srcId="{2984A8B6-85E9-40AE-8B81-BA8B58477DF2}" destId="{80375E59-737B-41DF-B3C9-E8361D136FF9}" srcOrd="14" destOrd="0" presId="urn:microsoft.com/office/officeart/2005/8/layout/cycle6#1"/>
    <dgm:cxn modelId="{597C2427-75DA-46AA-A656-A2CE36A8338F}" type="presParOf" srcId="{2984A8B6-85E9-40AE-8B81-BA8B58477DF2}" destId="{8B1F77E4-AC89-403C-A98A-32EB26A45E9E}" srcOrd="15" destOrd="0" presId="urn:microsoft.com/office/officeart/2005/8/layout/cycle6#1"/>
    <dgm:cxn modelId="{726109D0-C07A-4143-BDE0-72DF8B7D7398}" type="presParOf" srcId="{2984A8B6-85E9-40AE-8B81-BA8B58477DF2}" destId="{823674A5-BED7-4C48-9F8C-20BE414DA81B}" srcOrd="16" destOrd="0" presId="urn:microsoft.com/office/officeart/2005/8/layout/cycle6#1"/>
    <dgm:cxn modelId="{6DB55F8B-57C4-4C5D-8469-8F1F795AEAA4}" type="presParOf" srcId="{2984A8B6-85E9-40AE-8B81-BA8B58477DF2}" destId="{5313C3AD-B319-45AA-8F27-30CD7930C4E5}" srcOrd="17" destOrd="0" presId="urn:microsoft.com/office/officeart/2005/8/layout/cycle6#1"/>
    <dgm:cxn modelId="{28258BED-0CB1-47E6-BA8A-925A14E9B107}" type="presParOf" srcId="{2984A8B6-85E9-40AE-8B81-BA8B58477DF2}" destId="{6FAD2C75-55FD-4928-9D26-FC85A188F632}" srcOrd="18" destOrd="0" presId="urn:microsoft.com/office/officeart/2005/8/layout/cycle6#1"/>
    <dgm:cxn modelId="{41AC723B-A678-4674-B43F-C381DF7B923E}" type="presParOf" srcId="{2984A8B6-85E9-40AE-8B81-BA8B58477DF2}" destId="{3340C43B-D1E7-44BC-AD6B-CB508FE5AFA4}" srcOrd="19" destOrd="0" presId="urn:microsoft.com/office/officeart/2005/8/layout/cycle6#1"/>
    <dgm:cxn modelId="{621014BB-63FD-4361-9FDE-E57AFC26C7FB}" type="presParOf" srcId="{2984A8B6-85E9-40AE-8B81-BA8B58477DF2}" destId="{A53C0CBD-FE35-423A-A8EF-29C407AC4F7C}" srcOrd="20" destOrd="0" presId="urn:microsoft.com/office/officeart/2005/8/layout/cycle6#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F45C1-8091-454A-8203-C06A7B7590F9}">
      <dsp:nvSpPr>
        <dsp:cNvPr id="0" name=""/>
        <dsp:cNvSpPr/>
      </dsp:nvSpPr>
      <dsp:spPr>
        <a:xfrm>
          <a:off x="1317096" y="79904"/>
          <a:ext cx="3235538" cy="533736"/>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坚持中国共产党的领导</a:t>
          </a:r>
          <a:endParaRPr lang="en-US" altLang="zh-CN" sz="1600" kern="1200" dirty="0">
            <a:latin typeface="华文行楷" panose="02010800040101010101" pitchFamily="2" charset="-122"/>
            <a:ea typeface="华文行楷" panose="02010800040101010101" pitchFamily="2" charset="-122"/>
          </a:endParaRPr>
        </a:p>
      </dsp:txBody>
      <dsp:txXfrm>
        <a:off x="1343151" y="105959"/>
        <a:ext cx="3183428" cy="481626"/>
      </dsp:txXfrm>
    </dsp:sp>
    <dsp:sp modelId="{FACB0322-C0E5-47B2-A30E-4E65DACE54AB}">
      <dsp:nvSpPr>
        <dsp:cNvPr id="0" name=""/>
        <dsp:cNvSpPr/>
      </dsp:nvSpPr>
      <dsp:spPr>
        <a:xfrm>
          <a:off x="596928" y="528412"/>
          <a:ext cx="4550398" cy="4550398"/>
        </a:xfrm>
        <a:custGeom>
          <a:avLst/>
          <a:gdLst/>
          <a:ahLst/>
          <a:cxnLst/>
          <a:rect l="0" t="0" r="0" b="0"/>
          <a:pathLst>
            <a:path>
              <a:moveTo>
                <a:pt x="2899682" y="87380"/>
              </a:moveTo>
              <a:arcTo wR="2275199" hR="2275199" stAng="17155842" swAng="1174031"/>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5B56F173-CF60-49FA-B101-E6B505C28F2C}">
      <dsp:nvSpPr>
        <dsp:cNvPr id="0" name=""/>
        <dsp:cNvSpPr/>
      </dsp:nvSpPr>
      <dsp:spPr>
        <a:xfrm>
          <a:off x="3135612" y="955879"/>
          <a:ext cx="3156151"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坚持社会主义制度</a:t>
          </a:r>
        </a:p>
      </dsp:txBody>
      <dsp:txXfrm>
        <a:off x="3159779" y="980046"/>
        <a:ext cx="3107817" cy="446724"/>
      </dsp:txXfrm>
    </dsp:sp>
    <dsp:sp modelId="{890F09E1-A5FD-4242-968C-AD8148ADBA80}">
      <dsp:nvSpPr>
        <dsp:cNvPr id="0" name=""/>
        <dsp:cNvSpPr/>
      </dsp:nvSpPr>
      <dsp:spPr>
        <a:xfrm>
          <a:off x="659666" y="346773"/>
          <a:ext cx="4550398" cy="4550398"/>
        </a:xfrm>
        <a:custGeom>
          <a:avLst/>
          <a:gdLst/>
          <a:ahLst/>
          <a:cxnLst/>
          <a:rect l="0" t="0" r="0" b="0"/>
          <a:pathLst>
            <a:path>
              <a:moveTo>
                <a:pt x="4233386" y="1116737"/>
              </a:moveTo>
              <a:arcTo wR="2275199" hR="2275199" stAng="19763490" swAng="2207247"/>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F4F0857E-A2A2-4C44-8D9E-738F53CA34B0}">
      <dsp:nvSpPr>
        <dsp:cNvPr id="0" name=""/>
        <dsp:cNvSpPr/>
      </dsp:nvSpPr>
      <dsp:spPr>
        <a:xfrm>
          <a:off x="3433536" y="2881407"/>
          <a:ext cx="3438968" cy="493689"/>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sym typeface="+mn-ea"/>
            </a:rPr>
            <a:t>中国特色社会主义初级阶段理论</a:t>
          </a:r>
          <a:endParaRPr lang="zh-CN" altLang="en-US" sz="1600" kern="1200" dirty="0">
            <a:latin typeface="华文行楷" panose="02010800040101010101" pitchFamily="2" charset="-122"/>
            <a:ea typeface="华文行楷" panose="02010800040101010101" pitchFamily="2" charset="-122"/>
          </a:endParaRPr>
        </a:p>
      </dsp:txBody>
      <dsp:txXfrm>
        <a:off x="3457636" y="2905507"/>
        <a:ext cx="3390768" cy="445489"/>
      </dsp:txXfrm>
    </dsp:sp>
    <dsp:sp modelId="{947E10C1-872E-48ED-A8EA-CDF548C9E170}">
      <dsp:nvSpPr>
        <dsp:cNvPr id="0" name=""/>
        <dsp:cNvSpPr/>
      </dsp:nvSpPr>
      <dsp:spPr>
        <a:xfrm>
          <a:off x="659666" y="346773"/>
          <a:ext cx="4550398" cy="4550398"/>
        </a:xfrm>
        <a:custGeom>
          <a:avLst/>
          <a:gdLst/>
          <a:ahLst/>
          <a:cxnLst/>
          <a:rect l="0" t="0" r="0" b="0"/>
          <a:pathLst>
            <a:path>
              <a:moveTo>
                <a:pt x="4417811" y="3040537"/>
              </a:moveTo>
              <a:arcTo wR="2275199" hR="2275199" stAng="1179399" swAng="1946069"/>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9B1E3B87-CFEF-48C3-B3ED-22B7722DA4B2}">
      <dsp:nvSpPr>
        <dsp:cNvPr id="0" name=""/>
        <dsp:cNvSpPr/>
      </dsp:nvSpPr>
      <dsp:spPr>
        <a:xfrm>
          <a:off x="3309480" y="4425011"/>
          <a:ext cx="1225114" cy="493689"/>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改革开放</a:t>
          </a:r>
        </a:p>
      </dsp:txBody>
      <dsp:txXfrm>
        <a:off x="3333580" y="4449111"/>
        <a:ext cx="1176914" cy="445489"/>
      </dsp:txXfrm>
    </dsp:sp>
    <dsp:sp modelId="{D354920F-3C18-4773-98FE-F5105B0C4655}">
      <dsp:nvSpPr>
        <dsp:cNvPr id="0" name=""/>
        <dsp:cNvSpPr/>
      </dsp:nvSpPr>
      <dsp:spPr>
        <a:xfrm>
          <a:off x="659666" y="346773"/>
          <a:ext cx="4550398" cy="4550398"/>
        </a:xfrm>
        <a:custGeom>
          <a:avLst/>
          <a:gdLst/>
          <a:ahLst/>
          <a:cxnLst/>
          <a:rect l="0" t="0" r="0" b="0"/>
          <a:pathLst>
            <a:path>
              <a:moveTo>
                <a:pt x="2645623" y="4520041"/>
              </a:moveTo>
              <a:arcTo wR="2275199" hR="2275199" stAng="4837799" swAng="629897"/>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4A533BBB-6BEA-429E-8541-03477BCE8622}">
      <dsp:nvSpPr>
        <dsp:cNvPr id="0" name=""/>
        <dsp:cNvSpPr/>
      </dsp:nvSpPr>
      <dsp:spPr>
        <a:xfrm>
          <a:off x="1009568" y="4424326"/>
          <a:ext cx="1876249"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sym typeface="+mn-ea"/>
            </a:rPr>
            <a:t>人民主体地位</a:t>
          </a:r>
          <a:endParaRPr lang="zh-CN" altLang="en-US" sz="1600" kern="1200" dirty="0">
            <a:latin typeface="华文行楷" panose="02010800040101010101" pitchFamily="2" charset="-122"/>
            <a:ea typeface="华文行楷" panose="02010800040101010101" pitchFamily="2" charset="-122"/>
          </a:endParaRPr>
        </a:p>
      </dsp:txBody>
      <dsp:txXfrm>
        <a:off x="1033735" y="4448493"/>
        <a:ext cx="1827915" cy="446724"/>
      </dsp:txXfrm>
    </dsp:sp>
    <dsp:sp modelId="{80375E59-737B-41DF-B3C9-E8361D136FF9}">
      <dsp:nvSpPr>
        <dsp:cNvPr id="0" name=""/>
        <dsp:cNvSpPr/>
      </dsp:nvSpPr>
      <dsp:spPr>
        <a:xfrm>
          <a:off x="659666" y="346773"/>
          <a:ext cx="4550398" cy="4550398"/>
        </a:xfrm>
        <a:custGeom>
          <a:avLst/>
          <a:gdLst/>
          <a:ahLst/>
          <a:cxnLst/>
          <a:rect l="0" t="0" r="0" b="0"/>
          <a:pathLst>
            <a:path>
              <a:moveTo>
                <a:pt x="876428" y="4069627"/>
              </a:moveTo>
              <a:arcTo wR="2275199" hR="2275199" stAng="7676201" swAng="1943330"/>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8B1F77E4-AC89-403C-A98A-32EB26A45E9E}">
      <dsp:nvSpPr>
        <dsp:cNvPr id="0" name=""/>
        <dsp:cNvSpPr/>
      </dsp:nvSpPr>
      <dsp:spPr>
        <a:xfrm>
          <a:off x="-401457" y="2880722"/>
          <a:ext cx="2236335"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华文行楷" panose="02010800040101010101" pitchFamily="2" charset="-122"/>
              <a:ea typeface="华文行楷" panose="02010800040101010101" pitchFamily="2" charset="-122"/>
              <a:sym typeface="+mn-ea"/>
            </a:rPr>
            <a:t>构建社会主义核心价值观</a:t>
          </a:r>
          <a:endParaRPr lang="zh-CN" altLang="en-US" sz="1400" kern="1200" dirty="0">
            <a:latin typeface="华文行楷" panose="02010800040101010101" pitchFamily="2" charset="-122"/>
            <a:ea typeface="华文行楷" panose="02010800040101010101" pitchFamily="2" charset="-122"/>
          </a:endParaRPr>
        </a:p>
      </dsp:txBody>
      <dsp:txXfrm>
        <a:off x="-377290" y="2904889"/>
        <a:ext cx="2188001" cy="446724"/>
      </dsp:txXfrm>
    </dsp:sp>
    <dsp:sp modelId="{5313C3AD-B319-45AA-8F27-30CD7930C4E5}">
      <dsp:nvSpPr>
        <dsp:cNvPr id="0" name=""/>
        <dsp:cNvSpPr/>
      </dsp:nvSpPr>
      <dsp:spPr>
        <a:xfrm>
          <a:off x="659666" y="346773"/>
          <a:ext cx="4550398" cy="4550398"/>
        </a:xfrm>
        <a:custGeom>
          <a:avLst/>
          <a:gdLst/>
          <a:ahLst/>
          <a:cxnLst/>
          <a:rect l="0" t="0" r="0" b="0"/>
          <a:pathLst>
            <a:path>
              <a:moveTo>
                <a:pt x="13144" y="2519409"/>
              </a:moveTo>
              <a:arcTo wR="2275199" hR="2275199" stAng="10430295" swAng="220622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FAD2C75-55FD-4928-9D26-FC85A188F632}">
      <dsp:nvSpPr>
        <dsp:cNvPr id="0" name=""/>
        <dsp:cNvSpPr/>
      </dsp:nvSpPr>
      <dsp:spPr>
        <a:xfrm>
          <a:off x="-422546" y="955879"/>
          <a:ext cx="3157180"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华文行楷" panose="02010800040101010101" pitchFamily="2" charset="-122"/>
              <a:ea typeface="华文行楷" panose="02010800040101010101" pitchFamily="2" charset="-122"/>
              <a:sym typeface="+mn-ea"/>
            </a:rPr>
            <a:t>科学发展观和创新驱动发展策略</a:t>
          </a:r>
          <a:endParaRPr lang="zh-CN" altLang="en-US" sz="1400" kern="1200" dirty="0">
            <a:latin typeface="华文行楷" panose="02010800040101010101" pitchFamily="2" charset="-122"/>
            <a:ea typeface="华文行楷" panose="02010800040101010101" pitchFamily="2" charset="-122"/>
          </a:endParaRPr>
        </a:p>
      </dsp:txBody>
      <dsp:txXfrm>
        <a:off x="-398379" y="980046"/>
        <a:ext cx="3108846" cy="446724"/>
      </dsp:txXfrm>
    </dsp:sp>
    <dsp:sp modelId="{A53C0CBD-FE35-423A-A8EF-29C407AC4F7C}">
      <dsp:nvSpPr>
        <dsp:cNvPr id="0" name=""/>
        <dsp:cNvSpPr/>
      </dsp:nvSpPr>
      <dsp:spPr>
        <a:xfrm>
          <a:off x="722404" y="528412"/>
          <a:ext cx="4550398" cy="4550398"/>
        </a:xfrm>
        <a:custGeom>
          <a:avLst/>
          <a:gdLst/>
          <a:ahLst/>
          <a:cxnLst/>
          <a:rect l="0" t="0" r="0" b="0"/>
          <a:pathLst>
            <a:path>
              <a:moveTo>
                <a:pt x="954052" y="422875"/>
              </a:moveTo>
              <a:arcTo wR="2275199" hR="2275199" stAng="14070127" swAng="117403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F45C1-8091-454A-8203-C06A7B7590F9}">
      <dsp:nvSpPr>
        <dsp:cNvPr id="0" name=""/>
        <dsp:cNvSpPr/>
      </dsp:nvSpPr>
      <dsp:spPr>
        <a:xfrm>
          <a:off x="1317096" y="79904"/>
          <a:ext cx="3235538" cy="533736"/>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坚持中国共产党的领导</a:t>
          </a:r>
          <a:endParaRPr lang="en-US" altLang="zh-CN" sz="1600" kern="1200" dirty="0">
            <a:latin typeface="华文行楷" panose="02010800040101010101" pitchFamily="2" charset="-122"/>
            <a:ea typeface="华文行楷" panose="02010800040101010101" pitchFamily="2" charset="-122"/>
          </a:endParaRPr>
        </a:p>
      </dsp:txBody>
      <dsp:txXfrm>
        <a:off x="1343151" y="105959"/>
        <a:ext cx="3183428" cy="481626"/>
      </dsp:txXfrm>
    </dsp:sp>
    <dsp:sp modelId="{FACB0322-C0E5-47B2-A30E-4E65DACE54AB}">
      <dsp:nvSpPr>
        <dsp:cNvPr id="0" name=""/>
        <dsp:cNvSpPr/>
      </dsp:nvSpPr>
      <dsp:spPr>
        <a:xfrm>
          <a:off x="596928" y="528412"/>
          <a:ext cx="4550398" cy="4550398"/>
        </a:xfrm>
        <a:custGeom>
          <a:avLst/>
          <a:gdLst/>
          <a:ahLst/>
          <a:cxnLst/>
          <a:rect l="0" t="0" r="0" b="0"/>
          <a:pathLst>
            <a:path>
              <a:moveTo>
                <a:pt x="2899682" y="87380"/>
              </a:moveTo>
              <a:arcTo wR="2275199" hR="2275199" stAng="17155842" swAng="1174031"/>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5B56F173-CF60-49FA-B101-E6B505C28F2C}">
      <dsp:nvSpPr>
        <dsp:cNvPr id="0" name=""/>
        <dsp:cNvSpPr/>
      </dsp:nvSpPr>
      <dsp:spPr>
        <a:xfrm>
          <a:off x="3135612" y="955879"/>
          <a:ext cx="3156151"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坚持社会主义制度</a:t>
          </a:r>
        </a:p>
      </dsp:txBody>
      <dsp:txXfrm>
        <a:off x="3159779" y="980046"/>
        <a:ext cx="3107817" cy="446724"/>
      </dsp:txXfrm>
    </dsp:sp>
    <dsp:sp modelId="{890F09E1-A5FD-4242-968C-AD8148ADBA80}">
      <dsp:nvSpPr>
        <dsp:cNvPr id="0" name=""/>
        <dsp:cNvSpPr/>
      </dsp:nvSpPr>
      <dsp:spPr>
        <a:xfrm>
          <a:off x="659666" y="346773"/>
          <a:ext cx="4550398" cy="4550398"/>
        </a:xfrm>
        <a:custGeom>
          <a:avLst/>
          <a:gdLst/>
          <a:ahLst/>
          <a:cxnLst/>
          <a:rect l="0" t="0" r="0" b="0"/>
          <a:pathLst>
            <a:path>
              <a:moveTo>
                <a:pt x="4233386" y="1116737"/>
              </a:moveTo>
              <a:arcTo wR="2275199" hR="2275199" stAng="19763490" swAng="2207247"/>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F4F0857E-A2A2-4C44-8D9E-738F53CA34B0}">
      <dsp:nvSpPr>
        <dsp:cNvPr id="0" name=""/>
        <dsp:cNvSpPr/>
      </dsp:nvSpPr>
      <dsp:spPr>
        <a:xfrm>
          <a:off x="3433536" y="2881407"/>
          <a:ext cx="3438968" cy="493689"/>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sym typeface="+mn-ea"/>
            </a:rPr>
            <a:t>中国特色社会主义初级阶段理论</a:t>
          </a:r>
          <a:endParaRPr lang="zh-CN" altLang="en-US" sz="1600" kern="1200" dirty="0">
            <a:latin typeface="华文行楷" panose="02010800040101010101" pitchFamily="2" charset="-122"/>
            <a:ea typeface="华文行楷" panose="02010800040101010101" pitchFamily="2" charset="-122"/>
          </a:endParaRPr>
        </a:p>
      </dsp:txBody>
      <dsp:txXfrm>
        <a:off x="3457636" y="2905507"/>
        <a:ext cx="3390768" cy="445489"/>
      </dsp:txXfrm>
    </dsp:sp>
    <dsp:sp modelId="{947E10C1-872E-48ED-A8EA-CDF548C9E170}">
      <dsp:nvSpPr>
        <dsp:cNvPr id="0" name=""/>
        <dsp:cNvSpPr/>
      </dsp:nvSpPr>
      <dsp:spPr>
        <a:xfrm>
          <a:off x="659666" y="346773"/>
          <a:ext cx="4550398" cy="4550398"/>
        </a:xfrm>
        <a:custGeom>
          <a:avLst/>
          <a:gdLst/>
          <a:ahLst/>
          <a:cxnLst/>
          <a:rect l="0" t="0" r="0" b="0"/>
          <a:pathLst>
            <a:path>
              <a:moveTo>
                <a:pt x="4417811" y="3040537"/>
              </a:moveTo>
              <a:arcTo wR="2275199" hR="2275199" stAng="1179399" swAng="1946069"/>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9B1E3B87-CFEF-48C3-B3ED-22B7722DA4B2}">
      <dsp:nvSpPr>
        <dsp:cNvPr id="0" name=""/>
        <dsp:cNvSpPr/>
      </dsp:nvSpPr>
      <dsp:spPr>
        <a:xfrm>
          <a:off x="3309480" y="4425011"/>
          <a:ext cx="1225114" cy="493689"/>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改革开放</a:t>
          </a:r>
        </a:p>
      </dsp:txBody>
      <dsp:txXfrm>
        <a:off x="3333580" y="4449111"/>
        <a:ext cx="1176914" cy="445489"/>
      </dsp:txXfrm>
    </dsp:sp>
    <dsp:sp modelId="{D354920F-3C18-4773-98FE-F5105B0C4655}">
      <dsp:nvSpPr>
        <dsp:cNvPr id="0" name=""/>
        <dsp:cNvSpPr/>
      </dsp:nvSpPr>
      <dsp:spPr>
        <a:xfrm>
          <a:off x="659666" y="346773"/>
          <a:ext cx="4550398" cy="4550398"/>
        </a:xfrm>
        <a:custGeom>
          <a:avLst/>
          <a:gdLst/>
          <a:ahLst/>
          <a:cxnLst/>
          <a:rect l="0" t="0" r="0" b="0"/>
          <a:pathLst>
            <a:path>
              <a:moveTo>
                <a:pt x="2645623" y="4520041"/>
              </a:moveTo>
              <a:arcTo wR="2275199" hR="2275199" stAng="4837799" swAng="629897"/>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4A533BBB-6BEA-429E-8541-03477BCE8622}">
      <dsp:nvSpPr>
        <dsp:cNvPr id="0" name=""/>
        <dsp:cNvSpPr/>
      </dsp:nvSpPr>
      <dsp:spPr>
        <a:xfrm>
          <a:off x="1009568" y="4424326"/>
          <a:ext cx="1876249"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sym typeface="+mn-ea"/>
            </a:rPr>
            <a:t>人民主体地位</a:t>
          </a:r>
          <a:endParaRPr lang="zh-CN" altLang="en-US" sz="1600" kern="1200" dirty="0">
            <a:latin typeface="华文行楷" panose="02010800040101010101" pitchFamily="2" charset="-122"/>
            <a:ea typeface="华文行楷" panose="02010800040101010101" pitchFamily="2" charset="-122"/>
          </a:endParaRPr>
        </a:p>
      </dsp:txBody>
      <dsp:txXfrm>
        <a:off x="1033735" y="4448493"/>
        <a:ext cx="1827915" cy="446724"/>
      </dsp:txXfrm>
    </dsp:sp>
    <dsp:sp modelId="{80375E59-737B-41DF-B3C9-E8361D136FF9}">
      <dsp:nvSpPr>
        <dsp:cNvPr id="0" name=""/>
        <dsp:cNvSpPr/>
      </dsp:nvSpPr>
      <dsp:spPr>
        <a:xfrm>
          <a:off x="659666" y="346773"/>
          <a:ext cx="4550398" cy="4550398"/>
        </a:xfrm>
        <a:custGeom>
          <a:avLst/>
          <a:gdLst/>
          <a:ahLst/>
          <a:cxnLst/>
          <a:rect l="0" t="0" r="0" b="0"/>
          <a:pathLst>
            <a:path>
              <a:moveTo>
                <a:pt x="876428" y="4069627"/>
              </a:moveTo>
              <a:arcTo wR="2275199" hR="2275199" stAng="7676201" swAng="1943330"/>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8B1F77E4-AC89-403C-A98A-32EB26A45E9E}">
      <dsp:nvSpPr>
        <dsp:cNvPr id="0" name=""/>
        <dsp:cNvSpPr/>
      </dsp:nvSpPr>
      <dsp:spPr>
        <a:xfrm>
          <a:off x="-401457" y="2880722"/>
          <a:ext cx="2236335"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华文行楷" panose="02010800040101010101" pitchFamily="2" charset="-122"/>
              <a:ea typeface="华文行楷" panose="02010800040101010101" pitchFamily="2" charset="-122"/>
              <a:sym typeface="+mn-ea"/>
            </a:rPr>
            <a:t>构建社会主义核心价值观</a:t>
          </a:r>
          <a:endParaRPr lang="zh-CN" altLang="en-US" sz="1400" kern="1200" dirty="0">
            <a:latin typeface="华文行楷" panose="02010800040101010101" pitchFamily="2" charset="-122"/>
            <a:ea typeface="华文行楷" panose="02010800040101010101" pitchFamily="2" charset="-122"/>
          </a:endParaRPr>
        </a:p>
      </dsp:txBody>
      <dsp:txXfrm>
        <a:off x="-377290" y="2904889"/>
        <a:ext cx="2188001" cy="446724"/>
      </dsp:txXfrm>
    </dsp:sp>
    <dsp:sp modelId="{5313C3AD-B319-45AA-8F27-30CD7930C4E5}">
      <dsp:nvSpPr>
        <dsp:cNvPr id="0" name=""/>
        <dsp:cNvSpPr/>
      </dsp:nvSpPr>
      <dsp:spPr>
        <a:xfrm>
          <a:off x="659666" y="346773"/>
          <a:ext cx="4550398" cy="4550398"/>
        </a:xfrm>
        <a:custGeom>
          <a:avLst/>
          <a:gdLst/>
          <a:ahLst/>
          <a:cxnLst/>
          <a:rect l="0" t="0" r="0" b="0"/>
          <a:pathLst>
            <a:path>
              <a:moveTo>
                <a:pt x="13144" y="2519409"/>
              </a:moveTo>
              <a:arcTo wR="2275199" hR="2275199" stAng="10430295" swAng="220622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FAD2C75-55FD-4928-9D26-FC85A188F632}">
      <dsp:nvSpPr>
        <dsp:cNvPr id="0" name=""/>
        <dsp:cNvSpPr/>
      </dsp:nvSpPr>
      <dsp:spPr>
        <a:xfrm>
          <a:off x="-422546" y="955879"/>
          <a:ext cx="3157180"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华文行楷" panose="02010800040101010101" pitchFamily="2" charset="-122"/>
              <a:ea typeface="华文行楷" panose="02010800040101010101" pitchFamily="2" charset="-122"/>
              <a:sym typeface="+mn-ea"/>
            </a:rPr>
            <a:t>科学发展观和创新驱动发展策略</a:t>
          </a:r>
          <a:endParaRPr lang="zh-CN" altLang="en-US" sz="1400" kern="1200" dirty="0">
            <a:latin typeface="华文行楷" panose="02010800040101010101" pitchFamily="2" charset="-122"/>
            <a:ea typeface="华文行楷" panose="02010800040101010101" pitchFamily="2" charset="-122"/>
          </a:endParaRPr>
        </a:p>
      </dsp:txBody>
      <dsp:txXfrm>
        <a:off x="-398379" y="980046"/>
        <a:ext cx="3108846" cy="446724"/>
      </dsp:txXfrm>
    </dsp:sp>
    <dsp:sp modelId="{A53C0CBD-FE35-423A-A8EF-29C407AC4F7C}">
      <dsp:nvSpPr>
        <dsp:cNvPr id="0" name=""/>
        <dsp:cNvSpPr/>
      </dsp:nvSpPr>
      <dsp:spPr>
        <a:xfrm>
          <a:off x="722404" y="528412"/>
          <a:ext cx="4550398" cy="4550398"/>
        </a:xfrm>
        <a:custGeom>
          <a:avLst/>
          <a:gdLst/>
          <a:ahLst/>
          <a:cxnLst/>
          <a:rect l="0" t="0" r="0" b="0"/>
          <a:pathLst>
            <a:path>
              <a:moveTo>
                <a:pt x="954052" y="422875"/>
              </a:moveTo>
              <a:arcTo wR="2275199" hR="2275199" stAng="14070127" swAng="117403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1">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6#1">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8ED91-333C-4B16-88E2-06A015836EDF}" type="datetimeFigureOut">
              <a:rPr lang="zh-CN" altLang="en-US" smtClean="0"/>
              <a:t>2023/11/27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F2311-AA1A-4A94-80BE-73D86F4BDF98}" type="slidenum">
              <a:rPr lang="zh-CN" altLang="en-US" smtClean="0"/>
              <a:t>‹#›</a:t>
            </a:fld>
            <a:endParaRPr lang="zh-CN" altLang="en-US"/>
          </a:p>
        </p:txBody>
      </p:sp>
    </p:spTree>
    <p:extLst>
      <p:ext uri="{BB962C8B-B14F-4D97-AF65-F5344CB8AC3E}">
        <p14:creationId xmlns:p14="http://schemas.microsoft.com/office/powerpoint/2010/main" val="869037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FFD4913B-BCF5-6504-E8FD-97812D183020}"/>
              </a:ext>
            </a:extLst>
          </p:cNvPr>
          <p:cNvSpPr>
            <a:spLocks noGrp="1" noRot="1" noChangeAspect="1" noChangeArrowheads="1" noTextEdit="1"/>
          </p:cNvSpPr>
          <p:nvPr>
            <p:ph type="sldImg" idx="4294967295"/>
          </p:nvPr>
        </p:nvSpPr>
        <p:spPr>
          <a:ln>
            <a:miter lim="800000"/>
          </a:ln>
        </p:spPr>
      </p:sp>
      <p:sp>
        <p:nvSpPr>
          <p:cNvPr id="22531" name="文本占位符 2">
            <a:extLst>
              <a:ext uri="{FF2B5EF4-FFF2-40B4-BE49-F238E27FC236}">
                <a16:creationId xmlns:a16="http://schemas.microsoft.com/office/drawing/2014/main" id="{5C7E83C2-51BE-9B8C-1ED2-7EB0B6BC635F}"/>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0BF06-E151-F1C3-3413-F875A7F985A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E6AA16A-F64B-C88E-CBED-0F6FAC4FA3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0491C54-F1CF-9228-D3C5-B77BD167FC82}"/>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5" name="页脚占位符 4">
            <a:extLst>
              <a:ext uri="{FF2B5EF4-FFF2-40B4-BE49-F238E27FC236}">
                <a16:creationId xmlns:a16="http://schemas.microsoft.com/office/drawing/2014/main" id="{C64E4DEB-BC8F-F768-33DE-434FC4D3D1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93B0A7-7EB1-657C-A339-8E3283AF539E}"/>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pic>
        <p:nvPicPr>
          <p:cNvPr id="7" name="图片 2">
            <a:extLst>
              <a:ext uri="{FF2B5EF4-FFF2-40B4-BE49-F238E27FC236}">
                <a16:creationId xmlns:a16="http://schemas.microsoft.com/office/drawing/2014/main" id="{943D9DDF-C9C2-7DFD-F9BA-53B99F720BA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4808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38F50-5AAE-687A-FE2D-96D470D00F4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C8F0284-ABCB-2077-CFFE-A86A76BE76F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BF1D5C-6149-A88B-0667-F57317A69319}"/>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5" name="页脚占位符 4">
            <a:extLst>
              <a:ext uri="{FF2B5EF4-FFF2-40B4-BE49-F238E27FC236}">
                <a16:creationId xmlns:a16="http://schemas.microsoft.com/office/drawing/2014/main" id="{D3366EFA-721F-C3ED-E410-8DE4AA9935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9A9FE0-1BE9-98B2-E08B-A9834307D1D1}"/>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1814944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ED48C-D70D-945C-69BD-BED1C6DC3FF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BA7304A-A79A-4E31-D0E5-E347BEA850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804B3B-57AC-B0DD-CE09-57532570C001}"/>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5" name="页脚占位符 4">
            <a:extLst>
              <a:ext uri="{FF2B5EF4-FFF2-40B4-BE49-F238E27FC236}">
                <a16:creationId xmlns:a16="http://schemas.microsoft.com/office/drawing/2014/main" id="{DF1153F9-7711-17DF-2D0D-5F25C3D5B3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4E5240-3FBA-8D0A-66EE-94EF82F82A86}"/>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3218212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C0F8C-B871-2357-5F26-DC84C4B6D70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3ABCBF-ADF6-70CF-2C8B-679AB420FEF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E3717A9-6539-33DF-E5C9-C439A76116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AAFAC03-6BA5-3386-AEBF-91AFE03846EA}"/>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6" name="页脚占位符 5">
            <a:extLst>
              <a:ext uri="{FF2B5EF4-FFF2-40B4-BE49-F238E27FC236}">
                <a16:creationId xmlns:a16="http://schemas.microsoft.com/office/drawing/2014/main" id="{BC6133A0-E4CF-5A44-D50C-595941EB91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65C164-E259-A073-F582-2A1172014C53}"/>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1000434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D35DF-D1E5-3D26-290B-E1A41D7E6A8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E6A5092-F92F-61ED-6CA6-448B915E41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37FE886-C1A9-3518-1466-7D6C86377DF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59417F8-8EC5-AC04-C627-5200F71C42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D863CA0-D3D8-A56B-6495-739BC386850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DDB8305-72B5-91B4-3AD5-0C552FD17EA4}"/>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8" name="页脚占位符 7">
            <a:extLst>
              <a:ext uri="{FF2B5EF4-FFF2-40B4-BE49-F238E27FC236}">
                <a16:creationId xmlns:a16="http://schemas.microsoft.com/office/drawing/2014/main" id="{D0592009-2D17-1879-CC87-D27DF282BB2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0EB1B80-C09E-3E0C-93D1-80788754CD48}"/>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265366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3FA2D0-0359-F2E5-836B-26CAA734A36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B8C92AC-284C-280F-AD45-D5E025E1994D}"/>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4" name="页脚占位符 3">
            <a:extLst>
              <a:ext uri="{FF2B5EF4-FFF2-40B4-BE49-F238E27FC236}">
                <a16:creationId xmlns:a16="http://schemas.microsoft.com/office/drawing/2014/main" id="{72092E3F-AB56-B7C7-6357-59AF93459D8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479C5C7-09F8-3728-C4A8-9F74F0C81F40}"/>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4228728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45A39E-835B-BE83-D5AD-45CDBE5700F0}"/>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3" name="页脚占位符 2">
            <a:extLst>
              <a:ext uri="{FF2B5EF4-FFF2-40B4-BE49-F238E27FC236}">
                <a16:creationId xmlns:a16="http://schemas.microsoft.com/office/drawing/2014/main" id="{65E4276F-BC4C-F85B-E751-6680A31361A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F39F4D5-773D-0A5C-BF17-463D83C6846C}"/>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3257809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EFECDF-50F0-0089-D391-A6B012F0E18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E55BD6A-3ED5-281A-8338-463E08ABC6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772C397-A83F-7701-47C9-5A65A3C1A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D1C5AA-8C5C-F55C-8ED1-784CEF0F6C5A}"/>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6" name="页脚占位符 5">
            <a:extLst>
              <a:ext uri="{FF2B5EF4-FFF2-40B4-BE49-F238E27FC236}">
                <a16:creationId xmlns:a16="http://schemas.microsoft.com/office/drawing/2014/main" id="{F74EE33B-7812-DF1B-5CF4-F5A221B0EAB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F8DF3C-B49B-1DE9-E657-86152A5210D1}"/>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4253099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DEB2CB-8011-6394-9A3E-6634EE8A383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3CE43FC-58F9-EDD4-D54A-A3C9927A65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7203ACC-CE60-138F-4ED4-1DC6A4B239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8A1AA4-7491-8438-9B5E-D23CE9DEE15C}"/>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6" name="页脚占位符 5">
            <a:extLst>
              <a:ext uri="{FF2B5EF4-FFF2-40B4-BE49-F238E27FC236}">
                <a16:creationId xmlns:a16="http://schemas.microsoft.com/office/drawing/2014/main" id="{D868BF67-4383-627F-F799-1BB8E2699C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3426D0-6201-A31E-254C-51E62B691AC7}"/>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216164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EEEBFF-8067-11FB-210A-A6D4A0F2E79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C47F7B6-3C3A-A9E4-4EFE-D2DCDEBF815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4D1B0E-E295-65B8-5C9E-44DAD97FB490}"/>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5" name="页脚占位符 4">
            <a:extLst>
              <a:ext uri="{FF2B5EF4-FFF2-40B4-BE49-F238E27FC236}">
                <a16:creationId xmlns:a16="http://schemas.microsoft.com/office/drawing/2014/main" id="{8166B936-FC82-9018-DAF2-44D20CE8AC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D5167F-17D8-3A90-7B70-2DCBECA82743}"/>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187528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2143690-05D3-9748-5A81-FDC8018030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8A3433-0DB4-CDA7-92C1-4271AF6508D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0DCB87-4784-DB1F-A888-6EB871C3C9E5}"/>
              </a:ext>
            </a:extLst>
          </p:cNvPr>
          <p:cNvSpPr>
            <a:spLocks noGrp="1"/>
          </p:cNvSpPr>
          <p:nvPr>
            <p:ph type="dt" sz="half" idx="10"/>
          </p:nvPr>
        </p:nvSpPr>
        <p:spPr/>
        <p:txBody>
          <a:bodyPr/>
          <a:lstStyle/>
          <a:p>
            <a:fld id="{C68B59A0-EEA1-43EC-BB8D-71910140D761}" type="datetimeFigureOut">
              <a:rPr lang="zh-CN" altLang="en-US" smtClean="0"/>
              <a:t>2023/11/27</a:t>
            </a:fld>
            <a:endParaRPr lang="zh-CN" altLang="en-US"/>
          </a:p>
        </p:txBody>
      </p:sp>
      <p:sp>
        <p:nvSpPr>
          <p:cNvPr id="5" name="页脚占位符 4">
            <a:extLst>
              <a:ext uri="{FF2B5EF4-FFF2-40B4-BE49-F238E27FC236}">
                <a16:creationId xmlns:a16="http://schemas.microsoft.com/office/drawing/2014/main" id="{9D655427-5CD7-BF6C-9527-48DCBB4E4A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DA97D0-B050-B7E1-0596-25DFBCBA32C4}"/>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3208335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1ECE1F9-9288-A8DD-B1B9-B217C6F52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5EE60FD-801D-6AF2-6E38-8E457A6D22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C1913E0-0A71-F39E-C328-17EADA8B7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8B59A0-EEA1-43EC-BB8D-71910140D761}" type="datetimeFigureOut">
              <a:rPr lang="zh-CN" altLang="en-US" smtClean="0"/>
              <a:t>2023/11/27</a:t>
            </a:fld>
            <a:endParaRPr lang="zh-CN" altLang="en-US"/>
          </a:p>
        </p:txBody>
      </p:sp>
      <p:sp>
        <p:nvSpPr>
          <p:cNvPr id="5" name="页脚占位符 4">
            <a:extLst>
              <a:ext uri="{FF2B5EF4-FFF2-40B4-BE49-F238E27FC236}">
                <a16:creationId xmlns:a16="http://schemas.microsoft.com/office/drawing/2014/main" id="{31159425-D5C4-AB46-D305-88BE484DB5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4F0A010-4D6C-2A36-8E29-1B66363E29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53B357-DFBC-4D8A-AFC9-DF0CFB2ED55F}" type="slidenum">
              <a:rPr lang="zh-CN" altLang="en-US" smtClean="0"/>
              <a:t>‹#›</a:t>
            </a:fld>
            <a:endParaRPr lang="zh-CN" altLang="en-US"/>
          </a:p>
        </p:txBody>
      </p:sp>
      <p:pic>
        <p:nvPicPr>
          <p:cNvPr id="7" name="图片 2">
            <a:extLst>
              <a:ext uri="{FF2B5EF4-FFF2-40B4-BE49-F238E27FC236}">
                <a16:creationId xmlns:a16="http://schemas.microsoft.com/office/drawing/2014/main" id="{1CD94CBB-915D-42F3-8292-6224A88F426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020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pn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7.png"/><Relationship Id="rId9" Type="http://schemas.microsoft.com/office/2007/relationships/diagramDrawing" Target="../diagrams/drawin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D4A04B-0D3B-AF8C-E967-52AC07DAED62}"/>
              </a:ext>
            </a:extLst>
          </p:cNvPr>
          <p:cNvSpPr>
            <a:spLocks noGrp="1"/>
          </p:cNvSpPr>
          <p:nvPr>
            <p:ph type="ctrTitle"/>
          </p:nvPr>
        </p:nvSpPr>
        <p:spPr>
          <a:xfrm>
            <a:off x="-54652" y="905603"/>
            <a:ext cx="9144000" cy="2622211"/>
          </a:xfrm>
        </p:spPr>
        <p:txBody>
          <a:bodyPr>
            <a:normAutofit/>
          </a:bodyPr>
          <a:lstStyle/>
          <a:p>
            <a:r>
              <a:rPr lang="zh-CN" altLang="en-US" dirty="0">
                <a:latin typeface="华文行楷" panose="02010800040101010101" pitchFamily="2" charset="-122"/>
                <a:ea typeface="华文行楷" panose="02010800040101010101" pitchFamily="2" charset="-122"/>
              </a:rPr>
              <a:t>中国特色社会</a:t>
            </a:r>
            <a:br>
              <a:rPr lang="en-US" altLang="zh-CN" dirty="0">
                <a:latin typeface="华文行楷" panose="02010800040101010101" pitchFamily="2" charset="-122"/>
                <a:ea typeface="华文行楷" panose="02010800040101010101" pitchFamily="2" charset="-122"/>
              </a:rPr>
            </a:br>
            <a:r>
              <a:rPr lang="zh-CN" altLang="en-US" dirty="0">
                <a:latin typeface="华文行楷" panose="02010800040101010101" pitchFamily="2" charset="-122"/>
                <a:ea typeface="华文行楷" panose="02010800040101010101" pitchFamily="2" charset="-122"/>
              </a:rPr>
              <a:t>主义理论体系</a:t>
            </a:r>
          </a:p>
        </p:txBody>
      </p:sp>
      <p:sp>
        <p:nvSpPr>
          <p:cNvPr id="3" name="副标题 2">
            <a:extLst>
              <a:ext uri="{FF2B5EF4-FFF2-40B4-BE49-F238E27FC236}">
                <a16:creationId xmlns:a16="http://schemas.microsoft.com/office/drawing/2014/main" id="{227FCCC6-F353-4EB2-23F3-DA7E0FBFCEC4}"/>
              </a:ext>
            </a:extLst>
          </p:cNvPr>
          <p:cNvSpPr>
            <a:spLocks noGrp="1"/>
          </p:cNvSpPr>
          <p:nvPr>
            <p:ph type="subTitle" idx="1"/>
          </p:nvPr>
        </p:nvSpPr>
        <p:spPr>
          <a:xfrm>
            <a:off x="2364714" y="4765674"/>
            <a:ext cx="4502988" cy="440875"/>
          </a:xfrm>
        </p:spPr>
        <p:txBody>
          <a:bodyPr/>
          <a:lstStyle/>
          <a:p>
            <a:r>
              <a:rPr lang="zh-CN" altLang="en-US" dirty="0">
                <a:latin typeface="华文行楷" panose="02010800040101010101" pitchFamily="2" charset="-122"/>
                <a:ea typeface="华文行楷" panose="02010800040101010101" pitchFamily="2" charset="-122"/>
              </a:rPr>
              <a:t>王博成，王培鸿，刘炳辰</a:t>
            </a:r>
          </a:p>
        </p:txBody>
      </p:sp>
      <p:pic>
        <p:nvPicPr>
          <p:cNvPr id="4" name="图片 1" descr="水墨圆圈">
            <a:extLst>
              <a:ext uri="{FF2B5EF4-FFF2-40B4-BE49-F238E27FC236}">
                <a16:creationId xmlns:a16="http://schemas.microsoft.com/office/drawing/2014/main" id="{F3C6C299-C053-511D-B72B-3B9480EA5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912" r="55519"/>
          <a:stretch>
            <a:fillRect/>
          </a:stretch>
        </p:blipFill>
        <p:spPr bwMode="auto">
          <a:xfrm rot="6240000">
            <a:off x="7736681" y="367507"/>
            <a:ext cx="6226175" cy="612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a:extLst>
              <a:ext uri="{FF2B5EF4-FFF2-40B4-BE49-F238E27FC236}">
                <a16:creationId xmlns:a16="http://schemas.microsoft.com/office/drawing/2014/main" id="{D7B2569E-48F2-E797-E747-1E78300F5EA3}"/>
              </a:ext>
            </a:extLst>
          </p:cNvPr>
          <p:cNvSpPr/>
          <p:nvPr/>
        </p:nvSpPr>
        <p:spPr>
          <a:xfrm>
            <a:off x="8123238" y="658813"/>
            <a:ext cx="5453062" cy="5540375"/>
          </a:xfrm>
          <a:prstGeom prst="ellipse">
            <a:avLst/>
          </a:prstGeom>
          <a:blipFill rotWithShape="1">
            <a:blip r:embed="rId3">
              <a:alphaModFix amt="75000"/>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Tree>
    <p:extLst>
      <p:ext uri="{BB962C8B-B14F-4D97-AF65-F5344CB8AC3E}">
        <p14:creationId xmlns:p14="http://schemas.microsoft.com/office/powerpoint/2010/main" val="173932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2">
            <a:extLst>
              <a:ext uri="{FF2B5EF4-FFF2-40B4-BE49-F238E27FC236}">
                <a16:creationId xmlns:a16="http://schemas.microsoft.com/office/drawing/2014/main" id="{8BA70DCD-5018-96AC-E3D6-5C5D3AE04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230FADD9-C253-B0D8-1139-8AFDE83ED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675" y="1925638"/>
            <a:ext cx="2268538"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1">
            <a:extLst>
              <a:ext uri="{FF2B5EF4-FFF2-40B4-BE49-F238E27FC236}">
                <a16:creationId xmlns:a16="http://schemas.microsoft.com/office/drawing/2014/main" id="{F7DC00CD-501F-CE8F-042E-5897B7A4827F}"/>
              </a:ext>
            </a:extLst>
          </p:cNvPr>
          <p:cNvGrpSpPr>
            <a:grpSpLocks/>
          </p:cNvGrpSpPr>
          <p:nvPr/>
        </p:nvGrpSpPr>
        <p:grpSpPr bwMode="auto">
          <a:xfrm>
            <a:off x="1106488" y="2474913"/>
            <a:ext cx="2174875" cy="2525712"/>
            <a:chOff x="2667" y="4170"/>
            <a:chExt cx="3428" cy="3977"/>
          </a:xfrm>
        </p:grpSpPr>
        <p:sp>
          <p:nvSpPr>
            <p:cNvPr id="7" name="文本框 8">
              <a:extLst>
                <a:ext uri="{FF2B5EF4-FFF2-40B4-BE49-F238E27FC236}">
                  <a16:creationId xmlns:a16="http://schemas.microsoft.com/office/drawing/2014/main" id="{D3C6786D-4BBB-0941-A246-1A1D19D0B420}"/>
                </a:ext>
              </a:extLst>
            </p:cNvPr>
            <p:cNvSpPr txBox="1">
              <a:spLocks noChangeArrowheads="1"/>
            </p:cNvSpPr>
            <p:nvPr/>
          </p:nvSpPr>
          <p:spPr bwMode="auto">
            <a:xfrm>
              <a:off x="4349" y="4170"/>
              <a:ext cx="1746" cy="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6000" dirty="0">
                  <a:latin typeface="华文行楷" panose="02010800040101010101" pitchFamily="2" charset="-122"/>
                  <a:ea typeface="华文行楷" panose="02010800040101010101" pitchFamily="2" charset="-122"/>
                </a:rPr>
                <a:t>目录</a:t>
              </a:r>
            </a:p>
          </p:txBody>
        </p:sp>
        <p:pic>
          <p:nvPicPr>
            <p:cNvPr id="8" name="图片 9" descr="鹤">
              <a:extLst>
                <a:ext uri="{FF2B5EF4-FFF2-40B4-BE49-F238E27FC236}">
                  <a16:creationId xmlns:a16="http://schemas.microsoft.com/office/drawing/2014/main" id="{C17991AD-DB70-A662-168C-FA52EA6D3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5338" b="21613"/>
            <a:stretch>
              <a:fillRect/>
            </a:stretch>
          </p:blipFill>
          <p:spPr bwMode="auto">
            <a:xfrm rot="180000">
              <a:off x="2667" y="6067"/>
              <a:ext cx="3297" cy="2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组合 42">
            <a:extLst>
              <a:ext uri="{FF2B5EF4-FFF2-40B4-BE49-F238E27FC236}">
                <a16:creationId xmlns:a16="http://schemas.microsoft.com/office/drawing/2014/main" id="{93846EF2-2C4D-85E6-48A7-B904794DE7AE}"/>
              </a:ext>
            </a:extLst>
          </p:cNvPr>
          <p:cNvGrpSpPr>
            <a:grpSpLocks/>
          </p:cNvGrpSpPr>
          <p:nvPr/>
        </p:nvGrpSpPr>
        <p:grpSpPr bwMode="auto">
          <a:xfrm>
            <a:off x="5022850" y="1720850"/>
            <a:ext cx="4640262" cy="3530284"/>
            <a:chOff x="5598" y="2342"/>
            <a:chExt cx="7306" cy="5560"/>
          </a:xfrm>
        </p:grpSpPr>
        <p:sp>
          <p:nvSpPr>
            <p:cNvPr id="10" name="文本框 23">
              <a:extLst>
                <a:ext uri="{FF2B5EF4-FFF2-40B4-BE49-F238E27FC236}">
                  <a16:creationId xmlns:a16="http://schemas.microsoft.com/office/drawing/2014/main" id="{8B3E2B34-D43A-3403-74BB-F5DF576947AD}"/>
                </a:ext>
              </a:extLst>
            </p:cNvPr>
            <p:cNvSpPr txBox="1">
              <a:spLocks noChangeArrowheads="1"/>
            </p:cNvSpPr>
            <p:nvPr/>
          </p:nvSpPr>
          <p:spPr bwMode="auto">
            <a:xfrm>
              <a:off x="9795" y="4378"/>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形成背景</a:t>
              </a:r>
            </a:p>
          </p:txBody>
        </p:sp>
        <p:sp>
          <p:nvSpPr>
            <p:cNvPr id="11" name="文本框 24">
              <a:extLst>
                <a:ext uri="{FF2B5EF4-FFF2-40B4-BE49-F238E27FC236}">
                  <a16:creationId xmlns:a16="http://schemas.microsoft.com/office/drawing/2014/main" id="{1BF3C01E-8899-9256-F8D4-2456DB147DC9}"/>
                </a:ext>
              </a:extLst>
            </p:cNvPr>
            <p:cNvSpPr txBox="1">
              <a:spLocks noChangeArrowheads="1"/>
            </p:cNvSpPr>
            <p:nvPr/>
          </p:nvSpPr>
          <p:spPr bwMode="auto">
            <a:xfrm>
              <a:off x="7698" y="4378"/>
              <a:ext cx="969" cy="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主要内容</a:t>
              </a:r>
            </a:p>
          </p:txBody>
        </p:sp>
        <p:sp>
          <p:nvSpPr>
            <p:cNvPr id="12" name="文本框 25">
              <a:extLst>
                <a:ext uri="{FF2B5EF4-FFF2-40B4-BE49-F238E27FC236}">
                  <a16:creationId xmlns:a16="http://schemas.microsoft.com/office/drawing/2014/main" id="{380C170C-4F9C-D6B8-A870-DD837A4F0894}"/>
                </a:ext>
              </a:extLst>
            </p:cNvPr>
            <p:cNvSpPr txBox="1">
              <a:spLocks noChangeArrowheads="1"/>
            </p:cNvSpPr>
            <p:nvPr/>
          </p:nvSpPr>
          <p:spPr bwMode="auto">
            <a:xfrm>
              <a:off x="5693" y="4396"/>
              <a:ext cx="969" cy="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实践应用</a:t>
              </a:r>
            </a:p>
          </p:txBody>
        </p:sp>
        <p:grpSp>
          <p:nvGrpSpPr>
            <p:cNvPr id="13" name="组合 27">
              <a:extLst>
                <a:ext uri="{FF2B5EF4-FFF2-40B4-BE49-F238E27FC236}">
                  <a16:creationId xmlns:a16="http://schemas.microsoft.com/office/drawing/2014/main" id="{0FB23AAA-EFFD-E3CC-908E-0996F2CB1EBF}"/>
                </a:ext>
              </a:extLst>
            </p:cNvPr>
            <p:cNvGrpSpPr>
              <a:grpSpLocks/>
            </p:cNvGrpSpPr>
            <p:nvPr/>
          </p:nvGrpSpPr>
          <p:grpSpPr bwMode="auto">
            <a:xfrm>
              <a:off x="5598" y="2342"/>
              <a:ext cx="7306" cy="1450"/>
              <a:chOff x="5642" y="1978"/>
              <a:chExt cx="7306" cy="1450"/>
            </a:xfrm>
          </p:grpSpPr>
          <p:grpSp>
            <p:nvGrpSpPr>
              <p:cNvPr id="15" name="组合 28">
                <a:extLst>
                  <a:ext uri="{FF2B5EF4-FFF2-40B4-BE49-F238E27FC236}">
                    <a16:creationId xmlns:a16="http://schemas.microsoft.com/office/drawing/2014/main" id="{1B36BBD8-F3A0-1FEA-8073-D25F5D57D967}"/>
                  </a:ext>
                </a:extLst>
              </p:cNvPr>
              <p:cNvGrpSpPr>
                <a:grpSpLocks/>
              </p:cNvGrpSpPr>
              <p:nvPr/>
            </p:nvGrpSpPr>
            <p:grpSpPr bwMode="auto">
              <a:xfrm>
                <a:off x="11697" y="2144"/>
                <a:ext cx="1251" cy="1180"/>
                <a:chOff x="11872" y="2109"/>
                <a:chExt cx="1251" cy="1180"/>
              </a:xfrm>
            </p:grpSpPr>
            <p:pic>
              <p:nvPicPr>
                <p:cNvPr id="25" name="图片 29" descr="水墨圆圈">
                  <a:extLst>
                    <a:ext uri="{FF2B5EF4-FFF2-40B4-BE49-F238E27FC236}">
                      <a16:creationId xmlns:a16="http://schemas.microsoft.com/office/drawing/2014/main" id="{846AE0DD-23FF-0AEC-F3A7-577860034E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1306" t="53165"/>
                <a:stretch>
                  <a:fillRect/>
                </a:stretch>
              </p:blipFill>
              <p:spPr bwMode="auto">
                <a:xfrm rot="-1560000">
                  <a:off x="11872" y="2109"/>
                  <a:ext cx="1251"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30">
                  <a:extLst>
                    <a:ext uri="{FF2B5EF4-FFF2-40B4-BE49-F238E27FC236}">
                      <a16:creationId xmlns:a16="http://schemas.microsoft.com/office/drawing/2014/main" id="{0B961690-F960-1A72-EF5B-34C8472416CA}"/>
                    </a:ext>
                  </a:extLst>
                </p:cNvPr>
                <p:cNvSpPr txBox="1">
                  <a:spLocks noChangeArrowheads="1"/>
                </p:cNvSpPr>
                <p:nvPr/>
              </p:nvSpPr>
              <p:spPr bwMode="auto">
                <a:xfrm>
                  <a:off x="12013" y="2256"/>
                  <a:ext cx="971"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壹</a:t>
                  </a:r>
                </a:p>
              </p:txBody>
            </p:sp>
          </p:grpSp>
          <p:grpSp>
            <p:nvGrpSpPr>
              <p:cNvPr id="16" name="组合 31">
                <a:extLst>
                  <a:ext uri="{FF2B5EF4-FFF2-40B4-BE49-F238E27FC236}">
                    <a16:creationId xmlns:a16="http://schemas.microsoft.com/office/drawing/2014/main" id="{2767D7BD-62DB-9094-5BB7-48B70B4C3A7D}"/>
                  </a:ext>
                </a:extLst>
              </p:cNvPr>
              <p:cNvGrpSpPr>
                <a:grpSpLocks/>
              </p:cNvGrpSpPr>
              <p:nvPr/>
            </p:nvGrpSpPr>
            <p:grpSpPr bwMode="auto">
              <a:xfrm>
                <a:off x="9767" y="2031"/>
                <a:ext cx="1240" cy="1306"/>
                <a:chOff x="9767" y="2030"/>
                <a:chExt cx="1240" cy="1306"/>
              </a:xfrm>
            </p:grpSpPr>
            <p:pic>
              <p:nvPicPr>
                <p:cNvPr id="23" name="图片 32" descr="水墨圆圈">
                  <a:extLst>
                    <a:ext uri="{FF2B5EF4-FFF2-40B4-BE49-F238E27FC236}">
                      <a16:creationId xmlns:a16="http://schemas.microsoft.com/office/drawing/2014/main" id="{A062B4BF-8586-476C-F886-C2B34FCF40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4404" r="52885"/>
                <a:stretch>
                  <a:fillRect/>
                </a:stretch>
              </p:blipFill>
              <p:spPr bwMode="auto">
                <a:xfrm rot="-4380000">
                  <a:off x="9734" y="2063"/>
                  <a:ext cx="1306" cy="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文本框 33">
                  <a:extLst>
                    <a:ext uri="{FF2B5EF4-FFF2-40B4-BE49-F238E27FC236}">
                      <a16:creationId xmlns:a16="http://schemas.microsoft.com/office/drawing/2014/main" id="{2AD3C392-FA85-E806-C6B8-4160D4E6BE09}"/>
                    </a:ext>
                  </a:extLst>
                </p:cNvPr>
                <p:cNvSpPr txBox="1">
                  <a:spLocks noChangeArrowheads="1"/>
                </p:cNvSpPr>
                <p:nvPr/>
              </p:nvSpPr>
              <p:spPr bwMode="auto">
                <a:xfrm>
                  <a:off x="9894" y="2290"/>
                  <a:ext cx="986"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贰</a:t>
                  </a:r>
                </a:p>
              </p:txBody>
            </p:sp>
          </p:grpSp>
          <p:grpSp>
            <p:nvGrpSpPr>
              <p:cNvPr id="17" name="组合 34">
                <a:extLst>
                  <a:ext uri="{FF2B5EF4-FFF2-40B4-BE49-F238E27FC236}">
                    <a16:creationId xmlns:a16="http://schemas.microsoft.com/office/drawing/2014/main" id="{1B1493B1-282E-A892-0B3D-71A012353B62}"/>
                  </a:ext>
                </a:extLst>
              </p:cNvPr>
              <p:cNvGrpSpPr>
                <a:grpSpLocks/>
              </p:cNvGrpSpPr>
              <p:nvPr/>
            </p:nvGrpSpPr>
            <p:grpSpPr bwMode="auto">
              <a:xfrm>
                <a:off x="7547" y="1978"/>
                <a:ext cx="1361" cy="1445"/>
                <a:chOff x="7585" y="2037"/>
                <a:chExt cx="1361" cy="1445"/>
              </a:xfrm>
            </p:grpSpPr>
            <p:pic>
              <p:nvPicPr>
                <p:cNvPr id="21" name="图片 35" descr="水墨圆圈">
                  <a:extLst>
                    <a:ext uri="{FF2B5EF4-FFF2-40B4-BE49-F238E27FC236}">
                      <a16:creationId xmlns:a16="http://schemas.microsoft.com/office/drawing/2014/main" id="{A3188D79-38FC-C404-1FEE-372C02F67A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6567" b="48634"/>
                <a:stretch>
                  <a:fillRect/>
                </a:stretch>
              </p:blipFill>
              <p:spPr bwMode="auto">
                <a:xfrm rot="5400000">
                  <a:off x="7542" y="2078"/>
                  <a:ext cx="1445"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文本框 36">
                  <a:extLst>
                    <a:ext uri="{FF2B5EF4-FFF2-40B4-BE49-F238E27FC236}">
                      <a16:creationId xmlns:a16="http://schemas.microsoft.com/office/drawing/2014/main" id="{7C9ECF4B-3288-FC80-B14D-F98A0B8B2CE2}"/>
                    </a:ext>
                  </a:extLst>
                </p:cNvPr>
                <p:cNvSpPr txBox="1">
                  <a:spLocks noChangeArrowheads="1"/>
                </p:cNvSpPr>
                <p:nvPr/>
              </p:nvSpPr>
              <p:spPr bwMode="auto">
                <a:xfrm>
                  <a:off x="7837" y="2290"/>
                  <a:ext cx="648"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grpSp>
          <p:grpSp>
            <p:nvGrpSpPr>
              <p:cNvPr id="18" name="组合 37">
                <a:extLst>
                  <a:ext uri="{FF2B5EF4-FFF2-40B4-BE49-F238E27FC236}">
                    <a16:creationId xmlns:a16="http://schemas.microsoft.com/office/drawing/2014/main" id="{D3AB6CCD-4063-E9D4-9D76-2BADF24BE706}"/>
                  </a:ext>
                </a:extLst>
              </p:cNvPr>
              <p:cNvGrpSpPr>
                <a:grpSpLocks/>
              </p:cNvGrpSpPr>
              <p:nvPr/>
            </p:nvGrpSpPr>
            <p:grpSpPr bwMode="auto">
              <a:xfrm>
                <a:off x="5642" y="2169"/>
                <a:ext cx="1251" cy="1259"/>
                <a:chOff x="5642" y="2168"/>
                <a:chExt cx="1251" cy="1259"/>
              </a:xfrm>
            </p:grpSpPr>
            <p:pic>
              <p:nvPicPr>
                <p:cNvPr id="19" name="图片 38" descr="水墨圆圈">
                  <a:extLst>
                    <a:ext uri="{FF2B5EF4-FFF2-40B4-BE49-F238E27FC236}">
                      <a16:creationId xmlns:a16="http://schemas.microsoft.com/office/drawing/2014/main" id="{364C9263-4583-0479-A26C-8350145AAA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1883" b="50558"/>
                <a:stretch>
                  <a:fillRect/>
                </a:stretch>
              </p:blipFill>
              <p:spPr bwMode="auto">
                <a:xfrm>
                  <a:off x="5642" y="2168"/>
                  <a:ext cx="1251" cy="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40">
                  <a:extLst>
                    <a:ext uri="{FF2B5EF4-FFF2-40B4-BE49-F238E27FC236}">
                      <a16:creationId xmlns:a16="http://schemas.microsoft.com/office/drawing/2014/main" id="{ACE556C5-55C5-D10E-08A1-408638B86257}"/>
                    </a:ext>
                  </a:extLst>
                </p:cNvPr>
                <p:cNvSpPr txBox="1">
                  <a:spLocks noChangeArrowheads="1"/>
                </p:cNvSpPr>
                <p:nvPr/>
              </p:nvSpPr>
              <p:spPr bwMode="auto">
                <a:xfrm>
                  <a:off x="5769" y="2290"/>
                  <a:ext cx="586"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肆</a:t>
                  </a:r>
                </a:p>
              </p:txBody>
            </p:sp>
          </p:grpSp>
        </p:grpSp>
        <p:sp>
          <p:nvSpPr>
            <p:cNvPr id="14" name="文本框 41">
              <a:extLst>
                <a:ext uri="{FF2B5EF4-FFF2-40B4-BE49-F238E27FC236}">
                  <a16:creationId xmlns:a16="http://schemas.microsoft.com/office/drawing/2014/main" id="{617FA40F-D28F-141E-1B45-252A9EACEE19}"/>
                </a:ext>
              </a:extLst>
            </p:cNvPr>
            <p:cNvSpPr txBox="1">
              <a:spLocks noChangeArrowheads="1"/>
            </p:cNvSpPr>
            <p:nvPr/>
          </p:nvSpPr>
          <p:spPr bwMode="auto">
            <a:xfrm>
              <a:off x="11794" y="4478"/>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基本内涵</a:t>
              </a:r>
            </a:p>
          </p:txBody>
        </p:sp>
      </p:grpSp>
      <p:sp>
        <p:nvSpPr>
          <p:cNvPr id="27" name="椭圆 26">
            <a:extLst>
              <a:ext uri="{FF2B5EF4-FFF2-40B4-BE49-F238E27FC236}">
                <a16:creationId xmlns:a16="http://schemas.microsoft.com/office/drawing/2014/main" id="{B922BAD6-630B-E4DD-6862-EE6EECD378DF}"/>
              </a:ext>
            </a:extLst>
          </p:cNvPr>
          <p:cNvSpPr/>
          <p:nvPr/>
        </p:nvSpPr>
        <p:spPr>
          <a:xfrm>
            <a:off x="9663113" y="3271838"/>
            <a:ext cx="3322637" cy="3255962"/>
          </a:xfrm>
          <a:prstGeom prst="ellipse">
            <a:avLst/>
          </a:prstGeom>
          <a:blipFill rotWithShape="1">
            <a:blip r:embed="rId6">
              <a:alphaModFix amt="38000"/>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Tree>
    <p:extLst>
      <p:ext uri="{BB962C8B-B14F-4D97-AF65-F5344CB8AC3E}">
        <p14:creationId xmlns:p14="http://schemas.microsoft.com/office/powerpoint/2010/main" val="206868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基本内涵</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2138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8">
            <a:extLst>
              <a:ext uri="{FF2B5EF4-FFF2-40B4-BE49-F238E27FC236}">
                <a16:creationId xmlns:a16="http://schemas.microsoft.com/office/drawing/2014/main" id="{3F221396-BA50-BCF3-0822-0212F7120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 y="-173038"/>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组合 6">
            <a:extLst>
              <a:ext uri="{FF2B5EF4-FFF2-40B4-BE49-F238E27FC236}">
                <a16:creationId xmlns:a16="http://schemas.microsoft.com/office/drawing/2014/main" id="{18746F31-6B13-30F0-164C-804EF6F8A1EF}"/>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895351" y="1603375"/>
            <a:ext cx="2808258" cy="358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图示 5">
            <a:extLst>
              <a:ext uri="{FF2B5EF4-FFF2-40B4-BE49-F238E27FC236}">
                <a16:creationId xmlns:a16="http://schemas.microsoft.com/office/drawing/2014/main" id="{FD38EDAD-6F9A-58C4-5864-A47033D17C93}"/>
              </a:ext>
            </a:extLst>
          </p:cNvPr>
          <p:cNvGraphicFramePr/>
          <p:nvPr>
            <p:extLst>
              <p:ext uri="{D42A27DB-BD31-4B8C-83A1-F6EECF244321}">
                <p14:modId xmlns:p14="http://schemas.microsoft.com/office/powerpoint/2010/main" val="3535826920"/>
              </p:ext>
            </p:extLst>
          </p:nvPr>
        </p:nvGraphicFramePr>
        <p:xfrm>
          <a:off x="4706872" y="638355"/>
          <a:ext cx="6449958" cy="51240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53447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历史背景</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7052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8">
            <a:extLst>
              <a:ext uri="{FF2B5EF4-FFF2-40B4-BE49-F238E27FC236}">
                <a16:creationId xmlns:a16="http://schemas.microsoft.com/office/drawing/2014/main" id="{3F221396-BA50-BCF3-0822-0212F7120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 y="-173038"/>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组合 6">
            <a:extLst>
              <a:ext uri="{FF2B5EF4-FFF2-40B4-BE49-F238E27FC236}">
                <a16:creationId xmlns:a16="http://schemas.microsoft.com/office/drawing/2014/main" id="{18746F31-6B13-30F0-164C-804EF6F8A1EF}"/>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895351" y="1603375"/>
            <a:ext cx="2808258" cy="358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图示 5">
            <a:extLst>
              <a:ext uri="{FF2B5EF4-FFF2-40B4-BE49-F238E27FC236}">
                <a16:creationId xmlns:a16="http://schemas.microsoft.com/office/drawing/2014/main" id="{FD38EDAD-6F9A-58C4-5864-A47033D17C93}"/>
              </a:ext>
            </a:extLst>
          </p:cNvPr>
          <p:cNvGraphicFramePr/>
          <p:nvPr/>
        </p:nvGraphicFramePr>
        <p:xfrm>
          <a:off x="4706872" y="638355"/>
          <a:ext cx="6449958" cy="51240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180834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34">
            <a:extLst>
              <a:ext uri="{FF2B5EF4-FFF2-40B4-BE49-F238E27FC236}">
                <a16:creationId xmlns:a16="http://schemas.microsoft.com/office/drawing/2014/main" id="{245FADA0-614F-2F19-C39E-F9166E28E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07" name="组合 220">
            <a:extLst>
              <a:ext uri="{FF2B5EF4-FFF2-40B4-BE49-F238E27FC236}">
                <a16:creationId xmlns:a16="http://schemas.microsoft.com/office/drawing/2014/main" id="{1A0CE0F6-2DF2-54BE-484B-EF787A19034D}"/>
              </a:ext>
            </a:extLst>
          </p:cNvPr>
          <p:cNvGrpSpPr>
            <a:grpSpLocks/>
          </p:cNvGrpSpPr>
          <p:nvPr/>
        </p:nvGrpSpPr>
        <p:grpSpPr bwMode="auto">
          <a:xfrm>
            <a:off x="1822450" y="1504950"/>
            <a:ext cx="4877119" cy="1277489"/>
            <a:chOff x="1628" y="1602"/>
            <a:chExt cx="7680" cy="2015"/>
          </a:xfrm>
        </p:grpSpPr>
        <p:sp>
          <p:nvSpPr>
            <p:cNvPr id="21530" name="文本框 12">
              <a:extLst>
                <a:ext uri="{FF2B5EF4-FFF2-40B4-BE49-F238E27FC236}">
                  <a16:creationId xmlns:a16="http://schemas.microsoft.com/office/drawing/2014/main" id="{5009D7A3-42A4-D6C1-DE3A-C4EAD1BA5C6B}"/>
                </a:ext>
              </a:extLst>
            </p:cNvPr>
            <p:cNvSpPr txBox="1">
              <a:spLocks noChangeArrowheads="1"/>
            </p:cNvSpPr>
            <p:nvPr/>
          </p:nvSpPr>
          <p:spPr bwMode="auto">
            <a:xfrm>
              <a:off x="2906" y="1769"/>
              <a:ext cx="6402"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历史背景</a:t>
              </a:r>
            </a:p>
          </p:txBody>
        </p:sp>
        <p:grpSp>
          <p:nvGrpSpPr>
            <p:cNvPr id="21531" name="组合 1">
              <a:extLst>
                <a:ext uri="{FF2B5EF4-FFF2-40B4-BE49-F238E27FC236}">
                  <a16:creationId xmlns:a16="http://schemas.microsoft.com/office/drawing/2014/main" id="{0A8C6B3A-5851-A0B5-CDD0-D69CA881A890}"/>
                </a:ext>
              </a:extLst>
            </p:cNvPr>
            <p:cNvGrpSpPr>
              <a:grpSpLocks/>
            </p:cNvGrpSpPr>
            <p:nvPr/>
          </p:nvGrpSpPr>
          <p:grpSpPr bwMode="auto">
            <a:xfrm>
              <a:off x="1628" y="1602"/>
              <a:ext cx="1251" cy="2015"/>
              <a:chOff x="5670" y="3058"/>
              <a:chExt cx="1251" cy="2018"/>
            </a:xfrm>
          </p:grpSpPr>
          <p:pic>
            <p:nvPicPr>
              <p:cNvPr id="21532" name="图片 38" descr="水墨圆圈">
                <a:extLst>
                  <a:ext uri="{FF2B5EF4-FFF2-40B4-BE49-F238E27FC236}">
                    <a16:creationId xmlns:a16="http://schemas.microsoft.com/office/drawing/2014/main" id="{64261F96-619F-5BB5-C764-804FE4A11E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1883" b="50558"/>
              <a:stretch>
                <a:fillRect/>
              </a:stretch>
            </p:blipFill>
            <p:spPr bwMode="auto">
              <a:xfrm>
                <a:off x="5670" y="3058"/>
                <a:ext cx="1251" cy="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3" name="文本框 40">
                <a:extLst>
                  <a:ext uri="{FF2B5EF4-FFF2-40B4-BE49-F238E27FC236}">
                    <a16:creationId xmlns:a16="http://schemas.microsoft.com/office/drawing/2014/main" id="{E22E0C96-2ECF-1759-1234-29ED3AB1A28B}"/>
                  </a:ext>
                </a:extLst>
              </p:cNvPr>
              <p:cNvSpPr txBox="1">
                <a:spLocks noChangeArrowheads="1"/>
              </p:cNvSpPr>
              <p:nvPr/>
            </p:nvSpPr>
            <p:spPr bwMode="auto">
              <a:xfrm>
                <a:off x="5797" y="3180"/>
                <a:ext cx="586" cy="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3600" dirty="0">
                    <a:latin typeface="华文行楷" panose="02010800040101010101" pitchFamily="2" charset="-122"/>
                    <a:ea typeface="华文行楷" panose="02010800040101010101" pitchFamily="2" charset="-122"/>
                  </a:rPr>
                  <a:t>贰</a:t>
                </a:r>
              </a:p>
              <a:p>
                <a:pPr eaLnBrk="1" hangingPunct="1">
                  <a:spcBef>
                    <a:spcPct val="0"/>
                  </a:spcBef>
                  <a:buFontTx/>
                  <a:buNone/>
                </a:pPr>
                <a:endParaRPr lang="zh-CN" altLang="en-US" sz="3600" dirty="0">
                  <a:latin typeface="汉仪方隶简" pitchFamily="2" charset="-122"/>
                  <a:ea typeface="汉仪方隶简" pitchFamily="2" charset="-122"/>
                </a:endParaRPr>
              </a:p>
            </p:txBody>
          </p:sp>
        </p:grpSp>
      </p:grpSp>
      <p:grpSp>
        <p:nvGrpSpPr>
          <p:cNvPr id="21508" name="组合 11">
            <a:extLst>
              <a:ext uri="{FF2B5EF4-FFF2-40B4-BE49-F238E27FC236}">
                <a16:creationId xmlns:a16="http://schemas.microsoft.com/office/drawing/2014/main" id="{C25E5A84-6090-8414-0DD0-21524D041DEF}"/>
              </a:ext>
            </a:extLst>
          </p:cNvPr>
          <p:cNvGrpSpPr>
            <a:grpSpLocks/>
          </p:cNvGrpSpPr>
          <p:nvPr/>
        </p:nvGrpSpPr>
        <p:grpSpPr bwMode="auto">
          <a:xfrm>
            <a:off x="1100138" y="3919538"/>
            <a:ext cx="10010775" cy="234950"/>
            <a:chOff x="1125576" y="4322845"/>
            <a:chExt cx="10155356" cy="546315"/>
          </a:xfrm>
        </p:grpSpPr>
        <p:sp>
          <p:nvSpPr>
            <p:cNvPr id="3" name="箭头: V 形 2">
              <a:extLst>
                <a:ext uri="{FF2B5EF4-FFF2-40B4-BE49-F238E27FC236}">
                  <a16:creationId xmlns:a16="http://schemas.microsoft.com/office/drawing/2014/main" id="{E18A717E-6901-41A9-9F38-C63254074723}"/>
                </a:ext>
              </a:extLst>
            </p:cNvPr>
            <p:cNvSpPr/>
            <p:nvPr/>
          </p:nvSpPr>
          <p:spPr>
            <a:xfrm>
              <a:off x="1125576" y="4363448"/>
              <a:ext cx="1872927" cy="505712"/>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sp>
          <p:nvSpPr>
            <p:cNvPr id="39" name="箭头: V 形 38">
              <a:extLst>
                <a:ext uri="{FF2B5EF4-FFF2-40B4-BE49-F238E27FC236}">
                  <a16:creationId xmlns:a16="http://schemas.microsoft.com/office/drawing/2014/main" id="{68E80B07-0F59-4D26-AD7E-C2B1AC8987E7}"/>
                </a:ext>
              </a:extLst>
            </p:cNvPr>
            <p:cNvSpPr/>
            <p:nvPr/>
          </p:nvSpPr>
          <p:spPr>
            <a:xfrm>
              <a:off x="3128948" y="4341300"/>
              <a:ext cx="1871317" cy="505712"/>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sp>
          <p:nvSpPr>
            <p:cNvPr id="40" name="箭头: V 形 39">
              <a:extLst>
                <a:ext uri="{FF2B5EF4-FFF2-40B4-BE49-F238E27FC236}">
                  <a16:creationId xmlns:a16="http://schemas.microsoft.com/office/drawing/2014/main" id="{219D209F-C72C-4E86-8C9D-450985AECA83}"/>
                </a:ext>
              </a:extLst>
            </p:cNvPr>
            <p:cNvSpPr/>
            <p:nvPr/>
          </p:nvSpPr>
          <p:spPr>
            <a:xfrm>
              <a:off x="7338605" y="4322845"/>
              <a:ext cx="1872927" cy="505709"/>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sp>
          <p:nvSpPr>
            <p:cNvPr id="41" name="箭头: V 形 40">
              <a:extLst>
                <a:ext uri="{FF2B5EF4-FFF2-40B4-BE49-F238E27FC236}">
                  <a16:creationId xmlns:a16="http://schemas.microsoft.com/office/drawing/2014/main" id="{7DC52133-6C5A-472E-981E-76E82E5BED25}"/>
                </a:ext>
              </a:extLst>
            </p:cNvPr>
            <p:cNvSpPr/>
            <p:nvPr/>
          </p:nvSpPr>
          <p:spPr>
            <a:xfrm>
              <a:off x="5198347" y="4341300"/>
              <a:ext cx="1872928" cy="505712"/>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tx1"/>
                </a:solidFill>
              </a:endParaRPr>
            </a:p>
          </p:txBody>
        </p:sp>
        <p:sp>
          <p:nvSpPr>
            <p:cNvPr id="42" name="箭头: V 形 41">
              <a:extLst>
                <a:ext uri="{FF2B5EF4-FFF2-40B4-BE49-F238E27FC236}">
                  <a16:creationId xmlns:a16="http://schemas.microsoft.com/office/drawing/2014/main" id="{1C2FBF8E-56DC-465F-A28F-4BF70182C970}"/>
                </a:ext>
              </a:extLst>
            </p:cNvPr>
            <p:cNvSpPr/>
            <p:nvPr/>
          </p:nvSpPr>
          <p:spPr>
            <a:xfrm>
              <a:off x="9408004" y="4322845"/>
              <a:ext cx="1872928" cy="505709"/>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grpSp>
      <p:sp>
        <p:nvSpPr>
          <p:cNvPr id="13" name="矩形 12">
            <a:extLst>
              <a:ext uri="{FF2B5EF4-FFF2-40B4-BE49-F238E27FC236}">
                <a16:creationId xmlns:a16="http://schemas.microsoft.com/office/drawing/2014/main" id="{4BC0EC6B-9CFA-461D-BD81-04BDC7C8FD4F}"/>
              </a:ext>
            </a:extLst>
          </p:cNvPr>
          <p:cNvSpPr/>
          <p:nvPr/>
        </p:nvSpPr>
        <p:spPr>
          <a:xfrm>
            <a:off x="1200150" y="4365625"/>
            <a:ext cx="1655763" cy="1223963"/>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6" name="矩形 85">
            <a:extLst>
              <a:ext uri="{FF2B5EF4-FFF2-40B4-BE49-F238E27FC236}">
                <a16:creationId xmlns:a16="http://schemas.microsoft.com/office/drawing/2014/main" id="{3D268272-A751-4962-8353-53617572151D}"/>
              </a:ext>
            </a:extLst>
          </p:cNvPr>
          <p:cNvSpPr/>
          <p:nvPr/>
        </p:nvSpPr>
        <p:spPr>
          <a:xfrm>
            <a:off x="3168650" y="4371975"/>
            <a:ext cx="1655763" cy="1223963"/>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7" name="矩形 86">
            <a:extLst>
              <a:ext uri="{FF2B5EF4-FFF2-40B4-BE49-F238E27FC236}">
                <a16:creationId xmlns:a16="http://schemas.microsoft.com/office/drawing/2014/main" id="{E16302FB-3E24-467E-A161-84BF11CCE223}"/>
              </a:ext>
            </a:extLst>
          </p:cNvPr>
          <p:cNvSpPr/>
          <p:nvPr/>
        </p:nvSpPr>
        <p:spPr>
          <a:xfrm>
            <a:off x="5240338" y="4357688"/>
            <a:ext cx="1657350" cy="1223962"/>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8" name="矩形 87">
            <a:extLst>
              <a:ext uri="{FF2B5EF4-FFF2-40B4-BE49-F238E27FC236}">
                <a16:creationId xmlns:a16="http://schemas.microsoft.com/office/drawing/2014/main" id="{4293D325-C721-4322-B790-2BD5E44D3FD7}"/>
              </a:ext>
            </a:extLst>
          </p:cNvPr>
          <p:cNvSpPr/>
          <p:nvPr/>
        </p:nvSpPr>
        <p:spPr>
          <a:xfrm>
            <a:off x="7319963" y="4357688"/>
            <a:ext cx="1655762" cy="1223962"/>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9" name="矩形 88">
            <a:extLst>
              <a:ext uri="{FF2B5EF4-FFF2-40B4-BE49-F238E27FC236}">
                <a16:creationId xmlns:a16="http://schemas.microsoft.com/office/drawing/2014/main" id="{B791FB49-C482-4B93-B725-DACA6BB2E99D}"/>
              </a:ext>
            </a:extLst>
          </p:cNvPr>
          <p:cNvSpPr/>
          <p:nvPr/>
        </p:nvSpPr>
        <p:spPr>
          <a:xfrm>
            <a:off x="9359900" y="4376738"/>
            <a:ext cx="1655763" cy="1223962"/>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21514" name="文本框 14">
            <a:extLst>
              <a:ext uri="{FF2B5EF4-FFF2-40B4-BE49-F238E27FC236}">
                <a16:creationId xmlns:a16="http://schemas.microsoft.com/office/drawing/2014/main" id="{C368221B-924D-9F6F-B19A-4EE6683248AC}"/>
              </a:ext>
            </a:extLst>
          </p:cNvPr>
          <p:cNvSpPr txBox="1">
            <a:spLocks noChangeArrowheads="1"/>
          </p:cNvSpPr>
          <p:nvPr/>
        </p:nvSpPr>
        <p:spPr bwMode="auto">
          <a:xfrm>
            <a:off x="1322388" y="4344988"/>
            <a:ext cx="152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600" dirty="0">
                <a:latin typeface="华文行楷" panose="02010800040101010101" pitchFamily="2" charset="-122"/>
                <a:ea typeface="华文行楷" panose="02010800040101010101" pitchFamily="2" charset="-122"/>
              </a:rPr>
              <a:t>社会主义建设初期的实践</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5" name="文本框 90">
            <a:extLst>
              <a:ext uri="{FF2B5EF4-FFF2-40B4-BE49-F238E27FC236}">
                <a16:creationId xmlns:a16="http://schemas.microsoft.com/office/drawing/2014/main" id="{8321B195-97CF-C719-E945-75F9B795D13D}"/>
              </a:ext>
            </a:extLst>
          </p:cNvPr>
          <p:cNvSpPr txBox="1">
            <a:spLocks noChangeArrowheads="1"/>
          </p:cNvSpPr>
          <p:nvPr/>
        </p:nvSpPr>
        <p:spPr bwMode="auto">
          <a:xfrm>
            <a:off x="3294063" y="4371975"/>
            <a:ext cx="152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600" dirty="0">
                <a:latin typeface="华文行楷" panose="02010800040101010101" pitchFamily="2" charset="-122"/>
                <a:ea typeface="华文行楷" panose="02010800040101010101" pitchFamily="2" charset="-122"/>
              </a:rPr>
              <a:t>文化大革命的启示</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6" name="文本框 91">
            <a:extLst>
              <a:ext uri="{FF2B5EF4-FFF2-40B4-BE49-F238E27FC236}">
                <a16:creationId xmlns:a16="http://schemas.microsoft.com/office/drawing/2014/main" id="{4FE29C24-BBA9-E73A-94D7-0C2D08DF0BE1}"/>
              </a:ext>
            </a:extLst>
          </p:cNvPr>
          <p:cNvSpPr txBox="1">
            <a:spLocks noChangeArrowheads="1"/>
          </p:cNvSpPr>
          <p:nvPr/>
        </p:nvSpPr>
        <p:spPr bwMode="auto">
          <a:xfrm>
            <a:off x="9424988" y="4371975"/>
            <a:ext cx="152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1600" dirty="0">
                <a:latin typeface="华文行楷" panose="02010800040101010101" pitchFamily="2" charset="-122"/>
                <a:ea typeface="华文行楷" panose="02010800040101010101" pitchFamily="2" charset="-122"/>
              </a:rPr>
              <a:t>理论创新与实践总结</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7" name="文本框 92">
            <a:extLst>
              <a:ext uri="{FF2B5EF4-FFF2-40B4-BE49-F238E27FC236}">
                <a16:creationId xmlns:a16="http://schemas.microsoft.com/office/drawing/2014/main" id="{B26BF512-3030-F88F-A793-479847AA5CFE}"/>
              </a:ext>
            </a:extLst>
          </p:cNvPr>
          <p:cNvSpPr txBox="1">
            <a:spLocks noChangeArrowheads="1"/>
          </p:cNvSpPr>
          <p:nvPr/>
        </p:nvSpPr>
        <p:spPr bwMode="auto">
          <a:xfrm>
            <a:off x="5332413" y="4357688"/>
            <a:ext cx="152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600" dirty="0">
                <a:latin typeface="华文行楷" panose="02010800040101010101" pitchFamily="2" charset="-122"/>
                <a:ea typeface="华文行楷" panose="02010800040101010101" pitchFamily="2" charset="-122"/>
              </a:rPr>
              <a:t>国际社会主义多样性的认识</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8" name="文本框 93">
            <a:extLst>
              <a:ext uri="{FF2B5EF4-FFF2-40B4-BE49-F238E27FC236}">
                <a16:creationId xmlns:a16="http://schemas.microsoft.com/office/drawing/2014/main" id="{FD20A336-A35F-0E1D-7264-B6C4BC6085B7}"/>
              </a:ext>
            </a:extLst>
          </p:cNvPr>
          <p:cNvSpPr txBox="1">
            <a:spLocks noChangeArrowheads="1"/>
          </p:cNvSpPr>
          <p:nvPr/>
        </p:nvSpPr>
        <p:spPr bwMode="auto">
          <a:xfrm>
            <a:off x="7414418" y="4344988"/>
            <a:ext cx="15224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dirty="0">
                <a:latin typeface="华文行楷" panose="02010800040101010101" pitchFamily="2" charset="-122"/>
                <a:ea typeface="华文行楷" panose="02010800040101010101" pitchFamily="2" charset="-122"/>
              </a:rPr>
              <a:t>改革开放的需要</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9" name="文本框 15">
            <a:extLst>
              <a:ext uri="{FF2B5EF4-FFF2-40B4-BE49-F238E27FC236}">
                <a16:creationId xmlns:a16="http://schemas.microsoft.com/office/drawing/2014/main" id="{EB44079C-0950-F84C-D2AF-D9278B995B77}"/>
              </a:ext>
            </a:extLst>
          </p:cNvPr>
          <p:cNvSpPr txBox="1">
            <a:spLocks noChangeArrowheads="1"/>
          </p:cNvSpPr>
          <p:nvPr/>
        </p:nvSpPr>
        <p:spPr bwMode="auto">
          <a:xfrm>
            <a:off x="1833563" y="3463925"/>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01</a:t>
            </a:r>
            <a:endParaRPr lang="zh-CN" altLang="en-US" sz="1800" b="1">
              <a:solidFill>
                <a:srgbClr val="8B0A42"/>
              </a:solidFill>
            </a:endParaRPr>
          </a:p>
        </p:txBody>
      </p:sp>
      <p:sp>
        <p:nvSpPr>
          <p:cNvPr id="21520" name="文本框 95">
            <a:extLst>
              <a:ext uri="{FF2B5EF4-FFF2-40B4-BE49-F238E27FC236}">
                <a16:creationId xmlns:a16="http://schemas.microsoft.com/office/drawing/2014/main" id="{0FD748BF-6A18-BE05-0BD2-2A3769CEEDDB}"/>
              </a:ext>
            </a:extLst>
          </p:cNvPr>
          <p:cNvSpPr txBox="1">
            <a:spLocks noChangeArrowheads="1"/>
          </p:cNvSpPr>
          <p:nvPr/>
        </p:nvSpPr>
        <p:spPr bwMode="auto">
          <a:xfrm>
            <a:off x="9966325" y="3449638"/>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05</a:t>
            </a:r>
            <a:endParaRPr lang="zh-CN" altLang="en-US" sz="1800" b="1">
              <a:solidFill>
                <a:srgbClr val="8B0A42"/>
              </a:solidFill>
            </a:endParaRPr>
          </a:p>
        </p:txBody>
      </p:sp>
      <p:sp>
        <p:nvSpPr>
          <p:cNvPr id="21521" name="文本框 96">
            <a:extLst>
              <a:ext uri="{FF2B5EF4-FFF2-40B4-BE49-F238E27FC236}">
                <a16:creationId xmlns:a16="http://schemas.microsoft.com/office/drawing/2014/main" id="{FF5B3697-BAE4-33BA-20B2-78863432AAF1}"/>
              </a:ext>
            </a:extLst>
          </p:cNvPr>
          <p:cNvSpPr txBox="1">
            <a:spLocks noChangeArrowheads="1"/>
          </p:cNvSpPr>
          <p:nvPr/>
        </p:nvSpPr>
        <p:spPr bwMode="auto">
          <a:xfrm>
            <a:off x="7975600" y="3435350"/>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04</a:t>
            </a:r>
            <a:endParaRPr lang="zh-CN" altLang="en-US" sz="1800" b="1">
              <a:solidFill>
                <a:srgbClr val="8B0A42"/>
              </a:solidFill>
            </a:endParaRPr>
          </a:p>
        </p:txBody>
      </p:sp>
      <p:sp>
        <p:nvSpPr>
          <p:cNvPr id="21522" name="文本框 97">
            <a:extLst>
              <a:ext uri="{FF2B5EF4-FFF2-40B4-BE49-F238E27FC236}">
                <a16:creationId xmlns:a16="http://schemas.microsoft.com/office/drawing/2014/main" id="{1F8A23B7-2EA6-4DDA-B71A-982F1A522A83}"/>
              </a:ext>
            </a:extLst>
          </p:cNvPr>
          <p:cNvSpPr txBox="1">
            <a:spLocks noChangeArrowheads="1"/>
          </p:cNvSpPr>
          <p:nvPr/>
        </p:nvSpPr>
        <p:spPr bwMode="auto">
          <a:xfrm>
            <a:off x="5878513" y="346075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03</a:t>
            </a:r>
            <a:endParaRPr lang="zh-CN" altLang="en-US" sz="1800" b="1">
              <a:solidFill>
                <a:srgbClr val="8B0A42"/>
              </a:solidFill>
            </a:endParaRPr>
          </a:p>
        </p:txBody>
      </p:sp>
      <p:sp>
        <p:nvSpPr>
          <p:cNvPr id="21523" name="文本框 98">
            <a:extLst>
              <a:ext uri="{FF2B5EF4-FFF2-40B4-BE49-F238E27FC236}">
                <a16:creationId xmlns:a16="http://schemas.microsoft.com/office/drawing/2014/main" id="{83A94351-2D55-2D66-8631-F1A2CAC38B6E}"/>
              </a:ext>
            </a:extLst>
          </p:cNvPr>
          <p:cNvSpPr txBox="1">
            <a:spLocks noChangeArrowheads="1"/>
          </p:cNvSpPr>
          <p:nvPr/>
        </p:nvSpPr>
        <p:spPr bwMode="auto">
          <a:xfrm>
            <a:off x="3775075" y="3468688"/>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02</a:t>
            </a:r>
            <a:endParaRPr lang="zh-CN" altLang="en-US" sz="1800" b="1">
              <a:solidFill>
                <a:srgbClr val="8B0A42"/>
              </a:solidFill>
            </a:endParaRPr>
          </a:p>
        </p:txBody>
      </p:sp>
      <p:pic>
        <p:nvPicPr>
          <p:cNvPr id="21524" name="图片 4">
            <a:extLst>
              <a:ext uri="{FF2B5EF4-FFF2-40B4-BE49-F238E27FC236}">
                <a16:creationId xmlns:a16="http://schemas.microsoft.com/office/drawing/2014/main" id="{F8885E8D-5AAA-2117-C430-9E2183974C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4150" y="153988"/>
            <a:ext cx="2419350"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主要内容</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3955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2">
            <a:extLst>
              <a:ext uri="{FF2B5EF4-FFF2-40B4-BE49-F238E27FC236}">
                <a16:creationId xmlns:a16="http://schemas.microsoft.com/office/drawing/2014/main" id="{C1D67590-832B-4F40-A9DA-F84092B821C9}"/>
              </a:ext>
            </a:extLst>
          </p:cNvPr>
          <p:cNvSpPr txBox="1">
            <a:spLocks noChangeArrowheads="1"/>
          </p:cNvSpPr>
          <p:nvPr/>
        </p:nvSpPr>
        <p:spPr bwMode="auto">
          <a:xfrm>
            <a:off x="2030464" y="782150"/>
            <a:ext cx="4065536" cy="585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主要内容</a:t>
            </a:r>
          </a:p>
        </p:txBody>
      </p:sp>
      <p:pic>
        <p:nvPicPr>
          <p:cNvPr id="7" name="图片 35" descr="水墨圆圈">
            <a:extLst>
              <a:ext uri="{FF2B5EF4-FFF2-40B4-BE49-F238E27FC236}">
                <a16:creationId xmlns:a16="http://schemas.microsoft.com/office/drawing/2014/main" id="{39F6F118-3726-4EC9-8A87-595168B63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567" b="48634"/>
          <a:stretch>
            <a:fillRect/>
          </a:stretch>
        </p:blipFill>
        <p:spPr bwMode="auto">
          <a:xfrm rot="5400000">
            <a:off x="1233547" y="622807"/>
            <a:ext cx="917493"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6">
            <a:extLst>
              <a:ext uri="{FF2B5EF4-FFF2-40B4-BE49-F238E27FC236}">
                <a16:creationId xmlns:a16="http://schemas.microsoft.com/office/drawing/2014/main" id="{9E0F4ADD-BD61-41C7-9CCC-E6D819652A21}"/>
              </a:ext>
            </a:extLst>
          </p:cNvPr>
          <p:cNvSpPr txBox="1">
            <a:spLocks noChangeArrowheads="1"/>
          </p:cNvSpPr>
          <p:nvPr/>
        </p:nvSpPr>
        <p:spPr bwMode="auto">
          <a:xfrm>
            <a:off x="1420776" y="757542"/>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sp>
        <p:nvSpPr>
          <p:cNvPr id="9" name="文本框 8">
            <a:extLst>
              <a:ext uri="{FF2B5EF4-FFF2-40B4-BE49-F238E27FC236}">
                <a16:creationId xmlns:a16="http://schemas.microsoft.com/office/drawing/2014/main" id="{9DA20112-8260-4713-8E71-B863DC451FC6}"/>
              </a:ext>
            </a:extLst>
          </p:cNvPr>
          <p:cNvSpPr txBox="1"/>
          <p:nvPr/>
        </p:nvSpPr>
        <p:spPr>
          <a:xfrm>
            <a:off x="1260087" y="1511272"/>
            <a:ext cx="3750063" cy="461665"/>
          </a:xfrm>
          <a:prstGeom prst="rect">
            <a:avLst/>
          </a:prstGeom>
          <a:noFill/>
        </p:spPr>
        <p:txBody>
          <a:bodyPr wrap="square" rtlCol="0">
            <a:spAutoFit/>
          </a:bodyPr>
          <a:lstStyle/>
          <a:p>
            <a:r>
              <a:rPr lang="zh-CN" altLang="en-US" sz="2400" b="1" dirty="0"/>
              <a:t>邓小平理论</a:t>
            </a:r>
          </a:p>
        </p:txBody>
      </p:sp>
      <p:sp>
        <p:nvSpPr>
          <p:cNvPr id="11" name="文本框 10">
            <a:extLst>
              <a:ext uri="{FF2B5EF4-FFF2-40B4-BE49-F238E27FC236}">
                <a16:creationId xmlns:a16="http://schemas.microsoft.com/office/drawing/2014/main" id="{F1AE0FF6-8E37-4283-8A5A-988D7FF2E1C5}"/>
              </a:ext>
            </a:extLst>
          </p:cNvPr>
          <p:cNvSpPr txBox="1"/>
          <p:nvPr/>
        </p:nvSpPr>
        <p:spPr>
          <a:xfrm>
            <a:off x="1981200" y="1929039"/>
            <a:ext cx="8229600" cy="523220"/>
          </a:xfrm>
          <a:prstGeom prst="rect">
            <a:avLst/>
          </a:prstGeom>
          <a:noFill/>
        </p:spPr>
        <p:txBody>
          <a:bodyPr wrap="square">
            <a:spAutoFit/>
          </a:bodyPr>
          <a:lstStyle/>
          <a:p>
            <a:r>
              <a:rPr lang="zh-CN" altLang="en-US" sz="1400" b="0" i="0" dirty="0">
                <a:solidFill>
                  <a:srgbClr val="333333"/>
                </a:solidFill>
                <a:effectLst/>
                <a:latin typeface="Helvetica Neue"/>
              </a:rPr>
              <a:t>       邓小平理论是一场以</a:t>
            </a:r>
            <a:r>
              <a:rPr lang="zh-CN" altLang="en-US" sz="1400" b="1" i="0" dirty="0">
                <a:solidFill>
                  <a:srgbClr val="333333"/>
                </a:solidFill>
                <a:effectLst/>
                <a:latin typeface="Helvetica Neue"/>
              </a:rPr>
              <a:t>“实事求是”</a:t>
            </a:r>
            <a:r>
              <a:rPr lang="zh-CN" altLang="en-US" sz="1400" b="0" i="0" dirty="0">
                <a:solidFill>
                  <a:srgbClr val="333333"/>
                </a:solidFill>
                <a:effectLst/>
                <a:latin typeface="Helvetica Neue"/>
              </a:rPr>
              <a:t>为精神实质的思想解放运动过程中产生或引用的旨在</a:t>
            </a:r>
            <a:r>
              <a:rPr lang="zh-CN" altLang="en-US" sz="1400" dirty="0">
                <a:solidFill>
                  <a:srgbClr val="333333"/>
                </a:solidFill>
                <a:latin typeface="Helvetica Neue"/>
              </a:rPr>
              <a:t>打破精神桎梏，</a:t>
            </a:r>
            <a:r>
              <a:rPr lang="zh-CN" altLang="en-US" sz="1400" b="0" i="0" dirty="0">
                <a:solidFill>
                  <a:srgbClr val="333333"/>
                </a:solidFill>
                <a:effectLst/>
                <a:latin typeface="Helvetica Neue"/>
              </a:rPr>
              <a:t>促进社会主义经济和社会发展的一系列指导思想的总汇。</a:t>
            </a:r>
            <a:endParaRPr lang="zh-CN" altLang="en-US" sz="1400" dirty="0"/>
          </a:p>
        </p:txBody>
      </p:sp>
      <p:sp>
        <p:nvSpPr>
          <p:cNvPr id="12" name="文本框 11">
            <a:extLst>
              <a:ext uri="{FF2B5EF4-FFF2-40B4-BE49-F238E27FC236}">
                <a16:creationId xmlns:a16="http://schemas.microsoft.com/office/drawing/2014/main" id="{BCD85B26-999A-4371-9633-3DF807FD5862}"/>
              </a:ext>
            </a:extLst>
          </p:cNvPr>
          <p:cNvSpPr txBox="1"/>
          <p:nvPr/>
        </p:nvSpPr>
        <p:spPr>
          <a:xfrm>
            <a:off x="993387" y="2604419"/>
            <a:ext cx="2559438" cy="369332"/>
          </a:xfrm>
          <a:prstGeom prst="rect">
            <a:avLst/>
          </a:prstGeom>
          <a:noFill/>
        </p:spPr>
        <p:txBody>
          <a:bodyPr wrap="square">
            <a:spAutoFit/>
          </a:bodyPr>
          <a:lstStyle/>
          <a:p>
            <a:r>
              <a:rPr lang="zh-CN" altLang="en-US" b="1" dirty="0"/>
              <a:t>政治理论</a:t>
            </a:r>
          </a:p>
        </p:txBody>
      </p:sp>
      <p:sp>
        <p:nvSpPr>
          <p:cNvPr id="13" name="文本框 12">
            <a:extLst>
              <a:ext uri="{FF2B5EF4-FFF2-40B4-BE49-F238E27FC236}">
                <a16:creationId xmlns:a16="http://schemas.microsoft.com/office/drawing/2014/main" id="{3D3BCD43-D4B4-4B5C-97B4-539C70A984CE}"/>
              </a:ext>
            </a:extLst>
          </p:cNvPr>
          <p:cNvSpPr txBox="1"/>
          <p:nvPr/>
        </p:nvSpPr>
        <p:spPr>
          <a:xfrm>
            <a:off x="983862" y="3879744"/>
            <a:ext cx="2559438" cy="369332"/>
          </a:xfrm>
          <a:prstGeom prst="rect">
            <a:avLst/>
          </a:prstGeom>
          <a:noFill/>
        </p:spPr>
        <p:txBody>
          <a:bodyPr wrap="square">
            <a:spAutoFit/>
          </a:bodyPr>
          <a:lstStyle/>
          <a:p>
            <a:r>
              <a:rPr lang="zh-CN" altLang="en-US" b="1" dirty="0"/>
              <a:t>经济理论</a:t>
            </a:r>
          </a:p>
        </p:txBody>
      </p:sp>
      <p:sp>
        <p:nvSpPr>
          <p:cNvPr id="14" name="文本框 13">
            <a:extLst>
              <a:ext uri="{FF2B5EF4-FFF2-40B4-BE49-F238E27FC236}">
                <a16:creationId xmlns:a16="http://schemas.microsoft.com/office/drawing/2014/main" id="{083404F1-B92E-4C1E-8EAD-253C7C77CB79}"/>
              </a:ext>
            </a:extLst>
          </p:cNvPr>
          <p:cNvSpPr txBox="1"/>
          <p:nvPr/>
        </p:nvSpPr>
        <p:spPr>
          <a:xfrm>
            <a:off x="993387" y="4943814"/>
            <a:ext cx="2559438" cy="369332"/>
          </a:xfrm>
          <a:prstGeom prst="rect">
            <a:avLst/>
          </a:prstGeom>
          <a:noFill/>
        </p:spPr>
        <p:txBody>
          <a:bodyPr wrap="square">
            <a:spAutoFit/>
          </a:bodyPr>
          <a:lstStyle/>
          <a:p>
            <a:r>
              <a:rPr lang="zh-CN" altLang="en-US" b="1" dirty="0"/>
              <a:t>军事理论</a:t>
            </a:r>
          </a:p>
        </p:txBody>
      </p:sp>
      <p:sp>
        <p:nvSpPr>
          <p:cNvPr id="16" name="文本框 15">
            <a:extLst>
              <a:ext uri="{FF2B5EF4-FFF2-40B4-BE49-F238E27FC236}">
                <a16:creationId xmlns:a16="http://schemas.microsoft.com/office/drawing/2014/main" id="{31DC2A34-15F5-4AD1-92DD-6F6BF3A71299}"/>
              </a:ext>
            </a:extLst>
          </p:cNvPr>
          <p:cNvSpPr txBox="1"/>
          <p:nvPr/>
        </p:nvSpPr>
        <p:spPr>
          <a:xfrm>
            <a:off x="2273106" y="2604419"/>
            <a:ext cx="6194620" cy="1200329"/>
          </a:xfrm>
          <a:prstGeom prst="rect">
            <a:avLst/>
          </a:prstGeom>
          <a:noFill/>
        </p:spPr>
        <p:txBody>
          <a:bodyPr wrap="square">
            <a:spAutoFit/>
          </a:bodyPr>
          <a:lstStyle/>
          <a:p>
            <a:r>
              <a:rPr lang="zh-CN" altLang="en-US" b="1" dirty="0">
                <a:solidFill>
                  <a:srgbClr val="333333"/>
                </a:solidFill>
                <a:latin typeface="Helvetica Neue"/>
              </a:rPr>
              <a:t>党政分开</a:t>
            </a:r>
            <a:r>
              <a:rPr lang="zh-CN" altLang="en-US" dirty="0">
                <a:solidFill>
                  <a:srgbClr val="333333"/>
                </a:solidFill>
                <a:latin typeface="Helvetica Neue"/>
              </a:rPr>
              <a:t>，党组织要改变包揽一切的领导方法，与政权组织和其他群众组织实行职能分开，各司其职，各负其责，调动全社会、全体人民的积极性，扩大社会主义民主，建设具有中国特色的社会主义。</a:t>
            </a:r>
          </a:p>
        </p:txBody>
      </p:sp>
      <p:sp>
        <p:nvSpPr>
          <p:cNvPr id="18" name="文本框 17">
            <a:extLst>
              <a:ext uri="{FF2B5EF4-FFF2-40B4-BE49-F238E27FC236}">
                <a16:creationId xmlns:a16="http://schemas.microsoft.com/office/drawing/2014/main" id="{8BE81629-F036-4945-81B0-42421C63B515}"/>
              </a:ext>
            </a:extLst>
          </p:cNvPr>
          <p:cNvSpPr txBox="1"/>
          <p:nvPr/>
        </p:nvSpPr>
        <p:spPr>
          <a:xfrm>
            <a:off x="2273106" y="3873041"/>
            <a:ext cx="6194620" cy="923330"/>
          </a:xfrm>
          <a:prstGeom prst="rect">
            <a:avLst/>
          </a:prstGeom>
          <a:noFill/>
        </p:spPr>
        <p:txBody>
          <a:bodyPr wrap="square">
            <a:spAutoFit/>
          </a:bodyPr>
          <a:lstStyle/>
          <a:p>
            <a:r>
              <a:rPr lang="zh-CN" altLang="en-US" dirty="0">
                <a:solidFill>
                  <a:srgbClr val="333333"/>
                </a:solidFill>
                <a:latin typeface="Helvetica Neue"/>
              </a:rPr>
              <a:t>实行</a:t>
            </a:r>
            <a:r>
              <a:rPr lang="zh-CN" altLang="en-US" b="1" dirty="0">
                <a:solidFill>
                  <a:srgbClr val="333333"/>
                </a:solidFill>
                <a:latin typeface="Helvetica Neue"/>
              </a:rPr>
              <a:t>社会主义市场经济</a:t>
            </a:r>
            <a:r>
              <a:rPr lang="zh-CN" altLang="en-US" dirty="0">
                <a:solidFill>
                  <a:srgbClr val="333333"/>
                </a:solidFill>
                <a:latin typeface="Helvetica Neue"/>
              </a:rPr>
              <a:t>，使市场在社会主义国家宏观调控下对资源配置起决定性作用的经济体制；建立现代企业制度，提高企业的效率、经济效益以及科技创新等。</a:t>
            </a:r>
          </a:p>
        </p:txBody>
      </p:sp>
      <p:sp>
        <p:nvSpPr>
          <p:cNvPr id="20" name="文本框 19">
            <a:extLst>
              <a:ext uri="{FF2B5EF4-FFF2-40B4-BE49-F238E27FC236}">
                <a16:creationId xmlns:a16="http://schemas.microsoft.com/office/drawing/2014/main" id="{5E3EE04E-7426-487E-A2C6-8F8742D8C192}"/>
              </a:ext>
            </a:extLst>
          </p:cNvPr>
          <p:cNvSpPr txBox="1"/>
          <p:nvPr/>
        </p:nvSpPr>
        <p:spPr>
          <a:xfrm>
            <a:off x="2273105" y="4943814"/>
            <a:ext cx="6194621" cy="923330"/>
          </a:xfrm>
          <a:prstGeom prst="rect">
            <a:avLst/>
          </a:prstGeom>
          <a:noFill/>
        </p:spPr>
        <p:txBody>
          <a:bodyPr wrap="square">
            <a:spAutoFit/>
          </a:bodyPr>
          <a:lstStyle/>
          <a:p>
            <a:r>
              <a:rPr lang="zh-CN" altLang="en-US" b="0" i="0" dirty="0">
                <a:solidFill>
                  <a:srgbClr val="333333"/>
                </a:solidFill>
                <a:effectLst/>
                <a:latin typeface="Helvetica Neue"/>
              </a:rPr>
              <a:t>新时期军队建设要以</a:t>
            </a:r>
            <a:r>
              <a:rPr lang="zh-CN" altLang="en-US" b="1" i="0" dirty="0">
                <a:solidFill>
                  <a:srgbClr val="333333"/>
                </a:solidFill>
                <a:effectLst/>
                <a:latin typeface="Helvetica Neue"/>
              </a:rPr>
              <a:t>现代化</a:t>
            </a:r>
            <a:r>
              <a:rPr lang="zh-CN" altLang="en-US" b="0" i="0" dirty="0">
                <a:solidFill>
                  <a:srgbClr val="333333"/>
                </a:solidFill>
                <a:effectLst/>
                <a:latin typeface="Helvetica Neue"/>
              </a:rPr>
              <a:t>为中心，注重质量建军，走精兵强国之路，加强和改进军队政治工作，提高后勤保障能力</a:t>
            </a:r>
            <a:r>
              <a:rPr lang="zh-CN" altLang="en-US" dirty="0">
                <a:solidFill>
                  <a:srgbClr val="333333"/>
                </a:solidFill>
                <a:latin typeface="Helvetica Neue"/>
              </a:rPr>
              <a:t>；</a:t>
            </a:r>
            <a:r>
              <a:rPr lang="zh-CN" altLang="en-US" b="0" i="0" dirty="0">
                <a:solidFill>
                  <a:srgbClr val="333333"/>
                </a:solidFill>
                <a:effectLst/>
                <a:latin typeface="Helvetica Neue"/>
              </a:rPr>
              <a:t>建设一支强大的</a:t>
            </a:r>
            <a:r>
              <a:rPr lang="zh-CN" altLang="en-US" b="1" i="0" dirty="0">
                <a:solidFill>
                  <a:srgbClr val="333333"/>
                </a:solidFill>
                <a:effectLst/>
                <a:latin typeface="Helvetica Neue"/>
              </a:rPr>
              <a:t>现代化、正规化</a:t>
            </a:r>
            <a:r>
              <a:rPr lang="zh-CN" altLang="en-US" b="0" i="0" dirty="0">
                <a:solidFill>
                  <a:srgbClr val="333333"/>
                </a:solidFill>
                <a:effectLst/>
                <a:latin typeface="Helvetica Neue"/>
              </a:rPr>
              <a:t>的革命军队。</a:t>
            </a:r>
            <a:endParaRPr lang="zh-CN" altLang="en-US" dirty="0"/>
          </a:p>
        </p:txBody>
      </p:sp>
      <p:pic>
        <p:nvPicPr>
          <p:cNvPr id="4" name="图片 3">
            <a:extLst>
              <a:ext uri="{FF2B5EF4-FFF2-40B4-BE49-F238E27FC236}">
                <a16:creationId xmlns:a16="http://schemas.microsoft.com/office/drawing/2014/main" id="{9F0178B0-A09F-4DD1-9483-C49D28CA4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3474" y="2530258"/>
            <a:ext cx="2792234" cy="2870417"/>
          </a:xfrm>
          <a:prstGeom prst="rect">
            <a:avLst/>
          </a:prstGeom>
        </p:spPr>
      </p:pic>
    </p:spTree>
    <p:extLst>
      <p:ext uri="{BB962C8B-B14F-4D97-AF65-F5344CB8AC3E}">
        <p14:creationId xmlns:p14="http://schemas.microsoft.com/office/powerpoint/2010/main" val="274270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2">
            <a:extLst>
              <a:ext uri="{FF2B5EF4-FFF2-40B4-BE49-F238E27FC236}">
                <a16:creationId xmlns:a16="http://schemas.microsoft.com/office/drawing/2014/main" id="{C1D67590-832B-4F40-A9DA-F84092B821C9}"/>
              </a:ext>
            </a:extLst>
          </p:cNvPr>
          <p:cNvSpPr txBox="1">
            <a:spLocks noChangeArrowheads="1"/>
          </p:cNvSpPr>
          <p:nvPr/>
        </p:nvSpPr>
        <p:spPr bwMode="auto">
          <a:xfrm>
            <a:off x="2030464" y="782150"/>
            <a:ext cx="4065536" cy="585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主要内容</a:t>
            </a:r>
          </a:p>
        </p:txBody>
      </p:sp>
      <p:pic>
        <p:nvPicPr>
          <p:cNvPr id="7" name="图片 35" descr="水墨圆圈">
            <a:extLst>
              <a:ext uri="{FF2B5EF4-FFF2-40B4-BE49-F238E27FC236}">
                <a16:creationId xmlns:a16="http://schemas.microsoft.com/office/drawing/2014/main" id="{39F6F118-3726-4EC9-8A87-595168B63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567" b="48634"/>
          <a:stretch>
            <a:fillRect/>
          </a:stretch>
        </p:blipFill>
        <p:spPr bwMode="auto">
          <a:xfrm rot="5400000">
            <a:off x="1233547" y="622807"/>
            <a:ext cx="917493"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6">
            <a:extLst>
              <a:ext uri="{FF2B5EF4-FFF2-40B4-BE49-F238E27FC236}">
                <a16:creationId xmlns:a16="http://schemas.microsoft.com/office/drawing/2014/main" id="{9E0F4ADD-BD61-41C7-9CCC-E6D819652A21}"/>
              </a:ext>
            </a:extLst>
          </p:cNvPr>
          <p:cNvSpPr txBox="1">
            <a:spLocks noChangeArrowheads="1"/>
          </p:cNvSpPr>
          <p:nvPr/>
        </p:nvSpPr>
        <p:spPr bwMode="auto">
          <a:xfrm>
            <a:off x="1420776" y="757542"/>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sp>
        <p:nvSpPr>
          <p:cNvPr id="9" name="文本框 8">
            <a:extLst>
              <a:ext uri="{FF2B5EF4-FFF2-40B4-BE49-F238E27FC236}">
                <a16:creationId xmlns:a16="http://schemas.microsoft.com/office/drawing/2014/main" id="{9DA20112-8260-4713-8E71-B863DC451FC6}"/>
              </a:ext>
            </a:extLst>
          </p:cNvPr>
          <p:cNvSpPr txBox="1"/>
          <p:nvPr/>
        </p:nvSpPr>
        <p:spPr>
          <a:xfrm>
            <a:off x="1260087" y="1529942"/>
            <a:ext cx="3750063" cy="461665"/>
          </a:xfrm>
          <a:prstGeom prst="rect">
            <a:avLst/>
          </a:prstGeom>
          <a:noFill/>
        </p:spPr>
        <p:txBody>
          <a:bodyPr wrap="square" rtlCol="0">
            <a:spAutoFit/>
          </a:bodyPr>
          <a:lstStyle/>
          <a:p>
            <a:r>
              <a:rPr lang="zh-CN" altLang="en-US" sz="2400" b="1" dirty="0"/>
              <a:t>三个代表重要思想</a:t>
            </a:r>
          </a:p>
        </p:txBody>
      </p:sp>
      <p:sp>
        <p:nvSpPr>
          <p:cNvPr id="11" name="文本框 10">
            <a:extLst>
              <a:ext uri="{FF2B5EF4-FFF2-40B4-BE49-F238E27FC236}">
                <a16:creationId xmlns:a16="http://schemas.microsoft.com/office/drawing/2014/main" id="{86DB54EE-5067-415A-B03C-58050D3ED3C2}"/>
              </a:ext>
            </a:extLst>
          </p:cNvPr>
          <p:cNvSpPr txBox="1"/>
          <p:nvPr/>
        </p:nvSpPr>
        <p:spPr>
          <a:xfrm>
            <a:off x="1088637" y="2471708"/>
            <a:ext cx="6096000" cy="369332"/>
          </a:xfrm>
          <a:prstGeom prst="rect">
            <a:avLst/>
          </a:prstGeom>
          <a:noFill/>
        </p:spPr>
        <p:txBody>
          <a:bodyPr wrap="square">
            <a:spAutoFit/>
          </a:bodyPr>
          <a:lstStyle/>
          <a:p>
            <a:r>
              <a:rPr lang="zh-CN" altLang="en-US" b="1" i="0" dirty="0">
                <a:solidFill>
                  <a:srgbClr val="333333"/>
                </a:solidFill>
                <a:effectLst/>
                <a:latin typeface="Helvetica Neue"/>
              </a:rPr>
              <a:t>发展要求</a:t>
            </a:r>
            <a:endParaRPr lang="zh-CN" altLang="en-US" b="1" dirty="0"/>
          </a:p>
        </p:txBody>
      </p:sp>
      <p:sp>
        <p:nvSpPr>
          <p:cNvPr id="12" name="文本框 11">
            <a:extLst>
              <a:ext uri="{FF2B5EF4-FFF2-40B4-BE49-F238E27FC236}">
                <a16:creationId xmlns:a16="http://schemas.microsoft.com/office/drawing/2014/main" id="{805C9F65-A6DB-421E-823E-B63060CF81FF}"/>
              </a:ext>
            </a:extLst>
          </p:cNvPr>
          <p:cNvSpPr txBox="1"/>
          <p:nvPr/>
        </p:nvSpPr>
        <p:spPr>
          <a:xfrm>
            <a:off x="1088637" y="3568514"/>
            <a:ext cx="6096000" cy="369332"/>
          </a:xfrm>
          <a:prstGeom prst="rect">
            <a:avLst/>
          </a:prstGeom>
          <a:noFill/>
        </p:spPr>
        <p:txBody>
          <a:bodyPr wrap="square">
            <a:spAutoFit/>
          </a:bodyPr>
          <a:lstStyle/>
          <a:p>
            <a:r>
              <a:rPr lang="zh-CN" altLang="en-US" b="1" i="0" dirty="0">
                <a:solidFill>
                  <a:srgbClr val="333333"/>
                </a:solidFill>
                <a:effectLst/>
                <a:latin typeface="Helvetica Neue"/>
              </a:rPr>
              <a:t>前进方向</a:t>
            </a:r>
            <a:endParaRPr lang="zh-CN" altLang="en-US" b="1" dirty="0"/>
          </a:p>
        </p:txBody>
      </p:sp>
      <p:sp>
        <p:nvSpPr>
          <p:cNvPr id="13" name="文本框 12">
            <a:extLst>
              <a:ext uri="{FF2B5EF4-FFF2-40B4-BE49-F238E27FC236}">
                <a16:creationId xmlns:a16="http://schemas.microsoft.com/office/drawing/2014/main" id="{F190C5F5-81D0-4096-AABD-CA4E7F130B77}"/>
              </a:ext>
            </a:extLst>
          </p:cNvPr>
          <p:cNvSpPr txBox="1"/>
          <p:nvPr/>
        </p:nvSpPr>
        <p:spPr>
          <a:xfrm>
            <a:off x="1088637" y="4927932"/>
            <a:ext cx="6096000" cy="369332"/>
          </a:xfrm>
          <a:prstGeom prst="rect">
            <a:avLst/>
          </a:prstGeom>
          <a:noFill/>
        </p:spPr>
        <p:txBody>
          <a:bodyPr wrap="square">
            <a:spAutoFit/>
          </a:bodyPr>
          <a:lstStyle/>
          <a:p>
            <a:r>
              <a:rPr lang="zh-CN" altLang="en-US" b="1" i="0" dirty="0">
                <a:solidFill>
                  <a:srgbClr val="333333"/>
                </a:solidFill>
                <a:effectLst/>
                <a:latin typeface="Helvetica Neue"/>
              </a:rPr>
              <a:t>根本利益</a:t>
            </a:r>
            <a:endParaRPr lang="zh-CN" altLang="en-US" b="1" dirty="0"/>
          </a:p>
        </p:txBody>
      </p:sp>
      <p:sp>
        <p:nvSpPr>
          <p:cNvPr id="15" name="文本框 14">
            <a:extLst>
              <a:ext uri="{FF2B5EF4-FFF2-40B4-BE49-F238E27FC236}">
                <a16:creationId xmlns:a16="http://schemas.microsoft.com/office/drawing/2014/main" id="{942DE70A-98C7-4D95-A4FA-5AF9EE427996}"/>
              </a:ext>
            </a:extLst>
          </p:cNvPr>
          <p:cNvSpPr txBox="1"/>
          <p:nvPr/>
        </p:nvSpPr>
        <p:spPr>
          <a:xfrm>
            <a:off x="1660889" y="2768878"/>
            <a:ext cx="9142639" cy="646331"/>
          </a:xfrm>
          <a:prstGeom prst="rect">
            <a:avLst/>
          </a:prstGeom>
          <a:noFill/>
        </p:spPr>
        <p:txBody>
          <a:bodyPr wrap="square">
            <a:spAutoFit/>
          </a:bodyPr>
          <a:lstStyle/>
          <a:p>
            <a:r>
              <a:rPr lang="zh-CN" altLang="en-US" b="0" i="0" dirty="0">
                <a:solidFill>
                  <a:srgbClr val="333333"/>
                </a:solidFill>
                <a:effectLst/>
                <a:latin typeface="Helvetica Neue"/>
              </a:rPr>
              <a:t>必须</a:t>
            </a:r>
            <a:r>
              <a:rPr lang="zh-CN" altLang="en-US" dirty="0">
                <a:solidFill>
                  <a:srgbClr val="333333"/>
                </a:solidFill>
                <a:latin typeface="Helvetica Neue"/>
              </a:rPr>
              <a:t>努力符合生产力发展的规律，体现不断推动社会生产力的解放和发展的要求，通过发展生产力不断提高人民群众的生活水平。</a:t>
            </a:r>
          </a:p>
        </p:txBody>
      </p:sp>
      <p:sp>
        <p:nvSpPr>
          <p:cNvPr id="17" name="文本框 16">
            <a:extLst>
              <a:ext uri="{FF2B5EF4-FFF2-40B4-BE49-F238E27FC236}">
                <a16:creationId xmlns:a16="http://schemas.microsoft.com/office/drawing/2014/main" id="{BCB13882-43E8-457C-B3B5-D12E8FA28CB2}"/>
              </a:ext>
            </a:extLst>
          </p:cNvPr>
          <p:cNvSpPr txBox="1"/>
          <p:nvPr/>
        </p:nvSpPr>
        <p:spPr>
          <a:xfrm>
            <a:off x="1660891" y="3975550"/>
            <a:ext cx="9142637" cy="923330"/>
          </a:xfrm>
          <a:prstGeom prst="rect">
            <a:avLst/>
          </a:prstGeom>
          <a:noFill/>
        </p:spPr>
        <p:txBody>
          <a:bodyPr wrap="square">
            <a:spAutoFit/>
          </a:bodyPr>
          <a:lstStyle/>
          <a:p>
            <a:r>
              <a:rPr lang="zh-CN" altLang="en-US" b="0" i="0" dirty="0">
                <a:solidFill>
                  <a:srgbClr val="333333"/>
                </a:solidFill>
                <a:effectLst/>
                <a:latin typeface="Helvetica Neue"/>
              </a:rPr>
              <a:t>必须努力体现发展面向现代化、面向世界、面向未来的，民族的科学的大众的社会主义文化的要求，促进全民族</a:t>
            </a:r>
            <a:r>
              <a:rPr lang="zh-CN" altLang="en-US" dirty="0">
                <a:solidFill>
                  <a:srgbClr val="333333"/>
                </a:solidFill>
                <a:latin typeface="Helvetica Neue"/>
              </a:rPr>
              <a:t>思想道德素质和科学文化素质的</a:t>
            </a:r>
            <a:r>
              <a:rPr lang="zh-CN" altLang="en-US" b="0" i="0" dirty="0">
                <a:solidFill>
                  <a:srgbClr val="333333"/>
                </a:solidFill>
                <a:effectLst/>
                <a:latin typeface="Helvetica Neue"/>
              </a:rPr>
              <a:t>不断提高，为我国经济发展和社会进步提供精神动力和智力支持。</a:t>
            </a:r>
            <a:endParaRPr lang="zh-CN" altLang="en-US" dirty="0"/>
          </a:p>
        </p:txBody>
      </p:sp>
      <p:sp>
        <p:nvSpPr>
          <p:cNvPr id="19" name="文本框 18">
            <a:extLst>
              <a:ext uri="{FF2B5EF4-FFF2-40B4-BE49-F238E27FC236}">
                <a16:creationId xmlns:a16="http://schemas.microsoft.com/office/drawing/2014/main" id="{E03AD1EE-81EF-483B-8D1E-CBC2E929D2EC}"/>
              </a:ext>
            </a:extLst>
          </p:cNvPr>
          <p:cNvSpPr txBox="1"/>
          <p:nvPr/>
        </p:nvSpPr>
        <p:spPr>
          <a:xfrm>
            <a:off x="1660890" y="5337205"/>
            <a:ext cx="9142636" cy="646331"/>
          </a:xfrm>
          <a:prstGeom prst="rect">
            <a:avLst/>
          </a:prstGeom>
          <a:noFill/>
        </p:spPr>
        <p:txBody>
          <a:bodyPr wrap="square">
            <a:spAutoFit/>
          </a:bodyPr>
          <a:lstStyle/>
          <a:p>
            <a:r>
              <a:rPr lang="zh-CN" altLang="en-US" b="0" i="0" dirty="0">
                <a:solidFill>
                  <a:srgbClr val="333333"/>
                </a:solidFill>
                <a:effectLst/>
                <a:latin typeface="Helvetica Neue"/>
              </a:rPr>
              <a:t>必须坚持把人民的根本利益作为出发点和归宿</a:t>
            </a:r>
            <a:r>
              <a:rPr lang="zh-CN" altLang="en-US" dirty="0">
                <a:solidFill>
                  <a:srgbClr val="333333"/>
                </a:solidFill>
                <a:latin typeface="Helvetica Neue"/>
              </a:rPr>
              <a:t>，充分发挥人民群众的积极性主动性创造性，在社会不断发展进步的基础上，使人民群众不断获得切实的经济、政治、文化</a:t>
            </a:r>
            <a:r>
              <a:rPr lang="zh-CN" altLang="en-US" b="0" i="0" dirty="0">
                <a:solidFill>
                  <a:srgbClr val="333333"/>
                </a:solidFill>
                <a:effectLst/>
                <a:latin typeface="Helvetica Neue"/>
              </a:rPr>
              <a:t>利益。</a:t>
            </a:r>
            <a:endParaRPr lang="zh-CN" altLang="en-US" dirty="0"/>
          </a:p>
        </p:txBody>
      </p:sp>
      <p:sp>
        <p:nvSpPr>
          <p:cNvPr id="14" name="文本框 13">
            <a:extLst>
              <a:ext uri="{FF2B5EF4-FFF2-40B4-BE49-F238E27FC236}">
                <a16:creationId xmlns:a16="http://schemas.microsoft.com/office/drawing/2014/main" id="{CC42C0E0-18EF-40C1-9685-00A602F7EEEF}"/>
              </a:ext>
            </a:extLst>
          </p:cNvPr>
          <p:cNvSpPr txBox="1"/>
          <p:nvPr/>
        </p:nvSpPr>
        <p:spPr>
          <a:xfrm>
            <a:off x="1971675" y="1930638"/>
            <a:ext cx="8248650" cy="523220"/>
          </a:xfrm>
          <a:prstGeom prst="rect">
            <a:avLst/>
          </a:prstGeom>
          <a:noFill/>
        </p:spPr>
        <p:txBody>
          <a:bodyPr wrap="square">
            <a:spAutoFit/>
          </a:bodyPr>
          <a:lstStyle/>
          <a:p>
            <a:r>
              <a:rPr lang="zh-CN" altLang="en-US" sz="1400" b="0" i="0" dirty="0">
                <a:solidFill>
                  <a:srgbClr val="333333"/>
                </a:solidFill>
                <a:effectLst/>
                <a:latin typeface="Helvetica Neue"/>
              </a:rPr>
              <a:t>        具体内容为</a:t>
            </a:r>
            <a:r>
              <a:rPr lang="zh-CN" altLang="en-US" sz="1400" b="1" i="0" dirty="0">
                <a:solidFill>
                  <a:srgbClr val="333333"/>
                </a:solidFill>
                <a:effectLst/>
                <a:latin typeface="Helvetica Neue"/>
              </a:rPr>
              <a:t>中国共产党</a:t>
            </a:r>
            <a:r>
              <a:rPr lang="zh-CN" altLang="en-US" sz="1400" b="0" i="0" dirty="0">
                <a:solidFill>
                  <a:srgbClr val="333333"/>
                </a:solidFill>
                <a:effectLst/>
                <a:latin typeface="Helvetica Neue"/>
              </a:rPr>
              <a:t>始终代表</a:t>
            </a:r>
            <a:r>
              <a:rPr lang="zh-CN" altLang="en-US" sz="1400" i="0" dirty="0">
                <a:solidFill>
                  <a:srgbClr val="333333"/>
                </a:solidFill>
                <a:effectLst/>
                <a:latin typeface="Helvetica Neue"/>
              </a:rPr>
              <a:t>中国</a:t>
            </a:r>
            <a:r>
              <a:rPr lang="zh-CN" altLang="en-US" sz="1400" b="1" i="0" dirty="0">
                <a:solidFill>
                  <a:srgbClr val="333333"/>
                </a:solidFill>
                <a:effectLst/>
                <a:latin typeface="Helvetica Neue"/>
              </a:rPr>
              <a:t>先进生产力的发展要求</a:t>
            </a:r>
            <a:r>
              <a:rPr lang="zh-CN" altLang="en-US" sz="1400" b="0" i="0" dirty="0">
                <a:solidFill>
                  <a:srgbClr val="333333"/>
                </a:solidFill>
                <a:effectLst/>
                <a:latin typeface="Helvetica Neue"/>
              </a:rPr>
              <a:t>、始终代表</a:t>
            </a:r>
            <a:r>
              <a:rPr lang="zh-CN" altLang="en-US" sz="1400" i="0" dirty="0">
                <a:solidFill>
                  <a:srgbClr val="333333"/>
                </a:solidFill>
                <a:effectLst/>
                <a:latin typeface="Helvetica Neue"/>
              </a:rPr>
              <a:t>中国</a:t>
            </a:r>
            <a:r>
              <a:rPr lang="zh-CN" altLang="en-US" sz="1400" b="1" i="0" dirty="0">
                <a:solidFill>
                  <a:srgbClr val="333333"/>
                </a:solidFill>
                <a:effectLst/>
                <a:latin typeface="Helvetica Neue"/>
              </a:rPr>
              <a:t>先进文化的前进方向</a:t>
            </a:r>
            <a:r>
              <a:rPr lang="zh-CN" altLang="en-US" sz="1400" b="0" i="0" dirty="0">
                <a:solidFill>
                  <a:srgbClr val="333333"/>
                </a:solidFill>
                <a:effectLst/>
                <a:latin typeface="Helvetica Neue"/>
              </a:rPr>
              <a:t>、始终代表中国</a:t>
            </a:r>
            <a:r>
              <a:rPr lang="zh-CN" altLang="en-US" sz="1400" b="1" i="0" dirty="0">
                <a:solidFill>
                  <a:srgbClr val="333333"/>
                </a:solidFill>
                <a:effectLst/>
                <a:latin typeface="Helvetica Neue"/>
              </a:rPr>
              <a:t>最广大人民的根本利益</a:t>
            </a:r>
            <a:r>
              <a:rPr lang="zh-CN" altLang="en-US" sz="1400" b="0" i="0" dirty="0">
                <a:solidFill>
                  <a:srgbClr val="333333"/>
                </a:solidFill>
                <a:effectLst/>
                <a:latin typeface="Helvetica Neue"/>
              </a:rPr>
              <a:t>，“三个代表”重要思想是我们党的立党之本、执政之基、力量之源。</a:t>
            </a:r>
            <a:endParaRPr lang="zh-CN" altLang="en-US" sz="1400" dirty="0"/>
          </a:p>
        </p:txBody>
      </p:sp>
    </p:spTree>
    <p:extLst>
      <p:ext uri="{BB962C8B-B14F-4D97-AF65-F5344CB8AC3E}">
        <p14:creationId xmlns:p14="http://schemas.microsoft.com/office/powerpoint/2010/main" val="931502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2">
            <a:extLst>
              <a:ext uri="{FF2B5EF4-FFF2-40B4-BE49-F238E27FC236}">
                <a16:creationId xmlns:a16="http://schemas.microsoft.com/office/drawing/2014/main" id="{C1D67590-832B-4F40-A9DA-F84092B821C9}"/>
              </a:ext>
            </a:extLst>
          </p:cNvPr>
          <p:cNvSpPr txBox="1">
            <a:spLocks noChangeArrowheads="1"/>
          </p:cNvSpPr>
          <p:nvPr/>
        </p:nvSpPr>
        <p:spPr bwMode="auto">
          <a:xfrm>
            <a:off x="2030464" y="782150"/>
            <a:ext cx="4065536" cy="585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主要内容</a:t>
            </a:r>
          </a:p>
        </p:txBody>
      </p:sp>
      <p:pic>
        <p:nvPicPr>
          <p:cNvPr id="7" name="图片 35" descr="水墨圆圈">
            <a:extLst>
              <a:ext uri="{FF2B5EF4-FFF2-40B4-BE49-F238E27FC236}">
                <a16:creationId xmlns:a16="http://schemas.microsoft.com/office/drawing/2014/main" id="{39F6F118-3726-4EC9-8A87-595168B63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567" b="48634"/>
          <a:stretch>
            <a:fillRect/>
          </a:stretch>
        </p:blipFill>
        <p:spPr bwMode="auto">
          <a:xfrm rot="5400000">
            <a:off x="1233547" y="622807"/>
            <a:ext cx="917493"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6">
            <a:extLst>
              <a:ext uri="{FF2B5EF4-FFF2-40B4-BE49-F238E27FC236}">
                <a16:creationId xmlns:a16="http://schemas.microsoft.com/office/drawing/2014/main" id="{9E0F4ADD-BD61-41C7-9CCC-E6D819652A21}"/>
              </a:ext>
            </a:extLst>
          </p:cNvPr>
          <p:cNvSpPr txBox="1">
            <a:spLocks noChangeArrowheads="1"/>
          </p:cNvSpPr>
          <p:nvPr/>
        </p:nvSpPr>
        <p:spPr bwMode="auto">
          <a:xfrm>
            <a:off x="1420776" y="757542"/>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sp>
        <p:nvSpPr>
          <p:cNvPr id="9" name="文本框 8">
            <a:extLst>
              <a:ext uri="{FF2B5EF4-FFF2-40B4-BE49-F238E27FC236}">
                <a16:creationId xmlns:a16="http://schemas.microsoft.com/office/drawing/2014/main" id="{9DA20112-8260-4713-8E71-B863DC451FC6}"/>
              </a:ext>
            </a:extLst>
          </p:cNvPr>
          <p:cNvSpPr txBox="1"/>
          <p:nvPr/>
        </p:nvSpPr>
        <p:spPr>
          <a:xfrm>
            <a:off x="1260087" y="1570285"/>
            <a:ext cx="3750063" cy="461665"/>
          </a:xfrm>
          <a:prstGeom prst="rect">
            <a:avLst/>
          </a:prstGeom>
          <a:noFill/>
        </p:spPr>
        <p:txBody>
          <a:bodyPr wrap="square" rtlCol="0">
            <a:spAutoFit/>
          </a:bodyPr>
          <a:lstStyle/>
          <a:p>
            <a:r>
              <a:rPr lang="zh-CN" altLang="en-US" sz="2400" b="1" dirty="0"/>
              <a:t>科学发展观</a:t>
            </a:r>
          </a:p>
        </p:txBody>
      </p:sp>
      <p:sp>
        <p:nvSpPr>
          <p:cNvPr id="10" name="文本框 9">
            <a:extLst>
              <a:ext uri="{FF2B5EF4-FFF2-40B4-BE49-F238E27FC236}">
                <a16:creationId xmlns:a16="http://schemas.microsoft.com/office/drawing/2014/main" id="{70E7505A-EF95-45BB-BA91-50C42F731593}"/>
              </a:ext>
            </a:extLst>
          </p:cNvPr>
          <p:cNvSpPr txBox="1"/>
          <p:nvPr/>
        </p:nvSpPr>
        <p:spPr>
          <a:xfrm>
            <a:off x="3304682" y="1963060"/>
            <a:ext cx="5582636" cy="307777"/>
          </a:xfrm>
          <a:prstGeom prst="rect">
            <a:avLst/>
          </a:prstGeom>
          <a:noFill/>
        </p:spPr>
        <p:txBody>
          <a:bodyPr wrap="square">
            <a:spAutoFit/>
          </a:bodyPr>
          <a:lstStyle/>
          <a:p>
            <a:r>
              <a:rPr lang="zh-CN" altLang="en-US" sz="1400" b="0" i="0" dirty="0">
                <a:solidFill>
                  <a:srgbClr val="333333"/>
                </a:solidFill>
                <a:effectLst/>
                <a:latin typeface="Helvetica Neue"/>
              </a:rPr>
              <a:t>科学发展观是坚持以人为本，全面、协调、可持续的发展观。</a:t>
            </a:r>
            <a:endParaRPr lang="zh-CN" altLang="en-US" sz="1400" dirty="0"/>
          </a:p>
        </p:txBody>
      </p:sp>
      <p:sp>
        <p:nvSpPr>
          <p:cNvPr id="11" name="文本框 10">
            <a:extLst>
              <a:ext uri="{FF2B5EF4-FFF2-40B4-BE49-F238E27FC236}">
                <a16:creationId xmlns:a16="http://schemas.microsoft.com/office/drawing/2014/main" id="{E26FA556-2BED-4F5F-A5A3-9422008F4077}"/>
              </a:ext>
            </a:extLst>
          </p:cNvPr>
          <p:cNvSpPr txBox="1"/>
          <p:nvPr/>
        </p:nvSpPr>
        <p:spPr>
          <a:xfrm>
            <a:off x="2152650" y="2440550"/>
            <a:ext cx="6734668" cy="646331"/>
          </a:xfrm>
          <a:prstGeom prst="rect">
            <a:avLst/>
          </a:prstGeom>
          <a:noFill/>
        </p:spPr>
        <p:txBody>
          <a:bodyPr wrap="square">
            <a:spAutoFit/>
          </a:bodyPr>
          <a:lstStyle/>
          <a:p>
            <a:r>
              <a:rPr lang="zh-CN" altLang="en-US" b="0" i="0" dirty="0">
                <a:solidFill>
                  <a:srgbClr val="333333"/>
                </a:solidFill>
                <a:effectLst/>
                <a:latin typeface="PingFang SC"/>
              </a:rPr>
              <a:t>坚持全心全意</a:t>
            </a:r>
            <a:r>
              <a:rPr lang="zh-CN" altLang="en-US" b="1" i="0" dirty="0">
                <a:solidFill>
                  <a:srgbClr val="333333"/>
                </a:solidFill>
                <a:effectLst/>
                <a:latin typeface="PingFang SC"/>
              </a:rPr>
              <a:t>为人民服务</a:t>
            </a:r>
            <a:r>
              <a:rPr lang="zh-CN" altLang="en-US" b="0" i="0" dirty="0">
                <a:solidFill>
                  <a:srgbClr val="333333"/>
                </a:solidFill>
                <a:effectLst/>
                <a:latin typeface="PingFang SC"/>
              </a:rPr>
              <a:t>，立党为公、执政为民；把最广大人民的根本利益作为党和国家工作的根本出发点和落脚点</a:t>
            </a:r>
            <a:r>
              <a:rPr lang="en-US" altLang="zh-CN" b="0" i="0" dirty="0">
                <a:solidFill>
                  <a:srgbClr val="333333"/>
                </a:solidFill>
                <a:effectLst/>
                <a:latin typeface="PingFang SC"/>
              </a:rPr>
              <a:t>;</a:t>
            </a:r>
            <a:endParaRPr lang="zh-CN" altLang="en-US" dirty="0"/>
          </a:p>
        </p:txBody>
      </p:sp>
      <p:sp>
        <p:nvSpPr>
          <p:cNvPr id="12" name="文本框 11">
            <a:extLst>
              <a:ext uri="{FF2B5EF4-FFF2-40B4-BE49-F238E27FC236}">
                <a16:creationId xmlns:a16="http://schemas.microsoft.com/office/drawing/2014/main" id="{29A47730-BEC3-4F5B-8D9D-7E87202EFAF6}"/>
              </a:ext>
            </a:extLst>
          </p:cNvPr>
          <p:cNvSpPr txBox="1"/>
          <p:nvPr/>
        </p:nvSpPr>
        <p:spPr>
          <a:xfrm>
            <a:off x="903119" y="2434694"/>
            <a:ext cx="1632718" cy="369332"/>
          </a:xfrm>
          <a:prstGeom prst="rect">
            <a:avLst/>
          </a:prstGeom>
          <a:noFill/>
        </p:spPr>
        <p:txBody>
          <a:bodyPr wrap="square">
            <a:spAutoFit/>
          </a:bodyPr>
          <a:lstStyle/>
          <a:p>
            <a:r>
              <a:rPr lang="zh-CN" altLang="en-US" b="1" i="0" dirty="0">
                <a:solidFill>
                  <a:srgbClr val="333333"/>
                </a:solidFill>
                <a:effectLst/>
                <a:latin typeface="Helvetica Neue"/>
              </a:rPr>
              <a:t>以人为本</a:t>
            </a:r>
            <a:endParaRPr lang="zh-CN" altLang="en-US" b="1" dirty="0"/>
          </a:p>
        </p:txBody>
      </p:sp>
      <p:sp>
        <p:nvSpPr>
          <p:cNvPr id="13" name="文本框 12">
            <a:extLst>
              <a:ext uri="{FF2B5EF4-FFF2-40B4-BE49-F238E27FC236}">
                <a16:creationId xmlns:a16="http://schemas.microsoft.com/office/drawing/2014/main" id="{AFEC02C4-B278-4E8F-9AD3-1AD076B85662}"/>
              </a:ext>
            </a:extLst>
          </p:cNvPr>
          <p:cNvSpPr txBox="1"/>
          <p:nvPr/>
        </p:nvSpPr>
        <p:spPr>
          <a:xfrm>
            <a:off x="2152648" y="3257977"/>
            <a:ext cx="6886577" cy="923330"/>
          </a:xfrm>
          <a:prstGeom prst="rect">
            <a:avLst/>
          </a:prstGeom>
          <a:noFill/>
        </p:spPr>
        <p:txBody>
          <a:bodyPr wrap="square">
            <a:spAutoFit/>
          </a:bodyPr>
          <a:lstStyle/>
          <a:p>
            <a:r>
              <a:rPr lang="zh-CN" altLang="en-US" b="0" i="0" dirty="0">
                <a:solidFill>
                  <a:srgbClr val="333333"/>
                </a:solidFill>
                <a:effectLst/>
                <a:latin typeface="Helvetica Neue"/>
              </a:rPr>
              <a:t>在不断完善社会主义市场经济体制，保持经济持续快速协调健康发展的同时，加快政治文明、精神文明的建设，形成</a:t>
            </a:r>
            <a:r>
              <a:rPr lang="zh-CN" altLang="en-US" b="1" i="0" dirty="0">
                <a:solidFill>
                  <a:srgbClr val="333333"/>
                </a:solidFill>
                <a:effectLst/>
                <a:latin typeface="Helvetica Neue"/>
              </a:rPr>
              <a:t>物质文明、政治文明、精神文明</a:t>
            </a:r>
            <a:r>
              <a:rPr lang="zh-CN" altLang="en-US" b="0" i="0" dirty="0">
                <a:solidFill>
                  <a:srgbClr val="333333"/>
                </a:solidFill>
                <a:effectLst/>
                <a:latin typeface="Helvetica Neue"/>
              </a:rPr>
              <a:t>相互促进、共同发展的格局；</a:t>
            </a:r>
            <a:endParaRPr lang="zh-CN" altLang="en-US" dirty="0"/>
          </a:p>
        </p:txBody>
      </p:sp>
      <p:sp>
        <p:nvSpPr>
          <p:cNvPr id="15" name="文本框 14">
            <a:extLst>
              <a:ext uri="{FF2B5EF4-FFF2-40B4-BE49-F238E27FC236}">
                <a16:creationId xmlns:a16="http://schemas.microsoft.com/office/drawing/2014/main" id="{043F8418-08A1-461E-9DBD-B8E5961AF54E}"/>
              </a:ext>
            </a:extLst>
          </p:cNvPr>
          <p:cNvSpPr txBox="1"/>
          <p:nvPr/>
        </p:nvSpPr>
        <p:spPr>
          <a:xfrm>
            <a:off x="899962" y="3257977"/>
            <a:ext cx="1337443" cy="369332"/>
          </a:xfrm>
          <a:prstGeom prst="rect">
            <a:avLst/>
          </a:prstGeom>
          <a:noFill/>
        </p:spPr>
        <p:txBody>
          <a:bodyPr wrap="square">
            <a:spAutoFit/>
          </a:bodyPr>
          <a:lstStyle/>
          <a:p>
            <a:r>
              <a:rPr lang="zh-CN" altLang="en-US" b="1" i="0" dirty="0">
                <a:solidFill>
                  <a:srgbClr val="333333"/>
                </a:solidFill>
                <a:effectLst/>
                <a:latin typeface="Helvetica Neue"/>
              </a:rPr>
              <a:t>全面</a:t>
            </a:r>
            <a:endParaRPr lang="zh-CN" altLang="en-US" b="1" dirty="0"/>
          </a:p>
        </p:txBody>
      </p:sp>
      <p:sp>
        <p:nvSpPr>
          <p:cNvPr id="17" name="文本框 16">
            <a:extLst>
              <a:ext uri="{FF2B5EF4-FFF2-40B4-BE49-F238E27FC236}">
                <a16:creationId xmlns:a16="http://schemas.microsoft.com/office/drawing/2014/main" id="{DC7891D3-509E-44E6-B27E-411FF13B87BC}"/>
              </a:ext>
            </a:extLst>
          </p:cNvPr>
          <p:cNvSpPr txBox="1"/>
          <p:nvPr/>
        </p:nvSpPr>
        <p:spPr>
          <a:xfrm>
            <a:off x="2110603" y="5151687"/>
            <a:ext cx="6928621" cy="923330"/>
          </a:xfrm>
          <a:prstGeom prst="rect">
            <a:avLst/>
          </a:prstGeom>
          <a:noFill/>
        </p:spPr>
        <p:txBody>
          <a:bodyPr wrap="square">
            <a:spAutoFit/>
          </a:bodyPr>
          <a:lstStyle/>
          <a:p>
            <a:r>
              <a:rPr lang="zh-CN" altLang="en-US" b="0" i="0" dirty="0">
                <a:solidFill>
                  <a:srgbClr val="333333"/>
                </a:solidFill>
                <a:effectLst/>
                <a:latin typeface="Helvetica Neue"/>
              </a:rPr>
              <a:t>统筹</a:t>
            </a:r>
            <a:r>
              <a:rPr lang="zh-CN" altLang="en-US" b="1" i="0" dirty="0">
                <a:solidFill>
                  <a:srgbClr val="333333"/>
                </a:solidFill>
                <a:effectLst/>
                <a:latin typeface="Helvetica Neue"/>
              </a:rPr>
              <a:t>人与自然和谐</a:t>
            </a:r>
            <a:r>
              <a:rPr lang="zh-CN" altLang="en-US" b="0" i="0" dirty="0">
                <a:solidFill>
                  <a:srgbClr val="333333"/>
                </a:solidFill>
                <a:effectLst/>
                <a:latin typeface="Helvetica Neue"/>
              </a:rPr>
              <a:t>发展，处理好经济建设、人口增长与资源利用、生态环境保护的关系，推动整个社会走上生产发展、生活富裕、生态良好的文明发展道路。</a:t>
            </a:r>
            <a:endParaRPr lang="zh-CN" altLang="en-US" dirty="0"/>
          </a:p>
        </p:txBody>
      </p:sp>
      <p:sp>
        <p:nvSpPr>
          <p:cNvPr id="19" name="文本框 18">
            <a:extLst>
              <a:ext uri="{FF2B5EF4-FFF2-40B4-BE49-F238E27FC236}">
                <a16:creationId xmlns:a16="http://schemas.microsoft.com/office/drawing/2014/main" id="{9D4E9045-C342-4B6F-9507-3BEC9E4A3B76}"/>
              </a:ext>
            </a:extLst>
          </p:cNvPr>
          <p:cNvSpPr txBox="1"/>
          <p:nvPr/>
        </p:nvSpPr>
        <p:spPr>
          <a:xfrm>
            <a:off x="2152647" y="4352403"/>
            <a:ext cx="6886577" cy="369332"/>
          </a:xfrm>
          <a:prstGeom prst="rect">
            <a:avLst/>
          </a:prstGeom>
          <a:noFill/>
        </p:spPr>
        <p:txBody>
          <a:bodyPr wrap="square">
            <a:spAutoFit/>
          </a:bodyPr>
          <a:lstStyle/>
          <a:p>
            <a:r>
              <a:rPr lang="zh-CN" altLang="en-US" b="0" i="0" dirty="0">
                <a:solidFill>
                  <a:srgbClr val="333333"/>
                </a:solidFill>
                <a:effectLst/>
                <a:latin typeface="Helvetica Neue"/>
              </a:rPr>
              <a:t>统筹</a:t>
            </a:r>
            <a:r>
              <a:rPr lang="zh-CN" altLang="en-US" b="1" i="0" dirty="0">
                <a:solidFill>
                  <a:srgbClr val="333333"/>
                </a:solidFill>
                <a:effectLst/>
                <a:latin typeface="Helvetica Neue"/>
              </a:rPr>
              <a:t>城乡</a:t>
            </a:r>
            <a:r>
              <a:rPr lang="zh-CN" altLang="en-US" b="1" dirty="0">
                <a:solidFill>
                  <a:srgbClr val="333333"/>
                </a:solidFill>
                <a:latin typeface="Helvetica Neue"/>
              </a:rPr>
              <a:t>、</a:t>
            </a:r>
            <a:r>
              <a:rPr lang="zh-CN" altLang="en-US" b="1" i="0" dirty="0">
                <a:solidFill>
                  <a:srgbClr val="333333"/>
                </a:solidFill>
                <a:effectLst/>
                <a:latin typeface="Helvetica Neue"/>
              </a:rPr>
              <a:t>区域、经济社会</a:t>
            </a:r>
            <a:r>
              <a:rPr lang="zh-CN" altLang="en-US" b="0" i="0" dirty="0">
                <a:solidFill>
                  <a:srgbClr val="333333"/>
                </a:solidFill>
                <a:effectLst/>
                <a:latin typeface="Helvetica Neue"/>
              </a:rPr>
              <a:t>协调发展以及国内发展和对外开放；</a:t>
            </a:r>
            <a:endParaRPr lang="zh-CN" altLang="en-US" dirty="0"/>
          </a:p>
        </p:txBody>
      </p:sp>
      <p:sp>
        <p:nvSpPr>
          <p:cNvPr id="21" name="文本框 20">
            <a:extLst>
              <a:ext uri="{FF2B5EF4-FFF2-40B4-BE49-F238E27FC236}">
                <a16:creationId xmlns:a16="http://schemas.microsoft.com/office/drawing/2014/main" id="{3B9A1A7C-9407-456B-A3FC-B7A2F90824A8}"/>
              </a:ext>
            </a:extLst>
          </p:cNvPr>
          <p:cNvSpPr txBox="1"/>
          <p:nvPr/>
        </p:nvSpPr>
        <p:spPr>
          <a:xfrm>
            <a:off x="899962" y="4352403"/>
            <a:ext cx="1870843" cy="369332"/>
          </a:xfrm>
          <a:prstGeom prst="rect">
            <a:avLst/>
          </a:prstGeom>
          <a:noFill/>
        </p:spPr>
        <p:txBody>
          <a:bodyPr wrap="square">
            <a:spAutoFit/>
          </a:bodyPr>
          <a:lstStyle/>
          <a:p>
            <a:r>
              <a:rPr lang="zh-CN" altLang="en-US" b="1" i="0" dirty="0">
                <a:solidFill>
                  <a:srgbClr val="333333"/>
                </a:solidFill>
                <a:effectLst/>
                <a:latin typeface="Helvetica Neue"/>
              </a:rPr>
              <a:t>协调</a:t>
            </a:r>
            <a:endParaRPr lang="zh-CN" altLang="en-US" b="1" dirty="0"/>
          </a:p>
        </p:txBody>
      </p:sp>
      <p:sp>
        <p:nvSpPr>
          <p:cNvPr id="23" name="文本框 22">
            <a:extLst>
              <a:ext uri="{FF2B5EF4-FFF2-40B4-BE49-F238E27FC236}">
                <a16:creationId xmlns:a16="http://schemas.microsoft.com/office/drawing/2014/main" id="{12EF032F-7456-4258-9387-0F4DB6E1A4EB}"/>
              </a:ext>
            </a:extLst>
          </p:cNvPr>
          <p:cNvSpPr txBox="1"/>
          <p:nvPr/>
        </p:nvSpPr>
        <p:spPr>
          <a:xfrm>
            <a:off x="899962" y="5151687"/>
            <a:ext cx="1489843" cy="369332"/>
          </a:xfrm>
          <a:prstGeom prst="rect">
            <a:avLst/>
          </a:prstGeom>
          <a:noFill/>
        </p:spPr>
        <p:txBody>
          <a:bodyPr wrap="square">
            <a:spAutoFit/>
          </a:bodyPr>
          <a:lstStyle/>
          <a:p>
            <a:r>
              <a:rPr lang="zh-CN" altLang="en-US" b="1" i="0" dirty="0">
                <a:solidFill>
                  <a:srgbClr val="333333"/>
                </a:solidFill>
                <a:effectLst/>
                <a:latin typeface="Helvetica Neue"/>
              </a:rPr>
              <a:t>可持续</a:t>
            </a:r>
            <a:endParaRPr lang="zh-CN" altLang="en-US" b="1" dirty="0"/>
          </a:p>
        </p:txBody>
      </p:sp>
      <p:pic>
        <p:nvPicPr>
          <p:cNvPr id="4" name="图片 3">
            <a:extLst>
              <a:ext uri="{FF2B5EF4-FFF2-40B4-BE49-F238E27FC236}">
                <a16:creationId xmlns:a16="http://schemas.microsoft.com/office/drawing/2014/main" id="{99F469A5-47E2-412D-86D7-48F48FE2A4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9224" y="2804026"/>
            <a:ext cx="2492310" cy="2347661"/>
          </a:xfrm>
          <a:prstGeom prst="rect">
            <a:avLst/>
          </a:prstGeom>
        </p:spPr>
      </p:pic>
    </p:spTree>
    <p:extLst>
      <p:ext uri="{BB962C8B-B14F-4D97-AF65-F5344CB8AC3E}">
        <p14:creationId xmlns:p14="http://schemas.microsoft.com/office/powerpoint/2010/main" val="3846039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47638"/>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实践应用</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5480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38" descr="水墨圆圈">
            <a:extLst>
              <a:ext uri="{FF2B5EF4-FFF2-40B4-BE49-F238E27FC236}">
                <a16:creationId xmlns:a16="http://schemas.microsoft.com/office/drawing/2014/main" id="{CA652F61-F7DD-4094-A01E-10F4B73F9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7E4F4524-162B-49B3-8DBD-95E4F2DC5B05}"/>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sp>
        <p:nvSpPr>
          <p:cNvPr id="7" name="文本框 6">
            <a:extLst>
              <a:ext uri="{FF2B5EF4-FFF2-40B4-BE49-F238E27FC236}">
                <a16:creationId xmlns:a16="http://schemas.microsoft.com/office/drawing/2014/main" id="{A10E9C71-0E0F-4EE1-8C3B-F6CC79FC35C8}"/>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11" name="文本框 10">
            <a:extLst>
              <a:ext uri="{FF2B5EF4-FFF2-40B4-BE49-F238E27FC236}">
                <a16:creationId xmlns:a16="http://schemas.microsoft.com/office/drawing/2014/main" id="{82018A4C-A7DD-4347-92DA-4675A229AA0D}"/>
              </a:ext>
            </a:extLst>
          </p:cNvPr>
          <p:cNvSpPr txBox="1"/>
          <p:nvPr/>
        </p:nvSpPr>
        <p:spPr>
          <a:xfrm>
            <a:off x="1282427" y="1639212"/>
            <a:ext cx="7729225" cy="400110"/>
          </a:xfrm>
          <a:prstGeom prst="rect">
            <a:avLst/>
          </a:prstGeom>
          <a:noFill/>
        </p:spPr>
        <p:txBody>
          <a:bodyPr wrap="square" rtlCol="0">
            <a:spAutoFit/>
          </a:bodyPr>
          <a:lstStyle/>
          <a:p>
            <a:r>
              <a:rPr lang="zh-CN" altLang="en-US" sz="2000" b="1" dirty="0"/>
              <a:t>改革开放和社会主义现代化建设新时期</a:t>
            </a:r>
          </a:p>
        </p:txBody>
      </p:sp>
      <p:sp>
        <p:nvSpPr>
          <p:cNvPr id="12" name="文本框 11">
            <a:extLst>
              <a:ext uri="{FF2B5EF4-FFF2-40B4-BE49-F238E27FC236}">
                <a16:creationId xmlns:a16="http://schemas.microsoft.com/office/drawing/2014/main" id="{71B4857A-52B7-48DA-A6E9-F84DF02B69A5}"/>
              </a:ext>
            </a:extLst>
          </p:cNvPr>
          <p:cNvSpPr txBox="1"/>
          <p:nvPr/>
        </p:nvSpPr>
        <p:spPr>
          <a:xfrm>
            <a:off x="1348583" y="2418346"/>
            <a:ext cx="4248281" cy="2031325"/>
          </a:xfrm>
          <a:prstGeom prst="rect">
            <a:avLst/>
          </a:prstGeom>
          <a:noFill/>
        </p:spPr>
        <p:txBody>
          <a:bodyPr wrap="square" rtlCol="0">
            <a:spAutoFit/>
          </a:bodyPr>
          <a:lstStyle/>
          <a:p>
            <a:r>
              <a:rPr lang="zh-CN" altLang="zh-CN" sz="1800" dirty="0">
                <a:effectLst/>
                <a:ea typeface="等线" panose="02010600030101010101" pitchFamily="2" charset="-122"/>
                <a:cs typeface="Times New Roman" panose="02020603050405020304" pitchFamily="18" charset="0"/>
              </a:rPr>
              <a:t>党面临的主要任务是，继续探索中国建设社会主义的正确道路，解放和发展社会生产力，使人民摆脱贫困、尽快富裕起来，为实现中华民族伟大复兴提供充满新的活力的体制保证和快速发展的物质条件，因此党作出了实行改革开放的历史性决策。</a:t>
            </a:r>
            <a:endParaRPr lang="zh-CN" altLang="en-US" dirty="0"/>
          </a:p>
        </p:txBody>
      </p:sp>
      <p:sp>
        <p:nvSpPr>
          <p:cNvPr id="13" name="文本框 12">
            <a:extLst>
              <a:ext uri="{FF2B5EF4-FFF2-40B4-BE49-F238E27FC236}">
                <a16:creationId xmlns:a16="http://schemas.microsoft.com/office/drawing/2014/main" id="{D5E68970-1FD6-44E2-B13C-B40DB6AF6288}"/>
              </a:ext>
            </a:extLst>
          </p:cNvPr>
          <p:cNvSpPr txBox="1"/>
          <p:nvPr/>
        </p:nvSpPr>
        <p:spPr>
          <a:xfrm>
            <a:off x="6505127" y="2418346"/>
            <a:ext cx="4891119" cy="2862322"/>
          </a:xfrm>
          <a:prstGeom prst="rect">
            <a:avLst/>
          </a:prstGeom>
          <a:noFill/>
        </p:spPr>
        <p:txBody>
          <a:bodyPr wrap="square" rtlCol="0">
            <a:spAutoFit/>
          </a:bodyPr>
          <a:lstStyle/>
          <a:p>
            <a:r>
              <a:rPr lang="zh-CN" altLang="zh-CN" sz="1800" dirty="0">
                <a:effectLst/>
                <a:ea typeface="等线" panose="02010600030101010101" pitchFamily="2" charset="-122"/>
                <a:cs typeface="Times New Roman" panose="02020603050405020304" pitchFamily="18" charset="0"/>
              </a:rPr>
              <a:t>我国改革从农村实行家庭联产承包责任制率先突破，逐步转向城市经济体制改革并全面铺开，确立社会主义市场经济的改革方向，坚决推进经济体制改革，探索公有制为主体、多种所有制经济共同发展，按劳分配为主体、多种分配方式并存的经济制度。同时进行政治、文化、社会等各领域体制改革，推进党的建设改革制度，把对外开放确立为基本国策，推动沿海港口城市开放，不断形成和发展符合当代中国国情、充满生机活力的体制机制。</a:t>
            </a:r>
            <a:endParaRPr lang="zh-CN" altLang="en-US" dirty="0"/>
          </a:p>
        </p:txBody>
      </p:sp>
    </p:spTree>
    <p:extLst>
      <p:ext uri="{BB962C8B-B14F-4D97-AF65-F5344CB8AC3E}">
        <p14:creationId xmlns:p14="http://schemas.microsoft.com/office/powerpoint/2010/main" val="1505574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381D227-F9AA-42C0-AD1C-44456A5808A4}"/>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pic>
        <p:nvPicPr>
          <p:cNvPr id="3" name="图片 38" descr="水墨圆圈">
            <a:extLst>
              <a:ext uri="{FF2B5EF4-FFF2-40B4-BE49-F238E27FC236}">
                <a16:creationId xmlns:a16="http://schemas.microsoft.com/office/drawing/2014/main" id="{F3C8FB98-8036-4D56-9F5D-3876A4186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57A2ED48-0F9A-488B-8A72-5E5951BB9E10}"/>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5" name="文本框 4">
            <a:extLst>
              <a:ext uri="{FF2B5EF4-FFF2-40B4-BE49-F238E27FC236}">
                <a16:creationId xmlns:a16="http://schemas.microsoft.com/office/drawing/2014/main" id="{FCB61ED8-6252-466F-9D47-12FFA15F9B84}"/>
              </a:ext>
            </a:extLst>
          </p:cNvPr>
          <p:cNvSpPr txBox="1"/>
          <p:nvPr/>
        </p:nvSpPr>
        <p:spPr>
          <a:xfrm>
            <a:off x="1282427" y="1639212"/>
            <a:ext cx="7729225" cy="400110"/>
          </a:xfrm>
          <a:prstGeom prst="rect">
            <a:avLst/>
          </a:prstGeom>
          <a:noFill/>
        </p:spPr>
        <p:txBody>
          <a:bodyPr wrap="square" rtlCol="0">
            <a:spAutoFit/>
          </a:bodyPr>
          <a:lstStyle/>
          <a:p>
            <a:pPr lvl="0" algn="just"/>
            <a:r>
              <a:rPr lang="zh-CN" altLang="zh-CN" sz="2000" b="1" kern="100" dirty="0">
                <a:effectLst/>
                <a:ea typeface="等线" panose="02010600030101010101" pitchFamily="2" charset="-122"/>
                <a:cs typeface="Times New Roman" panose="02020603050405020304" pitchFamily="18" charset="0"/>
              </a:rPr>
              <a:t>全面建设小康社会、加快推进社会主义现代化新的发展阶段</a:t>
            </a:r>
          </a:p>
        </p:txBody>
      </p:sp>
      <p:sp>
        <p:nvSpPr>
          <p:cNvPr id="6" name="文本框 5">
            <a:extLst>
              <a:ext uri="{FF2B5EF4-FFF2-40B4-BE49-F238E27FC236}">
                <a16:creationId xmlns:a16="http://schemas.microsoft.com/office/drawing/2014/main" id="{81B9CF72-3367-49D6-96CB-A4C045F2CD1D}"/>
              </a:ext>
            </a:extLst>
          </p:cNvPr>
          <p:cNvSpPr txBox="1"/>
          <p:nvPr/>
        </p:nvSpPr>
        <p:spPr>
          <a:xfrm>
            <a:off x="1348583" y="2706378"/>
            <a:ext cx="7862923" cy="2031325"/>
          </a:xfrm>
          <a:prstGeom prst="rect">
            <a:avLst/>
          </a:prstGeom>
          <a:noFill/>
        </p:spPr>
        <p:txBody>
          <a:bodyPr wrap="square" rtlCol="0">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党的十三届四中全会以后，国际形式风云变幻，实现了现代化建设“三步走”战略前两步目标，进入了全面建设小康社会、加快推进社会主义现代化新的发展阶段。随着改革开放和社会主义市场经济的发展，我国社会生活发生了广泛而深刻的变化，社会经济成分、组织形式、就业方式、利益关系和分配方式日益多样化。原有的社会阶层发生了极大的的变化，除了工人、农民、知识分子、干部等社会阶层外，还出现了一些新的社会阶层。</a:t>
            </a:r>
          </a:p>
          <a:p>
            <a:endParaRPr lang="zh-CN" altLang="en-US" dirty="0"/>
          </a:p>
        </p:txBody>
      </p:sp>
    </p:spTree>
    <p:extLst>
      <p:ext uri="{BB962C8B-B14F-4D97-AF65-F5344CB8AC3E}">
        <p14:creationId xmlns:p14="http://schemas.microsoft.com/office/powerpoint/2010/main" val="3647327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8" descr="水墨圆圈">
            <a:extLst>
              <a:ext uri="{FF2B5EF4-FFF2-40B4-BE49-F238E27FC236}">
                <a16:creationId xmlns:a16="http://schemas.microsoft.com/office/drawing/2014/main" id="{3E1C1FA5-ED17-4607-BAD3-FBC9E00F0C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A676316F-F1BB-494D-8AAC-9C98F859EDF9}"/>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sp>
        <p:nvSpPr>
          <p:cNvPr id="9" name="文本框 8">
            <a:extLst>
              <a:ext uri="{FF2B5EF4-FFF2-40B4-BE49-F238E27FC236}">
                <a16:creationId xmlns:a16="http://schemas.microsoft.com/office/drawing/2014/main" id="{FE5043F3-182B-4512-873F-C95E4ACC6FB7}"/>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10" name="文本框 9">
            <a:extLst>
              <a:ext uri="{FF2B5EF4-FFF2-40B4-BE49-F238E27FC236}">
                <a16:creationId xmlns:a16="http://schemas.microsoft.com/office/drawing/2014/main" id="{684C5DEC-0319-43B5-A559-AEF910BC5788}"/>
              </a:ext>
            </a:extLst>
          </p:cNvPr>
          <p:cNvSpPr txBox="1"/>
          <p:nvPr/>
        </p:nvSpPr>
        <p:spPr>
          <a:xfrm>
            <a:off x="1282427" y="1639212"/>
            <a:ext cx="7729225" cy="400110"/>
          </a:xfrm>
          <a:prstGeom prst="rect">
            <a:avLst/>
          </a:prstGeom>
          <a:noFill/>
        </p:spPr>
        <p:txBody>
          <a:bodyPr wrap="square" rtlCol="0">
            <a:spAutoFit/>
          </a:bodyPr>
          <a:lstStyle/>
          <a:p>
            <a:pPr lvl="0" algn="just"/>
            <a:r>
              <a:rPr lang="zh-CN" altLang="en-US" sz="2000" b="1" kern="100" dirty="0">
                <a:effectLst/>
                <a:ea typeface="等线" panose="02010600030101010101" pitchFamily="2" charset="-122"/>
                <a:cs typeface="Times New Roman" panose="02020603050405020304" pitchFamily="18" charset="0"/>
              </a:rPr>
              <a:t>中国特色社会主义事业发展的关键期</a:t>
            </a:r>
            <a:endParaRPr lang="zh-CN" altLang="zh-CN" sz="2000" b="1" kern="100" dirty="0">
              <a:effectLst/>
              <a:ea typeface="等线"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AFDBCF72-9753-4800-B812-1A7CD7F1D19A}"/>
              </a:ext>
            </a:extLst>
          </p:cNvPr>
          <p:cNvSpPr txBox="1"/>
          <p:nvPr/>
        </p:nvSpPr>
        <p:spPr>
          <a:xfrm>
            <a:off x="1417627" y="2442491"/>
            <a:ext cx="9371066" cy="1200329"/>
          </a:xfrm>
          <a:prstGeom prst="rect">
            <a:avLst/>
          </a:prstGeom>
          <a:noFill/>
        </p:spPr>
        <p:txBody>
          <a:bodyPr wrap="square" rtlCol="0">
            <a:spAutoFit/>
          </a:bodyPr>
          <a:lstStyle/>
          <a:p>
            <a:r>
              <a:rPr lang="zh-CN" altLang="zh-CN" sz="1800" dirty="0">
                <a:effectLst/>
                <a:ea typeface="等线" panose="02010600030101010101" pitchFamily="2" charset="-122"/>
                <a:cs typeface="Times New Roman" panose="02020603050405020304" pitchFamily="18" charset="0"/>
              </a:rPr>
              <a:t>党的十六大以后，中国特色社会主义事业进入发展的关键期。党领导人民提加入世界贸易组织为契机，深化改革开放，着力推动科学发展、促进社会和谐，完善社会主义市场经济体制，推进党的执政能力建设和先进性建设，在全面建成小康社会实践中推进实践创新、理论创新、制度创新。</a:t>
            </a:r>
            <a:endParaRPr lang="zh-CN" altLang="en-US" dirty="0"/>
          </a:p>
        </p:txBody>
      </p:sp>
      <p:sp>
        <p:nvSpPr>
          <p:cNvPr id="12" name="文本框 11">
            <a:extLst>
              <a:ext uri="{FF2B5EF4-FFF2-40B4-BE49-F238E27FC236}">
                <a16:creationId xmlns:a16="http://schemas.microsoft.com/office/drawing/2014/main" id="{D4B6614D-A9C2-468A-9E8D-13FFF4E2DFB8}"/>
              </a:ext>
            </a:extLst>
          </p:cNvPr>
          <p:cNvSpPr txBox="1"/>
          <p:nvPr/>
        </p:nvSpPr>
        <p:spPr>
          <a:xfrm>
            <a:off x="1417627" y="3878528"/>
            <a:ext cx="9561310" cy="1754326"/>
          </a:xfrm>
          <a:prstGeom prst="rect">
            <a:avLst/>
          </a:prstGeom>
          <a:noFill/>
        </p:spPr>
        <p:txBody>
          <a:bodyPr wrap="square" rtlCol="0">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深入推进西部大开发，振兴东北地区等老工业基地，促进中部地区崛起，支持东部地区率先发展，促进区域协调发展，推进国有企业改革和发展，鼓励和支持发展非公有制经济，加快转变经济发展方式，加强生态环境保护，推动经济持续快速发展，综合国力大幅提升。我们推进以改善民生为重点的社会建设，改善人民生活，取消农业税，不断推进学有所教、劳有所得、病有所医、老有所养、住有所居，促进社会和谐稳定。</a:t>
            </a:r>
          </a:p>
          <a:p>
            <a:endParaRPr lang="zh-CN" altLang="en-US" dirty="0"/>
          </a:p>
        </p:txBody>
      </p:sp>
    </p:spTree>
    <p:extLst>
      <p:ext uri="{BB962C8B-B14F-4D97-AF65-F5344CB8AC3E}">
        <p14:creationId xmlns:p14="http://schemas.microsoft.com/office/powerpoint/2010/main" val="1390104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8" descr="水墨圆圈">
            <a:extLst>
              <a:ext uri="{FF2B5EF4-FFF2-40B4-BE49-F238E27FC236}">
                <a16:creationId xmlns:a16="http://schemas.microsoft.com/office/drawing/2014/main" id="{1C08BF8C-0710-4805-B150-295C75AF5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51C54F38-BE32-44B5-9A41-5A5F0E4E2C77}"/>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sp>
        <p:nvSpPr>
          <p:cNvPr id="4" name="文本框 3">
            <a:extLst>
              <a:ext uri="{FF2B5EF4-FFF2-40B4-BE49-F238E27FC236}">
                <a16:creationId xmlns:a16="http://schemas.microsoft.com/office/drawing/2014/main" id="{251AEDF1-D212-4DAB-B5E6-751F24D3A36A}"/>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6" name="文本框 5">
            <a:extLst>
              <a:ext uri="{FF2B5EF4-FFF2-40B4-BE49-F238E27FC236}">
                <a16:creationId xmlns:a16="http://schemas.microsoft.com/office/drawing/2014/main" id="{F823ADA9-9F64-4897-A71E-6B9341A88F93}"/>
              </a:ext>
            </a:extLst>
          </p:cNvPr>
          <p:cNvSpPr txBox="1"/>
          <p:nvPr/>
        </p:nvSpPr>
        <p:spPr>
          <a:xfrm>
            <a:off x="1434417" y="1703863"/>
            <a:ext cx="9456983" cy="1200329"/>
          </a:xfrm>
          <a:prstGeom prst="rect">
            <a:avLst/>
          </a:prstGeom>
          <a:noFill/>
        </p:spPr>
        <p:txBody>
          <a:bodyPr wrap="square" rtlCol="0">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党的十八大以来，以习近平同志为核心的党中央创立习近平新时代中国特色社会主义思想，明确坚持和发展中国特色社会主义的基本方略，提出了一系列治国理政新理念新思想新战略，实现了马克思主义中国话时代话新的飞跃，为新时代党和国家事业发展提供了根本遵循，中华民族迎来了从站起来、富起来到强起来的伟大飞跃。</a:t>
            </a:r>
          </a:p>
        </p:txBody>
      </p:sp>
      <p:sp>
        <p:nvSpPr>
          <p:cNvPr id="7" name="文本框 6">
            <a:extLst>
              <a:ext uri="{FF2B5EF4-FFF2-40B4-BE49-F238E27FC236}">
                <a16:creationId xmlns:a16="http://schemas.microsoft.com/office/drawing/2014/main" id="{BD6F8CB7-9CAC-47D4-9787-F35491D8E205}"/>
              </a:ext>
            </a:extLst>
          </p:cNvPr>
          <p:cNvSpPr txBox="1"/>
          <p:nvPr/>
        </p:nvSpPr>
        <p:spPr>
          <a:xfrm>
            <a:off x="1434417" y="3105834"/>
            <a:ext cx="9363309" cy="646331"/>
          </a:xfrm>
          <a:prstGeom prst="rect">
            <a:avLst/>
          </a:prstGeom>
          <a:noFill/>
        </p:spPr>
        <p:txBody>
          <a:bodyPr wrap="square" rtlCol="0">
            <a:spAutoFit/>
          </a:bodyPr>
          <a:lstStyle/>
          <a:p>
            <a:r>
              <a:rPr lang="zh-CN" altLang="en-US" dirty="0"/>
              <a:t>中国特色社会主义理论体系是中国共产党长期探索的伟大理论创造，同马克思列宁主义、毛泽东思想一脉相承又与时俱进，是马克思主义中国化时代化的重大理论成果。</a:t>
            </a:r>
          </a:p>
        </p:txBody>
      </p:sp>
      <p:sp>
        <p:nvSpPr>
          <p:cNvPr id="8" name="文本框 7">
            <a:extLst>
              <a:ext uri="{FF2B5EF4-FFF2-40B4-BE49-F238E27FC236}">
                <a16:creationId xmlns:a16="http://schemas.microsoft.com/office/drawing/2014/main" id="{2DE183D7-32E2-4A09-A124-FF635F4E007E}"/>
              </a:ext>
            </a:extLst>
          </p:cNvPr>
          <p:cNvSpPr txBox="1"/>
          <p:nvPr/>
        </p:nvSpPr>
        <p:spPr>
          <a:xfrm>
            <a:off x="1434417" y="3953807"/>
            <a:ext cx="9393993" cy="1477328"/>
          </a:xfrm>
          <a:prstGeom prst="rect">
            <a:avLst/>
          </a:prstGeom>
          <a:noFill/>
        </p:spPr>
        <p:txBody>
          <a:bodyPr wrap="square" rtlCol="0">
            <a:spAutoFit/>
          </a:bodyPr>
          <a:lstStyle/>
          <a:p>
            <a:r>
              <a:rPr lang="zh-CN" altLang="en-US" dirty="0"/>
              <a:t>中国特色社会主义理论体系是全党全国各族人民团结奋斗的共同思想基础，是战胜来自政治、经济、社会和自然界等一切风险和挑战的精神支柱，是坚持和发展中国特色社会主义的行动指南，是全面推进中华民族伟大复兴的根本指针，是党最宝贵的政治和精神财富，必须长期坚持。中国特色社会主义理论体系及其指导下的创新实践，不仅深刻地改变了中国，也对世界社会主义和人类进步事业产生深远影响。</a:t>
            </a:r>
          </a:p>
        </p:txBody>
      </p:sp>
    </p:spTree>
    <p:extLst>
      <p:ext uri="{BB962C8B-B14F-4D97-AF65-F5344CB8AC3E}">
        <p14:creationId xmlns:p14="http://schemas.microsoft.com/office/powerpoint/2010/main" val="40933820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1320</Words>
  <Application>Microsoft Office PowerPoint</Application>
  <PresentationFormat>宽屏</PresentationFormat>
  <Paragraphs>92</Paragraphs>
  <Slides>16</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Helvetica Neue</vt:lpstr>
      <vt:lpstr>PingFang SC</vt:lpstr>
      <vt:lpstr>等线</vt:lpstr>
      <vt:lpstr>等线 Light</vt:lpstr>
      <vt:lpstr>汉仪方隶简</vt:lpstr>
      <vt:lpstr>华文行楷</vt:lpstr>
      <vt:lpstr>思源黑体</vt:lpstr>
      <vt:lpstr>宋体</vt:lpstr>
      <vt:lpstr>Arial</vt:lpstr>
      <vt:lpstr>Office 主题​​</vt:lpstr>
      <vt:lpstr>中国特色社会 主义理论体系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来之 王</dc:creator>
  <cp:lastModifiedBy>王锦鸿</cp:lastModifiedBy>
  <cp:revision>28</cp:revision>
  <dcterms:created xsi:type="dcterms:W3CDTF">2023-11-23T07:25:35Z</dcterms:created>
  <dcterms:modified xsi:type="dcterms:W3CDTF">2023-11-27T11:43:15Z</dcterms:modified>
</cp:coreProperties>
</file>