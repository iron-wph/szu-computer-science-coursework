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 id="2147483775" r:id="rId2"/>
  </p:sldMasterIdLst>
  <p:notesMasterIdLst>
    <p:notesMasterId r:id="rId11"/>
  </p:notesMasterIdLst>
  <p:handoutMasterIdLst>
    <p:handoutMasterId r:id="rId12"/>
  </p:handoutMasterIdLst>
  <p:sldIdLst>
    <p:sldId id="256" r:id="rId3"/>
    <p:sldId id="316" r:id="rId4"/>
    <p:sldId id="299" r:id="rId5"/>
    <p:sldId id="318" r:id="rId6"/>
    <p:sldId id="319" r:id="rId7"/>
    <p:sldId id="320" r:id="rId8"/>
    <p:sldId id="317" r:id="rId9"/>
    <p:sldId id="291" r:id="rId10"/>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6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B0A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autoAdjust="0"/>
    <p:restoredTop sz="93572" autoAdjust="0"/>
  </p:normalViewPr>
  <p:slideViewPr>
    <p:cSldViewPr>
      <p:cViewPr varScale="1">
        <p:scale>
          <a:sx n="82" d="100"/>
          <a:sy n="82" d="100"/>
        </p:scale>
        <p:origin x="354" y="78"/>
      </p:cViewPr>
      <p:guideLst>
        <p:guide orient="horz" pos="206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25CCB41-05FE-4ADB-83CA-0D001E1689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noProof="1"/>
            </a:lvl1pPr>
          </a:lstStyle>
          <a:p>
            <a:pPr>
              <a:defRPr/>
            </a:pPr>
            <a:endParaRPr lang="zh-CN" altLang="en-US"/>
          </a:p>
        </p:txBody>
      </p:sp>
      <p:sp>
        <p:nvSpPr>
          <p:cNvPr id="3" name="日期占位符 2">
            <a:extLst>
              <a:ext uri="{FF2B5EF4-FFF2-40B4-BE49-F238E27FC236}">
                <a16:creationId xmlns:a16="http://schemas.microsoft.com/office/drawing/2014/main" id="{613C93AB-7F50-467C-8437-433E614CA0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noProof="1"/>
            </a:lvl1pPr>
          </a:lstStyle>
          <a:p>
            <a:pPr>
              <a:defRPr/>
            </a:pPr>
            <a:fld id="{4C264984-E9CD-47C5-A92C-8FA8B128446B}" type="datetimeFigureOut">
              <a:rPr lang="zh-CN" altLang="en-US"/>
              <a:pPr>
                <a:defRPr/>
              </a:pPr>
              <a:t>2023/11/13</a:t>
            </a:fld>
            <a:endParaRPr lang="zh-CN" altLang="en-US"/>
          </a:p>
        </p:txBody>
      </p:sp>
      <p:sp>
        <p:nvSpPr>
          <p:cNvPr id="4" name="页脚占位符 3">
            <a:extLst>
              <a:ext uri="{FF2B5EF4-FFF2-40B4-BE49-F238E27FC236}">
                <a16:creationId xmlns:a16="http://schemas.microsoft.com/office/drawing/2014/main" id="{14319AC5-B195-4016-A13B-EB9D43280BD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noProof="1"/>
            </a:lvl1pPr>
          </a:lstStyle>
          <a:p>
            <a:pPr>
              <a:defRPr/>
            </a:pPr>
            <a:endParaRPr lang="zh-CN" altLang="en-US"/>
          </a:p>
        </p:txBody>
      </p:sp>
      <p:sp>
        <p:nvSpPr>
          <p:cNvPr id="5" name="灯片编号占位符 4">
            <a:extLst>
              <a:ext uri="{FF2B5EF4-FFF2-40B4-BE49-F238E27FC236}">
                <a16:creationId xmlns:a16="http://schemas.microsoft.com/office/drawing/2014/main" id="{15530CF1-D88F-4EEE-9E27-227B690ACC08}"/>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noProof="1"/>
            </a:lvl1pPr>
          </a:lstStyle>
          <a:p>
            <a:fld id="{4BC4B2FD-44C0-4270-8059-A75A52D9AA2F}" type="slidenum">
              <a:rPr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93F1BAA6-8694-4CF8-B60A-95590AC587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noProof="1"/>
            </a:lvl1pPr>
          </a:lstStyle>
          <a:p>
            <a:pPr>
              <a:defRPr/>
            </a:pPr>
            <a:endParaRPr lang="zh-CN" altLang="en-US"/>
          </a:p>
        </p:txBody>
      </p:sp>
      <p:sp>
        <p:nvSpPr>
          <p:cNvPr id="3" name="日期占位符 2">
            <a:extLst>
              <a:ext uri="{FF2B5EF4-FFF2-40B4-BE49-F238E27FC236}">
                <a16:creationId xmlns:a16="http://schemas.microsoft.com/office/drawing/2014/main" id="{31511985-DFAA-4356-BDF8-193C1FC3D0A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noProof="1"/>
            </a:lvl1pPr>
          </a:lstStyle>
          <a:p>
            <a:pPr>
              <a:defRPr/>
            </a:pPr>
            <a:fld id="{60977423-0EA5-4C82-89DA-8639D6BACC5D}" type="datetimeFigureOut">
              <a:rPr lang="zh-CN" altLang="en-US"/>
              <a:pPr>
                <a:defRPr/>
              </a:pPr>
              <a:t>2023/11/13</a:t>
            </a:fld>
            <a:endParaRPr lang="zh-CN" altLang="en-US"/>
          </a:p>
        </p:txBody>
      </p:sp>
      <p:sp>
        <p:nvSpPr>
          <p:cNvPr id="5124" name="幻灯片图像占位符 3">
            <a:extLst>
              <a:ext uri="{FF2B5EF4-FFF2-40B4-BE49-F238E27FC236}">
                <a16:creationId xmlns:a16="http://schemas.microsoft.com/office/drawing/2014/main" id="{5AA95E70-B8F8-405D-BC4F-F1A17B1E0688}"/>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6149" name="备注占位符 4">
            <a:extLst>
              <a:ext uri="{FF2B5EF4-FFF2-40B4-BE49-F238E27FC236}">
                <a16:creationId xmlns:a16="http://schemas.microsoft.com/office/drawing/2014/main" id="{F3CB3A8A-707D-487D-A44D-9DC170D15290}"/>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E5A1C09-CE96-400F-B2B7-5827645BB07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noProof="1"/>
            </a:lvl1pPr>
          </a:lstStyle>
          <a:p>
            <a:pPr>
              <a:defRPr/>
            </a:pPr>
            <a:endParaRPr lang="zh-CN" altLang="en-US"/>
          </a:p>
        </p:txBody>
      </p:sp>
      <p:sp>
        <p:nvSpPr>
          <p:cNvPr id="7" name="灯片编号占位符 6">
            <a:extLst>
              <a:ext uri="{FF2B5EF4-FFF2-40B4-BE49-F238E27FC236}">
                <a16:creationId xmlns:a16="http://schemas.microsoft.com/office/drawing/2014/main" id="{1670B8EC-3D2A-46E1-AA62-C7B9F361DAEC}"/>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noProof="1"/>
            </a:lvl1pPr>
          </a:lstStyle>
          <a:p>
            <a:fld id="{4B0C1903-05AC-4F0B-ABCC-605503A38D54}" type="slidenum">
              <a:rPr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C07DE9BD-23E7-4018-BCEA-17673F7121AC}"/>
              </a:ext>
            </a:extLst>
          </p:cNvPr>
          <p:cNvSpPr>
            <a:spLocks noGrp="1" noRot="1" noChangeAspect="1" noChangeArrowheads="1" noTextEdit="1"/>
          </p:cNvSpPr>
          <p:nvPr>
            <p:ph type="sldImg" idx="4294967295"/>
          </p:nvPr>
        </p:nvSpPr>
        <p:spPr>
          <a:ln>
            <a:miter lim="800000"/>
          </a:ln>
        </p:spPr>
      </p:sp>
      <p:sp>
        <p:nvSpPr>
          <p:cNvPr id="8195" name="文本占位符 2">
            <a:extLst>
              <a:ext uri="{FF2B5EF4-FFF2-40B4-BE49-F238E27FC236}">
                <a16:creationId xmlns:a16="http://schemas.microsoft.com/office/drawing/2014/main" id="{97D3452E-545D-4BC6-B233-9A6FC36158B8}"/>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B83D2359-62EC-4E57-A48D-484C8B2CB2F4}"/>
              </a:ext>
            </a:extLst>
          </p:cNvPr>
          <p:cNvSpPr>
            <a:spLocks noGrp="1" noRot="1" noChangeAspect="1" noChangeArrowheads="1" noTextEdit="1"/>
          </p:cNvSpPr>
          <p:nvPr>
            <p:ph type="sldImg" idx="4294967295"/>
          </p:nvPr>
        </p:nvSpPr>
        <p:spPr>
          <a:ln>
            <a:miter lim="800000"/>
          </a:ln>
        </p:spPr>
      </p:sp>
      <p:sp>
        <p:nvSpPr>
          <p:cNvPr id="10243" name="文本占位符 2">
            <a:extLst>
              <a:ext uri="{FF2B5EF4-FFF2-40B4-BE49-F238E27FC236}">
                <a16:creationId xmlns:a16="http://schemas.microsoft.com/office/drawing/2014/main" id="{925B2695-78BB-4839-8CE8-4B5EB956EF62}"/>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a:p>
        </p:txBody>
      </p:sp>
    </p:spTree>
    <p:extLst>
      <p:ext uri="{BB962C8B-B14F-4D97-AF65-F5344CB8AC3E}">
        <p14:creationId xmlns:p14="http://schemas.microsoft.com/office/powerpoint/2010/main" val="1387855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1318797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2693534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4065255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F7453B8-B5C3-4AEC-BC95-9C2AF9377B14}"/>
              </a:ext>
            </a:extLst>
          </p:cNvPr>
          <p:cNvSpPr>
            <a:spLocks noGrp="1" noRot="1" noChangeAspect="1" noChangeArrowheads="1" noTextEdit="1"/>
          </p:cNvSpPr>
          <p:nvPr>
            <p:ph type="sldImg" idx="4294967295"/>
          </p:nvPr>
        </p:nvSpPr>
        <p:spPr>
          <a:ln>
            <a:miter lim="800000"/>
          </a:ln>
        </p:spPr>
      </p:sp>
      <p:sp>
        <p:nvSpPr>
          <p:cNvPr id="14339" name="文本占位符 2">
            <a:extLst>
              <a:ext uri="{FF2B5EF4-FFF2-40B4-BE49-F238E27FC236}">
                <a16:creationId xmlns:a16="http://schemas.microsoft.com/office/drawing/2014/main" id="{29EDA7DF-6423-4B09-9DE1-203F89863994}"/>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3830637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90A56D67-5519-449A-8ED0-50534D441E55}"/>
              </a:ext>
            </a:extLst>
          </p:cNvPr>
          <p:cNvSpPr>
            <a:spLocks noGrp="1" noRot="1" noChangeAspect="1" noChangeArrowheads="1" noTextEdit="1"/>
          </p:cNvSpPr>
          <p:nvPr>
            <p:ph type="sldImg" idx="4294967295"/>
          </p:nvPr>
        </p:nvSpPr>
        <p:spPr>
          <a:ln>
            <a:miter lim="800000"/>
          </a:ln>
        </p:spPr>
      </p:sp>
      <p:sp>
        <p:nvSpPr>
          <p:cNvPr id="24579" name="文本占位符 2">
            <a:extLst>
              <a:ext uri="{FF2B5EF4-FFF2-40B4-BE49-F238E27FC236}">
                <a16:creationId xmlns:a16="http://schemas.microsoft.com/office/drawing/2014/main" id="{3128A50D-B665-4A84-947D-51549B359E00}"/>
              </a:ext>
            </a:extLst>
          </p:cNvPr>
          <p:cNvSpPr>
            <a:spLocks noGrp="1" noChangeArrowheads="1"/>
          </p:cNvSpPr>
          <p:nvPr>
            <p:ph type="body" idx="4294967295"/>
          </p:nvPr>
        </p:nvSpPr>
        <p:spPr>
          <a:noFill/>
        </p:spPr>
        <p:txBody>
          <a:bodyPr>
            <a:prstTxWarp prst="textNoShape">
              <a:avLst/>
            </a:prstTxWarp>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1027">
            <a:extLst>
              <a:ext uri="{FF2B5EF4-FFF2-40B4-BE49-F238E27FC236}">
                <a16:creationId xmlns:a16="http://schemas.microsoft.com/office/drawing/2014/main" id="{6070D947-351F-4E08-887D-989DC54EBCF8}"/>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775301B7-9753-4B0F-8B0A-C0BB6D2884FA}"/>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95BEBB21-3221-4B3E-9A81-FF3E9B3A5A3E}"/>
              </a:ext>
            </a:extLst>
          </p:cNvPr>
          <p:cNvSpPr>
            <a:spLocks noGrp="1"/>
          </p:cNvSpPr>
          <p:nvPr>
            <p:ph type="sldNum" sz="quarter" idx="12"/>
          </p:nvPr>
        </p:nvSpPr>
        <p:spPr>
          <a:ln/>
        </p:spPr>
        <p:txBody>
          <a:bodyPr/>
          <a:lstStyle>
            <a:lvl1pPr>
              <a:defRPr/>
            </a:lvl1pPr>
          </a:lstStyle>
          <a:p>
            <a:fld id="{1800E871-4D70-4B8E-A242-B23EFE1ED02E}" type="slidenum">
              <a:rPr altLang="en-US"/>
              <a:pPr/>
              <a:t>‹#›</a:t>
            </a:fld>
            <a:endParaRPr lang="zh-CN" altLang="en-US"/>
          </a:p>
        </p:txBody>
      </p:sp>
    </p:spTree>
    <p:extLst>
      <p:ext uri="{BB962C8B-B14F-4D97-AF65-F5344CB8AC3E}">
        <p14:creationId xmlns:p14="http://schemas.microsoft.com/office/powerpoint/2010/main" val="4203387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DE3D6611-7500-4FC8-A36A-4481FA3C04CF}"/>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26301C4A-3E03-4F24-8651-E3F3BD456A8F}"/>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80B63E3C-4DD0-41C1-8968-77F516942BA3}"/>
              </a:ext>
            </a:extLst>
          </p:cNvPr>
          <p:cNvSpPr>
            <a:spLocks noGrp="1"/>
          </p:cNvSpPr>
          <p:nvPr>
            <p:ph type="sldNum" sz="quarter" idx="12"/>
          </p:nvPr>
        </p:nvSpPr>
        <p:spPr>
          <a:ln/>
        </p:spPr>
        <p:txBody>
          <a:bodyPr/>
          <a:lstStyle>
            <a:lvl1pPr>
              <a:defRPr/>
            </a:lvl1pPr>
          </a:lstStyle>
          <a:p>
            <a:fld id="{C2E8EDFD-CE99-47F7-BD7D-5F58465DF14E}" type="slidenum">
              <a:rPr altLang="en-US"/>
              <a:pPr/>
              <a:t>‹#›</a:t>
            </a:fld>
            <a:endParaRPr lang="zh-CN" altLang="en-US"/>
          </a:p>
        </p:txBody>
      </p:sp>
    </p:spTree>
    <p:extLst>
      <p:ext uri="{BB962C8B-B14F-4D97-AF65-F5344CB8AC3E}">
        <p14:creationId xmlns:p14="http://schemas.microsoft.com/office/powerpoint/2010/main" val="4266728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1027">
            <a:extLst>
              <a:ext uri="{FF2B5EF4-FFF2-40B4-BE49-F238E27FC236}">
                <a16:creationId xmlns:a16="http://schemas.microsoft.com/office/drawing/2014/main" id="{D3914E8E-F505-4A0A-A51E-7D12D569912B}"/>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67150087-2F42-4860-A9F2-43D25180113B}"/>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358D0D68-03F6-4E16-9E8A-07A57CD91475}"/>
              </a:ext>
            </a:extLst>
          </p:cNvPr>
          <p:cNvSpPr>
            <a:spLocks noGrp="1"/>
          </p:cNvSpPr>
          <p:nvPr>
            <p:ph type="sldNum" sz="quarter" idx="12"/>
          </p:nvPr>
        </p:nvSpPr>
        <p:spPr>
          <a:ln/>
        </p:spPr>
        <p:txBody>
          <a:bodyPr/>
          <a:lstStyle>
            <a:lvl1pPr>
              <a:defRPr/>
            </a:lvl1pPr>
          </a:lstStyle>
          <a:p>
            <a:fld id="{4CAC3A83-7EB2-45C3-9CBF-C160AA2A8C5B}" type="slidenum">
              <a:rPr altLang="en-US"/>
              <a:pPr/>
              <a:t>‹#›</a:t>
            </a:fld>
            <a:endParaRPr lang="zh-CN" altLang="en-US"/>
          </a:p>
        </p:txBody>
      </p:sp>
    </p:spTree>
    <p:extLst>
      <p:ext uri="{BB962C8B-B14F-4D97-AF65-F5344CB8AC3E}">
        <p14:creationId xmlns:p14="http://schemas.microsoft.com/office/powerpoint/2010/main" val="1051627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1027">
            <a:extLst>
              <a:ext uri="{FF2B5EF4-FFF2-40B4-BE49-F238E27FC236}">
                <a16:creationId xmlns:a16="http://schemas.microsoft.com/office/drawing/2014/main" id="{0EA04DB9-6D3F-4FF7-A0E1-5776402AB41E}"/>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028">
            <a:extLst>
              <a:ext uri="{FF2B5EF4-FFF2-40B4-BE49-F238E27FC236}">
                <a16:creationId xmlns:a16="http://schemas.microsoft.com/office/drawing/2014/main" id="{0A14140B-4E79-4DB3-8E96-382ABB41AF30}"/>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029">
            <a:extLst>
              <a:ext uri="{FF2B5EF4-FFF2-40B4-BE49-F238E27FC236}">
                <a16:creationId xmlns:a16="http://schemas.microsoft.com/office/drawing/2014/main" id="{0C131647-D6EB-4C21-9644-3FCBAAA9CF9A}"/>
              </a:ext>
            </a:extLst>
          </p:cNvPr>
          <p:cNvSpPr>
            <a:spLocks noGrp="1"/>
          </p:cNvSpPr>
          <p:nvPr>
            <p:ph type="sldNum" sz="quarter" idx="12"/>
          </p:nvPr>
        </p:nvSpPr>
        <p:spPr>
          <a:ln/>
        </p:spPr>
        <p:txBody>
          <a:bodyPr/>
          <a:lstStyle>
            <a:lvl1pPr>
              <a:defRPr/>
            </a:lvl1pPr>
          </a:lstStyle>
          <a:p>
            <a:fld id="{22468510-7BCF-4505-852E-42F262F42BFD}" type="slidenum">
              <a:rPr altLang="en-US"/>
              <a:pPr/>
              <a:t>‹#›</a:t>
            </a:fld>
            <a:endParaRPr lang="zh-CN" altLang="en-US"/>
          </a:p>
        </p:txBody>
      </p:sp>
    </p:spTree>
    <p:extLst>
      <p:ext uri="{BB962C8B-B14F-4D97-AF65-F5344CB8AC3E}">
        <p14:creationId xmlns:p14="http://schemas.microsoft.com/office/powerpoint/2010/main" val="3042285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1186775" y="1778438"/>
            <a:ext cx="4873575"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256939" y="1778438"/>
            <a:ext cx="4897576"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027">
            <a:extLst>
              <a:ext uri="{FF2B5EF4-FFF2-40B4-BE49-F238E27FC236}">
                <a16:creationId xmlns:a16="http://schemas.microsoft.com/office/drawing/2014/main" id="{5956AE43-85C7-46DA-BB7C-45535FC43580}"/>
              </a:ext>
            </a:extLst>
          </p:cNvPr>
          <p:cNvSpPr>
            <a:spLocks noGrp="1"/>
          </p:cNvSpPr>
          <p:nvPr>
            <p:ph type="dt" sz="half" idx="10"/>
          </p:nvPr>
        </p:nvSpPr>
        <p:spPr>
          <a:ln/>
        </p:spPr>
        <p:txBody>
          <a:bodyPr/>
          <a:lstStyle>
            <a:lvl1pPr>
              <a:defRPr/>
            </a:lvl1pPr>
          </a:lstStyle>
          <a:p>
            <a:pPr>
              <a:defRPr/>
            </a:pPr>
            <a:endParaRPr lang="zh-CN" altLang="en-US"/>
          </a:p>
        </p:txBody>
      </p:sp>
      <p:sp>
        <p:nvSpPr>
          <p:cNvPr id="8" name="页脚占位符 1028">
            <a:extLst>
              <a:ext uri="{FF2B5EF4-FFF2-40B4-BE49-F238E27FC236}">
                <a16:creationId xmlns:a16="http://schemas.microsoft.com/office/drawing/2014/main" id="{0CFE07C1-7B39-4600-A12E-48D2CB6E2FB6}"/>
              </a:ext>
            </a:extLst>
          </p:cNvPr>
          <p:cNvSpPr>
            <a:spLocks noGrp="1"/>
          </p:cNvSpPr>
          <p:nvPr>
            <p:ph type="ftr" sz="quarter" idx="11"/>
          </p:nvPr>
        </p:nvSpPr>
        <p:spPr>
          <a:ln/>
        </p:spPr>
        <p:txBody>
          <a:bodyPr/>
          <a:lstStyle>
            <a:lvl1pPr>
              <a:defRPr/>
            </a:lvl1pPr>
          </a:lstStyle>
          <a:p>
            <a:pPr>
              <a:defRPr/>
            </a:pPr>
            <a:endParaRPr lang="zh-CN" altLang="en-US"/>
          </a:p>
        </p:txBody>
      </p:sp>
      <p:sp>
        <p:nvSpPr>
          <p:cNvPr id="9" name="灯片编号占位符 1029">
            <a:extLst>
              <a:ext uri="{FF2B5EF4-FFF2-40B4-BE49-F238E27FC236}">
                <a16:creationId xmlns:a16="http://schemas.microsoft.com/office/drawing/2014/main" id="{0120A47E-A9C2-4F5F-93DB-01357756D3E6}"/>
              </a:ext>
            </a:extLst>
          </p:cNvPr>
          <p:cNvSpPr>
            <a:spLocks noGrp="1"/>
          </p:cNvSpPr>
          <p:nvPr>
            <p:ph type="sldNum" sz="quarter" idx="12"/>
          </p:nvPr>
        </p:nvSpPr>
        <p:spPr>
          <a:ln/>
        </p:spPr>
        <p:txBody>
          <a:bodyPr/>
          <a:lstStyle>
            <a:lvl1pPr>
              <a:defRPr/>
            </a:lvl1pPr>
          </a:lstStyle>
          <a:p>
            <a:fld id="{4E519F43-26BD-429F-AE24-6927D66B75A0}" type="slidenum">
              <a:rPr altLang="en-US"/>
              <a:pPr/>
              <a:t>‹#›</a:t>
            </a:fld>
            <a:endParaRPr lang="zh-CN" altLang="en-US"/>
          </a:p>
        </p:txBody>
      </p:sp>
    </p:spTree>
    <p:extLst>
      <p:ext uri="{BB962C8B-B14F-4D97-AF65-F5344CB8AC3E}">
        <p14:creationId xmlns:p14="http://schemas.microsoft.com/office/powerpoint/2010/main" val="2082890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1027">
            <a:extLst>
              <a:ext uri="{FF2B5EF4-FFF2-40B4-BE49-F238E27FC236}">
                <a16:creationId xmlns:a16="http://schemas.microsoft.com/office/drawing/2014/main" id="{39F427FC-2EEE-4C96-9300-D2199A4E0A72}"/>
              </a:ext>
            </a:extLst>
          </p:cNvPr>
          <p:cNvSpPr>
            <a:spLocks noGrp="1"/>
          </p:cNvSpPr>
          <p:nvPr>
            <p:ph type="dt" sz="half" idx="10"/>
          </p:nvPr>
        </p:nvSpPr>
        <p:spPr>
          <a:ln/>
        </p:spPr>
        <p:txBody>
          <a:bodyPr/>
          <a:lstStyle>
            <a:lvl1pPr>
              <a:defRPr/>
            </a:lvl1pPr>
          </a:lstStyle>
          <a:p>
            <a:pPr>
              <a:defRPr/>
            </a:pPr>
            <a:endParaRPr lang="zh-CN" altLang="en-US"/>
          </a:p>
        </p:txBody>
      </p:sp>
      <p:sp>
        <p:nvSpPr>
          <p:cNvPr id="4" name="页脚占位符 1028">
            <a:extLst>
              <a:ext uri="{FF2B5EF4-FFF2-40B4-BE49-F238E27FC236}">
                <a16:creationId xmlns:a16="http://schemas.microsoft.com/office/drawing/2014/main" id="{D963F911-FE28-41CA-8BDC-B3AF204E68C3}"/>
              </a:ext>
            </a:extLst>
          </p:cNvPr>
          <p:cNvSpPr>
            <a:spLocks noGrp="1"/>
          </p:cNvSpPr>
          <p:nvPr>
            <p:ph type="ftr" sz="quarter" idx="11"/>
          </p:nvPr>
        </p:nvSpPr>
        <p:spPr>
          <a:ln/>
        </p:spPr>
        <p:txBody>
          <a:bodyPr/>
          <a:lstStyle>
            <a:lvl1pPr>
              <a:defRPr/>
            </a:lvl1pPr>
          </a:lstStyle>
          <a:p>
            <a:pPr>
              <a:defRPr/>
            </a:pPr>
            <a:endParaRPr lang="zh-CN" altLang="en-US"/>
          </a:p>
        </p:txBody>
      </p:sp>
      <p:sp>
        <p:nvSpPr>
          <p:cNvPr id="5" name="灯片编号占位符 1029">
            <a:extLst>
              <a:ext uri="{FF2B5EF4-FFF2-40B4-BE49-F238E27FC236}">
                <a16:creationId xmlns:a16="http://schemas.microsoft.com/office/drawing/2014/main" id="{FA9EDCB8-3EAC-4ECC-87AD-D92F78D27000}"/>
              </a:ext>
            </a:extLst>
          </p:cNvPr>
          <p:cNvSpPr>
            <a:spLocks noGrp="1"/>
          </p:cNvSpPr>
          <p:nvPr>
            <p:ph type="sldNum" sz="quarter" idx="12"/>
          </p:nvPr>
        </p:nvSpPr>
        <p:spPr>
          <a:ln/>
        </p:spPr>
        <p:txBody>
          <a:bodyPr/>
          <a:lstStyle>
            <a:lvl1pPr>
              <a:defRPr/>
            </a:lvl1pPr>
          </a:lstStyle>
          <a:p>
            <a:fld id="{38C25F4D-C19C-4810-8642-AD3D08FE825A}" type="slidenum">
              <a:rPr altLang="en-US"/>
              <a:pPr/>
              <a:t>‹#›</a:t>
            </a:fld>
            <a:endParaRPr lang="zh-CN" altLang="en-US"/>
          </a:p>
        </p:txBody>
      </p:sp>
    </p:spTree>
    <p:extLst>
      <p:ext uri="{BB962C8B-B14F-4D97-AF65-F5344CB8AC3E}">
        <p14:creationId xmlns:p14="http://schemas.microsoft.com/office/powerpoint/2010/main" val="2227609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27">
            <a:extLst>
              <a:ext uri="{FF2B5EF4-FFF2-40B4-BE49-F238E27FC236}">
                <a16:creationId xmlns:a16="http://schemas.microsoft.com/office/drawing/2014/main" id="{FDCDFB9A-1AD8-41D7-AD94-7C9318AE29BB}"/>
              </a:ext>
            </a:extLst>
          </p:cNvPr>
          <p:cNvSpPr>
            <a:spLocks noGrp="1"/>
          </p:cNvSpPr>
          <p:nvPr>
            <p:ph type="dt" sz="half" idx="10"/>
          </p:nvPr>
        </p:nvSpPr>
        <p:spPr>
          <a:ln/>
        </p:spPr>
        <p:txBody>
          <a:bodyPr/>
          <a:lstStyle>
            <a:lvl1pPr>
              <a:defRPr/>
            </a:lvl1pPr>
          </a:lstStyle>
          <a:p>
            <a:pPr>
              <a:defRPr/>
            </a:pPr>
            <a:endParaRPr lang="zh-CN" altLang="en-US"/>
          </a:p>
        </p:txBody>
      </p:sp>
      <p:sp>
        <p:nvSpPr>
          <p:cNvPr id="3" name="页脚占位符 1028">
            <a:extLst>
              <a:ext uri="{FF2B5EF4-FFF2-40B4-BE49-F238E27FC236}">
                <a16:creationId xmlns:a16="http://schemas.microsoft.com/office/drawing/2014/main" id="{24C39FD9-2877-41D4-BC93-2B59F3DA70B3}"/>
              </a:ext>
            </a:extLst>
          </p:cNvPr>
          <p:cNvSpPr>
            <a:spLocks noGrp="1"/>
          </p:cNvSpPr>
          <p:nvPr>
            <p:ph type="ftr" sz="quarter" idx="11"/>
          </p:nvPr>
        </p:nvSpPr>
        <p:spPr>
          <a:ln/>
        </p:spPr>
        <p:txBody>
          <a:bodyPr/>
          <a:lstStyle>
            <a:lvl1pPr>
              <a:defRPr/>
            </a:lvl1pPr>
          </a:lstStyle>
          <a:p>
            <a:pPr>
              <a:defRPr/>
            </a:pPr>
            <a:endParaRPr lang="zh-CN" altLang="en-US"/>
          </a:p>
        </p:txBody>
      </p:sp>
      <p:sp>
        <p:nvSpPr>
          <p:cNvPr id="4" name="灯片编号占位符 1029">
            <a:extLst>
              <a:ext uri="{FF2B5EF4-FFF2-40B4-BE49-F238E27FC236}">
                <a16:creationId xmlns:a16="http://schemas.microsoft.com/office/drawing/2014/main" id="{2E488E54-3D97-4A1E-8DFD-3E767D9AD532}"/>
              </a:ext>
            </a:extLst>
          </p:cNvPr>
          <p:cNvSpPr>
            <a:spLocks noGrp="1"/>
          </p:cNvSpPr>
          <p:nvPr>
            <p:ph type="sldNum" sz="quarter" idx="12"/>
          </p:nvPr>
        </p:nvSpPr>
        <p:spPr>
          <a:ln/>
        </p:spPr>
        <p:txBody>
          <a:bodyPr/>
          <a:lstStyle>
            <a:lvl1pPr>
              <a:defRPr/>
            </a:lvl1pPr>
          </a:lstStyle>
          <a:p>
            <a:fld id="{AE906436-FBF1-46D3-A0E0-D9820FD2520D}" type="slidenum">
              <a:rPr altLang="en-US"/>
              <a:pPr/>
              <a:t>‹#›</a:t>
            </a:fld>
            <a:endParaRPr lang="zh-CN" altLang="en-US"/>
          </a:p>
        </p:txBody>
      </p:sp>
    </p:spTree>
    <p:extLst>
      <p:ext uri="{BB962C8B-B14F-4D97-AF65-F5344CB8AC3E}">
        <p14:creationId xmlns:p14="http://schemas.microsoft.com/office/powerpoint/2010/main" val="478070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B79A5907-D444-43E6-B7F8-FF6F89E1683A}"/>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028">
            <a:extLst>
              <a:ext uri="{FF2B5EF4-FFF2-40B4-BE49-F238E27FC236}">
                <a16:creationId xmlns:a16="http://schemas.microsoft.com/office/drawing/2014/main" id="{6404B75B-1524-4D7C-AB79-037D38FCBE39}"/>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029">
            <a:extLst>
              <a:ext uri="{FF2B5EF4-FFF2-40B4-BE49-F238E27FC236}">
                <a16:creationId xmlns:a16="http://schemas.microsoft.com/office/drawing/2014/main" id="{A23DFC3C-68FC-4B4F-972B-6D9A1ABE1518}"/>
              </a:ext>
            </a:extLst>
          </p:cNvPr>
          <p:cNvSpPr>
            <a:spLocks noGrp="1"/>
          </p:cNvSpPr>
          <p:nvPr>
            <p:ph type="sldNum" sz="quarter" idx="12"/>
          </p:nvPr>
        </p:nvSpPr>
        <p:spPr>
          <a:ln/>
        </p:spPr>
        <p:txBody>
          <a:bodyPr/>
          <a:lstStyle>
            <a:lvl1pPr>
              <a:defRPr/>
            </a:lvl1pPr>
          </a:lstStyle>
          <a:p>
            <a:fld id="{9DCFC9F8-20E3-4F89-96D1-EF6B6513984F}" type="slidenum">
              <a:rPr altLang="en-US"/>
              <a:pPr/>
              <a:t>‹#›</a:t>
            </a:fld>
            <a:endParaRPr lang="zh-CN" altLang="en-US"/>
          </a:p>
        </p:txBody>
      </p:sp>
    </p:spTree>
    <p:extLst>
      <p:ext uri="{BB962C8B-B14F-4D97-AF65-F5344CB8AC3E}">
        <p14:creationId xmlns:p14="http://schemas.microsoft.com/office/powerpoint/2010/main" val="3586398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1027">
            <a:extLst>
              <a:ext uri="{FF2B5EF4-FFF2-40B4-BE49-F238E27FC236}">
                <a16:creationId xmlns:a16="http://schemas.microsoft.com/office/drawing/2014/main" id="{FA811BCD-F3F1-4832-A514-5A888BE17FBB}"/>
              </a:ext>
            </a:extLst>
          </p:cNvPr>
          <p:cNvSpPr>
            <a:spLocks noGrp="1"/>
          </p:cNvSpPr>
          <p:nvPr>
            <p:ph type="dt" sz="half" idx="10"/>
          </p:nvPr>
        </p:nvSpPr>
        <p:spPr>
          <a:ln/>
        </p:spPr>
        <p:txBody>
          <a:bodyPr/>
          <a:lstStyle>
            <a:lvl1pPr>
              <a:defRPr/>
            </a:lvl1pPr>
          </a:lstStyle>
          <a:p>
            <a:pPr>
              <a:defRPr/>
            </a:pPr>
            <a:endParaRPr lang="zh-CN" altLang="en-US"/>
          </a:p>
        </p:txBody>
      </p:sp>
      <p:sp>
        <p:nvSpPr>
          <p:cNvPr id="6" name="页脚占位符 1028">
            <a:extLst>
              <a:ext uri="{FF2B5EF4-FFF2-40B4-BE49-F238E27FC236}">
                <a16:creationId xmlns:a16="http://schemas.microsoft.com/office/drawing/2014/main" id="{7F99790C-5BFB-47A5-8CF1-5FD821399783}"/>
              </a:ext>
            </a:extLst>
          </p:cNvPr>
          <p:cNvSpPr>
            <a:spLocks noGrp="1"/>
          </p:cNvSpPr>
          <p:nvPr>
            <p:ph type="ftr" sz="quarter" idx="11"/>
          </p:nvPr>
        </p:nvSpPr>
        <p:spPr>
          <a:ln/>
        </p:spPr>
        <p:txBody>
          <a:bodyPr/>
          <a:lstStyle>
            <a:lvl1pPr>
              <a:defRPr/>
            </a:lvl1pPr>
          </a:lstStyle>
          <a:p>
            <a:pPr>
              <a:defRPr/>
            </a:pPr>
            <a:endParaRPr lang="zh-CN" altLang="en-US"/>
          </a:p>
        </p:txBody>
      </p:sp>
      <p:sp>
        <p:nvSpPr>
          <p:cNvPr id="7" name="灯片编号占位符 1029">
            <a:extLst>
              <a:ext uri="{FF2B5EF4-FFF2-40B4-BE49-F238E27FC236}">
                <a16:creationId xmlns:a16="http://schemas.microsoft.com/office/drawing/2014/main" id="{41688C06-5BFC-43A8-BB6F-2ECFA432E4DB}"/>
              </a:ext>
            </a:extLst>
          </p:cNvPr>
          <p:cNvSpPr>
            <a:spLocks noGrp="1"/>
          </p:cNvSpPr>
          <p:nvPr>
            <p:ph type="sldNum" sz="quarter" idx="12"/>
          </p:nvPr>
        </p:nvSpPr>
        <p:spPr>
          <a:ln/>
        </p:spPr>
        <p:txBody>
          <a:bodyPr/>
          <a:lstStyle>
            <a:lvl1pPr>
              <a:defRPr/>
            </a:lvl1pPr>
          </a:lstStyle>
          <a:p>
            <a:fld id="{30944224-B5AF-48C4-A87D-4A3E86442F55}" type="slidenum">
              <a:rPr altLang="en-US"/>
              <a:pPr/>
              <a:t>‹#›</a:t>
            </a:fld>
            <a:endParaRPr lang="zh-CN" altLang="en-US"/>
          </a:p>
        </p:txBody>
      </p:sp>
    </p:spTree>
    <p:extLst>
      <p:ext uri="{BB962C8B-B14F-4D97-AF65-F5344CB8AC3E}">
        <p14:creationId xmlns:p14="http://schemas.microsoft.com/office/powerpoint/2010/main" val="2994863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5666B153-8203-4DA7-9DDA-D5248F8F1E9D}"/>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0F3D1BA3-AC16-4334-9507-13A3FB3FDF2F}"/>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58BE04EC-3951-4758-B2FB-CCDBA4A3FC4C}"/>
              </a:ext>
            </a:extLst>
          </p:cNvPr>
          <p:cNvSpPr>
            <a:spLocks noGrp="1"/>
          </p:cNvSpPr>
          <p:nvPr>
            <p:ph type="sldNum" sz="quarter" idx="12"/>
          </p:nvPr>
        </p:nvSpPr>
        <p:spPr>
          <a:ln/>
        </p:spPr>
        <p:txBody>
          <a:bodyPr/>
          <a:lstStyle>
            <a:lvl1pPr>
              <a:defRPr/>
            </a:lvl1pPr>
          </a:lstStyle>
          <a:p>
            <a:fld id="{945185B1-839A-41DA-A4DA-2B9BF2278D65}" type="slidenum">
              <a:rPr altLang="en-US"/>
              <a:pPr/>
              <a:t>‹#›</a:t>
            </a:fld>
            <a:endParaRPr lang="zh-CN" altLang="en-US"/>
          </a:p>
        </p:txBody>
      </p:sp>
    </p:spTree>
    <p:extLst>
      <p:ext uri="{BB962C8B-B14F-4D97-AF65-F5344CB8AC3E}">
        <p14:creationId xmlns:p14="http://schemas.microsoft.com/office/powerpoint/2010/main" val="396461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1027">
            <a:extLst>
              <a:ext uri="{FF2B5EF4-FFF2-40B4-BE49-F238E27FC236}">
                <a16:creationId xmlns:a16="http://schemas.microsoft.com/office/drawing/2014/main" id="{83006963-40AC-4FB6-9731-FDD3601CE071}"/>
              </a:ext>
            </a:extLst>
          </p:cNvPr>
          <p:cNvSpPr>
            <a:spLocks noGrp="1"/>
          </p:cNvSpPr>
          <p:nvPr>
            <p:ph type="dt" sz="half" idx="10"/>
          </p:nvPr>
        </p:nvSpPr>
        <p:spPr>
          <a:ln/>
        </p:spPr>
        <p:txBody>
          <a:bodyPr/>
          <a:lstStyle>
            <a:lvl1pPr>
              <a:defRPr/>
            </a:lvl1pPr>
          </a:lstStyle>
          <a:p>
            <a:pPr>
              <a:defRPr/>
            </a:pPr>
            <a:endParaRPr lang="zh-CN" altLang="en-US"/>
          </a:p>
        </p:txBody>
      </p:sp>
      <p:sp>
        <p:nvSpPr>
          <p:cNvPr id="5" name="页脚占位符 1028">
            <a:extLst>
              <a:ext uri="{FF2B5EF4-FFF2-40B4-BE49-F238E27FC236}">
                <a16:creationId xmlns:a16="http://schemas.microsoft.com/office/drawing/2014/main" id="{AEEEA303-D1A7-4337-9562-663DA6DF6E7A}"/>
              </a:ext>
            </a:extLst>
          </p:cNvPr>
          <p:cNvSpPr>
            <a:spLocks noGrp="1"/>
          </p:cNvSpPr>
          <p:nvPr>
            <p:ph type="ftr" sz="quarter" idx="11"/>
          </p:nvPr>
        </p:nvSpPr>
        <p:spPr>
          <a:ln/>
        </p:spPr>
        <p:txBody>
          <a:bodyPr/>
          <a:lstStyle>
            <a:lvl1pPr>
              <a:defRPr/>
            </a:lvl1pPr>
          </a:lstStyle>
          <a:p>
            <a:pPr>
              <a:defRPr/>
            </a:pPr>
            <a:endParaRPr lang="zh-CN" altLang="en-US"/>
          </a:p>
        </p:txBody>
      </p:sp>
      <p:sp>
        <p:nvSpPr>
          <p:cNvPr id="6" name="灯片编号占位符 1029">
            <a:extLst>
              <a:ext uri="{FF2B5EF4-FFF2-40B4-BE49-F238E27FC236}">
                <a16:creationId xmlns:a16="http://schemas.microsoft.com/office/drawing/2014/main" id="{0CE7FD1D-BA3A-4225-A6DC-C3D87EEB1A0D}"/>
              </a:ext>
            </a:extLst>
          </p:cNvPr>
          <p:cNvSpPr>
            <a:spLocks noGrp="1"/>
          </p:cNvSpPr>
          <p:nvPr>
            <p:ph type="sldNum" sz="quarter" idx="12"/>
          </p:nvPr>
        </p:nvSpPr>
        <p:spPr>
          <a:ln/>
        </p:spPr>
        <p:txBody>
          <a:bodyPr/>
          <a:lstStyle>
            <a:lvl1pPr>
              <a:defRPr/>
            </a:lvl1pPr>
          </a:lstStyle>
          <a:p>
            <a:fld id="{397D4A1A-1156-466C-AC4C-A2BCD5030E37}" type="slidenum">
              <a:rPr altLang="en-US"/>
              <a:pPr/>
              <a:t>‹#›</a:t>
            </a:fld>
            <a:endParaRPr lang="zh-CN" altLang="en-US"/>
          </a:p>
        </p:txBody>
      </p:sp>
    </p:spTree>
    <p:extLst>
      <p:ext uri="{BB962C8B-B14F-4D97-AF65-F5344CB8AC3E}">
        <p14:creationId xmlns:p14="http://schemas.microsoft.com/office/powerpoint/2010/main" val="32554063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EB750-E570-4870-BF05-0F0116EDA67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0F6A81C-0970-421E-8B64-A1A6860A6058}"/>
              </a:ext>
            </a:extLst>
          </p:cNvPr>
          <p:cNvSpPr>
            <a:spLocks noGrp="1"/>
          </p:cNvSpPr>
          <p:nvPr>
            <p:ph type="dt" sz="half" idx="10"/>
          </p:nvPr>
        </p:nvSpPr>
        <p:spPr/>
        <p:txBody>
          <a:bodyPr/>
          <a:lstStyle/>
          <a:p>
            <a:pPr>
              <a:defRPr/>
            </a:pPr>
            <a:endParaRPr lang="zh-CN" altLang="en-US"/>
          </a:p>
        </p:txBody>
      </p:sp>
      <p:sp>
        <p:nvSpPr>
          <p:cNvPr id="4" name="页脚占位符 3">
            <a:extLst>
              <a:ext uri="{FF2B5EF4-FFF2-40B4-BE49-F238E27FC236}">
                <a16:creationId xmlns:a16="http://schemas.microsoft.com/office/drawing/2014/main" id="{1327AE97-4EDD-4CB8-946E-D43C34ADCB43}"/>
              </a:ext>
            </a:extLst>
          </p:cNvPr>
          <p:cNvSpPr>
            <a:spLocks noGrp="1"/>
          </p:cNvSpPr>
          <p:nvPr>
            <p:ph type="ftr" sz="quarter" idx="11"/>
          </p:nvPr>
        </p:nvSpPr>
        <p:spPr/>
        <p:txBody>
          <a:bodyPr/>
          <a:lstStyle/>
          <a:p>
            <a:pPr>
              <a:defRPr/>
            </a:pPr>
            <a:endParaRPr lang="zh-CN" altLang="en-US"/>
          </a:p>
        </p:txBody>
      </p:sp>
      <p:sp>
        <p:nvSpPr>
          <p:cNvPr id="5" name="灯片编号占位符 4">
            <a:extLst>
              <a:ext uri="{FF2B5EF4-FFF2-40B4-BE49-F238E27FC236}">
                <a16:creationId xmlns:a16="http://schemas.microsoft.com/office/drawing/2014/main" id="{42C0E663-D954-4602-BDC9-988AFE7228CF}"/>
              </a:ext>
            </a:extLst>
          </p:cNvPr>
          <p:cNvSpPr>
            <a:spLocks noGrp="1"/>
          </p:cNvSpPr>
          <p:nvPr>
            <p:ph type="sldNum" sz="quarter" idx="12"/>
          </p:nvPr>
        </p:nvSpPr>
        <p:spPr/>
        <p:txBody>
          <a:bodyPr/>
          <a:lstStyle/>
          <a:p>
            <a:fld id="{3291CFBE-933F-432B-BC61-F75CD3F5E79A}" type="slidenum">
              <a:rPr lang="en-US" altLang="zh-CN" smtClean="0"/>
              <a:pPr/>
              <a:t>‹#›</a:t>
            </a:fld>
            <a:endParaRPr lang="zh-CN" altLang="en-US"/>
          </a:p>
        </p:txBody>
      </p:sp>
    </p:spTree>
    <p:extLst>
      <p:ext uri="{BB962C8B-B14F-4D97-AF65-F5344CB8AC3E}">
        <p14:creationId xmlns:p14="http://schemas.microsoft.com/office/powerpoint/2010/main" val="2077208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E0F24-E672-439F-9830-86B8C7CD306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E55688B-C425-4D77-9545-A794D8AF9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D687297-4F4C-4556-AD6F-8E254138E229}"/>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AE7459FA-FA4D-49B4-81B0-0BCE2F06275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CDA7CF-4FCD-4298-AEB6-9169D7E9A4B3}"/>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3742375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FFFC8B-2F09-4352-95C3-8C394F3C9C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F6191BC-6985-44B3-A461-67248CD0E35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D325F5E-54A5-46FA-85FD-6C158ECCC028}"/>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684D8B5A-AAF5-4ECF-8C63-51683BFCD6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CC22C2-362F-42A0-9A14-A3A386A4A7EB}"/>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4146670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9D2A4-AC2D-4F3E-9568-218C019FD89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104150D-F30C-44D3-8901-E3AC4628C3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6560C4E-A54B-4FE4-9232-F41A3782B0D2}"/>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57207726-CA38-4566-937E-055E4854454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240348-0D43-425A-BC4B-0B2D7283A038}"/>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2116698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43BFA8-7BD5-4816-A9F7-9594D52161B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03C507B-DB9A-4ECB-8603-605CDEBDDAC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8B87D18-5E31-47FA-BD5B-AA20307A1B7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99BF8BE-90A3-48CA-8272-9DD0E605F479}"/>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6" name="页脚占位符 5">
            <a:extLst>
              <a:ext uri="{FF2B5EF4-FFF2-40B4-BE49-F238E27FC236}">
                <a16:creationId xmlns:a16="http://schemas.microsoft.com/office/drawing/2014/main" id="{4982ED7A-FC9B-469F-BD26-311CCA9696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61ED208-5569-4D68-9C61-422BEDD1360D}"/>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4507862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F92843-7478-4A27-A3FF-70D0409EE77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A37AB37-7FB2-4114-AE15-94AEA11D49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1AA3E28-1C4E-42AB-BECA-7AF52924DA0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CD0655F-207C-4F84-AFE8-DD3068DC26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2BD1C14-C334-478F-9DEC-5CC411254DE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736EDA3-AE8D-4082-A867-B36E34BFC74F}"/>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8" name="页脚占位符 7">
            <a:extLst>
              <a:ext uri="{FF2B5EF4-FFF2-40B4-BE49-F238E27FC236}">
                <a16:creationId xmlns:a16="http://schemas.microsoft.com/office/drawing/2014/main" id="{F3924D0F-B8C5-470D-959B-BAA613AC400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E734948-7761-44E0-B1CF-97749A4C28B8}"/>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764240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586D42-281B-42EA-9A60-0969E0F9EF2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7FD057D-CF0D-41D7-B9C4-C383A02AECE5}"/>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4" name="页脚占位符 3">
            <a:extLst>
              <a:ext uri="{FF2B5EF4-FFF2-40B4-BE49-F238E27FC236}">
                <a16:creationId xmlns:a16="http://schemas.microsoft.com/office/drawing/2014/main" id="{AB19F84C-6F51-4F78-9745-9CDACC9D168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C76C493-9528-41F7-A75D-8161651ADF20}"/>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16656109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844DBA8-7341-4991-AE44-27DC65C55B6F}"/>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3" name="页脚占位符 2">
            <a:extLst>
              <a:ext uri="{FF2B5EF4-FFF2-40B4-BE49-F238E27FC236}">
                <a16:creationId xmlns:a16="http://schemas.microsoft.com/office/drawing/2014/main" id="{6F0B9D17-8932-44E5-9976-9712C8ED6F4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A1EFC44-6DF1-4EA8-BF31-FDFC04304E8F}"/>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1668770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A38C21-070B-48BA-A2B0-1033A6046D3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6802B90-AD9C-4353-9EAC-D72861402F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32652FD-3118-45A1-ACB7-4690E478F9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D36D62F-46C1-4675-8665-1F1BF2B37AB7}"/>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6" name="页脚占位符 5">
            <a:extLst>
              <a:ext uri="{FF2B5EF4-FFF2-40B4-BE49-F238E27FC236}">
                <a16:creationId xmlns:a16="http://schemas.microsoft.com/office/drawing/2014/main" id="{AE41F067-ABD6-4147-BE02-1239185A8F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7565A9-A62B-405A-B7AB-BE9A6739019E}"/>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8597725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07AA95-279B-4F53-B535-CB1C6413C2D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DB5D98C-ADAF-4294-ADE5-B5073990D9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C307973-FD19-4560-895E-89454AB84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C1702B3-0F43-47AD-B352-D757051BF33F}"/>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6" name="页脚占位符 5">
            <a:extLst>
              <a:ext uri="{FF2B5EF4-FFF2-40B4-BE49-F238E27FC236}">
                <a16:creationId xmlns:a16="http://schemas.microsoft.com/office/drawing/2014/main" id="{5038A6E5-A067-4645-824D-85171ADD9D0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03B93C0-740B-4AA5-9156-B7AFE3837E63}"/>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25994571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B867B-32BF-4A82-AF07-68AE3002E55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E041809-FCE6-49BB-BA8A-A299C04BEC8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B039EB8-F80B-4CAE-A2B8-93E060FAAEFD}"/>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E0D3E18A-6D0A-41D4-9C67-58B403204A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400F5B-FBE0-4E18-8FB5-2D0265D7EE53}"/>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4507778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8F315BF-39ED-4FD1-98C2-0C9E13D497C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76FFD4F-612D-436A-91A6-96A47AD9BDF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FF1EAD-E67E-4BB0-93BE-2F946FE4C162}"/>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7C27AD75-E5A4-4687-B29D-AEDEB47218B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7A2470-9D9C-445E-ACA0-72091C6219A4}"/>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36945814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E30238-21F3-4910-9DA3-1C081A01E6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F7AD0C4-AAFE-4BB5-A529-1AA55098409C}"/>
              </a:ext>
            </a:extLst>
          </p:cNvPr>
          <p:cNvSpPr>
            <a:spLocks noGrp="1"/>
          </p:cNvSpPr>
          <p:nvPr>
            <p:ph type="dt" sz="half" idx="10"/>
          </p:nvPr>
        </p:nvSpPr>
        <p:spPr/>
        <p:txBody>
          <a:bodyPr/>
          <a:lstStyle/>
          <a:p>
            <a:fld id="{1E8FE450-B215-4E7F-BD28-B94FB9393BF4}" type="datetimeFigureOut">
              <a:rPr lang="zh-CN" altLang="en-US" smtClean="0"/>
              <a:t>2023/11/13</a:t>
            </a:fld>
            <a:endParaRPr lang="zh-CN" altLang="en-US"/>
          </a:p>
        </p:txBody>
      </p:sp>
      <p:sp>
        <p:nvSpPr>
          <p:cNvPr id="4" name="页脚占位符 3">
            <a:extLst>
              <a:ext uri="{FF2B5EF4-FFF2-40B4-BE49-F238E27FC236}">
                <a16:creationId xmlns:a16="http://schemas.microsoft.com/office/drawing/2014/main" id="{0538C768-64E2-412C-88B6-55FB186055A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10476EC-21AA-467A-AC13-930402CF6DAE}"/>
              </a:ext>
            </a:extLst>
          </p:cNvPr>
          <p:cNvSpPr>
            <a:spLocks noGrp="1"/>
          </p:cNvSpPr>
          <p:nvPr>
            <p:ph type="sldNum" sz="quarter" idx="12"/>
          </p:nvPr>
        </p:nvSpPr>
        <p:spPr/>
        <p:txBody>
          <a:body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2019100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4098" name="标题 1025">
            <a:extLst>
              <a:ext uri="{FF2B5EF4-FFF2-40B4-BE49-F238E27FC236}">
                <a16:creationId xmlns:a16="http://schemas.microsoft.com/office/drawing/2014/main" id="{C7CEE7B5-A00B-4BC6-965B-93227FAA38D9}"/>
              </a:ext>
            </a:extLst>
          </p:cNvPr>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文本占位符 1026">
            <a:extLst>
              <a:ext uri="{FF2B5EF4-FFF2-40B4-BE49-F238E27FC236}">
                <a16:creationId xmlns:a16="http://schemas.microsoft.com/office/drawing/2014/main" id="{FBAFE117-C4F3-4664-A977-3F9CA9D3E4F7}"/>
              </a:ext>
            </a:extLst>
          </p:cNvPr>
          <p:cNvSpPr>
            <a:spLocks noGrp="1" noChangeArrowheads="1"/>
          </p:cNvSpPr>
          <p:nvPr>
            <p:ph type="body" idx="4294967295"/>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a:extLst>
              <a:ext uri="{FF2B5EF4-FFF2-40B4-BE49-F238E27FC236}">
                <a16:creationId xmlns:a16="http://schemas.microsoft.com/office/drawing/2014/main" id="{2DA02320-80A2-4FAE-9A19-E6D3700398B5}"/>
              </a:ext>
            </a:extLst>
          </p:cNvPr>
          <p:cNvSpPr>
            <a:spLocks noGrp="1"/>
          </p:cNvSpPr>
          <p:nvPr>
            <p:ph type="dt" sz="half" idx="2"/>
          </p:nvPr>
        </p:nvSpPr>
        <p:spPr>
          <a:xfrm>
            <a:off x="609600" y="6245225"/>
            <a:ext cx="2844800" cy="476250"/>
          </a:xfrm>
          <a:prstGeom prst="rect">
            <a:avLst/>
          </a:prstGeom>
          <a:noFill/>
          <a:ln w="9525">
            <a:noFill/>
          </a:ln>
        </p:spPr>
        <p:txBody>
          <a:bodyPr/>
          <a:lstStyle>
            <a:lvl1pPr eaLnBrk="1" hangingPunct="1">
              <a:defRPr sz="1400" noProof="1"/>
            </a:lvl1pPr>
          </a:lstStyle>
          <a:p>
            <a:pPr>
              <a:defRPr/>
            </a:pPr>
            <a:endParaRPr lang="zh-CN" altLang="en-US"/>
          </a:p>
        </p:txBody>
      </p:sp>
      <p:sp>
        <p:nvSpPr>
          <p:cNvPr id="1029" name="页脚占位符 1028">
            <a:extLst>
              <a:ext uri="{FF2B5EF4-FFF2-40B4-BE49-F238E27FC236}">
                <a16:creationId xmlns:a16="http://schemas.microsoft.com/office/drawing/2014/main" id="{24385884-B91D-4AF6-9A78-F4F9F64F1959}"/>
              </a:ext>
            </a:extLst>
          </p:cNvPr>
          <p:cNvSpPr>
            <a:spLocks noGrp="1"/>
          </p:cNvSpPr>
          <p:nvPr>
            <p:ph type="ftr" sz="quarter" idx="3"/>
          </p:nvPr>
        </p:nvSpPr>
        <p:spPr>
          <a:xfrm>
            <a:off x="4165600" y="6245225"/>
            <a:ext cx="3860800" cy="476250"/>
          </a:xfrm>
          <a:prstGeom prst="rect">
            <a:avLst/>
          </a:prstGeom>
          <a:noFill/>
          <a:ln w="9525">
            <a:noFill/>
          </a:ln>
        </p:spPr>
        <p:txBody>
          <a:bodyPr/>
          <a:lstStyle>
            <a:lvl1pPr algn="ctr" eaLnBrk="1" hangingPunct="1">
              <a:defRPr sz="1400" noProof="1"/>
            </a:lvl1pPr>
          </a:lstStyle>
          <a:p>
            <a:pPr>
              <a:defRPr/>
            </a:pPr>
            <a:endParaRPr lang="zh-CN" altLang="en-US"/>
          </a:p>
        </p:txBody>
      </p:sp>
      <p:sp>
        <p:nvSpPr>
          <p:cNvPr id="1030" name="灯片编号占位符 1029">
            <a:extLst>
              <a:ext uri="{FF2B5EF4-FFF2-40B4-BE49-F238E27FC236}">
                <a16:creationId xmlns:a16="http://schemas.microsoft.com/office/drawing/2014/main" id="{85E99879-E7A7-47F5-B1C5-210BD9338CF3}"/>
              </a:ext>
            </a:extLst>
          </p:cNvPr>
          <p:cNvSpPr>
            <a:spLocks noGrp="1"/>
          </p:cNvSpPr>
          <p:nvPr>
            <p:ph type="sldNum" sz="quarter" idx="4"/>
          </p:nvPr>
        </p:nvSpPr>
        <p:spPr>
          <a:xfrm>
            <a:off x="8737600" y="6245225"/>
            <a:ext cx="2844800" cy="476250"/>
          </a:xfrm>
          <a:prstGeom prst="rect">
            <a:avLst/>
          </a:prstGeom>
          <a:noFill/>
          <a:ln w="9525">
            <a:noFill/>
          </a:ln>
        </p:spPr>
        <p:txBody>
          <a:bodyPr vert="horz" wrap="square" lIns="91440" tIns="45720" rIns="91440" bIns="45720" numCol="1" anchor="t" anchorCtr="0" compatLnSpc="1">
            <a:prstTxWarp prst="textNoShape">
              <a:avLst/>
            </a:prstTxWarp>
          </a:bodyPr>
          <a:lstStyle>
            <a:lvl1pPr algn="r" eaLnBrk="1" hangingPunct="1">
              <a:defRPr sz="1400" noProof="1"/>
            </a:lvl1pPr>
          </a:lstStyle>
          <a:p>
            <a:fld id="{E1F31876-C959-4604-8607-163BCD24F084}" type="slidenum">
              <a:rPr altLang="en-US"/>
              <a:pPr/>
              <a:t>‹#›</a:t>
            </a:fld>
            <a:endParaRPr lang="zh-CN" altLang="en-US"/>
          </a:p>
        </p:txBody>
      </p:sp>
    </p:spTree>
    <p:extLst>
      <p:ext uri="{BB962C8B-B14F-4D97-AF65-F5344CB8AC3E}">
        <p14:creationId xmlns:p14="http://schemas.microsoft.com/office/powerpoint/2010/main" val="3931284804"/>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62" r:id="rId12"/>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B6D3DFD-8C7D-4CED-ADB3-C810094893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B600B6A-602F-4F74-985E-D8C832BAED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A39F623-2F86-4A5F-908D-764B0D2D93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8FE450-B215-4E7F-BD28-B94FB9393BF4}" type="datetimeFigureOut">
              <a:rPr lang="zh-CN" altLang="en-US" smtClean="0"/>
              <a:t>2023/11/13</a:t>
            </a:fld>
            <a:endParaRPr lang="zh-CN" altLang="en-US"/>
          </a:p>
        </p:txBody>
      </p:sp>
      <p:sp>
        <p:nvSpPr>
          <p:cNvPr id="5" name="页脚占位符 4">
            <a:extLst>
              <a:ext uri="{FF2B5EF4-FFF2-40B4-BE49-F238E27FC236}">
                <a16:creationId xmlns:a16="http://schemas.microsoft.com/office/drawing/2014/main" id="{4993092B-D280-4660-B354-E99BCF4FC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9DB7CEF-2FA7-4013-A46F-FB2139DD44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91A45F-6D05-4720-B07D-AAAF6B002A6A}" type="slidenum">
              <a:rPr lang="zh-CN" altLang="en-US" smtClean="0"/>
              <a:t>‹#›</a:t>
            </a:fld>
            <a:endParaRPr lang="zh-CN" altLang="en-US"/>
          </a:p>
        </p:txBody>
      </p:sp>
    </p:spTree>
    <p:extLst>
      <p:ext uri="{BB962C8B-B14F-4D97-AF65-F5344CB8AC3E}">
        <p14:creationId xmlns:p14="http://schemas.microsoft.com/office/powerpoint/2010/main" val="1411394217"/>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8.jpe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9.jp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10.jpe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7170" name="图片 2">
            <a:extLst>
              <a:ext uri="{FF2B5EF4-FFF2-40B4-BE49-F238E27FC236}">
                <a16:creationId xmlns:a16="http://schemas.microsoft.com/office/drawing/2014/main" id="{B4173A80-5D7C-413A-A1CD-38F79FFAFA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51" y="-99392"/>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a:extLst>
              <a:ext uri="{FF2B5EF4-FFF2-40B4-BE49-F238E27FC236}">
                <a16:creationId xmlns:a16="http://schemas.microsoft.com/office/drawing/2014/main" id="{518BAE7D-A729-45A1-BD50-C717DF1FDBBB}"/>
              </a:ext>
            </a:extLst>
          </p:cNvPr>
          <p:cNvGrpSpPr/>
          <p:nvPr/>
        </p:nvGrpSpPr>
        <p:grpSpPr>
          <a:xfrm>
            <a:off x="4921369" y="5936006"/>
            <a:ext cx="1822177" cy="526363"/>
            <a:chOff x="3854450" y="4787900"/>
            <a:chExt cx="4462463" cy="1289050"/>
          </a:xfrm>
          <a:solidFill>
            <a:srgbClr val="8B0A42"/>
          </a:solidFill>
        </p:grpSpPr>
        <p:sp>
          <p:nvSpPr>
            <p:cNvPr id="11" name="Freeform 5">
              <a:extLst>
                <a:ext uri="{FF2B5EF4-FFF2-40B4-BE49-F238E27FC236}">
                  <a16:creationId xmlns:a16="http://schemas.microsoft.com/office/drawing/2014/main" id="{8323FD34-819F-46D8-B96B-30B189EC0019}"/>
                </a:ext>
              </a:extLst>
            </p:cNvPr>
            <p:cNvSpPr>
              <a:spLocks/>
            </p:cNvSpPr>
            <p:nvPr/>
          </p:nvSpPr>
          <p:spPr bwMode="auto">
            <a:xfrm>
              <a:off x="7772400" y="5827713"/>
              <a:ext cx="112713" cy="158750"/>
            </a:xfrm>
            <a:custGeom>
              <a:avLst/>
              <a:gdLst>
                <a:gd name="T0" fmla="*/ 0 w 20"/>
                <a:gd name="T1" fmla="*/ 16 h 28"/>
                <a:gd name="T2" fmla="*/ 0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8 w 20"/>
                <a:gd name="T21" fmla="*/ 9 h 28"/>
                <a:gd name="T22" fmla="*/ 18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9 w 20"/>
                <a:gd name="T35" fmla="*/ 28 h 28"/>
                <a:gd name="T36" fmla="*/ 2 w 20"/>
                <a:gd name="T37" fmla="*/ 26 h 28"/>
                <a:gd name="T38" fmla="*/ 0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0" y="16"/>
                  </a:cubicBezTo>
                  <a:cubicBezTo>
                    <a:pt x="1" y="16"/>
                    <a:pt x="1" y="16"/>
                    <a:pt x="1" y="17"/>
                  </a:cubicBezTo>
                  <a:cubicBezTo>
                    <a:pt x="2" y="22"/>
                    <a:pt x="4"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6" y="1"/>
                    <a:pt x="17" y="1"/>
                  </a:cubicBezTo>
                  <a:cubicBezTo>
                    <a:pt x="17" y="1"/>
                    <a:pt x="18" y="1"/>
                    <a:pt x="18" y="2"/>
                  </a:cubicBezTo>
                  <a:cubicBezTo>
                    <a:pt x="18" y="9"/>
                    <a:pt x="18" y="9"/>
                    <a:pt x="18" y="9"/>
                  </a:cubicBezTo>
                  <a:cubicBezTo>
                    <a:pt x="18" y="10"/>
                    <a:pt x="18" y="10"/>
                    <a:pt x="18" y="10"/>
                  </a:cubicBezTo>
                  <a:cubicBezTo>
                    <a:pt x="18" y="10"/>
                    <a:pt x="18" y="11"/>
                    <a:pt x="18" y="11"/>
                  </a:cubicBezTo>
                  <a:cubicBezTo>
                    <a:pt x="18" y="11"/>
                    <a:pt x="18" y="10"/>
                    <a:pt x="17" y="8"/>
                  </a:cubicBezTo>
                  <a:cubicBezTo>
                    <a:pt x="15" y="4"/>
                    <a:pt x="13" y="2"/>
                    <a:pt x="9" y="2"/>
                  </a:cubicBezTo>
                  <a:cubicBezTo>
                    <a:pt x="6" y="2"/>
                    <a:pt x="4" y="3"/>
                    <a:pt x="4" y="6"/>
                  </a:cubicBezTo>
                  <a:cubicBezTo>
                    <a:pt x="4" y="12"/>
                    <a:pt x="20" y="8"/>
                    <a:pt x="20" y="19"/>
                  </a:cubicBezTo>
                  <a:cubicBezTo>
                    <a:pt x="20" y="24"/>
                    <a:pt x="15" y="28"/>
                    <a:pt x="9" y="28"/>
                  </a:cubicBezTo>
                  <a:cubicBezTo>
                    <a:pt x="6" y="28"/>
                    <a:pt x="4" y="26"/>
                    <a:pt x="2" y="26"/>
                  </a:cubicBezTo>
                  <a:cubicBezTo>
                    <a:pt x="1" y="26"/>
                    <a:pt x="1" y="28"/>
                    <a:pt x="0" y="28"/>
                  </a:cubicBezTo>
                  <a:cubicBezTo>
                    <a:pt x="0" y="28"/>
                    <a:pt x="0" y="28"/>
                    <a:pt x="0" y="27"/>
                  </a:cubicBezTo>
                  <a:lnTo>
                    <a:pt x="0" y="16"/>
                  </a:lnTo>
                  <a:close/>
                </a:path>
              </a:pathLst>
            </a:custGeom>
            <a:grpFill/>
            <a:ln>
              <a:noFill/>
            </a:ln>
          </p:spPr>
          <p:txBody>
            <a:bodyPr/>
            <a:lstStyle/>
            <a:p>
              <a:pPr>
                <a:defRPr/>
              </a:pPr>
              <a:endParaRPr lang="zh-CN" altLang="en-US"/>
            </a:p>
          </p:txBody>
        </p:sp>
        <p:sp>
          <p:nvSpPr>
            <p:cNvPr id="12" name="Freeform 6">
              <a:extLst>
                <a:ext uri="{FF2B5EF4-FFF2-40B4-BE49-F238E27FC236}">
                  <a16:creationId xmlns:a16="http://schemas.microsoft.com/office/drawing/2014/main" id="{A8C2C9BF-4F3D-4DFB-937F-0B4CE9FD8E7D}"/>
                </a:ext>
              </a:extLst>
            </p:cNvPr>
            <p:cNvSpPr>
              <a:spLocks/>
            </p:cNvSpPr>
            <p:nvPr/>
          </p:nvSpPr>
          <p:spPr bwMode="auto">
            <a:xfrm>
              <a:off x="7435850" y="5832475"/>
              <a:ext cx="134938" cy="153988"/>
            </a:xfrm>
            <a:custGeom>
              <a:avLst/>
              <a:gdLst>
                <a:gd name="T0" fmla="*/ 4 w 24"/>
                <a:gd name="T1" fmla="*/ 3 h 27"/>
                <a:gd name="T2" fmla="*/ 0 w 24"/>
                <a:gd name="T3" fmla="*/ 0 h 27"/>
                <a:gd name="T4" fmla="*/ 1 w 24"/>
                <a:gd name="T5" fmla="*/ 0 h 27"/>
                <a:gd name="T6" fmla="*/ 7 w 24"/>
                <a:gd name="T7" fmla="*/ 0 h 27"/>
                <a:gd name="T8" fmla="*/ 21 w 24"/>
                <a:gd name="T9" fmla="*/ 0 h 27"/>
                <a:gd name="T10" fmla="*/ 23 w 24"/>
                <a:gd name="T11" fmla="*/ 7 h 27"/>
                <a:gd name="T12" fmla="*/ 23 w 24"/>
                <a:gd name="T13" fmla="*/ 8 h 27"/>
                <a:gd name="T14" fmla="*/ 22 w 24"/>
                <a:gd name="T15" fmla="*/ 9 h 27"/>
                <a:gd name="T16" fmla="*/ 21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6 w 24"/>
                <a:gd name="T29" fmla="*/ 6 h 27"/>
                <a:gd name="T30" fmla="*/ 16 w 24"/>
                <a:gd name="T31" fmla="*/ 7 h 27"/>
                <a:gd name="T32" fmla="*/ 16 w 24"/>
                <a:gd name="T33" fmla="*/ 19 h 27"/>
                <a:gd name="T34" fmla="*/ 16 w 24"/>
                <a:gd name="T35" fmla="*/ 19 h 27"/>
                <a:gd name="T36" fmla="*/ 15 w 24"/>
                <a:gd name="T37" fmla="*/ 18 h 27"/>
                <a:gd name="T38" fmla="*/ 10 w 24"/>
                <a:gd name="T39" fmla="*/ 14 h 27"/>
                <a:gd name="T40" fmla="*/ 9 w 24"/>
                <a:gd name="T41" fmla="*/ 14 h 27"/>
                <a:gd name="T42" fmla="*/ 9 w 24"/>
                <a:gd name="T43" fmla="*/ 23 h 27"/>
                <a:gd name="T44" fmla="*/ 13 w 24"/>
                <a:gd name="T45" fmla="*/ 25 h 27"/>
                <a:gd name="T46" fmla="*/ 23 w 24"/>
                <a:gd name="T47" fmla="*/ 17 h 27"/>
                <a:gd name="T48" fmla="*/ 24 w 24"/>
                <a:gd name="T49" fmla="*/ 16 h 27"/>
                <a:gd name="T50" fmla="*/ 24 w 24"/>
                <a:gd name="T51" fmla="*/ 17 h 27"/>
                <a:gd name="T52" fmla="*/ 24 w 24"/>
                <a:gd name="T53" fmla="*/ 18 h 27"/>
                <a:gd name="T54" fmla="*/ 22 w 24"/>
                <a:gd name="T55" fmla="*/ 27 h 27"/>
                <a:gd name="T56" fmla="*/ 7 w 24"/>
                <a:gd name="T57" fmla="*/ 27 h 27"/>
                <a:gd name="T58" fmla="*/ 1 w 24"/>
                <a:gd name="T59" fmla="*/ 27 h 27"/>
                <a:gd name="T60" fmla="*/ 0 w 24"/>
                <a:gd name="T61" fmla="*/ 26 h 27"/>
                <a:gd name="T62" fmla="*/ 4 w 24"/>
                <a:gd name="T63" fmla="*/ 23 h 27"/>
                <a:gd name="T64" fmla="*/ 4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4" y="3"/>
                  </a:moveTo>
                  <a:cubicBezTo>
                    <a:pt x="4" y="0"/>
                    <a:pt x="0" y="1"/>
                    <a:pt x="0" y="0"/>
                  </a:cubicBezTo>
                  <a:cubicBezTo>
                    <a:pt x="0" y="0"/>
                    <a:pt x="0" y="0"/>
                    <a:pt x="1" y="0"/>
                  </a:cubicBezTo>
                  <a:cubicBezTo>
                    <a:pt x="3" y="0"/>
                    <a:pt x="5" y="0"/>
                    <a:pt x="7" y="0"/>
                  </a:cubicBezTo>
                  <a:cubicBezTo>
                    <a:pt x="11" y="0"/>
                    <a:pt x="16" y="0"/>
                    <a:pt x="21" y="0"/>
                  </a:cubicBezTo>
                  <a:cubicBezTo>
                    <a:pt x="23" y="7"/>
                    <a:pt x="23" y="7"/>
                    <a:pt x="23" y="7"/>
                  </a:cubicBezTo>
                  <a:cubicBezTo>
                    <a:pt x="23" y="8"/>
                    <a:pt x="23" y="8"/>
                    <a:pt x="23" y="8"/>
                  </a:cubicBezTo>
                  <a:cubicBezTo>
                    <a:pt x="23" y="9"/>
                    <a:pt x="23" y="9"/>
                    <a:pt x="22" y="9"/>
                  </a:cubicBezTo>
                  <a:cubicBezTo>
                    <a:pt x="22" y="9"/>
                    <a:pt x="22" y="8"/>
                    <a:pt x="21" y="5"/>
                  </a:cubicBezTo>
                  <a:cubicBezTo>
                    <a:pt x="19"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6" y="6"/>
                  </a:cubicBezTo>
                  <a:cubicBezTo>
                    <a:pt x="16" y="6"/>
                    <a:pt x="16" y="6"/>
                    <a:pt x="16" y="7"/>
                  </a:cubicBezTo>
                  <a:cubicBezTo>
                    <a:pt x="16" y="19"/>
                    <a:pt x="16" y="19"/>
                    <a:pt x="16" y="19"/>
                  </a:cubicBezTo>
                  <a:cubicBezTo>
                    <a:pt x="16" y="19"/>
                    <a:pt x="16" y="19"/>
                    <a:pt x="16"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1" y="25"/>
                    <a:pt x="13" y="25"/>
                  </a:cubicBezTo>
                  <a:cubicBezTo>
                    <a:pt x="18" y="25"/>
                    <a:pt x="22" y="21"/>
                    <a:pt x="23" y="17"/>
                  </a:cubicBezTo>
                  <a:cubicBezTo>
                    <a:pt x="24" y="17"/>
                    <a:pt x="24" y="16"/>
                    <a:pt x="24" y="16"/>
                  </a:cubicBezTo>
                  <a:cubicBezTo>
                    <a:pt x="24" y="16"/>
                    <a:pt x="24" y="17"/>
                    <a:pt x="24" y="17"/>
                  </a:cubicBezTo>
                  <a:cubicBezTo>
                    <a:pt x="24" y="17"/>
                    <a:pt x="24" y="18"/>
                    <a:pt x="24" y="18"/>
                  </a:cubicBezTo>
                  <a:cubicBezTo>
                    <a:pt x="22" y="27"/>
                    <a:pt x="22" y="27"/>
                    <a:pt x="22" y="27"/>
                  </a:cubicBezTo>
                  <a:cubicBezTo>
                    <a:pt x="17" y="27"/>
                    <a:pt x="12" y="27"/>
                    <a:pt x="7" y="27"/>
                  </a:cubicBezTo>
                  <a:cubicBezTo>
                    <a:pt x="5" y="27"/>
                    <a:pt x="3" y="27"/>
                    <a:pt x="1" y="27"/>
                  </a:cubicBezTo>
                  <a:cubicBezTo>
                    <a:pt x="0" y="27"/>
                    <a:pt x="0" y="27"/>
                    <a:pt x="0" y="26"/>
                  </a:cubicBezTo>
                  <a:cubicBezTo>
                    <a:pt x="0" y="25"/>
                    <a:pt x="4" y="27"/>
                    <a:pt x="4" y="23"/>
                  </a:cubicBezTo>
                  <a:lnTo>
                    <a:pt x="4" y="3"/>
                  </a:lnTo>
                  <a:close/>
                </a:path>
              </a:pathLst>
            </a:custGeom>
            <a:grpFill/>
            <a:ln>
              <a:noFill/>
            </a:ln>
          </p:spPr>
          <p:txBody>
            <a:bodyPr/>
            <a:lstStyle/>
            <a:p>
              <a:pPr>
                <a:defRPr/>
              </a:pPr>
              <a:endParaRPr lang="zh-CN" altLang="en-US"/>
            </a:p>
          </p:txBody>
        </p:sp>
        <p:sp>
          <p:nvSpPr>
            <p:cNvPr id="13" name="Freeform 7">
              <a:extLst>
                <a:ext uri="{FF2B5EF4-FFF2-40B4-BE49-F238E27FC236}">
                  <a16:creationId xmlns:a16="http://schemas.microsoft.com/office/drawing/2014/main" id="{E5F4EF14-D16A-4532-A301-54D9F8F37588}"/>
                </a:ext>
              </a:extLst>
            </p:cNvPr>
            <p:cNvSpPr>
              <a:spLocks/>
            </p:cNvSpPr>
            <p:nvPr/>
          </p:nvSpPr>
          <p:spPr bwMode="auto">
            <a:xfrm>
              <a:off x="6999288" y="5832475"/>
              <a:ext cx="161925" cy="158750"/>
            </a:xfrm>
            <a:custGeom>
              <a:avLst/>
              <a:gdLst>
                <a:gd name="T0" fmla="*/ 7 w 29"/>
                <a:gd name="T1" fmla="*/ 21 h 28"/>
                <a:gd name="T2" fmla="*/ 9 w 29"/>
                <a:gd name="T3" fmla="*/ 26 h 28"/>
                <a:gd name="T4" fmla="*/ 11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7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9" y="26"/>
                  </a:cubicBezTo>
                  <a:cubicBezTo>
                    <a:pt x="10" y="26"/>
                    <a:pt x="11" y="26"/>
                    <a:pt x="11" y="26"/>
                  </a:cubicBezTo>
                  <a:cubicBezTo>
                    <a:pt x="11" y="27"/>
                    <a:pt x="11" y="27"/>
                    <a:pt x="11" y="27"/>
                  </a:cubicBezTo>
                  <a:cubicBezTo>
                    <a:pt x="10" y="27"/>
                    <a:pt x="7" y="27"/>
                    <a:pt x="5" y="27"/>
                  </a:cubicBezTo>
                  <a:cubicBezTo>
                    <a:pt x="3" y="27"/>
                    <a:pt x="2" y="27"/>
                    <a:pt x="1" y="27"/>
                  </a:cubicBezTo>
                  <a:cubicBezTo>
                    <a:pt x="0" y="27"/>
                    <a:pt x="0" y="27"/>
                    <a:pt x="0" y="26"/>
                  </a:cubicBezTo>
                  <a:cubicBezTo>
                    <a:pt x="0" y="26"/>
                    <a:pt x="1" y="26"/>
                    <a:pt x="2" y="26"/>
                  </a:cubicBezTo>
                  <a:cubicBezTo>
                    <a:pt x="3"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7" y="1"/>
                    <a:pt x="17" y="0"/>
                  </a:cubicBezTo>
                  <a:cubicBezTo>
                    <a:pt x="17" y="0"/>
                    <a:pt x="18" y="0"/>
                    <a:pt x="18" y="0"/>
                  </a:cubicBezTo>
                  <a:cubicBezTo>
                    <a:pt x="19" y="0"/>
                    <a:pt x="22" y="0"/>
                    <a:pt x="24" y="0"/>
                  </a:cubicBezTo>
                  <a:cubicBezTo>
                    <a:pt x="25"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a:lstStyle/>
            <a:p>
              <a:pPr>
                <a:defRPr/>
              </a:pPr>
              <a:endParaRPr lang="zh-CN" altLang="en-US"/>
            </a:p>
          </p:txBody>
        </p:sp>
        <p:sp>
          <p:nvSpPr>
            <p:cNvPr id="14" name="Freeform 8">
              <a:extLst>
                <a:ext uri="{FF2B5EF4-FFF2-40B4-BE49-F238E27FC236}">
                  <a16:creationId xmlns:a16="http://schemas.microsoft.com/office/drawing/2014/main" id="{F5933126-C90B-415B-914F-FE4EC7142B5D}"/>
                </a:ext>
              </a:extLst>
            </p:cNvPr>
            <p:cNvSpPr>
              <a:spLocks/>
            </p:cNvSpPr>
            <p:nvPr/>
          </p:nvSpPr>
          <p:spPr bwMode="auto">
            <a:xfrm>
              <a:off x="5440363" y="5827713"/>
              <a:ext cx="112713" cy="158750"/>
            </a:xfrm>
            <a:custGeom>
              <a:avLst/>
              <a:gdLst>
                <a:gd name="T0" fmla="*/ 0 w 20"/>
                <a:gd name="T1" fmla="*/ 16 h 28"/>
                <a:gd name="T2" fmla="*/ 1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9 w 20"/>
                <a:gd name="T21" fmla="*/ 9 h 28"/>
                <a:gd name="T22" fmla="*/ 19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10 w 20"/>
                <a:gd name="T35" fmla="*/ 28 h 28"/>
                <a:gd name="T36" fmla="*/ 2 w 20"/>
                <a:gd name="T37" fmla="*/ 26 h 28"/>
                <a:gd name="T38" fmla="*/ 1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1" y="16"/>
                  </a:cubicBezTo>
                  <a:cubicBezTo>
                    <a:pt x="1" y="16"/>
                    <a:pt x="1" y="16"/>
                    <a:pt x="1" y="17"/>
                  </a:cubicBezTo>
                  <a:cubicBezTo>
                    <a:pt x="2" y="22"/>
                    <a:pt x="5"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7" y="1"/>
                    <a:pt x="17" y="1"/>
                  </a:cubicBezTo>
                  <a:cubicBezTo>
                    <a:pt x="18" y="1"/>
                    <a:pt x="18" y="1"/>
                    <a:pt x="18" y="2"/>
                  </a:cubicBezTo>
                  <a:cubicBezTo>
                    <a:pt x="19" y="9"/>
                    <a:pt x="19" y="9"/>
                    <a:pt x="19" y="9"/>
                  </a:cubicBezTo>
                  <a:cubicBezTo>
                    <a:pt x="19" y="10"/>
                    <a:pt x="19" y="10"/>
                    <a:pt x="19" y="10"/>
                  </a:cubicBezTo>
                  <a:cubicBezTo>
                    <a:pt x="19" y="10"/>
                    <a:pt x="19" y="11"/>
                    <a:pt x="18" y="11"/>
                  </a:cubicBezTo>
                  <a:cubicBezTo>
                    <a:pt x="18" y="11"/>
                    <a:pt x="18" y="10"/>
                    <a:pt x="17" y="8"/>
                  </a:cubicBezTo>
                  <a:cubicBezTo>
                    <a:pt x="16" y="4"/>
                    <a:pt x="13" y="2"/>
                    <a:pt x="9" y="2"/>
                  </a:cubicBezTo>
                  <a:cubicBezTo>
                    <a:pt x="7" y="2"/>
                    <a:pt x="4" y="3"/>
                    <a:pt x="4" y="6"/>
                  </a:cubicBezTo>
                  <a:cubicBezTo>
                    <a:pt x="4" y="12"/>
                    <a:pt x="20" y="8"/>
                    <a:pt x="20" y="19"/>
                  </a:cubicBezTo>
                  <a:cubicBezTo>
                    <a:pt x="20" y="24"/>
                    <a:pt x="16" y="28"/>
                    <a:pt x="10" y="28"/>
                  </a:cubicBezTo>
                  <a:cubicBezTo>
                    <a:pt x="6" y="28"/>
                    <a:pt x="4" y="26"/>
                    <a:pt x="2" y="26"/>
                  </a:cubicBezTo>
                  <a:cubicBezTo>
                    <a:pt x="1" y="26"/>
                    <a:pt x="1" y="28"/>
                    <a:pt x="1" y="28"/>
                  </a:cubicBezTo>
                  <a:cubicBezTo>
                    <a:pt x="0" y="28"/>
                    <a:pt x="0" y="28"/>
                    <a:pt x="0" y="27"/>
                  </a:cubicBezTo>
                  <a:lnTo>
                    <a:pt x="0" y="16"/>
                  </a:lnTo>
                  <a:close/>
                </a:path>
              </a:pathLst>
            </a:custGeom>
            <a:grpFill/>
            <a:ln>
              <a:noFill/>
            </a:ln>
          </p:spPr>
          <p:txBody>
            <a:bodyPr/>
            <a:lstStyle/>
            <a:p>
              <a:pPr>
                <a:defRPr/>
              </a:pPr>
              <a:endParaRPr lang="zh-CN" altLang="en-US"/>
            </a:p>
          </p:txBody>
        </p:sp>
        <p:sp>
          <p:nvSpPr>
            <p:cNvPr id="15" name="Freeform 9">
              <a:extLst>
                <a:ext uri="{FF2B5EF4-FFF2-40B4-BE49-F238E27FC236}">
                  <a16:creationId xmlns:a16="http://schemas.microsoft.com/office/drawing/2014/main" id="{26070A4D-BF6C-430C-A56F-1F41D04CA9C1}"/>
                </a:ext>
              </a:extLst>
            </p:cNvPr>
            <p:cNvSpPr>
              <a:spLocks/>
            </p:cNvSpPr>
            <p:nvPr/>
          </p:nvSpPr>
          <p:spPr bwMode="auto">
            <a:xfrm>
              <a:off x="5580063"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16" name="Freeform 10">
              <a:extLst>
                <a:ext uri="{FF2B5EF4-FFF2-40B4-BE49-F238E27FC236}">
                  <a16:creationId xmlns:a16="http://schemas.microsoft.com/office/drawing/2014/main" id="{52F77D9F-9583-4EE7-85C5-46691364047C}"/>
                </a:ext>
              </a:extLst>
            </p:cNvPr>
            <p:cNvSpPr>
              <a:spLocks/>
            </p:cNvSpPr>
            <p:nvPr/>
          </p:nvSpPr>
          <p:spPr bwMode="auto">
            <a:xfrm>
              <a:off x="5765800" y="5832475"/>
              <a:ext cx="134938"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17" name="Freeform 11">
              <a:extLst>
                <a:ext uri="{FF2B5EF4-FFF2-40B4-BE49-F238E27FC236}">
                  <a16:creationId xmlns:a16="http://schemas.microsoft.com/office/drawing/2014/main" id="{D468D6A2-CE42-4827-8D85-4BD8F7BDB4F2}"/>
                </a:ext>
              </a:extLst>
            </p:cNvPr>
            <p:cNvSpPr>
              <a:spLocks/>
            </p:cNvSpPr>
            <p:nvPr/>
          </p:nvSpPr>
          <p:spPr bwMode="auto">
            <a:xfrm>
              <a:off x="5916613"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a:lstStyle/>
            <a:p>
              <a:pPr>
                <a:defRPr/>
              </a:pPr>
              <a:endParaRPr lang="zh-CN" altLang="en-US"/>
            </a:p>
          </p:txBody>
        </p:sp>
        <p:sp>
          <p:nvSpPr>
            <p:cNvPr id="18" name="Freeform 12">
              <a:extLst>
                <a:ext uri="{FF2B5EF4-FFF2-40B4-BE49-F238E27FC236}">
                  <a16:creationId xmlns:a16="http://schemas.microsoft.com/office/drawing/2014/main" id="{D6B5D35A-B273-45DF-A797-740937AB4ADF}"/>
                </a:ext>
              </a:extLst>
            </p:cNvPr>
            <p:cNvSpPr>
              <a:spLocks/>
            </p:cNvSpPr>
            <p:nvPr/>
          </p:nvSpPr>
          <p:spPr bwMode="auto">
            <a:xfrm>
              <a:off x="6096000" y="5832475"/>
              <a:ext cx="119063" cy="153988"/>
            </a:xfrm>
            <a:custGeom>
              <a:avLst/>
              <a:gdLst>
                <a:gd name="T0" fmla="*/ 10 w 21"/>
                <a:gd name="T1" fmla="*/ 25 h 27"/>
                <a:gd name="T2" fmla="*/ 19 w 21"/>
                <a:gd name="T3" fmla="*/ 21 h 27"/>
                <a:gd name="T4" fmla="*/ 21 w 21"/>
                <a:gd name="T5" fmla="*/ 16 h 27"/>
                <a:gd name="T6" fmla="*/ 21 w 21"/>
                <a:gd name="T7" fmla="*/ 17 h 27"/>
                <a:gd name="T8" fmla="*/ 21 w 21"/>
                <a:gd name="T9" fmla="*/ 18 h 27"/>
                <a:gd name="T10" fmla="*/ 19 w 21"/>
                <a:gd name="T11" fmla="*/ 27 h 27"/>
                <a:gd name="T12" fmla="*/ 10 w 21"/>
                <a:gd name="T13" fmla="*/ 27 h 27"/>
                <a:gd name="T14" fmla="*/ 0 w 21"/>
                <a:gd name="T15" fmla="*/ 27 h 27"/>
                <a:gd name="T16" fmla="*/ 0 w 21"/>
                <a:gd name="T17" fmla="*/ 26 h 27"/>
                <a:gd name="T18" fmla="*/ 0 w 21"/>
                <a:gd name="T19" fmla="*/ 25 h 27"/>
                <a:gd name="T20" fmla="*/ 14 w 21"/>
                <a:gd name="T21" fmla="*/ 2 h 27"/>
                <a:gd name="T22" fmla="*/ 12 w 21"/>
                <a:gd name="T23" fmla="*/ 2 h 27"/>
                <a:gd name="T24" fmla="*/ 3 w 21"/>
                <a:gd name="T25" fmla="*/ 5 h 27"/>
                <a:gd name="T26" fmla="*/ 1 w 21"/>
                <a:gd name="T27" fmla="*/ 9 h 27"/>
                <a:gd name="T28" fmla="*/ 1 w 21"/>
                <a:gd name="T29" fmla="*/ 8 h 27"/>
                <a:gd name="T30" fmla="*/ 1 w 21"/>
                <a:gd name="T31" fmla="*/ 7 h 27"/>
                <a:gd name="T32" fmla="*/ 3 w 21"/>
                <a:gd name="T33" fmla="*/ 0 h 27"/>
                <a:gd name="T34" fmla="*/ 12 w 21"/>
                <a:gd name="T35" fmla="*/ 0 h 27"/>
                <a:gd name="T36" fmla="*/ 21 w 21"/>
                <a:gd name="T37" fmla="*/ 0 h 27"/>
                <a:gd name="T38" fmla="*/ 21 w 21"/>
                <a:gd name="T39" fmla="*/ 0 h 27"/>
                <a:gd name="T40" fmla="*/ 21 w 21"/>
                <a:gd name="T41" fmla="*/ 1 h 27"/>
                <a:gd name="T42" fmla="*/ 7 w 21"/>
                <a:gd name="T43" fmla="*/ 25 h 27"/>
                <a:gd name="T44" fmla="*/ 10 w 21"/>
                <a:gd name="T4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7">
                  <a:moveTo>
                    <a:pt x="10" y="25"/>
                  </a:moveTo>
                  <a:cubicBezTo>
                    <a:pt x="16" y="25"/>
                    <a:pt x="17" y="24"/>
                    <a:pt x="19" y="21"/>
                  </a:cubicBezTo>
                  <a:cubicBezTo>
                    <a:pt x="20" y="19"/>
                    <a:pt x="20" y="16"/>
                    <a:pt x="21" y="16"/>
                  </a:cubicBezTo>
                  <a:cubicBezTo>
                    <a:pt x="21" y="16"/>
                    <a:pt x="21" y="17"/>
                    <a:pt x="21" y="17"/>
                  </a:cubicBezTo>
                  <a:cubicBezTo>
                    <a:pt x="21" y="17"/>
                    <a:pt x="21" y="18"/>
                    <a:pt x="21" y="18"/>
                  </a:cubicBezTo>
                  <a:cubicBezTo>
                    <a:pt x="19" y="27"/>
                    <a:pt x="19" y="27"/>
                    <a:pt x="19" y="27"/>
                  </a:cubicBezTo>
                  <a:cubicBezTo>
                    <a:pt x="16" y="27"/>
                    <a:pt x="13" y="27"/>
                    <a:pt x="10" y="27"/>
                  </a:cubicBezTo>
                  <a:cubicBezTo>
                    <a:pt x="7" y="27"/>
                    <a:pt x="3" y="27"/>
                    <a:pt x="0" y="27"/>
                  </a:cubicBezTo>
                  <a:cubicBezTo>
                    <a:pt x="0" y="27"/>
                    <a:pt x="0" y="27"/>
                    <a:pt x="0" y="26"/>
                  </a:cubicBezTo>
                  <a:cubicBezTo>
                    <a:pt x="0" y="26"/>
                    <a:pt x="0" y="26"/>
                    <a:pt x="0" y="25"/>
                  </a:cubicBezTo>
                  <a:cubicBezTo>
                    <a:pt x="14" y="2"/>
                    <a:pt x="14" y="2"/>
                    <a:pt x="14" y="2"/>
                  </a:cubicBezTo>
                  <a:cubicBezTo>
                    <a:pt x="12" y="2"/>
                    <a:pt x="12" y="2"/>
                    <a:pt x="12" y="2"/>
                  </a:cubicBezTo>
                  <a:cubicBezTo>
                    <a:pt x="6" y="2"/>
                    <a:pt x="5" y="2"/>
                    <a:pt x="3" y="5"/>
                  </a:cubicBezTo>
                  <a:cubicBezTo>
                    <a:pt x="2" y="8"/>
                    <a:pt x="2" y="9"/>
                    <a:pt x="1" y="9"/>
                  </a:cubicBezTo>
                  <a:cubicBezTo>
                    <a:pt x="1" y="9"/>
                    <a:pt x="1" y="9"/>
                    <a:pt x="1" y="8"/>
                  </a:cubicBezTo>
                  <a:cubicBezTo>
                    <a:pt x="1" y="8"/>
                    <a:pt x="1" y="8"/>
                    <a:pt x="1" y="7"/>
                  </a:cubicBezTo>
                  <a:cubicBezTo>
                    <a:pt x="3" y="0"/>
                    <a:pt x="3" y="0"/>
                    <a:pt x="3" y="0"/>
                  </a:cubicBezTo>
                  <a:cubicBezTo>
                    <a:pt x="6" y="0"/>
                    <a:pt x="9" y="0"/>
                    <a:pt x="12" y="0"/>
                  </a:cubicBezTo>
                  <a:cubicBezTo>
                    <a:pt x="15" y="0"/>
                    <a:pt x="18" y="0"/>
                    <a:pt x="21" y="0"/>
                  </a:cubicBezTo>
                  <a:cubicBezTo>
                    <a:pt x="21" y="0"/>
                    <a:pt x="21" y="0"/>
                    <a:pt x="21" y="0"/>
                  </a:cubicBezTo>
                  <a:cubicBezTo>
                    <a:pt x="21" y="0"/>
                    <a:pt x="21" y="1"/>
                    <a:pt x="21" y="1"/>
                  </a:cubicBezTo>
                  <a:cubicBezTo>
                    <a:pt x="7" y="25"/>
                    <a:pt x="7" y="25"/>
                    <a:pt x="7" y="25"/>
                  </a:cubicBezTo>
                  <a:lnTo>
                    <a:pt x="10" y="25"/>
                  </a:lnTo>
                  <a:close/>
                </a:path>
              </a:pathLst>
            </a:custGeom>
            <a:grpFill/>
            <a:ln>
              <a:noFill/>
            </a:ln>
          </p:spPr>
          <p:txBody>
            <a:bodyPr/>
            <a:lstStyle/>
            <a:p>
              <a:pPr>
                <a:defRPr/>
              </a:pPr>
              <a:endParaRPr lang="zh-CN" altLang="en-US"/>
            </a:p>
          </p:txBody>
        </p:sp>
        <p:sp>
          <p:nvSpPr>
            <p:cNvPr id="19" name="Freeform 13">
              <a:extLst>
                <a:ext uri="{FF2B5EF4-FFF2-40B4-BE49-F238E27FC236}">
                  <a16:creationId xmlns:a16="http://schemas.microsoft.com/office/drawing/2014/main" id="{A6478C72-751B-4D3A-89D3-E6CF4C38ABBB}"/>
                </a:ext>
              </a:extLst>
            </p:cNvPr>
            <p:cNvSpPr>
              <a:spLocks/>
            </p:cNvSpPr>
            <p:nvPr/>
          </p:nvSpPr>
          <p:spPr bwMode="auto">
            <a:xfrm>
              <a:off x="6837363" y="5832475"/>
              <a:ext cx="150813" cy="153988"/>
            </a:xfrm>
            <a:custGeom>
              <a:avLst/>
              <a:gdLst>
                <a:gd name="T0" fmla="*/ 23 w 27"/>
                <a:gd name="T1" fmla="*/ 18 h 27"/>
                <a:gd name="T2" fmla="*/ 13 w 27"/>
                <a:gd name="T3" fmla="*/ 27 h 27"/>
                <a:gd name="T4" fmla="*/ 3 w 27"/>
                <a:gd name="T5" fmla="*/ 20 h 27"/>
                <a:gd name="T6" fmla="*/ 3 w 27"/>
                <a:gd name="T7" fmla="*/ 3 h 27"/>
                <a:gd name="T8" fmla="*/ 0 w 27"/>
                <a:gd name="T9" fmla="*/ 0 h 27"/>
                <a:gd name="T10" fmla="*/ 1 w 27"/>
                <a:gd name="T11" fmla="*/ 0 h 27"/>
                <a:gd name="T12" fmla="*/ 6 w 27"/>
                <a:gd name="T13" fmla="*/ 0 h 27"/>
                <a:gd name="T14" fmla="*/ 12 w 27"/>
                <a:gd name="T15" fmla="*/ 0 h 27"/>
                <a:gd name="T16" fmla="*/ 12 w 27"/>
                <a:gd name="T17" fmla="*/ 0 h 27"/>
                <a:gd name="T18" fmla="*/ 9 w 27"/>
                <a:gd name="T19" fmla="*/ 3 h 27"/>
                <a:gd name="T20" fmla="*/ 9 w 27"/>
                <a:gd name="T21" fmla="*/ 20 h 27"/>
                <a:gd name="T22" fmla="*/ 15 w 27"/>
                <a:gd name="T23" fmla="*/ 26 h 27"/>
                <a:gd name="T24" fmla="*/ 21 w 27"/>
                <a:gd name="T25" fmla="*/ 19 h 27"/>
                <a:gd name="T26" fmla="*/ 21 w 27"/>
                <a:gd name="T27" fmla="*/ 7 h 27"/>
                <a:gd name="T28" fmla="*/ 18 w 27"/>
                <a:gd name="T29" fmla="*/ 1 h 27"/>
                <a:gd name="T30" fmla="*/ 17 w 27"/>
                <a:gd name="T31" fmla="*/ 0 h 27"/>
                <a:gd name="T32" fmla="*/ 17 w 27"/>
                <a:gd name="T33" fmla="*/ 0 h 27"/>
                <a:gd name="T34" fmla="*/ 22 w 27"/>
                <a:gd name="T35" fmla="*/ 0 h 27"/>
                <a:gd name="T36" fmla="*/ 27 w 27"/>
                <a:gd name="T37" fmla="*/ 0 h 27"/>
                <a:gd name="T38" fmla="*/ 27 w 27"/>
                <a:gd name="T39" fmla="*/ 0 h 27"/>
                <a:gd name="T40" fmla="*/ 26 w 27"/>
                <a:gd name="T41" fmla="*/ 1 h 27"/>
                <a:gd name="T42" fmla="*/ 23 w 27"/>
                <a:gd name="T43" fmla="*/ 7 h 27"/>
                <a:gd name="T44" fmla="*/ 23 w 27"/>
                <a:gd name="T45"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27">
                  <a:moveTo>
                    <a:pt x="23" y="18"/>
                  </a:moveTo>
                  <a:cubicBezTo>
                    <a:pt x="23" y="24"/>
                    <a:pt x="19" y="27"/>
                    <a:pt x="13" y="27"/>
                  </a:cubicBezTo>
                  <a:cubicBezTo>
                    <a:pt x="7" y="27"/>
                    <a:pt x="3" y="24"/>
                    <a:pt x="3" y="20"/>
                  </a:cubicBezTo>
                  <a:cubicBezTo>
                    <a:pt x="3" y="3"/>
                    <a:pt x="3" y="3"/>
                    <a:pt x="3" y="3"/>
                  </a:cubicBez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20"/>
                    <a:pt x="9" y="20"/>
                    <a:pt x="9" y="20"/>
                  </a:cubicBezTo>
                  <a:cubicBezTo>
                    <a:pt x="9" y="24"/>
                    <a:pt x="12" y="26"/>
                    <a:pt x="15" y="26"/>
                  </a:cubicBezTo>
                  <a:cubicBezTo>
                    <a:pt x="18" y="26"/>
                    <a:pt x="21" y="23"/>
                    <a:pt x="21" y="19"/>
                  </a:cubicBezTo>
                  <a:cubicBezTo>
                    <a:pt x="21" y="7"/>
                    <a:pt x="21" y="7"/>
                    <a:pt x="21" y="7"/>
                  </a:cubicBezTo>
                  <a:cubicBezTo>
                    <a:pt x="21" y="3"/>
                    <a:pt x="20" y="1"/>
                    <a:pt x="18" y="1"/>
                  </a:cubicBezTo>
                  <a:cubicBezTo>
                    <a:pt x="17" y="1"/>
                    <a:pt x="17" y="1"/>
                    <a:pt x="17" y="0"/>
                  </a:cubicBezTo>
                  <a:cubicBezTo>
                    <a:pt x="17" y="0"/>
                    <a:pt x="17" y="0"/>
                    <a:pt x="17" y="0"/>
                  </a:cubicBezTo>
                  <a:cubicBezTo>
                    <a:pt x="18" y="0"/>
                    <a:pt x="21" y="0"/>
                    <a:pt x="22" y="0"/>
                  </a:cubicBezTo>
                  <a:cubicBezTo>
                    <a:pt x="24" y="0"/>
                    <a:pt x="26" y="0"/>
                    <a:pt x="27" y="0"/>
                  </a:cubicBezTo>
                  <a:cubicBezTo>
                    <a:pt x="27" y="0"/>
                    <a:pt x="27" y="0"/>
                    <a:pt x="27" y="0"/>
                  </a:cubicBezTo>
                  <a:cubicBezTo>
                    <a:pt x="27" y="1"/>
                    <a:pt x="26" y="1"/>
                    <a:pt x="26" y="1"/>
                  </a:cubicBezTo>
                  <a:cubicBezTo>
                    <a:pt x="24" y="1"/>
                    <a:pt x="23" y="3"/>
                    <a:pt x="23" y="7"/>
                  </a:cubicBezTo>
                  <a:lnTo>
                    <a:pt x="23" y="18"/>
                  </a:lnTo>
                  <a:close/>
                </a:path>
              </a:pathLst>
            </a:custGeom>
            <a:grpFill/>
            <a:ln>
              <a:noFill/>
            </a:ln>
          </p:spPr>
          <p:txBody>
            <a:bodyPr/>
            <a:lstStyle/>
            <a:p>
              <a:pPr>
                <a:defRPr/>
              </a:pPr>
              <a:endParaRPr lang="zh-CN" altLang="en-US"/>
            </a:p>
          </p:txBody>
        </p:sp>
        <p:sp>
          <p:nvSpPr>
            <p:cNvPr id="20" name="Freeform 14">
              <a:extLst>
                <a:ext uri="{FF2B5EF4-FFF2-40B4-BE49-F238E27FC236}">
                  <a16:creationId xmlns:a16="http://schemas.microsoft.com/office/drawing/2014/main" id="{3F765F94-FC10-4262-AED5-FEB5815AA8EF}"/>
                </a:ext>
              </a:extLst>
            </p:cNvPr>
            <p:cNvSpPr>
              <a:spLocks/>
            </p:cNvSpPr>
            <p:nvPr/>
          </p:nvSpPr>
          <p:spPr bwMode="auto">
            <a:xfrm>
              <a:off x="7178675" y="5832475"/>
              <a:ext cx="73025" cy="153988"/>
            </a:xfrm>
            <a:custGeom>
              <a:avLst/>
              <a:gdLst>
                <a:gd name="T0" fmla="*/ 3 w 13"/>
                <a:gd name="T1" fmla="*/ 3 h 27"/>
                <a:gd name="T2" fmla="*/ 0 w 13"/>
                <a:gd name="T3" fmla="*/ 0 h 27"/>
                <a:gd name="T4" fmla="*/ 1 w 13"/>
                <a:gd name="T5" fmla="*/ 0 h 27"/>
                <a:gd name="T6" fmla="*/ 6 w 13"/>
                <a:gd name="T7" fmla="*/ 0 h 27"/>
                <a:gd name="T8" fmla="*/ 12 w 13"/>
                <a:gd name="T9" fmla="*/ 0 h 27"/>
                <a:gd name="T10" fmla="*/ 13 w 13"/>
                <a:gd name="T11" fmla="*/ 0 h 27"/>
                <a:gd name="T12" fmla="*/ 9 w 13"/>
                <a:gd name="T13" fmla="*/ 3 h 27"/>
                <a:gd name="T14" fmla="*/ 9 w 13"/>
                <a:gd name="T15" fmla="*/ 23 h 27"/>
                <a:gd name="T16" fmla="*/ 13 w 13"/>
                <a:gd name="T17" fmla="*/ 26 h 27"/>
                <a:gd name="T18" fmla="*/ 12 w 13"/>
                <a:gd name="T19" fmla="*/ 27 h 27"/>
                <a:gd name="T20" fmla="*/ 6 w 13"/>
                <a:gd name="T21" fmla="*/ 27 h 27"/>
                <a:gd name="T22" fmla="*/ 1 w 13"/>
                <a:gd name="T23" fmla="*/ 27 h 27"/>
                <a:gd name="T24" fmla="*/ 0 w 13"/>
                <a:gd name="T25" fmla="*/ 26 h 27"/>
                <a:gd name="T26" fmla="*/ 3 w 13"/>
                <a:gd name="T27" fmla="*/ 23 h 27"/>
                <a:gd name="T28" fmla="*/ 3 w 13"/>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27">
                  <a:moveTo>
                    <a:pt x="3" y="3"/>
                  </a:moveTo>
                  <a:cubicBezTo>
                    <a:pt x="3" y="0"/>
                    <a:pt x="0" y="1"/>
                    <a:pt x="0" y="0"/>
                  </a:cubicBezTo>
                  <a:cubicBezTo>
                    <a:pt x="0" y="0"/>
                    <a:pt x="0" y="0"/>
                    <a:pt x="1" y="0"/>
                  </a:cubicBezTo>
                  <a:cubicBezTo>
                    <a:pt x="3" y="0"/>
                    <a:pt x="5" y="0"/>
                    <a:pt x="6" y="0"/>
                  </a:cubicBezTo>
                  <a:cubicBezTo>
                    <a:pt x="8" y="0"/>
                    <a:pt x="10" y="0"/>
                    <a:pt x="12" y="0"/>
                  </a:cubicBezTo>
                  <a:cubicBezTo>
                    <a:pt x="12" y="0"/>
                    <a:pt x="13" y="0"/>
                    <a:pt x="13" y="0"/>
                  </a:cubicBezTo>
                  <a:cubicBezTo>
                    <a:pt x="13" y="1"/>
                    <a:pt x="9" y="0"/>
                    <a:pt x="9" y="3"/>
                  </a:cubicBezTo>
                  <a:cubicBezTo>
                    <a:pt x="9" y="23"/>
                    <a:pt x="9" y="23"/>
                    <a:pt x="9" y="23"/>
                  </a:cubicBezTo>
                  <a:cubicBezTo>
                    <a:pt x="9" y="27"/>
                    <a:pt x="13" y="25"/>
                    <a:pt x="13" y="26"/>
                  </a:cubicBezTo>
                  <a:cubicBezTo>
                    <a:pt x="13"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21" name="Freeform 15">
              <a:extLst>
                <a:ext uri="{FF2B5EF4-FFF2-40B4-BE49-F238E27FC236}">
                  <a16:creationId xmlns:a16="http://schemas.microsoft.com/office/drawing/2014/main" id="{FE7B9E46-6403-49D8-93BC-4D96A04953DC}"/>
                </a:ext>
              </a:extLst>
            </p:cNvPr>
            <p:cNvSpPr>
              <a:spLocks/>
            </p:cNvSpPr>
            <p:nvPr/>
          </p:nvSpPr>
          <p:spPr bwMode="auto">
            <a:xfrm>
              <a:off x="7267575" y="5832475"/>
              <a:ext cx="157163" cy="153988"/>
            </a:xfrm>
            <a:custGeom>
              <a:avLst/>
              <a:gdLst>
                <a:gd name="T0" fmla="*/ 20 w 28"/>
                <a:gd name="T1" fmla="*/ 7 h 27"/>
                <a:gd name="T2" fmla="*/ 20 w 28"/>
                <a:gd name="T3" fmla="*/ 4 h 27"/>
                <a:gd name="T4" fmla="*/ 17 w 28"/>
                <a:gd name="T5" fmla="*/ 0 h 27"/>
                <a:gd name="T6" fmla="*/ 18 w 28"/>
                <a:gd name="T7" fmla="*/ 0 h 27"/>
                <a:gd name="T8" fmla="*/ 21 w 28"/>
                <a:gd name="T9" fmla="*/ 0 h 27"/>
                <a:gd name="T10" fmla="*/ 27 w 28"/>
                <a:gd name="T11" fmla="*/ 0 h 27"/>
                <a:gd name="T12" fmla="*/ 28 w 28"/>
                <a:gd name="T13" fmla="*/ 0 h 27"/>
                <a:gd name="T14" fmla="*/ 23 w 28"/>
                <a:gd name="T15" fmla="*/ 6 h 27"/>
                <a:gd name="T16" fmla="*/ 14 w 28"/>
                <a:gd name="T17" fmla="*/ 26 h 27"/>
                <a:gd name="T18" fmla="*/ 13 w 28"/>
                <a:gd name="T19" fmla="*/ 27 h 27"/>
                <a:gd name="T20" fmla="*/ 13 w 28"/>
                <a:gd name="T21" fmla="*/ 26 h 27"/>
                <a:gd name="T22" fmla="*/ 3 w 28"/>
                <a:gd name="T23" fmla="*/ 3 h 27"/>
                <a:gd name="T24" fmla="*/ 0 w 28"/>
                <a:gd name="T25" fmla="*/ 0 h 27"/>
                <a:gd name="T26" fmla="*/ 0 w 28"/>
                <a:gd name="T27" fmla="*/ 0 h 27"/>
                <a:gd name="T28" fmla="*/ 6 w 28"/>
                <a:gd name="T29" fmla="*/ 0 h 27"/>
                <a:gd name="T30" fmla="*/ 11 w 28"/>
                <a:gd name="T31" fmla="*/ 0 h 27"/>
                <a:gd name="T32" fmla="*/ 12 w 28"/>
                <a:gd name="T33" fmla="*/ 0 h 27"/>
                <a:gd name="T34" fmla="*/ 9 w 28"/>
                <a:gd name="T35" fmla="*/ 2 h 27"/>
                <a:gd name="T36" fmla="*/ 10 w 28"/>
                <a:gd name="T37" fmla="*/ 4 h 27"/>
                <a:gd name="T38" fmla="*/ 15 w 28"/>
                <a:gd name="T39" fmla="*/ 18 h 27"/>
                <a:gd name="T40" fmla="*/ 20 w 28"/>
                <a:gd name="T4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7">
                  <a:moveTo>
                    <a:pt x="20" y="7"/>
                  </a:moveTo>
                  <a:cubicBezTo>
                    <a:pt x="20" y="6"/>
                    <a:pt x="20" y="5"/>
                    <a:pt x="20" y="4"/>
                  </a:cubicBezTo>
                  <a:cubicBezTo>
                    <a:pt x="20" y="0"/>
                    <a:pt x="17" y="1"/>
                    <a:pt x="17" y="0"/>
                  </a:cubicBezTo>
                  <a:cubicBezTo>
                    <a:pt x="17" y="0"/>
                    <a:pt x="17" y="0"/>
                    <a:pt x="18" y="0"/>
                  </a:cubicBezTo>
                  <a:cubicBezTo>
                    <a:pt x="19" y="0"/>
                    <a:pt x="20" y="0"/>
                    <a:pt x="21" y="0"/>
                  </a:cubicBezTo>
                  <a:cubicBezTo>
                    <a:pt x="23" y="0"/>
                    <a:pt x="25" y="0"/>
                    <a:pt x="27" y="0"/>
                  </a:cubicBezTo>
                  <a:cubicBezTo>
                    <a:pt x="27" y="0"/>
                    <a:pt x="28" y="0"/>
                    <a:pt x="28" y="0"/>
                  </a:cubicBezTo>
                  <a:cubicBezTo>
                    <a:pt x="28" y="2"/>
                    <a:pt x="25" y="0"/>
                    <a:pt x="23" y="6"/>
                  </a:cubicBezTo>
                  <a:cubicBezTo>
                    <a:pt x="14" y="26"/>
                    <a:pt x="14" y="26"/>
                    <a:pt x="14" y="26"/>
                  </a:cubicBezTo>
                  <a:cubicBezTo>
                    <a:pt x="14" y="27"/>
                    <a:pt x="14" y="27"/>
                    <a:pt x="13" y="27"/>
                  </a:cubicBezTo>
                  <a:cubicBezTo>
                    <a:pt x="13" y="27"/>
                    <a:pt x="13" y="27"/>
                    <a:pt x="13" y="26"/>
                  </a:cubicBezTo>
                  <a:cubicBezTo>
                    <a:pt x="3" y="3"/>
                    <a:pt x="3" y="3"/>
                    <a:pt x="3" y="3"/>
                  </a:cubicBezTo>
                  <a:cubicBezTo>
                    <a:pt x="2" y="0"/>
                    <a:pt x="0" y="1"/>
                    <a:pt x="0" y="0"/>
                  </a:cubicBezTo>
                  <a:cubicBezTo>
                    <a:pt x="0" y="0"/>
                    <a:pt x="0" y="0"/>
                    <a:pt x="0" y="0"/>
                  </a:cubicBezTo>
                  <a:cubicBezTo>
                    <a:pt x="2" y="0"/>
                    <a:pt x="4" y="0"/>
                    <a:pt x="6" y="0"/>
                  </a:cubicBezTo>
                  <a:cubicBezTo>
                    <a:pt x="8" y="0"/>
                    <a:pt x="9" y="0"/>
                    <a:pt x="11" y="0"/>
                  </a:cubicBezTo>
                  <a:cubicBezTo>
                    <a:pt x="12" y="0"/>
                    <a:pt x="12" y="0"/>
                    <a:pt x="12" y="0"/>
                  </a:cubicBezTo>
                  <a:cubicBezTo>
                    <a:pt x="12" y="1"/>
                    <a:pt x="9" y="0"/>
                    <a:pt x="9" y="2"/>
                  </a:cubicBezTo>
                  <a:cubicBezTo>
                    <a:pt x="9" y="3"/>
                    <a:pt x="10" y="3"/>
                    <a:pt x="10" y="4"/>
                  </a:cubicBezTo>
                  <a:cubicBezTo>
                    <a:pt x="15" y="18"/>
                    <a:pt x="15" y="18"/>
                    <a:pt x="15" y="18"/>
                  </a:cubicBezTo>
                  <a:lnTo>
                    <a:pt x="20" y="7"/>
                  </a:lnTo>
                  <a:close/>
                </a:path>
              </a:pathLst>
            </a:custGeom>
            <a:grpFill/>
            <a:ln>
              <a:noFill/>
            </a:ln>
          </p:spPr>
          <p:txBody>
            <a:bodyPr/>
            <a:lstStyle/>
            <a:p>
              <a:pPr>
                <a:defRPr/>
              </a:pPr>
              <a:endParaRPr lang="zh-CN" altLang="en-US"/>
            </a:p>
          </p:txBody>
        </p:sp>
        <p:sp>
          <p:nvSpPr>
            <p:cNvPr id="22" name="Freeform 16">
              <a:extLst>
                <a:ext uri="{FF2B5EF4-FFF2-40B4-BE49-F238E27FC236}">
                  <a16:creationId xmlns:a16="http://schemas.microsoft.com/office/drawing/2014/main" id="{0AC8089D-EE5F-49B7-B163-609B84D72179}"/>
                </a:ext>
              </a:extLst>
            </p:cNvPr>
            <p:cNvSpPr>
              <a:spLocks noEditPoints="1"/>
            </p:cNvSpPr>
            <p:nvPr/>
          </p:nvSpPr>
          <p:spPr bwMode="auto">
            <a:xfrm>
              <a:off x="7599363" y="5832475"/>
              <a:ext cx="157163" cy="153988"/>
            </a:xfrm>
            <a:custGeom>
              <a:avLst/>
              <a:gdLst>
                <a:gd name="T0" fmla="*/ 14 w 28"/>
                <a:gd name="T1" fmla="*/ 17 h 27"/>
                <a:gd name="T2" fmla="*/ 9 w 28"/>
                <a:gd name="T3" fmla="*/ 14 h 27"/>
                <a:gd name="T4" fmla="*/ 9 w 28"/>
                <a:gd name="T5" fmla="*/ 23 h 27"/>
                <a:gd name="T6" fmla="*/ 13 w 28"/>
                <a:gd name="T7" fmla="*/ 26 h 27"/>
                <a:gd name="T8" fmla="*/ 12 w 28"/>
                <a:gd name="T9" fmla="*/ 27 h 27"/>
                <a:gd name="T10" fmla="*/ 6 w 28"/>
                <a:gd name="T11" fmla="*/ 27 h 27"/>
                <a:gd name="T12" fmla="*/ 1 w 28"/>
                <a:gd name="T13" fmla="*/ 27 h 27"/>
                <a:gd name="T14" fmla="*/ 0 w 28"/>
                <a:gd name="T15" fmla="*/ 26 h 27"/>
                <a:gd name="T16" fmla="*/ 4 w 28"/>
                <a:gd name="T17" fmla="*/ 23 h 27"/>
                <a:gd name="T18" fmla="*/ 4 w 28"/>
                <a:gd name="T19" fmla="*/ 3 h 27"/>
                <a:gd name="T20" fmla="*/ 0 w 28"/>
                <a:gd name="T21" fmla="*/ 0 h 27"/>
                <a:gd name="T22" fmla="*/ 1 w 28"/>
                <a:gd name="T23" fmla="*/ 0 h 27"/>
                <a:gd name="T24" fmla="*/ 6 w 28"/>
                <a:gd name="T25" fmla="*/ 0 h 27"/>
                <a:gd name="T26" fmla="*/ 13 w 28"/>
                <a:gd name="T27" fmla="*/ 0 h 27"/>
                <a:gd name="T28" fmla="*/ 23 w 28"/>
                <a:gd name="T29" fmla="*/ 7 h 27"/>
                <a:gd name="T30" fmla="*/ 13 w 28"/>
                <a:gd name="T31" fmla="*/ 14 h 27"/>
                <a:gd name="T32" fmla="*/ 13 w 28"/>
                <a:gd name="T33" fmla="*/ 14 h 27"/>
                <a:gd name="T34" fmla="*/ 21 w 28"/>
                <a:gd name="T35" fmla="*/ 18 h 27"/>
                <a:gd name="T36" fmla="*/ 24 w 28"/>
                <a:gd name="T37" fmla="*/ 24 h 27"/>
                <a:gd name="T38" fmla="*/ 28 w 28"/>
                <a:gd name="T39" fmla="*/ 26 h 27"/>
                <a:gd name="T40" fmla="*/ 28 w 28"/>
                <a:gd name="T41" fmla="*/ 27 h 27"/>
                <a:gd name="T42" fmla="*/ 23 w 28"/>
                <a:gd name="T43" fmla="*/ 27 h 27"/>
                <a:gd name="T44" fmla="*/ 19 w 28"/>
                <a:gd name="T45" fmla="*/ 27 h 27"/>
                <a:gd name="T46" fmla="*/ 14 w 28"/>
                <a:gd name="T47" fmla="*/ 17 h 27"/>
                <a:gd name="T48" fmla="*/ 9 w 28"/>
                <a:gd name="T49" fmla="*/ 12 h 27"/>
                <a:gd name="T50" fmla="*/ 11 w 28"/>
                <a:gd name="T51" fmla="*/ 12 h 27"/>
                <a:gd name="T52" fmla="*/ 17 w 28"/>
                <a:gd name="T53" fmla="*/ 7 h 27"/>
                <a:gd name="T54" fmla="*/ 12 w 28"/>
                <a:gd name="T55" fmla="*/ 2 h 27"/>
                <a:gd name="T56" fmla="*/ 9 w 28"/>
                <a:gd name="T57" fmla="*/ 2 h 27"/>
                <a:gd name="T58" fmla="*/ 9 w 28"/>
                <a:gd name="T5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27">
                  <a:moveTo>
                    <a:pt x="14" y="17"/>
                  </a:moveTo>
                  <a:cubicBezTo>
                    <a:pt x="13" y="15"/>
                    <a:pt x="12" y="14"/>
                    <a:pt x="9" y="14"/>
                  </a:cubicBezTo>
                  <a:cubicBezTo>
                    <a:pt x="9" y="23"/>
                    <a:pt x="9" y="23"/>
                    <a:pt x="9" y="23"/>
                  </a:cubicBezTo>
                  <a:cubicBezTo>
                    <a:pt x="9" y="27"/>
                    <a:pt x="13" y="25"/>
                    <a:pt x="13" y="26"/>
                  </a:cubicBezTo>
                  <a:cubicBezTo>
                    <a:pt x="13" y="27"/>
                    <a:pt x="13" y="27"/>
                    <a:pt x="12" y="27"/>
                  </a:cubicBezTo>
                  <a:cubicBezTo>
                    <a:pt x="10" y="27"/>
                    <a:pt x="8" y="27"/>
                    <a:pt x="6" y="27"/>
                  </a:cubicBezTo>
                  <a:cubicBezTo>
                    <a:pt x="5" y="27"/>
                    <a:pt x="3" y="27"/>
                    <a:pt x="1" y="27"/>
                  </a:cubicBezTo>
                  <a:cubicBezTo>
                    <a:pt x="0" y="27"/>
                    <a:pt x="0" y="27"/>
                    <a:pt x="0" y="26"/>
                  </a:cubicBezTo>
                  <a:cubicBezTo>
                    <a:pt x="0" y="25"/>
                    <a:pt x="4" y="27"/>
                    <a:pt x="4" y="23"/>
                  </a:cubicBezTo>
                  <a:cubicBezTo>
                    <a:pt x="4" y="3"/>
                    <a:pt x="4" y="3"/>
                    <a:pt x="4" y="3"/>
                  </a:cubicBezTo>
                  <a:cubicBezTo>
                    <a:pt x="4" y="0"/>
                    <a:pt x="0" y="1"/>
                    <a:pt x="0" y="0"/>
                  </a:cubicBezTo>
                  <a:cubicBezTo>
                    <a:pt x="0" y="0"/>
                    <a:pt x="0" y="0"/>
                    <a:pt x="1" y="0"/>
                  </a:cubicBezTo>
                  <a:cubicBezTo>
                    <a:pt x="3" y="0"/>
                    <a:pt x="5" y="0"/>
                    <a:pt x="6" y="0"/>
                  </a:cubicBezTo>
                  <a:cubicBezTo>
                    <a:pt x="8" y="0"/>
                    <a:pt x="10" y="0"/>
                    <a:pt x="13" y="0"/>
                  </a:cubicBezTo>
                  <a:cubicBezTo>
                    <a:pt x="19" y="0"/>
                    <a:pt x="23" y="3"/>
                    <a:pt x="23" y="7"/>
                  </a:cubicBezTo>
                  <a:cubicBezTo>
                    <a:pt x="23" y="10"/>
                    <a:pt x="21" y="13"/>
                    <a:pt x="13" y="14"/>
                  </a:cubicBezTo>
                  <a:cubicBezTo>
                    <a:pt x="13" y="14"/>
                    <a:pt x="13" y="14"/>
                    <a:pt x="13" y="14"/>
                  </a:cubicBezTo>
                  <a:cubicBezTo>
                    <a:pt x="17" y="14"/>
                    <a:pt x="19" y="15"/>
                    <a:pt x="21" y="18"/>
                  </a:cubicBezTo>
                  <a:cubicBezTo>
                    <a:pt x="24" y="24"/>
                    <a:pt x="24" y="24"/>
                    <a:pt x="24" y="24"/>
                  </a:cubicBezTo>
                  <a:cubicBezTo>
                    <a:pt x="25" y="27"/>
                    <a:pt x="28" y="25"/>
                    <a:pt x="28" y="26"/>
                  </a:cubicBezTo>
                  <a:cubicBezTo>
                    <a:pt x="28" y="27"/>
                    <a:pt x="28" y="27"/>
                    <a:pt x="28" y="27"/>
                  </a:cubicBezTo>
                  <a:cubicBezTo>
                    <a:pt x="26" y="27"/>
                    <a:pt x="25" y="27"/>
                    <a:pt x="23" y="27"/>
                  </a:cubicBezTo>
                  <a:cubicBezTo>
                    <a:pt x="19" y="27"/>
                    <a:pt x="19" y="27"/>
                    <a:pt x="19" y="27"/>
                  </a:cubicBezTo>
                  <a:lnTo>
                    <a:pt x="14" y="17"/>
                  </a:lnTo>
                  <a:close/>
                  <a:moveTo>
                    <a:pt x="9" y="12"/>
                  </a:moveTo>
                  <a:cubicBezTo>
                    <a:pt x="11" y="12"/>
                    <a:pt x="11" y="12"/>
                    <a:pt x="11" y="12"/>
                  </a:cubicBezTo>
                  <a:cubicBezTo>
                    <a:pt x="15" y="12"/>
                    <a:pt x="17" y="10"/>
                    <a:pt x="17" y="7"/>
                  </a:cubicBezTo>
                  <a:cubicBezTo>
                    <a:pt x="17" y="3"/>
                    <a:pt x="15" y="2"/>
                    <a:pt x="12" y="2"/>
                  </a:cubicBezTo>
                  <a:cubicBezTo>
                    <a:pt x="9" y="2"/>
                    <a:pt x="9" y="2"/>
                    <a:pt x="9" y="2"/>
                  </a:cubicBezTo>
                  <a:lnTo>
                    <a:pt x="9" y="12"/>
                  </a:lnTo>
                  <a:close/>
                </a:path>
              </a:pathLst>
            </a:custGeom>
            <a:grpFill/>
            <a:ln>
              <a:noFill/>
            </a:ln>
          </p:spPr>
          <p:txBody>
            <a:bodyPr/>
            <a:lstStyle/>
            <a:p>
              <a:pPr>
                <a:defRPr/>
              </a:pPr>
              <a:endParaRPr lang="zh-CN" altLang="en-US"/>
            </a:p>
          </p:txBody>
        </p:sp>
        <p:sp>
          <p:nvSpPr>
            <p:cNvPr id="23" name="Freeform 17">
              <a:extLst>
                <a:ext uri="{FF2B5EF4-FFF2-40B4-BE49-F238E27FC236}">
                  <a16:creationId xmlns:a16="http://schemas.microsoft.com/office/drawing/2014/main" id="{69701FCC-FB8A-4678-AAEF-FA0682B270A4}"/>
                </a:ext>
              </a:extLst>
            </p:cNvPr>
            <p:cNvSpPr>
              <a:spLocks/>
            </p:cNvSpPr>
            <p:nvPr/>
          </p:nvSpPr>
          <p:spPr bwMode="auto">
            <a:xfrm>
              <a:off x="7913688" y="5832475"/>
              <a:ext cx="66675" cy="153988"/>
            </a:xfrm>
            <a:custGeom>
              <a:avLst/>
              <a:gdLst>
                <a:gd name="T0" fmla="*/ 3 w 12"/>
                <a:gd name="T1" fmla="*/ 3 h 27"/>
                <a:gd name="T2" fmla="*/ 0 w 12"/>
                <a:gd name="T3" fmla="*/ 0 h 27"/>
                <a:gd name="T4" fmla="*/ 0 w 12"/>
                <a:gd name="T5" fmla="*/ 0 h 27"/>
                <a:gd name="T6" fmla="*/ 6 w 12"/>
                <a:gd name="T7" fmla="*/ 0 h 27"/>
                <a:gd name="T8" fmla="*/ 11 w 12"/>
                <a:gd name="T9" fmla="*/ 0 h 27"/>
                <a:gd name="T10" fmla="*/ 12 w 12"/>
                <a:gd name="T11" fmla="*/ 0 h 27"/>
                <a:gd name="T12" fmla="*/ 9 w 12"/>
                <a:gd name="T13" fmla="*/ 3 h 27"/>
                <a:gd name="T14" fmla="*/ 9 w 12"/>
                <a:gd name="T15" fmla="*/ 23 h 27"/>
                <a:gd name="T16" fmla="*/ 12 w 12"/>
                <a:gd name="T17" fmla="*/ 26 h 27"/>
                <a:gd name="T18" fmla="*/ 11 w 12"/>
                <a:gd name="T19" fmla="*/ 27 h 27"/>
                <a:gd name="T20" fmla="*/ 6 w 12"/>
                <a:gd name="T21" fmla="*/ 27 h 27"/>
                <a:gd name="T22" fmla="*/ 0 w 12"/>
                <a:gd name="T23" fmla="*/ 27 h 27"/>
                <a:gd name="T24" fmla="*/ 0 w 12"/>
                <a:gd name="T25" fmla="*/ 26 h 27"/>
                <a:gd name="T26" fmla="*/ 3 w 12"/>
                <a:gd name="T27" fmla="*/ 23 h 27"/>
                <a:gd name="T28" fmla="*/ 3 w 12"/>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27">
                  <a:moveTo>
                    <a:pt x="3" y="3"/>
                  </a:moveTo>
                  <a:cubicBezTo>
                    <a:pt x="3" y="0"/>
                    <a:pt x="0" y="1"/>
                    <a:pt x="0" y="0"/>
                  </a:cubicBezTo>
                  <a:cubicBezTo>
                    <a:pt x="0" y="0"/>
                    <a:pt x="0" y="0"/>
                    <a:pt x="0" y="0"/>
                  </a:cubicBezTo>
                  <a:cubicBezTo>
                    <a:pt x="2" y="0"/>
                    <a:pt x="4" y="0"/>
                    <a:pt x="6" y="0"/>
                  </a:cubicBezTo>
                  <a:cubicBezTo>
                    <a:pt x="7" y="0"/>
                    <a:pt x="9" y="0"/>
                    <a:pt x="11" y="0"/>
                  </a:cubicBezTo>
                  <a:cubicBezTo>
                    <a:pt x="12" y="0"/>
                    <a:pt x="12" y="0"/>
                    <a:pt x="12" y="0"/>
                  </a:cubicBezTo>
                  <a:cubicBezTo>
                    <a:pt x="12" y="1"/>
                    <a:pt x="9" y="0"/>
                    <a:pt x="9" y="3"/>
                  </a:cubicBezTo>
                  <a:cubicBezTo>
                    <a:pt x="9" y="23"/>
                    <a:pt x="9" y="23"/>
                    <a:pt x="9" y="23"/>
                  </a:cubicBezTo>
                  <a:cubicBezTo>
                    <a:pt x="9" y="27"/>
                    <a:pt x="12" y="25"/>
                    <a:pt x="12" y="26"/>
                  </a:cubicBezTo>
                  <a:cubicBezTo>
                    <a:pt x="12" y="27"/>
                    <a:pt x="12" y="27"/>
                    <a:pt x="11" y="27"/>
                  </a:cubicBezTo>
                  <a:cubicBezTo>
                    <a:pt x="9" y="27"/>
                    <a:pt x="7" y="27"/>
                    <a:pt x="6" y="27"/>
                  </a:cubicBezTo>
                  <a:cubicBezTo>
                    <a:pt x="4" y="27"/>
                    <a:pt x="2" y="27"/>
                    <a:pt x="0"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24" name="Freeform 18">
              <a:extLst>
                <a:ext uri="{FF2B5EF4-FFF2-40B4-BE49-F238E27FC236}">
                  <a16:creationId xmlns:a16="http://schemas.microsoft.com/office/drawing/2014/main" id="{CB17D8FB-814F-4241-88DF-F5746C36C75A}"/>
                </a:ext>
              </a:extLst>
            </p:cNvPr>
            <p:cNvSpPr>
              <a:spLocks/>
            </p:cNvSpPr>
            <p:nvPr/>
          </p:nvSpPr>
          <p:spPr bwMode="auto">
            <a:xfrm>
              <a:off x="8002588" y="5827713"/>
              <a:ext cx="134938" cy="158750"/>
            </a:xfrm>
            <a:custGeom>
              <a:avLst/>
              <a:gdLst>
                <a:gd name="T0" fmla="*/ 9 w 24"/>
                <a:gd name="T1" fmla="*/ 2 h 28"/>
                <a:gd name="T2" fmla="*/ 0 w 24"/>
                <a:gd name="T3" fmla="*/ 10 h 28"/>
                <a:gd name="T4" fmla="*/ 0 w 24"/>
                <a:gd name="T5" fmla="*/ 10 h 28"/>
                <a:gd name="T6" fmla="*/ 0 w 24"/>
                <a:gd name="T7" fmla="*/ 8 h 28"/>
                <a:gd name="T8" fmla="*/ 1 w 24"/>
                <a:gd name="T9" fmla="*/ 1 h 28"/>
                <a:gd name="T10" fmla="*/ 1 w 24"/>
                <a:gd name="T11" fmla="*/ 0 h 28"/>
                <a:gd name="T12" fmla="*/ 2 w 24"/>
                <a:gd name="T13" fmla="*/ 1 h 28"/>
                <a:gd name="T14" fmla="*/ 3 w 24"/>
                <a:gd name="T15" fmla="*/ 1 h 28"/>
                <a:gd name="T16" fmla="*/ 21 w 24"/>
                <a:gd name="T17" fmla="*/ 1 h 28"/>
                <a:gd name="T18" fmla="*/ 22 w 24"/>
                <a:gd name="T19" fmla="*/ 1 h 28"/>
                <a:gd name="T20" fmla="*/ 22 w 24"/>
                <a:gd name="T21" fmla="*/ 0 h 28"/>
                <a:gd name="T22" fmla="*/ 23 w 24"/>
                <a:gd name="T23" fmla="*/ 1 h 28"/>
                <a:gd name="T24" fmla="*/ 24 w 24"/>
                <a:gd name="T25" fmla="*/ 8 h 28"/>
                <a:gd name="T26" fmla="*/ 24 w 24"/>
                <a:gd name="T27" fmla="*/ 10 h 28"/>
                <a:gd name="T28" fmla="*/ 24 w 24"/>
                <a:gd name="T29" fmla="*/ 10 h 28"/>
                <a:gd name="T30" fmla="*/ 15 w 24"/>
                <a:gd name="T31" fmla="*/ 2 h 28"/>
                <a:gd name="T32" fmla="*/ 15 w 24"/>
                <a:gd name="T33" fmla="*/ 24 h 28"/>
                <a:gd name="T34" fmla="*/ 18 w 24"/>
                <a:gd name="T35" fmla="*/ 27 h 28"/>
                <a:gd name="T36" fmla="*/ 19 w 24"/>
                <a:gd name="T37" fmla="*/ 27 h 28"/>
                <a:gd name="T38" fmla="*/ 18 w 24"/>
                <a:gd name="T39" fmla="*/ 28 h 28"/>
                <a:gd name="T40" fmla="*/ 12 w 24"/>
                <a:gd name="T41" fmla="*/ 28 h 28"/>
                <a:gd name="T42" fmla="*/ 6 w 24"/>
                <a:gd name="T43" fmla="*/ 28 h 28"/>
                <a:gd name="T44" fmla="*/ 5 w 24"/>
                <a:gd name="T45" fmla="*/ 27 h 28"/>
                <a:gd name="T46" fmla="*/ 6 w 24"/>
                <a:gd name="T47" fmla="*/ 27 h 28"/>
                <a:gd name="T48" fmla="*/ 9 w 24"/>
                <a:gd name="T49" fmla="*/ 24 h 28"/>
                <a:gd name="T50" fmla="*/ 9 w 24"/>
                <a:gd name="T5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 h="28">
                  <a:moveTo>
                    <a:pt x="9" y="2"/>
                  </a:moveTo>
                  <a:cubicBezTo>
                    <a:pt x="1" y="5"/>
                    <a:pt x="1" y="10"/>
                    <a:pt x="0" y="10"/>
                  </a:cubicBezTo>
                  <a:cubicBezTo>
                    <a:pt x="0" y="10"/>
                    <a:pt x="0" y="10"/>
                    <a:pt x="0" y="10"/>
                  </a:cubicBezTo>
                  <a:cubicBezTo>
                    <a:pt x="0" y="10"/>
                    <a:pt x="0" y="9"/>
                    <a:pt x="0" y="8"/>
                  </a:cubicBezTo>
                  <a:cubicBezTo>
                    <a:pt x="1" y="1"/>
                    <a:pt x="1" y="1"/>
                    <a:pt x="1" y="1"/>
                  </a:cubicBezTo>
                  <a:cubicBezTo>
                    <a:pt x="1" y="0"/>
                    <a:pt x="1" y="0"/>
                    <a:pt x="1" y="0"/>
                  </a:cubicBezTo>
                  <a:cubicBezTo>
                    <a:pt x="2" y="0"/>
                    <a:pt x="2" y="0"/>
                    <a:pt x="2" y="1"/>
                  </a:cubicBezTo>
                  <a:cubicBezTo>
                    <a:pt x="2" y="1"/>
                    <a:pt x="3" y="1"/>
                    <a:pt x="3" y="1"/>
                  </a:cubicBezTo>
                  <a:cubicBezTo>
                    <a:pt x="21" y="1"/>
                    <a:pt x="21" y="1"/>
                    <a:pt x="21" y="1"/>
                  </a:cubicBezTo>
                  <a:cubicBezTo>
                    <a:pt x="21" y="1"/>
                    <a:pt x="22" y="1"/>
                    <a:pt x="22" y="1"/>
                  </a:cubicBezTo>
                  <a:cubicBezTo>
                    <a:pt x="22" y="0"/>
                    <a:pt x="22" y="0"/>
                    <a:pt x="22" y="0"/>
                  </a:cubicBezTo>
                  <a:cubicBezTo>
                    <a:pt x="22" y="0"/>
                    <a:pt x="23" y="0"/>
                    <a:pt x="23" y="1"/>
                  </a:cubicBezTo>
                  <a:cubicBezTo>
                    <a:pt x="24" y="8"/>
                    <a:pt x="24" y="8"/>
                    <a:pt x="24" y="8"/>
                  </a:cubicBezTo>
                  <a:cubicBezTo>
                    <a:pt x="24" y="9"/>
                    <a:pt x="24" y="10"/>
                    <a:pt x="24" y="10"/>
                  </a:cubicBezTo>
                  <a:cubicBezTo>
                    <a:pt x="24" y="10"/>
                    <a:pt x="24" y="10"/>
                    <a:pt x="24" y="10"/>
                  </a:cubicBezTo>
                  <a:cubicBezTo>
                    <a:pt x="23" y="10"/>
                    <a:pt x="23" y="5"/>
                    <a:pt x="15" y="2"/>
                  </a:cubicBezTo>
                  <a:cubicBezTo>
                    <a:pt x="15" y="24"/>
                    <a:pt x="15" y="24"/>
                    <a:pt x="15" y="24"/>
                  </a:cubicBezTo>
                  <a:cubicBezTo>
                    <a:pt x="15" y="26"/>
                    <a:pt x="16" y="27"/>
                    <a:pt x="18" y="27"/>
                  </a:cubicBezTo>
                  <a:cubicBezTo>
                    <a:pt x="18" y="27"/>
                    <a:pt x="19" y="27"/>
                    <a:pt x="19" y="27"/>
                  </a:cubicBezTo>
                  <a:cubicBezTo>
                    <a:pt x="19" y="28"/>
                    <a:pt x="18" y="28"/>
                    <a:pt x="18" y="28"/>
                  </a:cubicBezTo>
                  <a:cubicBezTo>
                    <a:pt x="16" y="28"/>
                    <a:pt x="14" y="28"/>
                    <a:pt x="12" y="28"/>
                  </a:cubicBezTo>
                  <a:cubicBezTo>
                    <a:pt x="10" y="28"/>
                    <a:pt x="8" y="28"/>
                    <a:pt x="6" y="28"/>
                  </a:cubicBezTo>
                  <a:cubicBezTo>
                    <a:pt x="5" y="28"/>
                    <a:pt x="5" y="28"/>
                    <a:pt x="5" y="27"/>
                  </a:cubicBezTo>
                  <a:cubicBezTo>
                    <a:pt x="5" y="27"/>
                    <a:pt x="5" y="27"/>
                    <a:pt x="6" y="27"/>
                  </a:cubicBezTo>
                  <a:cubicBezTo>
                    <a:pt x="8" y="27"/>
                    <a:pt x="9" y="26"/>
                    <a:pt x="9" y="24"/>
                  </a:cubicBezTo>
                  <a:lnTo>
                    <a:pt x="9" y="2"/>
                  </a:lnTo>
                  <a:close/>
                </a:path>
              </a:pathLst>
            </a:custGeom>
            <a:grpFill/>
            <a:ln>
              <a:noFill/>
            </a:ln>
          </p:spPr>
          <p:txBody>
            <a:bodyPr/>
            <a:lstStyle/>
            <a:p>
              <a:pPr>
                <a:defRPr/>
              </a:pPr>
              <a:endParaRPr lang="zh-CN" altLang="en-US"/>
            </a:p>
          </p:txBody>
        </p:sp>
        <p:sp>
          <p:nvSpPr>
            <p:cNvPr id="25" name="Freeform 19">
              <a:extLst>
                <a:ext uri="{FF2B5EF4-FFF2-40B4-BE49-F238E27FC236}">
                  <a16:creationId xmlns:a16="http://schemas.microsoft.com/office/drawing/2014/main" id="{87123833-DD64-415E-B973-1B737EC84D97}"/>
                </a:ext>
              </a:extLst>
            </p:cNvPr>
            <p:cNvSpPr>
              <a:spLocks/>
            </p:cNvSpPr>
            <p:nvPr/>
          </p:nvSpPr>
          <p:spPr bwMode="auto">
            <a:xfrm>
              <a:off x="8148638" y="5832475"/>
              <a:ext cx="146050" cy="153988"/>
            </a:xfrm>
            <a:custGeom>
              <a:avLst/>
              <a:gdLst>
                <a:gd name="T0" fmla="*/ 15 w 26"/>
                <a:gd name="T1" fmla="*/ 12 h 27"/>
                <a:gd name="T2" fmla="*/ 18 w 26"/>
                <a:gd name="T3" fmla="*/ 8 h 27"/>
                <a:gd name="T4" fmla="*/ 19 w 26"/>
                <a:gd name="T5" fmla="*/ 3 h 27"/>
                <a:gd name="T6" fmla="*/ 17 w 26"/>
                <a:gd name="T7" fmla="*/ 0 h 27"/>
                <a:gd name="T8" fmla="*/ 18 w 26"/>
                <a:gd name="T9" fmla="*/ 0 h 27"/>
                <a:gd name="T10" fmla="*/ 22 w 26"/>
                <a:gd name="T11" fmla="*/ 0 h 27"/>
                <a:gd name="T12" fmla="*/ 26 w 26"/>
                <a:gd name="T13" fmla="*/ 0 h 27"/>
                <a:gd name="T14" fmla="*/ 26 w 26"/>
                <a:gd name="T15" fmla="*/ 0 h 27"/>
                <a:gd name="T16" fmla="*/ 21 w 26"/>
                <a:gd name="T17" fmla="*/ 6 h 27"/>
                <a:gd name="T18" fmla="*/ 16 w 26"/>
                <a:gd name="T19" fmla="*/ 14 h 27"/>
                <a:gd name="T20" fmla="*/ 16 w 26"/>
                <a:gd name="T21" fmla="*/ 23 h 27"/>
                <a:gd name="T22" fmla="*/ 19 w 26"/>
                <a:gd name="T23" fmla="*/ 26 h 27"/>
                <a:gd name="T24" fmla="*/ 18 w 26"/>
                <a:gd name="T25" fmla="*/ 27 h 27"/>
                <a:gd name="T26" fmla="*/ 13 w 26"/>
                <a:gd name="T27" fmla="*/ 27 h 27"/>
                <a:gd name="T28" fmla="*/ 8 w 26"/>
                <a:gd name="T29" fmla="*/ 27 h 27"/>
                <a:gd name="T30" fmla="*/ 7 w 26"/>
                <a:gd name="T31" fmla="*/ 26 h 27"/>
                <a:gd name="T32" fmla="*/ 10 w 26"/>
                <a:gd name="T33" fmla="*/ 23 h 27"/>
                <a:gd name="T34" fmla="*/ 10 w 26"/>
                <a:gd name="T35" fmla="*/ 15 h 27"/>
                <a:gd name="T36" fmla="*/ 4 w 26"/>
                <a:gd name="T37" fmla="*/ 3 h 27"/>
                <a:gd name="T38" fmla="*/ 0 w 26"/>
                <a:gd name="T39" fmla="*/ 0 h 27"/>
                <a:gd name="T40" fmla="*/ 1 w 26"/>
                <a:gd name="T41" fmla="*/ 0 h 27"/>
                <a:gd name="T42" fmla="*/ 6 w 26"/>
                <a:gd name="T43" fmla="*/ 0 h 27"/>
                <a:gd name="T44" fmla="*/ 12 w 26"/>
                <a:gd name="T45" fmla="*/ 0 h 27"/>
                <a:gd name="T46" fmla="*/ 13 w 26"/>
                <a:gd name="T47" fmla="*/ 0 h 27"/>
                <a:gd name="T48" fmla="*/ 10 w 26"/>
                <a:gd name="T49" fmla="*/ 2 h 27"/>
                <a:gd name="T50" fmla="*/ 11 w 26"/>
                <a:gd name="T51" fmla="*/ 5 h 27"/>
                <a:gd name="T52" fmla="*/ 15 w 26"/>
                <a:gd name="T53"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 h="27">
                  <a:moveTo>
                    <a:pt x="15" y="12"/>
                  </a:moveTo>
                  <a:cubicBezTo>
                    <a:pt x="18" y="8"/>
                    <a:pt x="18" y="8"/>
                    <a:pt x="18" y="8"/>
                  </a:cubicBezTo>
                  <a:cubicBezTo>
                    <a:pt x="19" y="6"/>
                    <a:pt x="19" y="4"/>
                    <a:pt x="19" y="3"/>
                  </a:cubicBezTo>
                  <a:cubicBezTo>
                    <a:pt x="19" y="1"/>
                    <a:pt x="17" y="1"/>
                    <a:pt x="17" y="0"/>
                  </a:cubicBezTo>
                  <a:cubicBezTo>
                    <a:pt x="17" y="0"/>
                    <a:pt x="17" y="0"/>
                    <a:pt x="18" y="0"/>
                  </a:cubicBezTo>
                  <a:cubicBezTo>
                    <a:pt x="19" y="0"/>
                    <a:pt x="20" y="0"/>
                    <a:pt x="22" y="0"/>
                  </a:cubicBezTo>
                  <a:cubicBezTo>
                    <a:pt x="23" y="0"/>
                    <a:pt x="25" y="0"/>
                    <a:pt x="26" y="0"/>
                  </a:cubicBezTo>
                  <a:cubicBezTo>
                    <a:pt x="26" y="0"/>
                    <a:pt x="26" y="0"/>
                    <a:pt x="26" y="0"/>
                  </a:cubicBezTo>
                  <a:cubicBezTo>
                    <a:pt x="26" y="1"/>
                    <a:pt x="24" y="0"/>
                    <a:pt x="21" y="6"/>
                  </a:cubicBezTo>
                  <a:cubicBezTo>
                    <a:pt x="16" y="14"/>
                    <a:pt x="16" y="14"/>
                    <a:pt x="16" y="14"/>
                  </a:cubicBezTo>
                  <a:cubicBezTo>
                    <a:pt x="16" y="23"/>
                    <a:pt x="16" y="23"/>
                    <a:pt x="16" y="23"/>
                  </a:cubicBezTo>
                  <a:cubicBezTo>
                    <a:pt x="16" y="27"/>
                    <a:pt x="19" y="25"/>
                    <a:pt x="19" y="26"/>
                  </a:cubicBezTo>
                  <a:cubicBezTo>
                    <a:pt x="19" y="27"/>
                    <a:pt x="19" y="27"/>
                    <a:pt x="18" y="27"/>
                  </a:cubicBezTo>
                  <a:cubicBezTo>
                    <a:pt x="16" y="27"/>
                    <a:pt x="15" y="27"/>
                    <a:pt x="13" y="27"/>
                  </a:cubicBezTo>
                  <a:cubicBezTo>
                    <a:pt x="11" y="27"/>
                    <a:pt x="10" y="27"/>
                    <a:pt x="8" y="27"/>
                  </a:cubicBezTo>
                  <a:cubicBezTo>
                    <a:pt x="7" y="27"/>
                    <a:pt x="7" y="27"/>
                    <a:pt x="7" y="26"/>
                  </a:cubicBezTo>
                  <a:cubicBezTo>
                    <a:pt x="7" y="25"/>
                    <a:pt x="10" y="27"/>
                    <a:pt x="10" y="23"/>
                  </a:cubicBezTo>
                  <a:cubicBezTo>
                    <a:pt x="10" y="15"/>
                    <a:pt x="10" y="15"/>
                    <a:pt x="10" y="15"/>
                  </a:cubicBezTo>
                  <a:cubicBezTo>
                    <a:pt x="4" y="3"/>
                    <a:pt x="4" y="3"/>
                    <a:pt x="4" y="3"/>
                  </a:cubicBezTo>
                  <a:cubicBezTo>
                    <a:pt x="2" y="0"/>
                    <a:pt x="0" y="1"/>
                    <a:pt x="0" y="0"/>
                  </a:cubicBezTo>
                  <a:cubicBezTo>
                    <a:pt x="0" y="0"/>
                    <a:pt x="0" y="0"/>
                    <a:pt x="1" y="0"/>
                  </a:cubicBezTo>
                  <a:cubicBezTo>
                    <a:pt x="3" y="0"/>
                    <a:pt x="4" y="0"/>
                    <a:pt x="6" y="0"/>
                  </a:cubicBezTo>
                  <a:cubicBezTo>
                    <a:pt x="8" y="0"/>
                    <a:pt x="10" y="0"/>
                    <a:pt x="12" y="0"/>
                  </a:cubicBezTo>
                  <a:cubicBezTo>
                    <a:pt x="12" y="0"/>
                    <a:pt x="13" y="0"/>
                    <a:pt x="13" y="0"/>
                  </a:cubicBezTo>
                  <a:cubicBezTo>
                    <a:pt x="13" y="1"/>
                    <a:pt x="10" y="0"/>
                    <a:pt x="10" y="2"/>
                  </a:cubicBezTo>
                  <a:cubicBezTo>
                    <a:pt x="10" y="3"/>
                    <a:pt x="10" y="4"/>
                    <a:pt x="11" y="5"/>
                  </a:cubicBezTo>
                  <a:lnTo>
                    <a:pt x="15" y="12"/>
                  </a:lnTo>
                  <a:close/>
                </a:path>
              </a:pathLst>
            </a:custGeom>
            <a:grpFill/>
            <a:ln>
              <a:noFill/>
            </a:ln>
          </p:spPr>
          <p:txBody>
            <a:bodyPr/>
            <a:lstStyle/>
            <a:p>
              <a:pPr>
                <a:defRPr/>
              </a:pPr>
              <a:endParaRPr lang="zh-CN" altLang="en-US"/>
            </a:p>
          </p:txBody>
        </p:sp>
        <p:sp>
          <p:nvSpPr>
            <p:cNvPr id="26" name="Freeform 20">
              <a:extLst>
                <a:ext uri="{FF2B5EF4-FFF2-40B4-BE49-F238E27FC236}">
                  <a16:creationId xmlns:a16="http://schemas.microsoft.com/office/drawing/2014/main" id="{BC773645-6BD0-4F60-9739-9B27C324117E}"/>
                </a:ext>
              </a:extLst>
            </p:cNvPr>
            <p:cNvSpPr>
              <a:spLocks/>
            </p:cNvSpPr>
            <p:nvPr/>
          </p:nvSpPr>
          <p:spPr bwMode="auto">
            <a:xfrm>
              <a:off x="6242050"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27" name="Freeform 21">
              <a:extLst>
                <a:ext uri="{FF2B5EF4-FFF2-40B4-BE49-F238E27FC236}">
                  <a16:creationId xmlns:a16="http://schemas.microsoft.com/office/drawing/2014/main" id="{B40FB54F-D429-44F7-8F51-267A0285A886}"/>
                </a:ext>
              </a:extLst>
            </p:cNvPr>
            <p:cNvSpPr>
              <a:spLocks/>
            </p:cNvSpPr>
            <p:nvPr/>
          </p:nvSpPr>
          <p:spPr bwMode="auto">
            <a:xfrm>
              <a:off x="6427788" y="5832475"/>
              <a:ext cx="133350"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a:lstStyle/>
            <a:p>
              <a:pPr>
                <a:defRPr/>
              </a:pPr>
              <a:endParaRPr lang="zh-CN" altLang="en-US"/>
            </a:p>
          </p:txBody>
        </p:sp>
        <p:sp>
          <p:nvSpPr>
            <p:cNvPr id="28" name="Freeform 22">
              <a:extLst>
                <a:ext uri="{FF2B5EF4-FFF2-40B4-BE49-F238E27FC236}">
                  <a16:creationId xmlns:a16="http://schemas.microsoft.com/office/drawing/2014/main" id="{B8CB27F2-1FD8-498D-BFA4-5034FB599A0A}"/>
                </a:ext>
              </a:extLst>
            </p:cNvPr>
            <p:cNvSpPr>
              <a:spLocks/>
            </p:cNvSpPr>
            <p:nvPr/>
          </p:nvSpPr>
          <p:spPr bwMode="auto">
            <a:xfrm>
              <a:off x="6578600"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a:lstStyle/>
            <a:p>
              <a:pPr>
                <a:defRPr/>
              </a:pPr>
              <a:endParaRPr lang="zh-CN" altLang="en-US"/>
            </a:p>
          </p:txBody>
        </p:sp>
        <p:sp>
          <p:nvSpPr>
            <p:cNvPr id="29" name="Freeform 23">
              <a:extLst>
                <a:ext uri="{FF2B5EF4-FFF2-40B4-BE49-F238E27FC236}">
                  <a16:creationId xmlns:a16="http://schemas.microsoft.com/office/drawing/2014/main" id="{EF4F7B6E-6CB2-4CF8-B802-85631684AE09}"/>
                </a:ext>
              </a:extLst>
            </p:cNvPr>
            <p:cNvSpPr>
              <a:spLocks/>
            </p:cNvSpPr>
            <p:nvPr/>
          </p:nvSpPr>
          <p:spPr bwMode="auto">
            <a:xfrm>
              <a:off x="5614988" y="5475288"/>
              <a:ext cx="117475" cy="136525"/>
            </a:xfrm>
            <a:custGeom>
              <a:avLst/>
              <a:gdLst>
                <a:gd name="T0" fmla="*/ 11 w 21"/>
                <a:gd name="T1" fmla="*/ 2 h 24"/>
                <a:gd name="T2" fmla="*/ 1 w 21"/>
                <a:gd name="T3" fmla="*/ 13 h 24"/>
                <a:gd name="T4" fmla="*/ 11 w 21"/>
                <a:gd name="T5" fmla="*/ 24 h 24"/>
                <a:gd name="T6" fmla="*/ 14 w 21"/>
                <a:gd name="T7" fmla="*/ 22 h 24"/>
                <a:gd name="T8" fmla="*/ 21 w 21"/>
                <a:gd name="T9" fmla="*/ 9 h 24"/>
                <a:gd name="T10" fmla="*/ 21 w 21"/>
                <a:gd name="T11" fmla="*/ 8 h 24"/>
                <a:gd name="T12" fmla="*/ 11 w 21"/>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1" h="24">
                  <a:moveTo>
                    <a:pt x="11" y="2"/>
                  </a:moveTo>
                  <a:cubicBezTo>
                    <a:pt x="6" y="4"/>
                    <a:pt x="2" y="9"/>
                    <a:pt x="1" y="13"/>
                  </a:cubicBezTo>
                  <a:cubicBezTo>
                    <a:pt x="0" y="20"/>
                    <a:pt x="6" y="22"/>
                    <a:pt x="11" y="24"/>
                  </a:cubicBezTo>
                  <a:cubicBezTo>
                    <a:pt x="12" y="24"/>
                    <a:pt x="13" y="24"/>
                    <a:pt x="14" y="22"/>
                  </a:cubicBezTo>
                  <a:cubicBezTo>
                    <a:pt x="15" y="17"/>
                    <a:pt x="17" y="13"/>
                    <a:pt x="21" y="9"/>
                  </a:cubicBezTo>
                  <a:cubicBezTo>
                    <a:pt x="21" y="8"/>
                    <a:pt x="21" y="8"/>
                    <a:pt x="21" y="8"/>
                  </a:cubicBezTo>
                  <a:cubicBezTo>
                    <a:pt x="20" y="1"/>
                    <a:pt x="15" y="0"/>
                    <a:pt x="11" y="2"/>
                  </a:cubicBezTo>
                  <a:close/>
                </a:path>
              </a:pathLst>
            </a:custGeom>
            <a:grpFill/>
            <a:ln>
              <a:noFill/>
            </a:ln>
          </p:spPr>
          <p:txBody>
            <a:bodyPr/>
            <a:lstStyle/>
            <a:p>
              <a:pPr>
                <a:defRPr/>
              </a:pPr>
              <a:endParaRPr lang="zh-CN" altLang="en-US"/>
            </a:p>
          </p:txBody>
        </p:sp>
        <p:sp>
          <p:nvSpPr>
            <p:cNvPr id="30" name="Freeform 24">
              <a:extLst>
                <a:ext uri="{FF2B5EF4-FFF2-40B4-BE49-F238E27FC236}">
                  <a16:creationId xmlns:a16="http://schemas.microsoft.com/office/drawing/2014/main" id="{354D32F0-DE07-4BD5-80AC-54DBDC7AF2F6}"/>
                </a:ext>
              </a:extLst>
            </p:cNvPr>
            <p:cNvSpPr>
              <a:spLocks/>
            </p:cNvSpPr>
            <p:nvPr/>
          </p:nvSpPr>
          <p:spPr bwMode="auto">
            <a:xfrm>
              <a:off x="5440363" y="5140325"/>
              <a:ext cx="146050" cy="442913"/>
            </a:xfrm>
            <a:custGeom>
              <a:avLst/>
              <a:gdLst>
                <a:gd name="T0" fmla="*/ 20 w 26"/>
                <a:gd name="T1" fmla="*/ 52 h 78"/>
                <a:gd name="T2" fmla="*/ 18 w 26"/>
                <a:gd name="T3" fmla="*/ 25 h 78"/>
                <a:gd name="T4" fmla="*/ 22 w 26"/>
                <a:gd name="T5" fmla="*/ 7 h 78"/>
                <a:gd name="T6" fmla="*/ 10 w 26"/>
                <a:gd name="T7" fmla="*/ 4 h 78"/>
                <a:gd name="T8" fmla="*/ 1 w 26"/>
                <a:gd name="T9" fmla="*/ 48 h 78"/>
                <a:gd name="T10" fmla="*/ 11 w 26"/>
                <a:gd name="T11" fmla="*/ 78 h 78"/>
                <a:gd name="T12" fmla="*/ 25 w 26"/>
                <a:gd name="T13" fmla="*/ 51 h 78"/>
                <a:gd name="T14" fmla="*/ 20 w 26"/>
                <a:gd name="T15" fmla="*/ 5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78">
                  <a:moveTo>
                    <a:pt x="20" y="52"/>
                  </a:moveTo>
                  <a:cubicBezTo>
                    <a:pt x="14" y="49"/>
                    <a:pt x="17" y="30"/>
                    <a:pt x="18" y="25"/>
                  </a:cubicBezTo>
                  <a:cubicBezTo>
                    <a:pt x="20" y="20"/>
                    <a:pt x="22" y="12"/>
                    <a:pt x="22" y="7"/>
                  </a:cubicBezTo>
                  <a:cubicBezTo>
                    <a:pt x="17" y="0"/>
                    <a:pt x="15" y="1"/>
                    <a:pt x="10" y="4"/>
                  </a:cubicBezTo>
                  <a:cubicBezTo>
                    <a:pt x="0" y="17"/>
                    <a:pt x="1" y="30"/>
                    <a:pt x="1" y="48"/>
                  </a:cubicBezTo>
                  <a:cubicBezTo>
                    <a:pt x="2" y="57"/>
                    <a:pt x="2" y="73"/>
                    <a:pt x="11" y="78"/>
                  </a:cubicBezTo>
                  <a:cubicBezTo>
                    <a:pt x="19" y="77"/>
                    <a:pt x="26" y="60"/>
                    <a:pt x="25" y="51"/>
                  </a:cubicBezTo>
                  <a:cubicBezTo>
                    <a:pt x="24" y="47"/>
                    <a:pt x="23" y="52"/>
                    <a:pt x="20" y="52"/>
                  </a:cubicBezTo>
                  <a:close/>
                </a:path>
              </a:pathLst>
            </a:custGeom>
            <a:grpFill/>
            <a:ln>
              <a:noFill/>
            </a:ln>
          </p:spPr>
          <p:txBody>
            <a:bodyPr/>
            <a:lstStyle/>
            <a:p>
              <a:pPr>
                <a:defRPr/>
              </a:pPr>
              <a:endParaRPr lang="zh-CN" altLang="en-US"/>
            </a:p>
          </p:txBody>
        </p:sp>
        <p:sp>
          <p:nvSpPr>
            <p:cNvPr id="31" name="Freeform 25">
              <a:extLst>
                <a:ext uri="{FF2B5EF4-FFF2-40B4-BE49-F238E27FC236}">
                  <a16:creationId xmlns:a16="http://schemas.microsoft.com/office/drawing/2014/main" id="{B4360A93-1CA5-4F07-A4B2-88DF6E2ED66D}"/>
                </a:ext>
              </a:extLst>
            </p:cNvPr>
            <p:cNvSpPr>
              <a:spLocks/>
            </p:cNvSpPr>
            <p:nvPr/>
          </p:nvSpPr>
          <p:spPr bwMode="auto">
            <a:xfrm>
              <a:off x="5614988" y="4902200"/>
              <a:ext cx="323850" cy="782638"/>
            </a:xfrm>
            <a:custGeom>
              <a:avLst/>
              <a:gdLst>
                <a:gd name="T0" fmla="*/ 44 w 58"/>
                <a:gd name="T1" fmla="*/ 72 h 138"/>
                <a:gd name="T2" fmla="*/ 48 w 58"/>
                <a:gd name="T3" fmla="*/ 70 h 138"/>
                <a:gd name="T4" fmla="*/ 50 w 58"/>
                <a:gd name="T5" fmla="*/ 62 h 138"/>
                <a:gd name="T6" fmla="*/ 48 w 58"/>
                <a:gd name="T7" fmla="*/ 62 h 138"/>
                <a:gd name="T8" fmla="*/ 32 w 58"/>
                <a:gd name="T9" fmla="*/ 58 h 138"/>
                <a:gd name="T10" fmla="*/ 42 w 58"/>
                <a:gd name="T11" fmla="*/ 40 h 138"/>
                <a:gd name="T12" fmla="*/ 38 w 58"/>
                <a:gd name="T13" fmla="*/ 33 h 138"/>
                <a:gd name="T14" fmla="*/ 39 w 58"/>
                <a:gd name="T15" fmla="*/ 32 h 138"/>
                <a:gd name="T16" fmla="*/ 48 w 58"/>
                <a:gd name="T17" fmla="*/ 23 h 138"/>
                <a:gd name="T18" fmla="*/ 54 w 58"/>
                <a:gd name="T19" fmla="*/ 16 h 138"/>
                <a:gd name="T20" fmla="*/ 48 w 58"/>
                <a:gd name="T21" fmla="*/ 1 h 138"/>
                <a:gd name="T22" fmla="*/ 34 w 58"/>
                <a:gd name="T23" fmla="*/ 2 h 138"/>
                <a:gd name="T24" fmla="*/ 24 w 58"/>
                <a:gd name="T25" fmla="*/ 8 h 138"/>
                <a:gd name="T26" fmla="*/ 22 w 58"/>
                <a:gd name="T27" fmla="*/ 10 h 138"/>
                <a:gd name="T28" fmla="*/ 28 w 58"/>
                <a:gd name="T29" fmla="*/ 18 h 138"/>
                <a:gd name="T30" fmla="*/ 41 w 58"/>
                <a:gd name="T31" fmla="*/ 13 h 138"/>
                <a:gd name="T32" fmla="*/ 41 w 58"/>
                <a:gd name="T33" fmla="*/ 15 h 138"/>
                <a:gd name="T34" fmla="*/ 41 w 58"/>
                <a:gd name="T35" fmla="*/ 15 h 138"/>
                <a:gd name="T36" fmla="*/ 29 w 58"/>
                <a:gd name="T37" fmla="*/ 30 h 138"/>
                <a:gd name="T38" fmla="*/ 30 w 58"/>
                <a:gd name="T39" fmla="*/ 46 h 138"/>
                <a:gd name="T40" fmla="*/ 29 w 58"/>
                <a:gd name="T41" fmla="*/ 51 h 138"/>
                <a:gd name="T42" fmla="*/ 18 w 58"/>
                <a:gd name="T43" fmla="*/ 65 h 138"/>
                <a:gd name="T44" fmla="*/ 12 w 58"/>
                <a:gd name="T45" fmla="*/ 72 h 138"/>
                <a:gd name="T46" fmla="*/ 11 w 58"/>
                <a:gd name="T47" fmla="*/ 73 h 138"/>
                <a:gd name="T48" fmla="*/ 0 w 58"/>
                <a:gd name="T49" fmla="*/ 84 h 138"/>
                <a:gd name="T50" fmla="*/ 0 w 58"/>
                <a:gd name="T51" fmla="*/ 85 h 138"/>
                <a:gd name="T52" fmla="*/ 11 w 58"/>
                <a:gd name="T53" fmla="*/ 89 h 138"/>
                <a:gd name="T54" fmla="*/ 13 w 58"/>
                <a:gd name="T55" fmla="*/ 89 h 138"/>
                <a:gd name="T56" fmla="*/ 14 w 58"/>
                <a:gd name="T57" fmla="*/ 89 h 138"/>
                <a:gd name="T58" fmla="*/ 14 w 58"/>
                <a:gd name="T59" fmla="*/ 88 h 138"/>
                <a:gd name="T60" fmla="*/ 14 w 58"/>
                <a:gd name="T61" fmla="*/ 87 h 138"/>
                <a:gd name="T62" fmla="*/ 27 w 58"/>
                <a:gd name="T63" fmla="*/ 77 h 138"/>
                <a:gd name="T64" fmla="*/ 28 w 58"/>
                <a:gd name="T65" fmla="*/ 114 h 138"/>
                <a:gd name="T66" fmla="*/ 25 w 58"/>
                <a:gd name="T67" fmla="*/ 115 h 138"/>
                <a:gd name="T68" fmla="*/ 25 w 58"/>
                <a:gd name="T69" fmla="*/ 116 h 138"/>
                <a:gd name="T70" fmla="*/ 22 w 58"/>
                <a:gd name="T71" fmla="*/ 120 h 138"/>
                <a:gd name="T72" fmla="*/ 22 w 58"/>
                <a:gd name="T73" fmla="*/ 120 h 138"/>
                <a:gd name="T74" fmla="*/ 30 w 58"/>
                <a:gd name="T75" fmla="*/ 138 h 138"/>
                <a:gd name="T76" fmla="*/ 39 w 58"/>
                <a:gd name="T77" fmla="*/ 126 h 138"/>
                <a:gd name="T78" fmla="*/ 39 w 58"/>
                <a:gd name="T79" fmla="*/ 74 h 138"/>
                <a:gd name="T80" fmla="*/ 44 w 58"/>
                <a:gd name="T81"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138">
                  <a:moveTo>
                    <a:pt x="44" y="72"/>
                  </a:moveTo>
                  <a:cubicBezTo>
                    <a:pt x="45" y="71"/>
                    <a:pt x="47" y="71"/>
                    <a:pt x="48" y="70"/>
                  </a:cubicBezTo>
                  <a:cubicBezTo>
                    <a:pt x="51" y="68"/>
                    <a:pt x="54" y="66"/>
                    <a:pt x="50" y="62"/>
                  </a:cubicBezTo>
                  <a:cubicBezTo>
                    <a:pt x="50" y="62"/>
                    <a:pt x="49" y="62"/>
                    <a:pt x="48" y="62"/>
                  </a:cubicBezTo>
                  <a:cubicBezTo>
                    <a:pt x="42" y="62"/>
                    <a:pt x="32" y="66"/>
                    <a:pt x="32" y="58"/>
                  </a:cubicBezTo>
                  <a:cubicBezTo>
                    <a:pt x="35" y="53"/>
                    <a:pt x="42" y="45"/>
                    <a:pt x="42" y="40"/>
                  </a:cubicBezTo>
                  <a:cubicBezTo>
                    <a:pt x="38" y="38"/>
                    <a:pt x="38" y="37"/>
                    <a:pt x="38" y="33"/>
                  </a:cubicBezTo>
                  <a:cubicBezTo>
                    <a:pt x="39" y="33"/>
                    <a:pt x="39" y="33"/>
                    <a:pt x="39" y="32"/>
                  </a:cubicBezTo>
                  <a:cubicBezTo>
                    <a:pt x="42" y="30"/>
                    <a:pt x="45" y="27"/>
                    <a:pt x="48" y="23"/>
                  </a:cubicBezTo>
                  <a:cubicBezTo>
                    <a:pt x="50" y="21"/>
                    <a:pt x="52" y="18"/>
                    <a:pt x="54" y="16"/>
                  </a:cubicBezTo>
                  <a:cubicBezTo>
                    <a:pt x="58" y="6"/>
                    <a:pt x="54" y="2"/>
                    <a:pt x="48" y="1"/>
                  </a:cubicBezTo>
                  <a:cubicBezTo>
                    <a:pt x="44" y="0"/>
                    <a:pt x="38" y="1"/>
                    <a:pt x="34" y="2"/>
                  </a:cubicBezTo>
                  <a:cubicBezTo>
                    <a:pt x="32" y="3"/>
                    <a:pt x="24" y="6"/>
                    <a:pt x="24" y="8"/>
                  </a:cubicBezTo>
                  <a:cubicBezTo>
                    <a:pt x="23" y="9"/>
                    <a:pt x="22" y="9"/>
                    <a:pt x="22" y="10"/>
                  </a:cubicBezTo>
                  <a:cubicBezTo>
                    <a:pt x="19" y="16"/>
                    <a:pt x="22" y="18"/>
                    <a:pt x="28" y="18"/>
                  </a:cubicBezTo>
                  <a:cubicBezTo>
                    <a:pt x="31" y="17"/>
                    <a:pt x="37" y="8"/>
                    <a:pt x="41" y="13"/>
                  </a:cubicBezTo>
                  <a:cubicBezTo>
                    <a:pt x="41" y="13"/>
                    <a:pt x="40" y="14"/>
                    <a:pt x="41" y="15"/>
                  </a:cubicBezTo>
                  <a:cubicBezTo>
                    <a:pt x="40" y="15"/>
                    <a:pt x="41" y="15"/>
                    <a:pt x="41" y="15"/>
                  </a:cubicBezTo>
                  <a:cubicBezTo>
                    <a:pt x="39" y="19"/>
                    <a:pt x="31" y="27"/>
                    <a:pt x="29" y="30"/>
                  </a:cubicBezTo>
                  <a:cubicBezTo>
                    <a:pt x="26" y="35"/>
                    <a:pt x="30" y="40"/>
                    <a:pt x="30" y="46"/>
                  </a:cubicBezTo>
                  <a:cubicBezTo>
                    <a:pt x="30" y="48"/>
                    <a:pt x="29" y="49"/>
                    <a:pt x="29" y="51"/>
                  </a:cubicBezTo>
                  <a:cubicBezTo>
                    <a:pt x="25" y="55"/>
                    <a:pt x="22" y="62"/>
                    <a:pt x="18" y="65"/>
                  </a:cubicBezTo>
                  <a:cubicBezTo>
                    <a:pt x="16" y="67"/>
                    <a:pt x="13" y="70"/>
                    <a:pt x="12" y="72"/>
                  </a:cubicBezTo>
                  <a:cubicBezTo>
                    <a:pt x="12" y="72"/>
                    <a:pt x="11" y="73"/>
                    <a:pt x="11" y="73"/>
                  </a:cubicBezTo>
                  <a:cubicBezTo>
                    <a:pt x="7" y="77"/>
                    <a:pt x="4" y="81"/>
                    <a:pt x="0" y="84"/>
                  </a:cubicBezTo>
                  <a:cubicBezTo>
                    <a:pt x="0" y="84"/>
                    <a:pt x="0" y="85"/>
                    <a:pt x="0" y="85"/>
                  </a:cubicBezTo>
                  <a:cubicBezTo>
                    <a:pt x="2" y="87"/>
                    <a:pt x="7" y="88"/>
                    <a:pt x="11" y="89"/>
                  </a:cubicBezTo>
                  <a:cubicBezTo>
                    <a:pt x="12" y="89"/>
                    <a:pt x="12" y="89"/>
                    <a:pt x="13" y="89"/>
                  </a:cubicBezTo>
                  <a:cubicBezTo>
                    <a:pt x="13" y="89"/>
                    <a:pt x="14" y="89"/>
                    <a:pt x="14" y="89"/>
                  </a:cubicBezTo>
                  <a:cubicBezTo>
                    <a:pt x="14" y="88"/>
                    <a:pt x="14" y="88"/>
                    <a:pt x="14" y="88"/>
                  </a:cubicBezTo>
                  <a:cubicBezTo>
                    <a:pt x="14" y="88"/>
                    <a:pt x="14" y="87"/>
                    <a:pt x="14" y="87"/>
                  </a:cubicBezTo>
                  <a:cubicBezTo>
                    <a:pt x="18" y="82"/>
                    <a:pt x="20" y="78"/>
                    <a:pt x="27" y="77"/>
                  </a:cubicBezTo>
                  <a:cubicBezTo>
                    <a:pt x="27" y="78"/>
                    <a:pt x="27" y="84"/>
                    <a:pt x="28" y="114"/>
                  </a:cubicBezTo>
                  <a:cubicBezTo>
                    <a:pt x="27" y="114"/>
                    <a:pt x="28" y="114"/>
                    <a:pt x="25" y="115"/>
                  </a:cubicBezTo>
                  <a:cubicBezTo>
                    <a:pt x="25" y="115"/>
                    <a:pt x="25" y="116"/>
                    <a:pt x="25" y="116"/>
                  </a:cubicBezTo>
                  <a:cubicBezTo>
                    <a:pt x="23" y="117"/>
                    <a:pt x="22" y="118"/>
                    <a:pt x="22" y="120"/>
                  </a:cubicBezTo>
                  <a:cubicBezTo>
                    <a:pt x="22" y="120"/>
                    <a:pt x="22" y="120"/>
                    <a:pt x="22" y="120"/>
                  </a:cubicBezTo>
                  <a:cubicBezTo>
                    <a:pt x="22" y="127"/>
                    <a:pt x="23" y="133"/>
                    <a:pt x="30" y="138"/>
                  </a:cubicBezTo>
                  <a:cubicBezTo>
                    <a:pt x="35" y="137"/>
                    <a:pt x="37" y="131"/>
                    <a:pt x="39" y="126"/>
                  </a:cubicBezTo>
                  <a:cubicBezTo>
                    <a:pt x="39" y="119"/>
                    <a:pt x="39" y="119"/>
                    <a:pt x="39" y="74"/>
                  </a:cubicBezTo>
                  <a:cubicBezTo>
                    <a:pt x="41" y="73"/>
                    <a:pt x="42" y="72"/>
                    <a:pt x="44" y="72"/>
                  </a:cubicBezTo>
                  <a:close/>
                </a:path>
              </a:pathLst>
            </a:custGeom>
            <a:grpFill/>
            <a:ln>
              <a:noFill/>
            </a:ln>
          </p:spPr>
          <p:txBody>
            <a:bodyPr/>
            <a:lstStyle/>
            <a:p>
              <a:pPr>
                <a:defRPr/>
              </a:pPr>
              <a:endParaRPr lang="zh-CN" altLang="en-US"/>
            </a:p>
          </p:txBody>
        </p:sp>
        <p:sp>
          <p:nvSpPr>
            <p:cNvPr id="32" name="Freeform 26">
              <a:extLst>
                <a:ext uri="{FF2B5EF4-FFF2-40B4-BE49-F238E27FC236}">
                  <a16:creationId xmlns:a16="http://schemas.microsoft.com/office/drawing/2014/main" id="{09A533DC-116A-437E-BC95-C63226AEC731}"/>
                </a:ext>
              </a:extLst>
            </p:cNvPr>
            <p:cNvSpPr>
              <a:spLocks/>
            </p:cNvSpPr>
            <p:nvPr/>
          </p:nvSpPr>
          <p:spPr bwMode="auto">
            <a:xfrm>
              <a:off x="5843588" y="5413375"/>
              <a:ext cx="141288" cy="152400"/>
            </a:xfrm>
            <a:custGeom>
              <a:avLst/>
              <a:gdLst>
                <a:gd name="T0" fmla="*/ 8 w 25"/>
                <a:gd name="T1" fmla="*/ 1 h 27"/>
                <a:gd name="T2" fmla="*/ 7 w 25"/>
                <a:gd name="T3" fmla="*/ 1 h 27"/>
                <a:gd name="T4" fmla="*/ 6 w 25"/>
                <a:gd name="T5" fmla="*/ 10 h 27"/>
                <a:gd name="T6" fmla="*/ 0 w 25"/>
                <a:gd name="T7" fmla="*/ 25 h 27"/>
                <a:gd name="T8" fmla="*/ 0 w 25"/>
                <a:gd name="T9" fmla="*/ 26 h 27"/>
                <a:gd name="T10" fmla="*/ 3 w 25"/>
                <a:gd name="T11" fmla="*/ 27 h 27"/>
                <a:gd name="T12" fmla="*/ 7 w 25"/>
                <a:gd name="T13" fmla="*/ 26 h 27"/>
                <a:gd name="T14" fmla="*/ 23 w 25"/>
                <a:gd name="T15" fmla="*/ 11 h 27"/>
                <a:gd name="T16" fmla="*/ 8 w 25"/>
                <a:gd name="T1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7">
                  <a:moveTo>
                    <a:pt x="8" y="1"/>
                  </a:moveTo>
                  <a:cubicBezTo>
                    <a:pt x="8" y="1"/>
                    <a:pt x="8" y="1"/>
                    <a:pt x="7" y="1"/>
                  </a:cubicBezTo>
                  <a:cubicBezTo>
                    <a:pt x="4" y="3"/>
                    <a:pt x="2" y="7"/>
                    <a:pt x="6" y="10"/>
                  </a:cubicBezTo>
                  <a:cubicBezTo>
                    <a:pt x="8" y="18"/>
                    <a:pt x="2" y="20"/>
                    <a:pt x="0" y="25"/>
                  </a:cubicBezTo>
                  <a:cubicBezTo>
                    <a:pt x="0" y="25"/>
                    <a:pt x="0" y="26"/>
                    <a:pt x="0" y="26"/>
                  </a:cubicBezTo>
                  <a:cubicBezTo>
                    <a:pt x="1" y="26"/>
                    <a:pt x="2" y="27"/>
                    <a:pt x="3" y="27"/>
                  </a:cubicBezTo>
                  <a:cubicBezTo>
                    <a:pt x="4" y="27"/>
                    <a:pt x="6" y="26"/>
                    <a:pt x="7" y="26"/>
                  </a:cubicBezTo>
                  <a:cubicBezTo>
                    <a:pt x="15" y="24"/>
                    <a:pt x="25" y="21"/>
                    <a:pt x="23" y="11"/>
                  </a:cubicBezTo>
                  <a:cubicBezTo>
                    <a:pt x="19" y="2"/>
                    <a:pt x="15" y="0"/>
                    <a:pt x="8" y="1"/>
                  </a:cubicBezTo>
                  <a:close/>
                </a:path>
              </a:pathLst>
            </a:custGeom>
            <a:grpFill/>
            <a:ln>
              <a:noFill/>
            </a:ln>
          </p:spPr>
          <p:txBody>
            <a:bodyPr/>
            <a:lstStyle/>
            <a:p>
              <a:pPr>
                <a:defRPr/>
              </a:pPr>
              <a:endParaRPr lang="zh-CN" altLang="en-US"/>
            </a:p>
          </p:txBody>
        </p:sp>
        <p:sp>
          <p:nvSpPr>
            <p:cNvPr id="33" name="Freeform 27">
              <a:extLst>
                <a:ext uri="{FF2B5EF4-FFF2-40B4-BE49-F238E27FC236}">
                  <a16:creationId xmlns:a16="http://schemas.microsoft.com/office/drawing/2014/main" id="{A9094319-EED6-4B29-B40C-207734621662}"/>
                </a:ext>
              </a:extLst>
            </p:cNvPr>
            <p:cNvSpPr>
              <a:spLocks/>
            </p:cNvSpPr>
            <p:nvPr/>
          </p:nvSpPr>
          <p:spPr bwMode="auto">
            <a:xfrm>
              <a:off x="5435600" y="4975225"/>
              <a:ext cx="144463" cy="136525"/>
            </a:xfrm>
            <a:custGeom>
              <a:avLst/>
              <a:gdLst>
                <a:gd name="T0" fmla="*/ 14 w 26"/>
                <a:gd name="T1" fmla="*/ 24 h 24"/>
                <a:gd name="T2" fmla="*/ 25 w 26"/>
                <a:gd name="T3" fmla="*/ 20 h 24"/>
                <a:gd name="T4" fmla="*/ 25 w 26"/>
                <a:gd name="T5" fmla="*/ 20 h 24"/>
                <a:gd name="T6" fmla="*/ 25 w 26"/>
                <a:gd name="T7" fmla="*/ 19 h 24"/>
                <a:gd name="T8" fmla="*/ 22 w 26"/>
                <a:gd name="T9" fmla="*/ 7 h 24"/>
                <a:gd name="T10" fmla="*/ 14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14" y="24"/>
                  </a:moveTo>
                  <a:cubicBezTo>
                    <a:pt x="20" y="24"/>
                    <a:pt x="21" y="24"/>
                    <a:pt x="25" y="20"/>
                  </a:cubicBezTo>
                  <a:cubicBezTo>
                    <a:pt x="25" y="20"/>
                    <a:pt x="25" y="20"/>
                    <a:pt x="25" y="20"/>
                  </a:cubicBezTo>
                  <a:cubicBezTo>
                    <a:pt x="25" y="20"/>
                    <a:pt x="25" y="20"/>
                    <a:pt x="25" y="19"/>
                  </a:cubicBezTo>
                  <a:cubicBezTo>
                    <a:pt x="26" y="13"/>
                    <a:pt x="23" y="8"/>
                    <a:pt x="22" y="7"/>
                  </a:cubicBezTo>
                  <a:cubicBezTo>
                    <a:pt x="9" y="0"/>
                    <a:pt x="0" y="17"/>
                    <a:pt x="14" y="24"/>
                  </a:cubicBezTo>
                  <a:close/>
                </a:path>
              </a:pathLst>
            </a:custGeom>
            <a:grpFill/>
            <a:ln>
              <a:noFill/>
            </a:ln>
          </p:spPr>
          <p:txBody>
            <a:bodyPr/>
            <a:lstStyle/>
            <a:p>
              <a:pPr>
                <a:defRPr/>
              </a:pPr>
              <a:endParaRPr lang="zh-CN" altLang="en-US"/>
            </a:p>
          </p:txBody>
        </p:sp>
        <p:sp>
          <p:nvSpPr>
            <p:cNvPr id="34" name="Freeform 28">
              <a:extLst>
                <a:ext uri="{FF2B5EF4-FFF2-40B4-BE49-F238E27FC236}">
                  <a16:creationId xmlns:a16="http://schemas.microsoft.com/office/drawing/2014/main" id="{01303D50-0F68-4042-BD43-187F79991451}"/>
                </a:ext>
              </a:extLst>
            </p:cNvPr>
            <p:cNvSpPr>
              <a:spLocks/>
            </p:cNvSpPr>
            <p:nvPr/>
          </p:nvSpPr>
          <p:spPr bwMode="auto">
            <a:xfrm>
              <a:off x="5603875" y="5032375"/>
              <a:ext cx="106363" cy="114300"/>
            </a:xfrm>
            <a:custGeom>
              <a:avLst/>
              <a:gdLst>
                <a:gd name="T0" fmla="*/ 9 w 19"/>
                <a:gd name="T1" fmla="*/ 20 h 20"/>
                <a:gd name="T2" fmla="*/ 11 w 19"/>
                <a:gd name="T3" fmla="*/ 19 h 20"/>
                <a:gd name="T4" fmla="*/ 13 w 19"/>
                <a:gd name="T5" fmla="*/ 18 h 20"/>
                <a:gd name="T6" fmla="*/ 16 w 19"/>
                <a:gd name="T7" fmla="*/ 1 h 20"/>
                <a:gd name="T8" fmla="*/ 13 w 19"/>
                <a:gd name="T9" fmla="*/ 0 h 20"/>
                <a:gd name="T10" fmla="*/ 9 w 19"/>
                <a:gd name="T11" fmla="*/ 20 h 20"/>
              </a:gdLst>
              <a:ahLst/>
              <a:cxnLst>
                <a:cxn ang="0">
                  <a:pos x="T0" y="T1"/>
                </a:cxn>
                <a:cxn ang="0">
                  <a:pos x="T2" y="T3"/>
                </a:cxn>
                <a:cxn ang="0">
                  <a:pos x="T4" y="T5"/>
                </a:cxn>
                <a:cxn ang="0">
                  <a:pos x="T6" y="T7"/>
                </a:cxn>
                <a:cxn ang="0">
                  <a:pos x="T8" y="T9"/>
                </a:cxn>
                <a:cxn ang="0">
                  <a:pos x="T10" y="T11"/>
                </a:cxn>
              </a:cxnLst>
              <a:rect l="0" t="0" r="r" b="b"/>
              <a:pathLst>
                <a:path w="19" h="20">
                  <a:moveTo>
                    <a:pt x="9" y="20"/>
                  </a:moveTo>
                  <a:cubicBezTo>
                    <a:pt x="10" y="20"/>
                    <a:pt x="10" y="20"/>
                    <a:pt x="11" y="19"/>
                  </a:cubicBezTo>
                  <a:cubicBezTo>
                    <a:pt x="12" y="19"/>
                    <a:pt x="12" y="18"/>
                    <a:pt x="13" y="18"/>
                  </a:cubicBezTo>
                  <a:cubicBezTo>
                    <a:pt x="16" y="13"/>
                    <a:pt x="19" y="5"/>
                    <a:pt x="16" y="1"/>
                  </a:cubicBezTo>
                  <a:cubicBezTo>
                    <a:pt x="15" y="0"/>
                    <a:pt x="14" y="0"/>
                    <a:pt x="13" y="0"/>
                  </a:cubicBezTo>
                  <a:cubicBezTo>
                    <a:pt x="6" y="1"/>
                    <a:pt x="0" y="14"/>
                    <a:pt x="9" y="20"/>
                  </a:cubicBezTo>
                  <a:close/>
                </a:path>
              </a:pathLst>
            </a:custGeom>
            <a:grpFill/>
            <a:ln>
              <a:noFill/>
            </a:ln>
          </p:spPr>
          <p:txBody>
            <a:bodyPr/>
            <a:lstStyle/>
            <a:p>
              <a:pPr>
                <a:defRPr/>
              </a:pPr>
              <a:endParaRPr lang="zh-CN" altLang="en-US"/>
            </a:p>
          </p:txBody>
        </p:sp>
        <p:sp>
          <p:nvSpPr>
            <p:cNvPr id="35" name="Freeform 29">
              <a:extLst>
                <a:ext uri="{FF2B5EF4-FFF2-40B4-BE49-F238E27FC236}">
                  <a16:creationId xmlns:a16="http://schemas.microsoft.com/office/drawing/2014/main" id="{4B1D4AD6-5196-4202-9BD1-441F02EF743E}"/>
                </a:ext>
              </a:extLst>
            </p:cNvPr>
            <p:cNvSpPr>
              <a:spLocks/>
            </p:cNvSpPr>
            <p:nvPr/>
          </p:nvSpPr>
          <p:spPr bwMode="auto">
            <a:xfrm>
              <a:off x="6230938" y="5043488"/>
              <a:ext cx="212725" cy="504825"/>
            </a:xfrm>
            <a:custGeom>
              <a:avLst/>
              <a:gdLst>
                <a:gd name="T0" fmla="*/ 33 w 38"/>
                <a:gd name="T1" fmla="*/ 59 h 89"/>
                <a:gd name="T2" fmla="*/ 24 w 38"/>
                <a:gd name="T3" fmla="*/ 44 h 89"/>
                <a:gd name="T4" fmla="*/ 38 w 38"/>
                <a:gd name="T5" fmla="*/ 30 h 89"/>
                <a:gd name="T6" fmla="*/ 38 w 38"/>
                <a:gd name="T7" fmla="*/ 30 h 89"/>
                <a:gd name="T8" fmla="*/ 38 w 38"/>
                <a:gd name="T9" fmla="*/ 30 h 89"/>
                <a:gd name="T10" fmla="*/ 38 w 38"/>
                <a:gd name="T11" fmla="*/ 30 h 89"/>
                <a:gd name="T12" fmla="*/ 38 w 38"/>
                <a:gd name="T13" fmla="*/ 30 h 89"/>
                <a:gd name="T14" fmla="*/ 38 w 38"/>
                <a:gd name="T15" fmla="*/ 30 h 89"/>
                <a:gd name="T16" fmla="*/ 38 w 38"/>
                <a:gd name="T17" fmla="*/ 30 h 89"/>
                <a:gd name="T18" fmla="*/ 38 w 38"/>
                <a:gd name="T19" fmla="*/ 30 h 89"/>
                <a:gd name="T20" fmla="*/ 38 w 38"/>
                <a:gd name="T21" fmla="*/ 30 h 89"/>
                <a:gd name="T22" fmla="*/ 38 w 38"/>
                <a:gd name="T23" fmla="*/ 30 h 89"/>
                <a:gd name="T24" fmla="*/ 38 w 38"/>
                <a:gd name="T25" fmla="*/ 29 h 89"/>
                <a:gd name="T26" fmla="*/ 38 w 38"/>
                <a:gd name="T27" fmla="*/ 29 h 89"/>
                <a:gd name="T28" fmla="*/ 38 w 38"/>
                <a:gd name="T29" fmla="*/ 29 h 89"/>
                <a:gd name="T30" fmla="*/ 38 w 38"/>
                <a:gd name="T31" fmla="*/ 29 h 89"/>
                <a:gd name="T32" fmla="*/ 38 w 38"/>
                <a:gd name="T33" fmla="*/ 29 h 89"/>
                <a:gd name="T34" fmla="*/ 38 w 38"/>
                <a:gd name="T35" fmla="*/ 29 h 89"/>
                <a:gd name="T36" fmla="*/ 38 w 38"/>
                <a:gd name="T37" fmla="*/ 29 h 89"/>
                <a:gd name="T38" fmla="*/ 38 w 38"/>
                <a:gd name="T39" fmla="*/ 29 h 89"/>
                <a:gd name="T40" fmla="*/ 38 w 38"/>
                <a:gd name="T41" fmla="*/ 29 h 89"/>
                <a:gd name="T42" fmla="*/ 38 w 38"/>
                <a:gd name="T43" fmla="*/ 29 h 89"/>
                <a:gd name="T44" fmla="*/ 38 w 38"/>
                <a:gd name="T45" fmla="*/ 29 h 89"/>
                <a:gd name="T46" fmla="*/ 38 w 38"/>
                <a:gd name="T47" fmla="*/ 29 h 89"/>
                <a:gd name="T48" fmla="*/ 38 w 38"/>
                <a:gd name="T49" fmla="*/ 29 h 89"/>
                <a:gd name="T50" fmla="*/ 38 w 38"/>
                <a:gd name="T51" fmla="*/ 29 h 89"/>
                <a:gd name="T52" fmla="*/ 38 w 38"/>
                <a:gd name="T53" fmla="*/ 29 h 89"/>
                <a:gd name="T54" fmla="*/ 38 w 38"/>
                <a:gd name="T55" fmla="*/ 29 h 89"/>
                <a:gd name="T56" fmla="*/ 38 w 38"/>
                <a:gd name="T57" fmla="*/ 29 h 89"/>
                <a:gd name="T58" fmla="*/ 38 w 38"/>
                <a:gd name="T59" fmla="*/ 29 h 89"/>
                <a:gd name="T60" fmla="*/ 38 w 38"/>
                <a:gd name="T61" fmla="*/ 29 h 89"/>
                <a:gd name="T62" fmla="*/ 38 w 38"/>
                <a:gd name="T63" fmla="*/ 29 h 89"/>
                <a:gd name="T64" fmla="*/ 38 w 38"/>
                <a:gd name="T65" fmla="*/ 28 h 89"/>
                <a:gd name="T66" fmla="*/ 38 w 38"/>
                <a:gd name="T67" fmla="*/ 28 h 89"/>
                <a:gd name="T68" fmla="*/ 38 w 38"/>
                <a:gd name="T69" fmla="*/ 28 h 89"/>
                <a:gd name="T70" fmla="*/ 29 w 38"/>
                <a:gd name="T71" fmla="*/ 19 h 89"/>
                <a:gd name="T72" fmla="*/ 17 w 38"/>
                <a:gd name="T73" fmla="*/ 8 h 89"/>
                <a:gd name="T74" fmla="*/ 3 w 38"/>
                <a:gd name="T75" fmla="*/ 37 h 89"/>
                <a:gd name="T76" fmla="*/ 7 w 38"/>
                <a:gd name="T77" fmla="*/ 68 h 89"/>
                <a:gd name="T78" fmla="*/ 37 w 38"/>
                <a:gd name="T79" fmla="*/ 5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89">
                  <a:moveTo>
                    <a:pt x="33" y="58"/>
                  </a:moveTo>
                  <a:cubicBezTo>
                    <a:pt x="33" y="58"/>
                    <a:pt x="33" y="58"/>
                    <a:pt x="33" y="59"/>
                  </a:cubicBezTo>
                  <a:cubicBezTo>
                    <a:pt x="30" y="61"/>
                    <a:pt x="26" y="69"/>
                    <a:pt x="22" y="70"/>
                  </a:cubicBezTo>
                  <a:cubicBezTo>
                    <a:pt x="21" y="61"/>
                    <a:pt x="23" y="52"/>
                    <a:pt x="24" y="44"/>
                  </a:cubicBezTo>
                  <a:cubicBezTo>
                    <a:pt x="26" y="39"/>
                    <a:pt x="27" y="39"/>
                    <a:pt x="32" y="37"/>
                  </a:cubicBezTo>
                  <a:cubicBezTo>
                    <a:pt x="35" y="35"/>
                    <a:pt x="37" y="33"/>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7" y="21"/>
                    <a:pt x="35" y="20"/>
                    <a:pt x="29" y="19"/>
                  </a:cubicBezTo>
                  <a:cubicBezTo>
                    <a:pt x="28" y="14"/>
                    <a:pt x="29" y="9"/>
                    <a:pt x="28" y="4"/>
                  </a:cubicBezTo>
                  <a:cubicBezTo>
                    <a:pt x="25" y="0"/>
                    <a:pt x="19" y="5"/>
                    <a:pt x="17" y="8"/>
                  </a:cubicBezTo>
                  <a:cubicBezTo>
                    <a:pt x="10" y="13"/>
                    <a:pt x="15" y="20"/>
                    <a:pt x="14" y="29"/>
                  </a:cubicBezTo>
                  <a:cubicBezTo>
                    <a:pt x="11" y="31"/>
                    <a:pt x="6" y="34"/>
                    <a:pt x="3" y="37"/>
                  </a:cubicBezTo>
                  <a:cubicBezTo>
                    <a:pt x="0" y="45"/>
                    <a:pt x="1" y="47"/>
                    <a:pt x="9" y="50"/>
                  </a:cubicBezTo>
                  <a:cubicBezTo>
                    <a:pt x="10" y="54"/>
                    <a:pt x="7" y="64"/>
                    <a:pt x="7" y="68"/>
                  </a:cubicBezTo>
                  <a:cubicBezTo>
                    <a:pt x="7" y="74"/>
                    <a:pt x="6" y="85"/>
                    <a:pt x="13" y="89"/>
                  </a:cubicBezTo>
                  <a:cubicBezTo>
                    <a:pt x="21" y="87"/>
                    <a:pt x="38" y="67"/>
                    <a:pt x="37" y="57"/>
                  </a:cubicBezTo>
                  <a:cubicBezTo>
                    <a:pt x="36" y="57"/>
                    <a:pt x="35" y="57"/>
                    <a:pt x="33" y="58"/>
                  </a:cubicBezTo>
                  <a:close/>
                </a:path>
              </a:pathLst>
            </a:custGeom>
            <a:grpFill/>
            <a:ln>
              <a:noFill/>
            </a:ln>
          </p:spPr>
          <p:txBody>
            <a:bodyPr/>
            <a:lstStyle/>
            <a:p>
              <a:pPr>
                <a:defRPr/>
              </a:pPr>
              <a:endParaRPr lang="zh-CN" altLang="en-US"/>
            </a:p>
          </p:txBody>
        </p:sp>
        <p:sp>
          <p:nvSpPr>
            <p:cNvPr id="36" name="Freeform 30">
              <a:extLst>
                <a:ext uri="{FF2B5EF4-FFF2-40B4-BE49-F238E27FC236}">
                  <a16:creationId xmlns:a16="http://schemas.microsoft.com/office/drawing/2014/main" id="{5668E5C7-8B72-478C-BBE5-1B63AB9E8D6B}"/>
                </a:ext>
              </a:extLst>
            </p:cNvPr>
            <p:cNvSpPr>
              <a:spLocks/>
            </p:cNvSpPr>
            <p:nvPr/>
          </p:nvSpPr>
          <p:spPr bwMode="auto">
            <a:xfrm>
              <a:off x="6443663" y="5140325"/>
              <a:ext cx="101600" cy="352425"/>
            </a:xfrm>
            <a:custGeom>
              <a:avLst/>
              <a:gdLst>
                <a:gd name="T0" fmla="*/ 4 w 18"/>
                <a:gd name="T1" fmla="*/ 10 h 62"/>
                <a:gd name="T2" fmla="*/ 3 w 18"/>
                <a:gd name="T3" fmla="*/ 43 h 62"/>
                <a:gd name="T4" fmla="*/ 0 w 18"/>
                <a:gd name="T5" fmla="*/ 57 h 62"/>
                <a:gd name="T6" fmla="*/ 0 w 18"/>
                <a:gd name="T7" fmla="*/ 59 h 62"/>
                <a:gd name="T8" fmla="*/ 1 w 18"/>
                <a:gd name="T9" fmla="*/ 62 h 62"/>
                <a:gd name="T10" fmla="*/ 10 w 18"/>
                <a:gd name="T11" fmla="*/ 56 h 62"/>
                <a:gd name="T12" fmla="*/ 16 w 18"/>
                <a:gd name="T13" fmla="*/ 9 h 62"/>
                <a:gd name="T14" fmla="*/ 4 w 18"/>
                <a:gd name="T15" fmla="*/ 1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62">
                  <a:moveTo>
                    <a:pt x="4" y="10"/>
                  </a:moveTo>
                  <a:cubicBezTo>
                    <a:pt x="5" y="21"/>
                    <a:pt x="5" y="32"/>
                    <a:pt x="3" y="43"/>
                  </a:cubicBezTo>
                  <a:cubicBezTo>
                    <a:pt x="2" y="47"/>
                    <a:pt x="0" y="52"/>
                    <a:pt x="0" y="57"/>
                  </a:cubicBezTo>
                  <a:cubicBezTo>
                    <a:pt x="0" y="57"/>
                    <a:pt x="0" y="58"/>
                    <a:pt x="0" y="59"/>
                  </a:cubicBezTo>
                  <a:cubicBezTo>
                    <a:pt x="0" y="60"/>
                    <a:pt x="0" y="61"/>
                    <a:pt x="1" y="62"/>
                  </a:cubicBezTo>
                  <a:cubicBezTo>
                    <a:pt x="4" y="62"/>
                    <a:pt x="7" y="60"/>
                    <a:pt x="10" y="56"/>
                  </a:cubicBezTo>
                  <a:cubicBezTo>
                    <a:pt x="16" y="43"/>
                    <a:pt x="18" y="23"/>
                    <a:pt x="16" y="9"/>
                  </a:cubicBezTo>
                  <a:cubicBezTo>
                    <a:pt x="13" y="0"/>
                    <a:pt x="7" y="4"/>
                    <a:pt x="4" y="10"/>
                  </a:cubicBezTo>
                  <a:close/>
                </a:path>
              </a:pathLst>
            </a:custGeom>
            <a:grpFill/>
            <a:ln>
              <a:noFill/>
            </a:ln>
          </p:spPr>
          <p:txBody>
            <a:bodyPr/>
            <a:lstStyle/>
            <a:p>
              <a:pPr>
                <a:defRPr/>
              </a:pPr>
              <a:endParaRPr lang="zh-CN" altLang="en-US"/>
            </a:p>
          </p:txBody>
        </p:sp>
        <p:sp>
          <p:nvSpPr>
            <p:cNvPr id="37" name="Freeform 31">
              <a:extLst>
                <a:ext uri="{FF2B5EF4-FFF2-40B4-BE49-F238E27FC236}">
                  <a16:creationId xmlns:a16="http://schemas.microsoft.com/office/drawing/2014/main" id="{2D7E919A-5785-434A-B501-38DC05383BFB}"/>
                </a:ext>
              </a:extLst>
            </p:cNvPr>
            <p:cNvSpPr>
              <a:spLocks/>
            </p:cNvSpPr>
            <p:nvPr/>
          </p:nvSpPr>
          <p:spPr bwMode="auto">
            <a:xfrm>
              <a:off x="6640513" y="4999038"/>
              <a:ext cx="84138" cy="681038"/>
            </a:xfrm>
            <a:custGeom>
              <a:avLst/>
              <a:gdLst>
                <a:gd name="T0" fmla="*/ 11 w 15"/>
                <a:gd name="T1" fmla="*/ 2 h 120"/>
                <a:gd name="T2" fmla="*/ 2 w 15"/>
                <a:gd name="T3" fmla="*/ 4 h 120"/>
                <a:gd name="T4" fmla="*/ 2 w 15"/>
                <a:gd name="T5" fmla="*/ 6 h 120"/>
                <a:gd name="T6" fmla="*/ 2 w 15"/>
                <a:gd name="T7" fmla="*/ 113 h 120"/>
                <a:gd name="T8" fmla="*/ 4 w 15"/>
                <a:gd name="T9" fmla="*/ 120 h 120"/>
                <a:gd name="T10" fmla="*/ 15 w 15"/>
                <a:gd name="T11" fmla="*/ 107 h 120"/>
                <a:gd name="T12" fmla="*/ 15 w 15"/>
                <a:gd name="T13" fmla="*/ 69 h 120"/>
                <a:gd name="T14" fmla="*/ 15 w 15"/>
                <a:gd name="T15" fmla="*/ 55 h 120"/>
                <a:gd name="T16" fmla="*/ 15 w 15"/>
                <a:gd name="T17" fmla="*/ 6 h 120"/>
                <a:gd name="T18" fmla="*/ 11 w 15"/>
                <a:gd name="T1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1" y="2"/>
                  </a:moveTo>
                  <a:cubicBezTo>
                    <a:pt x="7" y="0"/>
                    <a:pt x="5" y="2"/>
                    <a:pt x="2" y="4"/>
                  </a:cubicBezTo>
                  <a:cubicBezTo>
                    <a:pt x="2" y="5"/>
                    <a:pt x="2" y="6"/>
                    <a:pt x="2" y="6"/>
                  </a:cubicBezTo>
                  <a:cubicBezTo>
                    <a:pt x="3" y="41"/>
                    <a:pt x="4" y="77"/>
                    <a:pt x="2" y="113"/>
                  </a:cubicBezTo>
                  <a:cubicBezTo>
                    <a:pt x="1" y="116"/>
                    <a:pt x="0" y="118"/>
                    <a:pt x="4" y="120"/>
                  </a:cubicBezTo>
                  <a:cubicBezTo>
                    <a:pt x="12" y="120"/>
                    <a:pt x="13" y="116"/>
                    <a:pt x="15" y="107"/>
                  </a:cubicBezTo>
                  <a:cubicBezTo>
                    <a:pt x="15" y="99"/>
                    <a:pt x="15" y="69"/>
                    <a:pt x="15" y="69"/>
                  </a:cubicBezTo>
                  <a:cubicBezTo>
                    <a:pt x="15" y="66"/>
                    <a:pt x="15" y="56"/>
                    <a:pt x="15" y="55"/>
                  </a:cubicBezTo>
                  <a:cubicBezTo>
                    <a:pt x="15" y="26"/>
                    <a:pt x="15" y="26"/>
                    <a:pt x="15" y="6"/>
                  </a:cubicBezTo>
                  <a:cubicBezTo>
                    <a:pt x="14" y="4"/>
                    <a:pt x="13" y="3"/>
                    <a:pt x="11" y="2"/>
                  </a:cubicBezTo>
                  <a:close/>
                </a:path>
              </a:pathLst>
            </a:custGeom>
            <a:grpFill/>
            <a:ln>
              <a:noFill/>
            </a:ln>
          </p:spPr>
          <p:txBody>
            <a:bodyPr/>
            <a:lstStyle/>
            <a:p>
              <a:pPr>
                <a:defRPr/>
              </a:pPr>
              <a:endParaRPr lang="zh-CN" altLang="en-US"/>
            </a:p>
          </p:txBody>
        </p:sp>
        <p:sp>
          <p:nvSpPr>
            <p:cNvPr id="38" name="Freeform 32">
              <a:extLst>
                <a:ext uri="{FF2B5EF4-FFF2-40B4-BE49-F238E27FC236}">
                  <a16:creationId xmlns:a16="http://schemas.microsoft.com/office/drawing/2014/main" id="{6FD4FE6B-1DC5-4668-90E2-567253996C24}"/>
                </a:ext>
              </a:extLst>
            </p:cNvPr>
            <p:cNvSpPr>
              <a:spLocks/>
            </p:cNvSpPr>
            <p:nvPr/>
          </p:nvSpPr>
          <p:spPr bwMode="auto">
            <a:xfrm>
              <a:off x="6538913" y="5157788"/>
              <a:ext cx="101600" cy="260350"/>
            </a:xfrm>
            <a:custGeom>
              <a:avLst/>
              <a:gdLst>
                <a:gd name="T0" fmla="*/ 15 w 18"/>
                <a:gd name="T1" fmla="*/ 3 h 46"/>
                <a:gd name="T2" fmla="*/ 6 w 18"/>
                <a:gd name="T3" fmla="*/ 16 h 46"/>
                <a:gd name="T4" fmla="*/ 8 w 18"/>
                <a:gd name="T5" fmla="*/ 46 h 46"/>
                <a:gd name="T6" fmla="*/ 13 w 18"/>
                <a:gd name="T7" fmla="*/ 44 h 46"/>
                <a:gd name="T8" fmla="*/ 18 w 18"/>
                <a:gd name="T9" fmla="*/ 6 h 46"/>
                <a:gd name="T10" fmla="*/ 15 w 18"/>
                <a:gd name="T11" fmla="*/ 3 h 46"/>
              </a:gdLst>
              <a:ahLst/>
              <a:cxnLst>
                <a:cxn ang="0">
                  <a:pos x="T0" y="T1"/>
                </a:cxn>
                <a:cxn ang="0">
                  <a:pos x="T2" y="T3"/>
                </a:cxn>
                <a:cxn ang="0">
                  <a:pos x="T4" y="T5"/>
                </a:cxn>
                <a:cxn ang="0">
                  <a:pos x="T6" y="T7"/>
                </a:cxn>
                <a:cxn ang="0">
                  <a:pos x="T8" y="T9"/>
                </a:cxn>
                <a:cxn ang="0">
                  <a:pos x="T10" y="T11"/>
                </a:cxn>
              </a:cxnLst>
              <a:rect l="0" t="0" r="r" b="b"/>
              <a:pathLst>
                <a:path w="18" h="46">
                  <a:moveTo>
                    <a:pt x="15" y="3"/>
                  </a:moveTo>
                  <a:cubicBezTo>
                    <a:pt x="9" y="0"/>
                    <a:pt x="8" y="11"/>
                    <a:pt x="6" y="16"/>
                  </a:cubicBezTo>
                  <a:cubicBezTo>
                    <a:pt x="5" y="22"/>
                    <a:pt x="0" y="42"/>
                    <a:pt x="8" y="46"/>
                  </a:cubicBezTo>
                  <a:cubicBezTo>
                    <a:pt x="10" y="46"/>
                    <a:pt x="12" y="45"/>
                    <a:pt x="13" y="44"/>
                  </a:cubicBezTo>
                  <a:cubicBezTo>
                    <a:pt x="18" y="32"/>
                    <a:pt x="17" y="18"/>
                    <a:pt x="18" y="6"/>
                  </a:cubicBezTo>
                  <a:cubicBezTo>
                    <a:pt x="17" y="5"/>
                    <a:pt x="16" y="4"/>
                    <a:pt x="15" y="3"/>
                  </a:cubicBezTo>
                  <a:close/>
                </a:path>
              </a:pathLst>
            </a:custGeom>
            <a:grpFill/>
            <a:ln>
              <a:noFill/>
            </a:ln>
          </p:spPr>
          <p:txBody>
            <a:bodyPr/>
            <a:lstStyle/>
            <a:p>
              <a:pPr>
                <a:defRPr/>
              </a:pPr>
              <a:endParaRPr lang="zh-CN" altLang="en-US"/>
            </a:p>
          </p:txBody>
        </p:sp>
        <p:sp>
          <p:nvSpPr>
            <p:cNvPr id="39" name="Freeform 33">
              <a:extLst>
                <a:ext uri="{FF2B5EF4-FFF2-40B4-BE49-F238E27FC236}">
                  <a16:creationId xmlns:a16="http://schemas.microsoft.com/office/drawing/2014/main" id="{E158E547-35B3-48D4-975C-C7B0BCFF75AE}"/>
                </a:ext>
              </a:extLst>
            </p:cNvPr>
            <p:cNvSpPr>
              <a:spLocks/>
            </p:cNvSpPr>
            <p:nvPr/>
          </p:nvSpPr>
          <p:spPr bwMode="auto">
            <a:xfrm>
              <a:off x="7262813" y="5356225"/>
              <a:ext cx="285750" cy="255588"/>
            </a:xfrm>
            <a:custGeom>
              <a:avLst/>
              <a:gdLst>
                <a:gd name="T0" fmla="*/ 37 w 51"/>
                <a:gd name="T1" fmla="*/ 29 h 45"/>
                <a:gd name="T2" fmla="*/ 36 w 51"/>
                <a:gd name="T3" fmla="*/ 29 h 45"/>
                <a:gd name="T4" fmla="*/ 36 w 51"/>
                <a:gd name="T5" fmla="*/ 28 h 45"/>
                <a:gd name="T6" fmla="*/ 35 w 51"/>
                <a:gd name="T7" fmla="*/ 28 h 45"/>
                <a:gd name="T8" fmla="*/ 29 w 51"/>
                <a:gd name="T9" fmla="*/ 23 h 45"/>
                <a:gd name="T10" fmla="*/ 27 w 51"/>
                <a:gd name="T11" fmla="*/ 22 h 45"/>
                <a:gd name="T12" fmla="*/ 24 w 51"/>
                <a:gd name="T13" fmla="*/ 19 h 45"/>
                <a:gd name="T14" fmla="*/ 22 w 51"/>
                <a:gd name="T15" fmla="*/ 17 h 45"/>
                <a:gd name="T16" fmla="*/ 18 w 51"/>
                <a:gd name="T17" fmla="*/ 14 h 45"/>
                <a:gd name="T18" fmla="*/ 18 w 51"/>
                <a:gd name="T19" fmla="*/ 14 h 45"/>
                <a:gd name="T20" fmla="*/ 13 w 51"/>
                <a:gd name="T21" fmla="*/ 8 h 45"/>
                <a:gd name="T22" fmla="*/ 7 w 51"/>
                <a:gd name="T23" fmla="*/ 0 h 45"/>
                <a:gd name="T24" fmla="*/ 1 w 51"/>
                <a:gd name="T25" fmla="*/ 6 h 45"/>
                <a:gd name="T26" fmla="*/ 13 w 51"/>
                <a:gd name="T27" fmla="*/ 28 h 45"/>
                <a:gd name="T28" fmla="*/ 32 w 51"/>
                <a:gd name="T29" fmla="*/ 44 h 45"/>
                <a:gd name="T30" fmla="*/ 50 w 51"/>
                <a:gd name="T31" fmla="*/ 39 h 45"/>
                <a:gd name="T32" fmla="*/ 50 w 51"/>
                <a:gd name="T33" fmla="*/ 36 h 45"/>
                <a:gd name="T34" fmla="*/ 37 w 51"/>
                <a:gd name="T3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45">
                  <a:moveTo>
                    <a:pt x="37" y="29"/>
                  </a:moveTo>
                  <a:cubicBezTo>
                    <a:pt x="37" y="29"/>
                    <a:pt x="36" y="29"/>
                    <a:pt x="36" y="29"/>
                  </a:cubicBezTo>
                  <a:cubicBezTo>
                    <a:pt x="35" y="28"/>
                    <a:pt x="36" y="28"/>
                    <a:pt x="36" y="28"/>
                  </a:cubicBezTo>
                  <a:cubicBezTo>
                    <a:pt x="35" y="28"/>
                    <a:pt x="35" y="28"/>
                    <a:pt x="35" y="28"/>
                  </a:cubicBezTo>
                  <a:cubicBezTo>
                    <a:pt x="33" y="27"/>
                    <a:pt x="30" y="24"/>
                    <a:pt x="29" y="23"/>
                  </a:cubicBezTo>
                  <a:cubicBezTo>
                    <a:pt x="29" y="23"/>
                    <a:pt x="27" y="22"/>
                    <a:pt x="27" y="22"/>
                  </a:cubicBezTo>
                  <a:cubicBezTo>
                    <a:pt x="25" y="21"/>
                    <a:pt x="25" y="20"/>
                    <a:pt x="24" y="19"/>
                  </a:cubicBezTo>
                  <a:cubicBezTo>
                    <a:pt x="23" y="18"/>
                    <a:pt x="23" y="18"/>
                    <a:pt x="22" y="17"/>
                  </a:cubicBezTo>
                  <a:cubicBezTo>
                    <a:pt x="20" y="16"/>
                    <a:pt x="19" y="15"/>
                    <a:pt x="18" y="14"/>
                  </a:cubicBezTo>
                  <a:cubicBezTo>
                    <a:pt x="18" y="14"/>
                    <a:pt x="18" y="14"/>
                    <a:pt x="18" y="14"/>
                  </a:cubicBezTo>
                  <a:cubicBezTo>
                    <a:pt x="16" y="11"/>
                    <a:pt x="14" y="9"/>
                    <a:pt x="13" y="8"/>
                  </a:cubicBezTo>
                  <a:cubicBezTo>
                    <a:pt x="11" y="5"/>
                    <a:pt x="9" y="3"/>
                    <a:pt x="7" y="0"/>
                  </a:cubicBezTo>
                  <a:cubicBezTo>
                    <a:pt x="3" y="0"/>
                    <a:pt x="0" y="2"/>
                    <a:pt x="1" y="6"/>
                  </a:cubicBezTo>
                  <a:cubicBezTo>
                    <a:pt x="3" y="14"/>
                    <a:pt x="7" y="21"/>
                    <a:pt x="13" y="28"/>
                  </a:cubicBezTo>
                  <a:cubicBezTo>
                    <a:pt x="18" y="35"/>
                    <a:pt x="25" y="41"/>
                    <a:pt x="32" y="44"/>
                  </a:cubicBezTo>
                  <a:cubicBezTo>
                    <a:pt x="39" y="44"/>
                    <a:pt x="45" y="45"/>
                    <a:pt x="50" y="39"/>
                  </a:cubicBezTo>
                  <a:cubicBezTo>
                    <a:pt x="50" y="38"/>
                    <a:pt x="51" y="37"/>
                    <a:pt x="50" y="36"/>
                  </a:cubicBezTo>
                  <a:cubicBezTo>
                    <a:pt x="45" y="33"/>
                    <a:pt x="41" y="31"/>
                    <a:pt x="37" y="29"/>
                  </a:cubicBezTo>
                  <a:close/>
                </a:path>
              </a:pathLst>
            </a:custGeom>
            <a:grpFill/>
            <a:ln>
              <a:noFill/>
            </a:ln>
          </p:spPr>
          <p:txBody>
            <a:bodyPr/>
            <a:lstStyle/>
            <a:p>
              <a:pPr>
                <a:defRPr/>
              </a:pPr>
              <a:endParaRPr lang="zh-CN" altLang="en-US"/>
            </a:p>
          </p:txBody>
        </p:sp>
        <p:sp>
          <p:nvSpPr>
            <p:cNvPr id="41" name="Freeform 34">
              <a:extLst>
                <a:ext uri="{FF2B5EF4-FFF2-40B4-BE49-F238E27FC236}">
                  <a16:creationId xmlns:a16="http://schemas.microsoft.com/office/drawing/2014/main" id="{6E6B5AEF-91A6-4235-96E7-44DBBBC92EDF}"/>
                </a:ext>
              </a:extLst>
            </p:cNvPr>
            <p:cNvSpPr>
              <a:spLocks/>
            </p:cNvSpPr>
            <p:nvPr/>
          </p:nvSpPr>
          <p:spPr bwMode="auto">
            <a:xfrm>
              <a:off x="7016750" y="4999038"/>
              <a:ext cx="392113" cy="595313"/>
            </a:xfrm>
            <a:custGeom>
              <a:avLst/>
              <a:gdLst>
                <a:gd name="T0" fmla="*/ 57 w 70"/>
                <a:gd name="T1" fmla="*/ 41 h 105"/>
                <a:gd name="T2" fmla="*/ 68 w 70"/>
                <a:gd name="T3" fmla="*/ 25 h 105"/>
                <a:gd name="T4" fmla="*/ 60 w 70"/>
                <a:gd name="T5" fmla="*/ 19 h 105"/>
                <a:gd name="T6" fmla="*/ 57 w 70"/>
                <a:gd name="T7" fmla="*/ 21 h 105"/>
                <a:gd name="T8" fmla="*/ 52 w 70"/>
                <a:gd name="T9" fmla="*/ 24 h 105"/>
                <a:gd name="T10" fmla="*/ 51 w 70"/>
                <a:gd name="T11" fmla="*/ 8 h 105"/>
                <a:gd name="T12" fmla="*/ 41 w 70"/>
                <a:gd name="T13" fmla="*/ 0 h 105"/>
                <a:gd name="T14" fmla="*/ 39 w 70"/>
                <a:gd name="T15" fmla="*/ 9 h 105"/>
                <a:gd name="T16" fmla="*/ 39 w 70"/>
                <a:gd name="T17" fmla="*/ 28 h 105"/>
                <a:gd name="T18" fmla="*/ 18 w 70"/>
                <a:gd name="T19" fmla="*/ 39 h 105"/>
                <a:gd name="T20" fmla="*/ 14 w 70"/>
                <a:gd name="T21" fmla="*/ 49 h 105"/>
                <a:gd name="T22" fmla="*/ 28 w 70"/>
                <a:gd name="T23" fmla="*/ 54 h 105"/>
                <a:gd name="T24" fmla="*/ 27 w 70"/>
                <a:gd name="T25" fmla="*/ 62 h 105"/>
                <a:gd name="T26" fmla="*/ 21 w 70"/>
                <a:gd name="T27" fmla="*/ 76 h 105"/>
                <a:gd name="T28" fmla="*/ 1 w 70"/>
                <a:gd name="T29" fmla="*/ 96 h 105"/>
                <a:gd name="T30" fmla="*/ 0 w 70"/>
                <a:gd name="T31" fmla="*/ 98 h 105"/>
                <a:gd name="T32" fmla="*/ 8 w 70"/>
                <a:gd name="T33" fmla="*/ 105 h 105"/>
                <a:gd name="T34" fmla="*/ 20 w 70"/>
                <a:gd name="T35" fmla="*/ 102 h 105"/>
                <a:gd name="T36" fmla="*/ 39 w 70"/>
                <a:gd name="T37" fmla="*/ 67 h 105"/>
                <a:gd name="T38" fmla="*/ 39 w 70"/>
                <a:gd name="T39" fmla="*/ 66 h 105"/>
                <a:gd name="T40" fmla="*/ 50 w 70"/>
                <a:gd name="T41" fmla="*/ 44 h 105"/>
                <a:gd name="T42" fmla="*/ 57 w 70"/>
                <a:gd name="T43" fmla="*/ 4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5">
                  <a:moveTo>
                    <a:pt x="57" y="41"/>
                  </a:moveTo>
                  <a:cubicBezTo>
                    <a:pt x="63" y="38"/>
                    <a:pt x="70" y="36"/>
                    <a:pt x="68" y="25"/>
                  </a:cubicBezTo>
                  <a:cubicBezTo>
                    <a:pt x="65" y="21"/>
                    <a:pt x="64" y="20"/>
                    <a:pt x="60" y="19"/>
                  </a:cubicBezTo>
                  <a:cubicBezTo>
                    <a:pt x="59" y="20"/>
                    <a:pt x="58" y="20"/>
                    <a:pt x="57" y="21"/>
                  </a:cubicBezTo>
                  <a:cubicBezTo>
                    <a:pt x="53" y="23"/>
                    <a:pt x="52" y="24"/>
                    <a:pt x="52" y="24"/>
                  </a:cubicBezTo>
                  <a:cubicBezTo>
                    <a:pt x="51" y="18"/>
                    <a:pt x="51" y="13"/>
                    <a:pt x="51" y="8"/>
                  </a:cubicBezTo>
                  <a:cubicBezTo>
                    <a:pt x="48" y="1"/>
                    <a:pt x="47" y="0"/>
                    <a:pt x="41" y="0"/>
                  </a:cubicBezTo>
                  <a:cubicBezTo>
                    <a:pt x="36" y="1"/>
                    <a:pt x="31" y="6"/>
                    <a:pt x="39" y="9"/>
                  </a:cubicBezTo>
                  <a:cubicBezTo>
                    <a:pt x="42" y="12"/>
                    <a:pt x="41" y="25"/>
                    <a:pt x="39" y="28"/>
                  </a:cubicBezTo>
                  <a:cubicBezTo>
                    <a:pt x="32" y="32"/>
                    <a:pt x="25" y="35"/>
                    <a:pt x="18" y="39"/>
                  </a:cubicBezTo>
                  <a:cubicBezTo>
                    <a:pt x="15" y="42"/>
                    <a:pt x="14" y="45"/>
                    <a:pt x="14" y="49"/>
                  </a:cubicBezTo>
                  <a:cubicBezTo>
                    <a:pt x="16" y="59"/>
                    <a:pt x="21" y="52"/>
                    <a:pt x="28" y="54"/>
                  </a:cubicBezTo>
                  <a:cubicBezTo>
                    <a:pt x="29" y="55"/>
                    <a:pt x="28" y="61"/>
                    <a:pt x="27" y="62"/>
                  </a:cubicBezTo>
                  <a:cubicBezTo>
                    <a:pt x="27" y="65"/>
                    <a:pt x="22" y="75"/>
                    <a:pt x="21" y="76"/>
                  </a:cubicBezTo>
                  <a:cubicBezTo>
                    <a:pt x="19" y="84"/>
                    <a:pt x="7" y="92"/>
                    <a:pt x="1" y="96"/>
                  </a:cubicBezTo>
                  <a:cubicBezTo>
                    <a:pt x="1" y="96"/>
                    <a:pt x="0" y="97"/>
                    <a:pt x="0" y="98"/>
                  </a:cubicBezTo>
                  <a:cubicBezTo>
                    <a:pt x="0" y="103"/>
                    <a:pt x="4" y="105"/>
                    <a:pt x="8" y="105"/>
                  </a:cubicBezTo>
                  <a:cubicBezTo>
                    <a:pt x="13" y="105"/>
                    <a:pt x="16" y="105"/>
                    <a:pt x="20" y="102"/>
                  </a:cubicBezTo>
                  <a:cubicBezTo>
                    <a:pt x="27" y="91"/>
                    <a:pt x="34" y="79"/>
                    <a:pt x="39" y="67"/>
                  </a:cubicBezTo>
                  <a:cubicBezTo>
                    <a:pt x="39" y="67"/>
                    <a:pt x="39" y="66"/>
                    <a:pt x="39" y="66"/>
                  </a:cubicBezTo>
                  <a:cubicBezTo>
                    <a:pt x="41" y="59"/>
                    <a:pt x="46" y="50"/>
                    <a:pt x="50" y="44"/>
                  </a:cubicBezTo>
                  <a:cubicBezTo>
                    <a:pt x="52" y="43"/>
                    <a:pt x="54" y="42"/>
                    <a:pt x="57" y="41"/>
                  </a:cubicBezTo>
                  <a:close/>
                </a:path>
              </a:pathLst>
            </a:custGeom>
            <a:grpFill/>
            <a:ln>
              <a:noFill/>
            </a:ln>
          </p:spPr>
          <p:txBody>
            <a:bodyPr/>
            <a:lstStyle/>
            <a:p>
              <a:pPr>
                <a:defRPr/>
              </a:pPr>
              <a:endParaRPr lang="zh-CN" altLang="en-US"/>
            </a:p>
          </p:txBody>
        </p:sp>
        <p:sp>
          <p:nvSpPr>
            <p:cNvPr id="42" name="Freeform 35">
              <a:extLst>
                <a:ext uri="{FF2B5EF4-FFF2-40B4-BE49-F238E27FC236}">
                  <a16:creationId xmlns:a16="http://schemas.microsoft.com/office/drawing/2014/main" id="{E3BA9BDB-F74E-42DD-AA51-0C236484A269}"/>
                </a:ext>
              </a:extLst>
            </p:cNvPr>
            <p:cNvSpPr>
              <a:spLocks/>
            </p:cNvSpPr>
            <p:nvPr/>
          </p:nvSpPr>
          <p:spPr bwMode="auto">
            <a:xfrm>
              <a:off x="7951788" y="4906963"/>
              <a:ext cx="90488" cy="239713"/>
            </a:xfrm>
            <a:custGeom>
              <a:avLst/>
              <a:gdLst>
                <a:gd name="T0" fmla="*/ 5 w 16"/>
                <a:gd name="T1" fmla="*/ 42 h 42"/>
                <a:gd name="T2" fmla="*/ 9 w 16"/>
                <a:gd name="T3" fmla="*/ 41 h 42"/>
                <a:gd name="T4" fmla="*/ 11 w 16"/>
                <a:gd name="T5" fmla="*/ 37 h 42"/>
                <a:gd name="T6" fmla="*/ 16 w 16"/>
                <a:gd name="T7" fmla="*/ 10 h 42"/>
                <a:gd name="T8" fmla="*/ 14 w 16"/>
                <a:gd name="T9" fmla="*/ 1 h 42"/>
                <a:gd name="T10" fmla="*/ 9 w 16"/>
                <a:gd name="T11" fmla="*/ 2 h 42"/>
                <a:gd name="T12" fmla="*/ 7 w 16"/>
                <a:gd name="T13" fmla="*/ 5 h 42"/>
                <a:gd name="T14" fmla="*/ 2 w 16"/>
                <a:gd name="T15" fmla="*/ 29 h 42"/>
                <a:gd name="T16" fmla="*/ 5 w 16"/>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2">
                  <a:moveTo>
                    <a:pt x="5" y="42"/>
                  </a:moveTo>
                  <a:cubicBezTo>
                    <a:pt x="7" y="42"/>
                    <a:pt x="8" y="42"/>
                    <a:pt x="9" y="41"/>
                  </a:cubicBezTo>
                  <a:cubicBezTo>
                    <a:pt x="10" y="40"/>
                    <a:pt x="11" y="39"/>
                    <a:pt x="11" y="37"/>
                  </a:cubicBezTo>
                  <a:cubicBezTo>
                    <a:pt x="13" y="28"/>
                    <a:pt x="15" y="20"/>
                    <a:pt x="16" y="10"/>
                  </a:cubicBezTo>
                  <a:cubicBezTo>
                    <a:pt x="16" y="7"/>
                    <a:pt x="15" y="4"/>
                    <a:pt x="14" y="1"/>
                  </a:cubicBezTo>
                  <a:cubicBezTo>
                    <a:pt x="11" y="0"/>
                    <a:pt x="9" y="1"/>
                    <a:pt x="9" y="2"/>
                  </a:cubicBezTo>
                  <a:cubicBezTo>
                    <a:pt x="8" y="3"/>
                    <a:pt x="7" y="4"/>
                    <a:pt x="7" y="5"/>
                  </a:cubicBezTo>
                  <a:cubicBezTo>
                    <a:pt x="5" y="13"/>
                    <a:pt x="3" y="21"/>
                    <a:pt x="2" y="29"/>
                  </a:cubicBezTo>
                  <a:cubicBezTo>
                    <a:pt x="2" y="34"/>
                    <a:pt x="0" y="39"/>
                    <a:pt x="5" y="42"/>
                  </a:cubicBezTo>
                  <a:close/>
                </a:path>
              </a:pathLst>
            </a:custGeom>
            <a:grpFill/>
            <a:ln>
              <a:noFill/>
            </a:ln>
          </p:spPr>
          <p:txBody>
            <a:bodyPr/>
            <a:lstStyle/>
            <a:p>
              <a:pPr>
                <a:defRPr/>
              </a:pPr>
              <a:endParaRPr lang="zh-CN" altLang="en-US"/>
            </a:p>
          </p:txBody>
        </p:sp>
        <p:sp>
          <p:nvSpPr>
            <p:cNvPr id="43" name="Freeform 36">
              <a:extLst>
                <a:ext uri="{FF2B5EF4-FFF2-40B4-BE49-F238E27FC236}">
                  <a16:creationId xmlns:a16="http://schemas.microsoft.com/office/drawing/2014/main" id="{C2007C74-EF75-4A88-BA16-2710A39FC662}"/>
                </a:ext>
              </a:extLst>
            </p:cNvPr>
            <p:cNvSpPr>
              <a:spLocks/>
            </p:cNvSpPr>
            <p:nvPr/>
          </p:nvSpPr>
          <p:spPr bwMode="auto">
            <a:xfrm>
              <a:off x="7907338" y="4845050"/>
              <a:ext cx="392113" cy="425450"/>
            </a:xfrm>
            <a:custGeom>
              <a:avLst/>
              <a:gdLst>
                <a:gd name="T0" fmla="*/ 31 w 70"/>
                <a:gd name="T1" fmla="*/ 43 h 75"/>
                <a:gd name="T2" fmla="*/ 31 w 70"/>
                <a:gd name="T3" fmla="*/ 49 h 75"/>
                <a:gd name="T4" fmla="*/ 29 w 70"/>
                <a:gd name="T5" fmla="*/ 52 h 75"/>
                <a:gd name="T6" fmla="*/ 27 w 70"/>
                <a:gd name="T7" fmla="*/ 55 h 75"/>
                <a:gd name="T8" fmla="*/ 20 w 70"/>
                <a:gd name="T9" fmla="*/ 59 h 75"/>
                <a:gd name="T10" fmla="*/ 16 w 70"/>
                <a:gd name="T11" fmla="*/ 62 h 75"/>
                <a:gd name="T12" fmla="*/ 4 w 70"/>
                <a:gd name="T13" fmla="*/ 69 h 75"/>
                <a:gd name="T14" fmla="*/ 4 w 70"/>
                <a:gd name="T15" fmla="*/ 69 h 75"/>
                <a:gd name="T16" fmla="*/ 0 w 70"/>
                <a:gd name="T17" fmla="*/ 71 h 75"/>
                <a:gd name="T18" fmla="*/ 4 w 70"/>
                <a:gd name="T19" fmla="*/ 73 h 75"/>
                <a:gd name="T20" fmla="*/ 9 w 70"/>
                <a:gd name="T21" fmla="*/ 72 h 75"/>
                <a:gd name="T22" fmla="*/ 17 w 70"/>
                <a:gd name="T23" fmla="*/ 69 h 75"/>
                <a:gd name="T24" fmla="*/ 33 w 70"/>
                <a:gd name="T25" fmla="*/ 64 h 75"/>
                <a:gd name="T26" fmla="*/ 48 w 70"/>
                <a:gd name="T27" fmla="*/ 61 h 75"/>
                <a:gd name="T28" fmla="*/ 53 w 70"/>
                <a:gd name="T29" fmla="*/ 62 h 75"/>
                <a:gd name="T30" fmla="*/ 46 w 70"/>
                <a:gd name="T31" fmla="*/ 73 h 75"/>
                <a:gd name="T32" fmla="*/ 49 w 70"/>
                <a:gd name="T33" fmla="*/ 75 h 75"/>
                <a:gd name="T34" fmla="*/ 70 w 70"/>
                <a:gd name="T35" fmla="*/ 62 h 75"/>
                <a:gd name="T36" fmla="*/ 57 w 70"/>
                <a:gd name="T37" fmla="*/ 50 h 75"/>
                <a:gd name="T38" fmla="*/ 46 w 70"/>
                <a:gd name="T39" fmla="*/ 51 h 75"/>
                <a:gd name="T40" fmla="*/ 36 w 70"/>
                <a:gd name="T41" fmla="*/ 53 h 75"/>
                <a:gd name="T42" fmla="*/ 43 w 70"/>
                <a:gd name="T43" fmla="*/ 47 h 75"/>
                <a:gd name="T44" fmla="*/ 39 w 70"/>
                <a:gd name="T45" fmla="*/ 40 h 75"/>
                <a:gd name="T46" fmla="*/ 49 w 70"/>
                <a:gd name="T47" fmla="*/ 30 h 75"/>
                <a:gd name="T48" fmla="*/ 45 w 70"/>
                <a:gd name="T49" fmla="*/ 26 h 75"/>
                <a:gd name="T50" fmla="*/ 41 w 70"/>
                <a:gd name="T51" fmla="*/ 24 h 75"/>
                <a:gd name="T52" fmla="*/ 47 w 70"/>
                <a:gd name="T53" fmla="*/ 19 h 75"/>
                <a:gd name="T54" fmla="*/ 47 w 70"/>
                <a:gd name="T55" fmla="*/ 3 h 75"/>
                <a:gd name="T56" fmla="*/ 36 w 70"/>
                <a:gd name="T57" fmla="*/ 4 h 75"/>
                <a:gd name="T58" fmla="*/ 36 w 70"/>
                <a:gd name="T59" fmla="*/ 4 h 75"/>
                <a:gd name="T60" fmla="*/ 36 w 70"/>
                <a:gd name="T61" fmla="*/ 16 h 75"/>
                <a:gd name="T62" fmla="*/ 33 w 70"/>
                <a:gd name="T63" fmla="*/ 17 h 75"/>
                <a:gd name="T64" fmla="*/ 31 w 70"/>
                <a:gd name="T65" fmla="*/ 19 h 75"/>
                <a:gd name="T66" fmla="*/ 30 w 70"/>
                <a:gd name="T67" fmla="*/ 27 h 75"/>
                <a:gd name="T68" fmla="*/ 29 w 70"/>
                <a:gd name="T69" fmla="*/ 29 h 75"/>
                <a:gd name="T70" fmla="*/ 25 w 70"/>
                <a:gd name="T71" fmla="*/ 40 h 75"/>
                <a:gd name="T72" fmla="*/ 31 w 70"/>
                <a:gd name="T7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75">
                  <a:moveTo>
                    <a:pt x="31" y="43"/>
                  </a:moveTo>
                  <a:cubicBezTo>
                    <a:pt x="32" y="44"/>
                    <a:pt x="31" y="48"/>
                    <a:pt x="31" y="49"/>
                  </a:cubicBezTo>
                  <a:cubicBezTo>
                    <a:pt x="31" y="50"/>
                    <a:pt x="30" y="51"/>
                    <a:pt x="29" y="52"/>
                  </a:cubicBezTo>
                  <a:cubicBezTo>
                    <a:pt x="29" y="52"/>
                    <a:pt x="27" y="54"/>
                    <a:pt x="27" y="55"/>
                  </a:cubicBezTo>
                  <a:cubicBezTo>
                    <a:pt x="24" y="58"/>
                    <a:pt x="23" y="57"/>
                    <a:pt x="20" y="59"/>
                  </a:cubicBezTo>
                  <a:cubicBezTo>
                    <a:pt x="19" y="60"/>
                    <a:pt x="17" y="61"/>
                    <a:pt x="16" y="62"/>
                  </a:cubicBezTo>
                  <a:cubicBezTo>
                    <a:pt x="13" y="65"/>
                    <a:pt x="9" y="66"/>
                    <a:pt x="4" y="69"/>
                  </a:cubicBezTo>
                  <a:cubicBezTo>
                    <a:pt x="4" y="69"/>
                    <a:pt x="4" y="69"/>
                    <a:pt x="4" y="69"/>
                  </a:cubicBezTo>
                  <a:cubicBezTo>
                    <a:pt x="3" y="69"/>
                    <a:pt x="2" y="71"/>
                    <a:pt x="0" y="71"/>
                  </a:cubicBezTo>
                  <a:cubicBezTo>
                    <a:pt x="0" y="73"/>
                    <a:pt x="2" y="74"/>
                    <a:pt x="4" y="73"/>
                  </a:cubicBezTo>
                  <a:cubicBezTo>
                    <a:pt x="6" y="73"/>
                    <a:pt x="8" y="72"/>
                    <a:pt x="9" y="72"/>
                  </a:cubicBezTo>
                  <a:cubicBezTo>
                    <a:pt x="12" y="71"/>
                    <a:pt x="14" y="70"/>
                    <a:pt x="17" y="69"/>
                  </a:cubicBezTo>
                  <a:cubicBezTo>
                    <a:pt x="22" y="67"/>
                    <a:pt x="27" y="65"/>
                    <a:pt x="33" y="64"/>
                  </a:cubicBezTo>
                  <a:cubicBezTo>
                    <a:pt x="36" y="64"/>
                    <a:pt x="43" y="62"/>
                    <a:pt x="48" y="61"/>
                  </a:cubicBezTo>
                  <a:cubicBezTo>
                    <a:pt x="50" y="61"/>
                    <a:pt x="51" y="62"/>
                    <a:pt x="53" y="62"/>
                  </a:cubicBezTo>
                  <a:cubicBezTo>
                    <a:pt x="55" y="67"/>
                    <a:pt x="48" y="71"/>
                    <a:pt x="46" y="73"/>
                  </a:cubicBezTo>
                  <a:cubicBezTo>
                    <a:pt x="46" y="74"/>
                    <a:pt x="48" y="74"/>
                    <a:pt x="49" y="75"/>
                  </a:cubicBezTo>
                  <a:cubicBezTo>
                    <a:pt x="57" y="74"/>
                    <a:pt x="68" y="73"/>
                    <a:pt x="70" y="62"/>
                  </a:cubicBezTo>
                  <a:cubicBezTo>
                    <a:pt x="70" y="52"/>
                    <a:pt x="63" y="51"/>
                    <a:pt x="57" y="50"/>
                  </a:cubicBezTo>
                  <a:cubicBezTo>
                    <a:pt x="55" y="50"/>
                    <a:pt x="51" y="50"/>
                    <a:pt x="46" y="51"/>
                  </a:cubicBezTo>
                  <a:cubicBezTo>
                    <a:pt x="43" y="51"/>
                    <a:pt x="37" y="53"/>
                    <a:pt x="36" y="53"/>
                  </a:cubicBezTo>
                  <a:cubicBezTo>
                    <a:pt x="38" y="51"/>
                    <a:pt x="41" y="49"/>
                    <a:pt x="43" y="47"/>
                  </a:cubicBezTo>
                  <a:cubicBezTo>
                    <a:pt x="43" y="43"/>
                    <a:pt x="41" y="43"/>
                    <a:pt x="39" y="40"/>
                  </a:cubicBezTo>
                  <a:cubicBezTo>
                    <a:pt x="37" y="32"/>
                    <a:pt x="46" y="35"/>
                    <a:pt x="49" y="30"/>
                  </a:cubicBezTo>
                  <a:cubicBezTo>
                    <a:pt x="49" y="28"/>
                    <a:pt x="47" y="27"/>
                    <a:pt x="45" y="26"/>
                  </a:cubicBezTo>
                  <a:cubicBezTo>
                    <a:pt x="43" y="25"/>
                    <a:pt x="42" y="24"/>
                    <a:pt x="41" y="24"/>
                  </a:cubicBezTo>
                  <a:cubicBezTo>
                    <a:pt x="41" y="20"/>
                    <a:pt x="44" y="20"/>
                    <a:pt x="47" y="19"/>
                  </a:cubicBezTo>
                  <a:cubicBezTo>
                    <a:pt x="52" y="16"/>
                    <a:pt x="49" y="7"/>
                    <a:pt x="47" y="3"/>
                  </a:cubicBezTo>
                  <a:cubicBezTo>
                    <a:pt x="44" y="1"/>
                    <a:pt x="37" y="0"/>
                    <a:pt x="36" y="4"/>
                  </a:cubicBezTo>
                  <a:cubicBezTo>
                    <a:pt x="36" y="4"/>
                    <a:pt x="36" y="4"/>
                    <a:pt x="36" y="4"/>
                  </a:cubicBezTo>
                  <a:cubicBezTo>
                    <a:pt x="37" y="8"/>
                    <a:pt x="38" y="11"/>
                    <a:pt x="36" y="16"/>
                  </a:cubicBezTo>
                  <a:cubicBezTo>
                    <a:pt x="35" y="16"/>
                    <a:pt x="34" y="16"/>
                    <a:pt x="33" y="17"/>
                  </a:cubicBezTo>
                  <a:cubicBezTo>
                    <a:pt x="32" y="17"/>
                    <a:pt x="31" y="18"/>
                    <a:pt x="31" y="19"/>
                  </a:cubicBezTo>
                  <a:cubicBezTo>
                    <a:pt x="30" y="22"/>
                    <a:pt x="31" y="26"/>
                    <a:pt x="30" y="27"/>
                  </a:cubicBezTo>
                  <a:cubicBezTo>
                    <a:pt x="30" y="28"/>
                    <a:pt x="29" y="29"/>
                    <a:pt x="29" y="29"/>
                  </a:cubicBezTo>
                  <a:cubicBezTo>
                    <a:pt x="27" y="32"/>
                    <a:pt x="24" y="36"/>
                    <a:pt x="25" y="40"/>
                  </a:cubicBezTo>
                  <a:cubicBezTo>
                    <a:pt x="26" y="43"/>
                    <a:pt x="29" y="40"/>
                    <a:pt x="31" y="43"/>
                  </a:cubicBezTo>
                  <a:close/>
                </a:path>
              </a:pathLst>
            </a:custGeom>
            <a:grpFill/>
            <a:ln>
              <a:noFill/>
            </a:ln>
          </p:spPr>
          <p:txBody>
            <a:bodyPr/>
            <a:lstStyle/>
            <a:p>
              <a:pPr>
                <a:defRPr/>
              </a:pPr>
              <a:endParaRPr lang="zh-CN" altLang="en-US"/>
            </a:p>
          </p:txBody>
        </p:sp>
        <p:sp>
          <p:nvSpPr>
            <p:cNvPr id="44" name="Freeform 37">
              <a:extLst>
                <a:ext uri="{FF2B5EF4-FFF2-40B4-BE49-F238E27FC236}">
                  <a16:creationId xmlns:a16="http://schemas.microsoft.com/office/drawing/2014/main" id="{7F185E0E-9590-4E9C-9BFF-EB6C3645DE8C}"/>
                </a:ext>
              </a:extLst>
            </p:cNvPr>
            <p:cNvSpPr>
              <a:spLocks/>
            </p:cNvSpPr>
            <p:nvPr/>
          </p:nvSpPr>
          <p:spPr bwMode="auto">
            <a:xfrm>
              <a:off x="7856538" y="4941888"/>
              <a:ext cx="95250" cy="209550"/>
            </a:xfrm>
            <a:custGeom>
              <a:avLst/>
              <a:gdLst>
                <a:gd name="T0" fmla="*/ 10 w 17"/>
                <a:gd name="T1" fmla="*/ 37 h 37"/>
                <a:gd name="T2" fmla="*/ 13 w 17"/>
                <a:gd name="T3" fmla="*/ 37 h 37"/>
                <a:gd name="T4" fmla="*/ 16 w 17"/>
                <a:gd name="T5" fmla="*/ 35 h 37"/>
                <a:gd name="T6" fmla="*/ 13 w 17"/>
                <a:gd name="T7" fmla="*/ 28 h 37"/>
                <a:gd name="T8" fmla="*/ 13 w 17"/>
                <a:gd name="T9" fmla="*/ 28 h 37"/>
                <a:gd name="T10" fmla="*/ 13 w 17"/>
                <a:gd name="T11" fmla="*/ 18 h 37"/>
                <a:gd name="T12" fmla="*/ 17 w 17"/>
                <a:gd name="T13" fmla="*/ 8 h 37"/>
                <a:gd name="T14" fmla="*/ 14 w 17"/>
                <a:gd name="T15" fmla="*/ 0 h 37"/>
                <a:gd name="T16" fmla="*/ 13 w 17"/>
                <a:gd name="T17" fmla="*/ 0 h 37"/>
                <a:gd name="T18" fmla="*/ 5 w 17"/>
                <a:gd name="T19" fmla="*/ 7 h 37"/>
                <a:gd name="T20" fmla="*/ 2 w 17"/>
                <a:gd name="T21" fmla="*/ 15 h 37"/>
                <a:gd name="T22" fmla="*/ 2 w 17"/>
                <a:gd name="T23" fmla="*/ 31 h 37"/>
                <a:gd name="T24" fmla="*/ 10 w 17"/>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7">
                  <a:moveTo>
                    <a:pt x="10" y="37"/>
                  </a:moveTo>
                  <a:cubicBezTo>
                    <a:pt x="11" y="37"/>
                    <a:pt x="12" y="37"/>
                    <a:pt x="13" y="37"/>
                  </a:cubicBezTo>
                  <a:cubicBezTo>
                    <a:pt x="14" y="37"/>
                    <a:pt x="15" y="36"/>
                    <a:pt x="16" y="35"/>
                  </a:cubicBezTo>
                  <a:cubicBezTo>
                    <a:pt x="16" y="32"/>
                    <a:pt x="14" y="30"/>
                    <a:pt x="13" y="28"/>
                  </a:cubicBezTo>
                  <a:cubicBezTo>
                    <a:pt x="13" y="28"/>
                    <a:pt x="13" y="28"/>
                    <a:pt x="13" y="28"/>
                  </a:cubicBezTo>
                  <a:cubicBezTo>
                    <a:pt x="12" y="24"/>
                    <a:pt x="13" y="21"/>
                    <a:pt x="13" y="18"/>
                  </a:cubicBezTo>
                  <a:cubicBezTo>
                    <a:pt x="14" y="15"/>
                    <a:pt x="16" y="12"/>
                    <a:pt x="17" y="8"/>
                  </a:cubicBezTo>
                  <a:cubicBezTo>
                    <a:pt x="17" y="3"/>
                    <a:pt x="17" y="1"/>
                    <a:pt x="14" y="0"/>
                  </a:cubicBezTo>
                  <a:cubicBezTo>
                    <a:pt x="14" y="0"/>
                    <a:pt x="14" y="0"/>
                    <a:pt x="13" y="0"/>
                  </a:cubicBezTo>
                  <a:cubicBezTo>
                    <a:pt x="8" y="0"/>
                    <a:pt x="7" y="2"/>
                    <a:pt x="5" y="7"/>
                  </a:cubicBezTo>
                  <a:cubicBezTo>
                    <a:pt x="4" y="9"/>
                    <a:pt x="3" y="12"/>
                    <a:pt x="2" y="15"/>
                  </a:cubicBezTo>
                  <a:cubicBezTo>
                    <a:pt x="1" y="20"/>
                    <a:pt x="0" y="26"/>
                    <a:pt x="2" y="31"/>
                  </a:cubicBezTo>
                  <a:cubicBezTo>
                    <a:pt x="4" y="34"/>
                    <a:pt x="6" y="36"/>
                    <a:pt x="10" y="37"/>
                  </a:cubicBezTo>
                  <a:close/>
                </a:path>
              </a:pathLst>
            </a:custGeom>
            <a:grpFill/>
            <a:ln>
              <a:noFill/>
            </a:ln>
          </p:spPr>
          <p:txBody>
            <a:bodyPr/>
            <a:lstStyle/>
            <a:p>
              <a:pPr>
                <a:defRPr/>
              </a:pPr>
              <a:endParaRPr lang="zh-CN" altLang="en-US"/>
            </a:p>
          </p:txBody>
        </p:sp>
        <p:sp>
          <p:nvSpPr>
            <p:cNvPr id="45" name="Freeform 38">
              <a:extLst>
                <a:ext uri="{FF2B5EF4-FFF2-40B4-BE49-F238E27FC236}">
                  <a16:creationId xmlns:a16="http://schemas.microsoft.com/office/drawing/2014/main" id="{7B28F47F-8677-49E8-A35C-F84F596C6295}"/>
                </a:ext>
              </a:extLst>
            </p:cNvPr>
            <p:cNvSpPr>
              <a:spLocks/>
            </p:cNvSpPr>
            <p:nvPr/>
          </p:nvSpPr>
          <p:spPr bwMode="auto">
            <a:xfrm>
              <a:off x="7862888" y="5270500"/>
              <a:ext cx="454025" cy="442913"/>
            </a:xfrm>
            <a:custGeom>
              <a:avLst/>
              <a:gdLst>
                <a:gd name="T0" fmla="*/ 50 w 81"/>
                <a:gd name="T1" fmla="*/ 29 h 78"/>
                <a:gd name="T2" fmla="*/ 41 w 81"/>
                <a:gd name="T3" fmla="*/ 28 h 78"/>
                <a:gd name="T4" fmla="*/ 39 w 81"/>
                <a:gd name="T5" fmla="*/ 26 h 78"/>
                <a:gd name="T6" fmla="*/ 41 w 81"/>
                <a:gd name="T7" fmla="*/ 22 h 78"/>
                <a:gd name="T8" fmla="*/ 46 w 81"/>
                <a:gd name="T9" fmla="*/ 15 h 78"/>
                <a:gd name="T10" fmla="*/ 41 w 81"/>
                <a:gd name="T11" fmla="*/ 2 h 78"/>
                <a:gd name="T12" fmla="*/ 40 w 81"/>
                <a:gd name="T13" fmla="*/ 1 h 78"/>
                <a:gd name="T14" fmla="*/ 33 w 81"/>
                <a:gd name="T15" fmla="*/ 0 h 78"/>
                <a:gd name="T16" fmla="*/ 26 w 81"/>
                <a:gd name="T17" fmla="*/ 2 h 78"/>
                <a:gd name="T18" fmla="*/ 25 w 81"/>
                <a:gd name="T19" fmla="*/ 6 h 78"/>
                <a:gd name="T20" fmla="*/ 32 w 81"/>
                <a:gd name="T21" fmla="*/ 9 h 78"/>
                <a:gd name="T22" fmla="*/ 35 w 81"/>
                <a:gd name="T23" fmla="*/ 15 h 78"/>
                <a:gd name="T24" fmla="*/ 32 w 81"/>
                <a:gd name="T25" fmla="*/ 30 h 78"/>
                <a:gd name="T26" fmla="*/ 25 w 81"/>
                <a:gd name="T27" fmla="*/ 32 h 78"/>
                <a:gd name="T28" fmla="*/ 15 w 81"/>
                <a:gd name="T29" fmla="*/ 37 h 78"/>
                <a:gd name="T30" fmla="*/ 12 w 81"/>
                <a:gd name="T31" fmla="*/ 38 h 78"/>
                <a:gd name="T32" fmla="*/ 1 w 81"/>
                <a:gd name="T33" fmla="*/ 39 h 78"/>
                <a:gd name="T34" fmla="*/ 0 w 81"/>
                <a:gd name="T35" fmla="*/ 39 h 78"/>
                <a:gd name="T36" fmla="*/ 1 w 81"/>
                <a:gd name="T37" fmla="*/ 43 h 78"/>
                <a:gd name="T38" fmla="*/ 8 w 81"/>
                <a:gd name="T39" fmla="*/ 47 h 78"/>
                <a:gd name="T40" fmla="*/ 14 w 81"/>
                <a:gd name="T41" fmla="*/ 46 h 78"/>
                <a:gd name="T42" fmla="*/ 25 w 81"/>
                <a:gd name="T43" fmla="*/ 43 h 78"/>
                <a:gd name="T44" fmla="*/ 36 w 81"/>
                <a:gd name="T45" fmla="*/ 44 h 78"/>
                <a:gd name="T46" fmla="*/ 32 w 81"/>
                <a:gd name="T47" fmla="*/ 60 h 78"/>
                <a:gd name="T48" fmla="*/ 25 w 81"/>
                <a:gd name="T49" fmla="*/ 58 h 78"/>
                <a:gd name="T50" fmla="*/ 25 w 81"/>
                <a:gd name="T51" fmla="*/ 58 h 78"/>
                <a:gd name="T52" fmla="*/ 19 w 81"/>
                <a:gd name="T53" fmla="*/ 53 h 78"/>
                <a:gd name="T54" fmla="*/ 20 w 81"/>
                <a:gd name="T55" fmla="*/ 67 h 78"/>
                <a:gd name="T56" fmla="*/ 25 w 81"/>
                <a:gd name="T57" fmla="*/ 76 h 78"/>
                <a:gd name="T58" fmla="*/ 28 w 81"/>
                <a:gd name="T59" fmla="*/ 78 h 78"/>
                <a:gd name="T60" fmla="*/ 41 w 81"/>
                <a:gd name="T61" fmla="*/ 69 h 78"/>
                <a:gd name="T62" fmla="*/ 41 w 81"/>
                <a:gd name="T63" fmla="*/ 69 h 78"/>
                <a:gd name="T64" fmla="*/ 41 w 81"/>
                <a:gd name="T65" fmla="*/ 68 h 78"/>
                <a:gd name="T66" fmla="*/ 48 w 81"/>
                <a:gd name="T67" fmla="*/ 42 h 78"/>
                <a:gd name="T68" fmla="*/ 63 w 81"/>
                <a:gd name="T69" fmla="*/ 41 h 78"/>
                <a:gd name="T70" fmla="*/ 70 w 81"/>
                <a:gd name="T71" fmla="*/ 44 h 78"/>
                <a:gd name="T72" fmla="*/ 76 w 81"/>
                <a:gd name="T73" fmla="*/ 27 h 78"/>
                <a:gd name="T74" fmla="*/ 50 w 81"/>
                <a:gd name="T75" fmla="*/ 2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78">
                  <a:moveTo>
                    <a:pt x="50" y="29"/>
                  </a:moveTo>
                  <a:cubicBezTo>
                    <a:pt x="46" y="29"/>
                    <a:pt x="43" y="30"/>
                    <a:pt x="41" y="28"/>
                  </a:cubicBezTo>
                  <a:cubicBezTo>
                    <a:pt x="40" y="27"/>
                    <a:pt x="40" y="27"/>
                    <a:pt x="39" y="26"/>
                  </a:cubicBezTo>
                  <a:cubicBezTo>
                    <a:pt x="39" y="25"/>
                    <a:pt x="40" y="23"/>
                    <a:pt x="41" y="22"/>
                  </a:cubicBezTo>
                  <a:cubicBezTo>
                    <a:pt x="42" y="20"/>
                    <a:pt x="45" y="17"/>
                    <a:pt x="46" y="15"/>
                  </a:cubicBezTo>
                  <a:cubicBezTo>
                    <a:pt x="48" y="7"/>
                    <a:pt x="46" y="6"/>
                    <a:pt x="41" y="2"/>
                  </a:cubicBezTo>
                  <a:cubicBezTo>
                    <a:pt x="40" y="1"/>
                    <a:pt x="40" y="1"/>
                    <a:pt x="40" y="1"/>
                  </a:cubicBezTo>
                  <a:cubicBezTo>
                    <a:pt x="38" y="0"/>
                    <a:pt x="35" y="0"/>
                    <a:pt x="33" y="0"/>
                  </a:cubicBezTo>
                  <a:cubicBezTo>
                    <a:pt x="33" y="0"/>
                    <a:pt x="27" y="0"/>
                    <a:pt x="26" y="2"/>
                  </a:cubicBezTo>
                  <a:cubicBezTo>
                    <a:pt x="26" y="3"/>
                    <a:pt x="26" y="5"/>
                    <a:pt x="25" y="6"/>
                  </a:cubicBezTo>
                  <a:cubicBezTo>
                    <a:pt x="25" y="7"/>
                    <a:pt x="30" y="6"/>
                    <a:pt x="32" y="9"/>
                  </a:cubicBezTo>
                  <a:cubicBezTo>
                    <a:pt x="34" y="11"/>
                    <a:pt x="35" y="12"/>
                    <a:pt x="35" y="15"/>
                  </a:cubicBezTo>
                  <a:cubicBezTo>
                    <a:pt x="31" y="21"/>
                    <a:pt x="29" y="23"/>
                    <a:pt x="32" y="30"/>
                  </a:cubicBezTo>
                  <a:cubicBezTo>
                    <a:pt x="30" y="31"/>
                    <a:pt x="27" y="31"/>
                    <a:pt x="25" y="32"/>
                  </a:cubicBezTo>
                  <a:cubicBezTo>
                    <a:pt x="18" y="35"/>
                    <a:pt x="16" y="36"/>
                    <a:pt x="15" y="37"/>
                  </a:cubicBezTo>
                  <a:cubicBezTo>
                    <a:pt x="14" y="37"/>
                    <a:pt x="12" y="37"/>
                    <a:pt x="12" y="38"/>
                  </a:cubicBezTo>
                  <a:cubicBezTo>
                    <a:pt x="11" y="38"/>
                    <a:pt x="10" y="38"/>
                    <a:pt x="1" y="39"/>
                  </a:cubicBezTo>
                  <a:cubicBezTo>
                    <a:pt x="1" y="39"/>
                    <a:pt x="0" y="39"/>
                    <a:pt x="0" y="39"/>
                  </a:cubicBezTo>
                  <a:cubicBezTo>
                    <a:pt x="0" y="40"/>
                    <a:pt x="0" y="41"/>
                    <a:pt x="1" y="43"/>
                  </a:cubicBezTo>
                  <a:cubicBezTo>
                    <a:pt x="3" y="46"/>
                    <a:pt x="4" y="46"/>
                    <a:pt x="8" y="47"/>
                  </a:cubicBezTo>
                  <a:cubicBezTo>
                    <a:pt x="8" y="47"/>
                    <a:pt x="13" y="47"/>
                    <a:pt x="14" y="46"/>
                  </a:cubicBezTo>
                  <a:cubicBezTo>
                    <a:pt x="18" y="46"/>
                    <a:pt x="21" y="44"/>
                    <a:pt x="25" y="43"/>
                  </a:cubicBezTo>
                  <a:cubicBezTo>
                    <a:pt x="29" y="43"/>
                    <a:pt x="34" y="43"/>
                    <a:pt x="36" y="44"/>
                  </a:cubicBezTo>
                  <a:cubicBezTo>
                    <a:pt x="37" y="48"/>
                    <a:pt x="34" y="56"/>
                    <a:pt x="32" y="60"/>
                  </a:cubicBezTo>
                  <a:cubicBezTo>
                    <a:pt x="29" y="63"/>
                    <a:pt x="27" y="62"/>
                    <a:pt x="25" y="58"/>
                  </a:cubicBezTo>
                  <a:cubicBezTo>
                    <a:pt x="25" y="58"/>
                    <a:pt x="25" y="58"/>
                    <a:pt x="25" y="58"/>
                  </a:cubicBezTo>
                  <a:cubicBezTo>
                    <a:pt x="23" y="53"/>
                    <a:pt x="23" y="52"/>
                    <a:pt x="19" y="53"/>
                  </a:cubicBezTo>
                  <a:cubicBezTo>
                    <a:pt x="18" y="57"/>
                    <a:pt x="19" y="62"/>
                    <a:pt x="20" y="67"/>
                  </a:cubicBezTo>
                  <a:cubicBezTo>
                    <a:pt x="21" y="72"/>
                    <a:pt x="21" y="74"/>
                    <a:pt x="25" y="76"/>
                  </a:cubicBezTo>
                  <a:cubicBezTo>
                    <a:pt x="25" y="77"/>
                    <a:pt x="26" y="77"/>
                    <a:pt x="28" y="78"/>
                  </a:cubicBezTo>
                  <a:cubicBezTo>
                    <a:pt x="34" y="77"/>
                    <a:pt x="37" y="75"/>
                    <a:pt x="41" y="69"/>
                  </a:cubicBezTo>
                  <a:cubicBezTo>
                    <a:pt x="41" y="69"/>
                    <a:pt x="41" y="69"/>
                    <a:pt x="41" y="69"/>
                  </a:cubicBezTo>
                  <a:cubicBezTo>
                    <a:pt x="41" y="68"/>
                    <a:pt x="41" y="69"/>
                    <a:pt x="41" y="68"/>
                  </a:cubicBezTo>
                  <a:cubicBezTo>
                    <a:pt x="46" y="60"/>
                    <a:pt x="49" y="52"/>
                    <a:pt x="48" y="42"/>
                  </a:cubicBezTo>
                  <a:cubicBezTo>
                    <a:pt x="50" y="40"/>
                    <a:pt x="60" y="40"/>
                    <a:pt x="63" y="41"/>
                  </a:cubicBezTo>
                  <a:cubicBezTo>
                    <a:pt x="65" y="42"/>
                    <a:pt x="68" y="42"/>
                    <a:pt x="70" y="44"/>
                  </a:cubicBezTo>
                  <a:cubicBezTo>
                    <a:pt x="76" y="44"/>
                    <a:pt x="81" y="34"/>
                    <a:pt x="76" y="27"/>
                  </a:cubicBezTo>
                  <a:cubicBezTo>
                    <a:pt x="67" y="25"/>
                    <a:pt x="59" y="27"/>
                    <a:pt x="50" y="29"/>
                  </a:cubicBezTo>
                  <a:close/>
                </a:path>
              </a:pathLst>
            </a:custGeom>
            <a:grpFill/>
            <a:ln>
              <a:noFill/>
            </a:ln>
          </p:spPr>
          <p:txBody>
            <a:bodyPr/>
            <a:lstStyle/>
            <a:p>
              <a:pPr>
                <a:defRPr/>
              </a:pPr>
              <a:endParaRPr lang="zh-CN" altLang="en-US"/>
            </a:p>
          </p:txBody>
        </p:sp>
        <p:sp>
          <p:nvSpPr>
            <p:cNvPr id="46" name="Freeform 39">
              <a:extLst>
                <a:ext uri="{FF2B5EF4-FFF2-40B4-BE49-F238E27FC236}">
                  <a16:creationId xmlns:a16="http://schemas.microsoft.com/office/drawing/2014/main" id="{DBC81065-C436-459B-B70A-7AEBD8CE22F3}"/>
                </a:ext>
              </a:extLst>
            </p:cNvPr>
            <p:cNvSpPr>
              <a:spLocks/>
            </p:cNvSpPr>
            <p:nvPr/>
          </p:nvSpPr>
          <p:spPr bwMode="auto">
            <a:xfrm>
              <a:off x="7767638" y="5180013"/>
              <a:ext cx="117475" cy="209550"/>
            </a:xfrm>
            <a:custGeom>
              <a:avLst/>
              <a:gdLst>
                <a:gd name="T0" fmla="*/ 18 w 21"/>
                <a:gd name="T1" fmla="*/ 21 h 37"/>
                <a:gd name="T2" fmla="*/ 19 w 21"/>
                <a:gd name="T3" fmla="*/ 2 h 37"/>
                <a:gd name="T4" fmla="*/ 18 w 21"/>
                <a:gd name="T5" fmla="*/ 2 h 37"/>
                <a:gd name="T6" fmla="*/ 4 w 21"/>
                <a:gd name="T7" fmla="*/ 18 h 37"/>
                <a:gd name="T8" fmla="*/ 11 w 21"/>
                <a:gd name="T9" fmla="*/ 37 h 37"/>
                <a:gd name="T10" fmla="*/ 18 w 21"/>
                <a:gd name="T11" fmla="*/ 24 h 37"/>
                <a:gd name="T12" fmla="*/ 18 w 21"/>
                <a:gd name="T13" fmla="*/ 21 h 37"/>
              </a:gdLst>
              <a:ahLst/>
              <a:cxnLst>
                <a:cxn ang="0">
                  <a:pos x="T0" y="T1"/>
                </a:cxn>
                <a:cxn ang="0">
                  <a:pos x="T2" y="T3"/>
                </a:cxn>
                <a:cxn ang="0">
                  <a:pos x="T4" y="T5"/>
                </a:cxn>
                <a:cxn ang="0">
                  <a:pos x="T6" y="T7"/>
                </a:cxn>
                <a:cxn ang="0">
                  <a:pos x="T8" y="T9"/>
                </a:cxn>
                <a:cxn ang="0">
                  <a:pos x="T10" y="T11"/>
                </a:cxn>
                <a:cxn ang="0">
                  <a:pos x="T12" y="T13"/>
                </a:cxn>
              </a:cxnLst>
              <a:rect l="0" t="0" r="r" b="b"/>
              <a:pathLst>
                <a:path w="21" h="37">
                  <a:moveTo>
                    <a:pt x="18" y="21"/>
                  </a:moveTo>
                  <a:cubicBezTo>
                    <a:pt x="19" y="15"/>
                    <a:pt x="21" y="6"/>
                    <a:pt x="19" y="2"/>
                  </a:cubicBezTo>
                  <a:cubicBezTo>
                    <a:pt x="18" y="2"/>
                    <a:pt x="18" y="2"/>
                    <a:pt x="18" y="2"/>
                  </a:cubicBezTo>
                  <a:cubicBezTo>
                    <a:pt x="12" y="0"/>
                    <a:pt x="6" y="14"/>
                    <a:pt x="4" y="18"/>
                  </a:cubicBezTo>
                  <a:cubicBezTo>
                    <a:pt x="2" y="29"/>
                    <a:pt x="0" y="33"/>
                    <a:pt x="11" y="37"/>
                  </a:cubicBezTo>
                  <a:cubicBezTo>
                    <a:pt x="16" y="35"/>
                    <a:pt x="17" y="29"/>
                    <a:pt x="18" y="24"/>
                  </a:cubicBezTo>
                  <a:cubicBezTo>
                    <a:pt x="18" y="23"/>
                    <a:pt x="18" y="22"/>
                    <a:pt x="18" y="21"/>
                  </a:cubicBezTo>
                  <a:close/>
                </a:path>
              </a:pathLst>
            </a:custGeom>
            <a:grpFill/>
            <a:ln>
              <a:noFill/>
            </a:ln>
          </p:spPr>
          <p:txBody>
            <a:bodyPr/>
            <a:lstStyle/>
            <a:p>
              <a:pPr>
                <a:defRPr/>
              </a:pPr>
              <a:endParaRPr lang="zh-CN" altLang="en-US"/>
            </a:p>
          </p:txBody>
        </p:sp>
        <p:sp>
          <p:nvSpPr>
            <p:cNvPr id="47" name="Freeform 40">
              <a:extLst>
                <a:ext uri="{FF2B5EF4-FFF2-40B4-BE49-F238E27FC236}">
                  <a16:creationId xmlns:a16="http://schemas.microsoft.com/office/drawing/2014/main" id="{48C1A5FB-A42E-448A-85AD-F3038C7F4464}"/>
                </a:ext>
              </a:extLst>
            </p:cNvPr>
            <p:cNvSpPr>
              <a:spLocks/>
            </p:cNvSpPr>
            <p:nvPr/>
          </p:nvSpPr>
          <p:spPr bwMode="auto">
            <a:xfrm>
              <a:off x="5664200" y="5089525"/>
              <a:ext cx="90488" cy="141288"/>
            </a:xfrm>
            <a:custGeom>
              <a:avLst/>
              <a:gdLst>
                <a:gd name="T0" fmla="*/ 2 w 16"/>
                <a:gd name="T1" fmla="*/ 14 h 25"/>
                <a:gd name="T2" fmla="*/ 2 w 16"/>
                <a:gd name="T3" fmla="*/ 14 h 25"/>
                <a:gd name="T4" fmla="*/ 2 w 16"/>
                <a:gd name="T5" fmla="*/ 14 h 25"/>
                <a:gd name="T6" fmla="*/ 1 w 16"/>
                <a:gd name="T7" fmla="*/ 15 h 25"/>
                <a:gd name="T8" fmla="*/ 1 w 16"/>
                <a:gd name="T9" fmla="*/ 21 h 25"/>
                <a:gd name="T10" fmla="*/ 1 w 16"/>
                <a:gd name="T11" fmla="*/ 21 h 25"/>
                <a:gd name="T12" fmla="*/ 1 w 16"/>
                <a:gd name="T13" fmla="*/ 21 h 25"/>
                <a:gd name="T14" fmla="*/ 2 w 16"/>
                <a:gd name="T15" fmla="*/ 22 h 25"/>
                <a:gd name="T16" fmla="*/ 3 w 16"/>
                <a:gd name="T17" fmla="*/ 23 h 25"/>
                <a:gd name="T18" fmla="*/ 3 w 16"/>
                <a:gd name="T19" fmla="*/ 23 h 25"/>
                <a:gd name="T20" fmla="*/ 3 w 16"/>
                <a:gd name="T21" fmla="*/ 23 h 25"/>
                <a:gd name="T22" fmla="*/ 3 w 16"/>
                <a:gd name="T23" fmla="*/ 23 h 25"/>
                <a:gd name="T24" fmla="*/ 3 w 16"/>
                <a:gd name="T25" fmla="*/ 23 h 25"/>
                <a:gd name="T26" fmla="*/ 7 w 16"/>
                <a:gd name="T27" fmla="*/ 25 h 25"/>
                <a:gd name="T28" fmla="*/ 16 w 16"/>
                <a:gd name="T29" fmla="*/ 10 h 25"/>
                <a:gd name="T30" fmla="*/ 2 w 16"/>
                <a:gd name="T31"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25">
                  <a:moveTo>
                    <a:pt x="2" y="14"/>
                  </a:moveTo>
                  <a:cubicBezTo>
                    <a:pt x="2" y="14"/>
                    <a:pt x="2" y="14"/>
                    <a:pt x="2" y="14"/>
                  </a:cubicBezTo>
                  <a:cubicBezTo>
                    <a:pt x="2" y="14"/>
                    <a:pt x="2" y="14"/>
                    <a:pt x="2" y="14"/>
                  </a:cubicBezTo>
                  <a:cubicBezTo>
                    <a:pt x="2" y="14"/>
                    <a:pt x="1" y="15"/>
                    <a:pt x="1" y="15"/>
                  </a:cubicBezTo>
                  <a:cubicBezTo>
                    <a:pt x="0" y="18"/>
                    <a:pt x="0" y="20"/>
                    <a:pt x="1" y="21"/>
                  </a:cubicBezTo>
                  <a:cubicBezTo>
                    <a:pt x="1" y="21"/>
                    <a:pt x="1" y="21"/>
                    <a:pt x="1" y="21"/>
                  </a:cubicBezTo>
                  <a:cubicBezTo>
                    <a:pt x="1" y="21"/>
                    <a:pt x="1" y="21"/>
                    <a:pt x="1" y="21"/>
                  </a:cubicBezTo>
                  <a:cubicBezTo>
                    <a:pt x="1" y="22"/>
                    <a:pt x="2" y="22"/>
                    <a:pt x="2" y="22"/>
                  </a:cubicBezTo>
                  <a:cubicBezTo>
                    <a:pt x="2" y="22"/>
                    <a:pt x="2" y="22"/>
                    <a:pt x="3" y="23"/>
                  </a:cubicBezTo>
                  <a:cubicBezTo>
                    <a:pt x="3" y="23"/>
                    <a:pt x="3" y="23"/>
                    <a:pt x="3" y="23"/>
                  </a:cubicBezTo>
                  <a:cubicBezTo>
                    <a:pt x="3" y="23"/>
                    <a:pt x="3" y="23"/>
                    <a:pt x="3" y="23"/>
                  </a:cubicBezTo>
                  <a:cubicBezTo>
                    <a:pt x="3" y="23"/>
                    <a:pt x="3" y="23"/>
                    <a:pt x="3" y="23"/>
                  </a:cubicBezTo>
                  <a:cubicBezTo>
                    <a:pt x="3" y="23"/>
                    <a:pt x="3" y="23"/>
                    <a:pt x="3" y="23"/>
                  </a:cubicBezTo>
                  <a:cubicBezTo>
                    <a:pt x="4" y="23"/>
                    <a:pt x="5" y="24"/>
                    <a:pt x="7" y="25"/>
                  </a:cubicBezTo>
                  <a:cubicBezTo>
                    <a:pt x="13" y="23"/>
                    <a:pt x="15" y="17"/>
                    <a:pt x="16" y="10"/>
                  </a:cubicBezTo>
                  <a:cubicBezTo>
                    <a:pt x="15" y="0"/>
                    <a:pt x="5" y="8"/>
                    <a:pt x="2" y="14"/>
                  </a:cubicBezTo>
                  <a:close/>
                </a:path>
              </a:pathLst>
            </a:custGeom>
            <a:grpFill/>
            <a:ln>
              <a:noFill/>
            </a:ln>
          </p:spPr>
          <p:txBody>
            <a:bodyPr/>
            <a:lstStyle/>
            <a:p>
              <a:pPr>
                <a:defRPr/>
              </a:pPr>
              <a:endParaRPr lang="zh-CN" altLang="en-US"/>
            </a:p>
          </p:txBody>
        </p:sp>
        <p:sp>
          <p:nvSpPr>
            <p:cNvPr id="48" name="Freeform 41">
              <a:extLst>
                <a:ext uri="{FF2B5EF4-FFF2-40B4-BE49-F238E27FC236}">
                  <a16:creationId xmlns:a16="http://schemas.microsoft.com/office/drawing/2014/main" id="{849E8F37-08F5-4ACD-A4D7-DF7B8C7227FD}"/>
                </a:ext>
              </a:extLst>
            </p:cNvPr>
            <p:cNvSpPr>
              <a:spLocks/>
            </p:cNvSpPr>
            <p:nvPr/>
          </p:nvSpPr>
          <p:spPr bwMode="auto">
            <a:xfrm>
              <a:off x="4525963" y="4856163"/>
              <a:ext cx="112713" cy="125413"/>
            </a:xfrm>
            <a:custGeom>
              <a:avLst/>
              <a:gdLst>
                <a:gd name="T0" fmla="*/ 14 w 20"/>
                <a:gd name="T1" fmla="*/ 16 h 22"/>
                <a:gd name="T2" fmla="*/ 7 w 20"/>
                <a:gd name="T3" fmla="*/ 21 h 22"/>
                <a:gd name="T4" fmla="*/ 0 w 20"/>
                <a:gd name="T5" fmla="*/ 15 h 22"/>
                <a:gd name="T6" fmla="*/ 2 w 20"/>
                <a:gd name="T7" fmla="*/ 3 h 22"/>
                <a:gd name="T8" fmla="*/ 0 w 20"/>
                <a:gd name="T9" fmla="*/ 1 h 22"/>
                <a:gd name="T10" fmla="*/ 1 w 20"/>
                <a:gd name="T11" fmla="*/ 0 h 22"/>
                <a:gd name="T12" fmla="*/ 5 w 20"/>
                <a:gd name="T13" fmla="*/ 1 h 22"/>
                <a:gd name="T14" fmla="*/ 9 w 20"/>
                <a:gd name="T15" fmla="*/ 2 h 22"/>
                <a:gd name="T16" fmla="*/ 9 w 20"/>
                <a:gd name="T17" fmla="*/ 2 h 22"/>
                <a:gd name="T18" fmla="*/ 6 w 20"/>
                <a:gd name="T19" fmla="*/ 4 h 22"/>
                <a:gd name="T20" fmla="*/ 4 w 20"/>
                <a:gd name="T21" fmla="*/ 16 h 22"/>
                <a:gd name="T22" fmla="*/ 8 w 20"/>
                <a:gd name="T23" fmla="*/ 20 h 22"/>
                <a:gd name="T24" fmla="*/ 14 w 20"/>
                <a:gd name="T25" fmla="*/ 16 h 22"/>
                <a:gd name="T26" fmla="*/ 15 w 20"/>
                <a:gd name="T27" fmla="*/ 8 h 22"/>
                <a:gd name="T28" fmla="*/ 14 w 20"/>
                <a:gd name="T29" fmla="*/ 3 h 22"/>
                <a:gd name="T30" fmla="*/ 13 w 20"/>
                <a:gd name="T31" fmla="*/ 3 h 22"/>
                <a:gd name="T32" fmla="*/ 13 w 20"/>
                <a:gd name="T33" fmla="*/ 2 h 22"/>
                <a:gd name="T34" fmla="*/ 16 w 20"/>
                <a:gd name="T35" fmla="*/ 3 h 22"/>
                <a:gd name="T36" fmla="*/ 19 w 20"/>
                <a:gd name="T37" fmla="*/ 3 h 22"/>
                <a:gd name="T38" fmla="*/ 19 w 20"/>
                <a:gd name="T39" fmla="*/ 4 h 22"/>
                <a:gd name="T40" fmla="*/ 19 w 20"/>
                <a:gd name="T41" fmla="*/ 4 h 22"/>
                <a:gd name="T42" fmla="*/ 16 w 20"/>
                <a:gd name="T43" fmla="*/ 8 h 22"/>
                <a:gd name="T44" fmla="*/ 14 w 20"/>
                <a:gd name="T45"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2">
                  <a:moveTo>
                    <a:pt x="14" y="16"/>
                  </a:moveTo>
                  <a:cubicBezTo>
                    <a:pt x="14" y="20"/>
                    <a:pt x="11" y="22"/>
                    <a:pt x="7" y="21"/>
                  </a:cubicBezTo>
                  <a:cubicBezTo>
                    <a:pt x="2" y="20"/>
                    <a:pt x="0" y="18"/>
                    <a:pt x="0" y="15"/>
                  </a:cubicBezTo>
                  <a:cubicBezTo>
                    <a:pt x="2" y="3"/>
                    <a:pt x="2" y="3"/>
                    <a:pt x="2" y="3"/>
                  </a:cubicBezTo>
                  <a:cubicBezTo>
                    <a:pt x="3" y="1"/>
                    <a:pt x="0" y="1"/>
                    <a:pt x="0" y="1"/>
                  </a:cubicBezTo>
                  <a:cubicBezTo>
                    <a:pt x="0" y="0"/>
                    <a:pt x="0" y="0"/>
                    <a:pt x="1" y="0"/>
                  </a:cubicBezTo>
                  <a:cubicBezTo>
                    <a:pt x="2" y="1"/>
                    <a:pt x="4" y="1"/>
                    <a:pt x="5" y="1"/>
                  </a:cubicBezTo>
                  <a:cubicBezTo>
                    <a:pt x="6" y="1"/>
                    <a:pt x="7" y="1"/>
                    <a:pt x="9" y="2"/>
                  </a:cubicBezTo>
                  <a:cubicBezTo>
                    <a:pt x="9" y="2"/>
                    <a:pt x="9" y="2"/>
                    <a:pt x="9" y="2"/>
                  </a:cubicBezTo>
                  <a:cubicBezTo>
                    <a:pt x="9" y="3"/>
                    <a:pt x="7" y="1"/>
                    <a:pt x="6" y="4"/>
                  </a:cubicBezTo>
                  <a:cubicBezTo>
                    <a:pt x="4" y="16"/>
                    <a:pt x="4" y="16"/>
                    <a:pt x="4" y="16"/>
                  </a:cubicBezTo>
                  <a:cubicBezTo>
                    <a:pt x="4" y="18"/>
                    <a:pt x="6" y="20"/>
                    <a:pt x="8" y="20"/>
                  </a:cubicBezTo>
                  <a:cubicBezTo>
                    <a:pt x="11" y="21"/>
                    <a:pt x="13" y="19"/>
                    <a:pt x="14" y="16"/>
                  </a:cubicBezTo>
                  <a:cubicBezTo>
                    <a:pt x="15" y="8"/>
                    <a:pt x="15" y="8"/>
                    <a:pt x="15" y="8"/>
                  </a:cubicBezTo>
                  <a:cubicBezTo>
                    <a:pt x="15" y="5"/>
                    <a:pt x="15" y="4"/>
                    <a:pt x="14" y="3"/>
                  </a:cubicBezTo>
                  <a:cubicBezTo>
                    <a:pt x="13" y="3"/>
                    <a:pt x="13" y="3"/>
                    <a:pt x="13" y="3"/>
                  </a:cubicBezTo>
                  <a:cubicBezTo>
                    <a:pt x="13" y="2"/>
                    <a:pt x="13" y="2"/>
                    <a:pt x="13" y="2"/>
                  </a:cubicBezTo>
                  <a:cubicBezTo>
                    <a:pt x="14" y="2"/>
                    <a:pt x="15" y="3"/>
                    <a:pt x="16" y="3"/>
                  </a:cubicBezTo>
                  <a:cubicBezTo>
                    <a:pt x="17" y="3"/>
                    <a:pt x="18" y="3"/>
                    <a:pt x="19" y="3"/>
                  </a:cubicBezTo>
                  <a:cubicBezTo>
                    <a:pt x="19" y="3"/>
                    <a:pt x="20" y="3"/>
                    <a:pt x="19" y="4"/>
                  </a:cubicBezTo>
                  <a:cubicBezTo>
                    <a:pt x="19" y="4"/>
                    <a:pt x="19" y="4"/>
                    <a:pt x="19" y="4"/>
                  </a:cubicBezTo>
                  <a:cubicBezTo>
                    <a:pt x="17" y="4"/>
                    <a:pt x="16" y="5"/>
                    <a:pt x="16" y="8"/>
                  </a:cubicBezTo>
                  <a:lnTo>
                    <a:pt x="14" y="16"/>
                  </a:lnTo>
                  <a:close/>
                </a:path>
              </a:pathLst>
            </a:custGeom>
            <a:grpFill/>
            <a:ln>
              <a:noFill/>
            </a:ln>
          </p:spPr>
          <p:txBody>
            <a:bodyPr/>
            <a:lstStyle/>
            <a:p>
              <a:pPr>
                <a:defRPr/>
              </a:pPr>
              <a:endParaRPr lang="zh-CN" altLang="en-US"/>
            </a:p>
          </p:txBody>
        </p:sp>
        <p:sp>
          <p:nvSpPr>
            <p:cNvPr id="49" name="Freeform 42">
              <a:extLst>
                <a:ext uri="{FF2B5EF4-FFF2-40B4-BE49-F238E27FC236}">
                  <a16:creationId xmlns:a16="http://schemas.microsoft.com/office/drawing/2014/main" id="{89C109EC-F4CC-4E57-A525-9ACEA53C8551}"/>
                </a:ext>
              </a:extLst>
            </p:cNvPr>
            <p:cNvSpPr>
              <a:spLocks/>
            </p:cNvSpPr>
            <p:nvPr/>
          </p:nvSpPr>
          <p:spPr bwMode="auto">
            <a:xfrm>
              <a:off x="4627563" y="4884738"/>
              <a:ext cx="146050" cy="142875"/>
            </a:xfrm>
            <a:custGeom>
              <a:avLst/>
              <a:gdLst>
                <a:gd name="T0" fmla="*/ 5 w 26"/>
                <a:gd name="T1" fmla="*/ 15 h 25"/>
                <a:gd name="T2" fmla="*/ 5 w 26"/>
                <a:gd name="T3" fmla="*/ 19 h 25"/>
                <a:gd name="T4" fmla="*/ 6 w 26"/>
                <a:gd name="T5" fmla="*/ 20 h 25"/>
                <a:gd name="T6" fmla="*/ 6 w 26"/>
                <a:gd name="T7" fmla="*/ 20 h 25"/>
                <a:gd name="T8" fmla="*/ 3 w 26"/>
                <a:gd name="T9" fmla="*/ 19 h 25"/>
                <a:gd name="T10" fmla="*/ 0 w 26"/>
                <a:gd name="T11" fmla="*/ 18 h 25"/>
                <a:gd name="T12" fmla="*/ 0 w 26"/>
                <a:gd name="T13" fmla="*/ 17 h 25"/>
                <a:gd name="T14" fmla="*/ 1 w 26"/>
                <a:gd name="T15" fmla="*/ 17 h 25"/>
                <a:gd name="T16" fmla="*/ 4 w 26"/>
                <a:gd name="T17" fmla="*/ 15 h 25"/>
                <a:gd name="T18" fmla="*/ 9 w 26"/>
                <a:gd name="T19" fmla="*/ 4 h 25"/>
                <a:gd name="T20" fmla="*/ 8 w 26"/>
                <a:gd name="T21" fmla="*/ 1 h 25"/>
                <a:gd name="T22" fmla="*/ 7 w 26"/>
                <a:gd name="T23" fmla="*/ 0 h 25"/>
                <a:gd name="T24" fmla="*/ 8 w 26"/>
                <a:gd name="T25" fmla="*/ 0 h 25"/>
                <a:gd name="T26" fmla="*/ 10 w 26"/>
                <a:gd name="T27" fmla="*/ 1 h 25"/>
                <a:gd name="T28" fmla="*/ 13 w 26"/>
                <a:gd name="T29" fmla="*/ 3 h 25"/>
                <a:gd name="T30" fmla="*/ 17 w 26"/>
                <a:gd name="T31" fmla="*/ 18 h 25"/>
                <a:gd name="T32" fmla="*/ 17 w 26"/>
                <a:gd name="T33" fmla="*/ 18 h 25"/>
                <a:gd name="T34" fmla="*/ 21 w 26"/>
                <a:gd name="T35" fmla="*/ 11 h 25"/>
                <a:gd name="T36" fmla="*/ 21 w 26"/>
                <a:gd name="T37" fmla="*/ 7 h 25"/>
                <a:gd name="T38" fmla="*/ 19 w 26"/>
                <a:gd name="T39" fmla="*/ 6 h 25"/>
                <a:gd name="T40" fmla="*/ 20 w 26"/>
                <a:gd name="T41" fmla="*/ 6 h 25"/>
                <a:gd name="T42" fmla="*/ 23 w 26"/>
                <a:gd name="T43" fmla="*/ 7 h 25"/>
                <a:gd name="T44" fmla="*/ 26 w 26"/>
                <a:gd name="T45" fmla="*/ 8 h 25"/>
                <a:gd name="T46" fmla="*/ 26 w 26"/>
                <a:gd name="T47" fmla="*/ 9 h 25"/>
                <a:gd name="T48" fmla="*/ 24 w 26"/>
                <a:gd name="T49" fmla="*/ 8 h 25"/>
                <a:gd name="T50" fmla="*/ 21 w 26"/>
                <a:gd name="T51" fmla="*/ 11 h 25"/>
                <a:gd name="T52" fmla="*/ 15 w 26"/>
                <a:gd name="T53" fmla="*/ 24 h 25"/>
                <a:gd name="T54" fmla="*/ 15 w 26"/>
                <a:gd name="T55" fmla="*/ 25 h 25"/>
                <a:gd name="T56" fmla="*/ 14 w 26"/>
                <a:gd name="T57" fmla="*/ 24 h 25"/>
                <a:gd name="T58" fmla="*/ 10 w 26"/>
                <a:gd name="T59" fmla="*/ 5 h 25"/>
                <a:gd name="T60" fmla="*/ 9 w 26"/>
                <a:gd name="T61" fmla="*/ 5 h 25"/>
                <a:gd name="T62" fmla="*/ 5 w 26"/>
                <a:gd name="T63"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25">
                  <a:moveTo>
                    <a:pt x="5" y="15"/>
                  </a:moveTo>
                  <a:cubicBezTo>
                    <a:pt x="4" y="17"/>
                    <a:pt x="4" y="18"/>
                    <a:pt x="5" y="19"/>
                  </a:cubicBezTo>
                  <a:cubicBezTo>
                    <a:pt x="6" y="20"/>
                    <a:pt x="6" y="20"/>
                    <a:pt x="6" y="20"/>
                  </a:cubicBezTo>
                  <a:cubicBezTo>
                    <a:pt x="6" y="20"/>
                    <a:pt x="6" y="20"/>
                    <a:pt x="6" y="20"/>
                  </a:cubicBezTo>
                  <a:cubicBezTo>
                    <a:pt x="5" y="20"/>
                    <a:pt x="4" y="19"/>
                    <a:pt x="3" y="19"/>
                  </a:cubicBezTo>
                  <a:cubicBezTo>
                    <a:pt x="2" y="18"/>
                    <a:pt x="1" y="18"/>
                    <a:pt x="0" y="18"/>
                  </a:cubicBezTo>
                  <a:cubicBezTo>
                    <a:pt x="0" y="18"/>
                    <a:pt x="0" y="17"/>
                    <a:pt x="0" y="17"/>
                  </a:cubicBezTo>
                  <a:cubicBezTo>
                    <a:pt x="0" y="17"/>
                    <a:pt x="0" y="17"/>
                    <a:pt x="1" y="17"/>
                  </a:cubicBezTo>
                  <a:cubicBezTo>
                    <a:pt x="2" y="17"/>
                    <a:pt x="3" y="17"/>
                    <a:pt x="4" y="15"/>
                  </a:cubicBezTo>
                  <a:cubicBezTo>
                    <a:pt x="9" y="4"/>
                    <a:pt x="9" y="4"/>
                    <a:pt x="9" y="4"/>
                  </a:cubicBezTo>
                  <a:cubicBezTo>
                    <a:pt x="9" y="2"/>
                    <a:pt x="8" y="1"/>
                    <a:pt x="8" y="1"/>
                  </a:cubicBezTo>
                  <a:cubicBezTo>
                    <a:pt x="7" y="1"/>
                    <a:pt x="7" y="1"/>
                    <a:pt x="7" y="0"/>
                  </a:cubicBezTo>
                  <a:cubicBezTo>
                    <a:pt x="7" y="0"/>
                    <a:pt x="7" y="0"/>
                    <a:pt x="8" y="0"/>
                  </a:cubicBezTo>
                  <a:cubicBezTo>
                    <a:pt x="8" y="0"/>
                    <a:pt x="9" y="1"/>
                    <a:pt x="10" y="1"/>
                  </a:cubicBezTo>
                  <a:cubicBezTo>
                    <a:pt x="13" y="3"/>
                    <a:pt x="13" y="3"/>
                    <a:pt x="13" y="3"/>
                  </a:cubicBezTo>
                  <a:cubicBezTo>
                    <a:pt x="17" y="18"/>
                    <a:pt x="17" y="18"/>
                    <a:pt x="17" y="18"/>
                  </a:cubicBezTo>
                  <a:cubicBezTo>
                    <a:pt x="17" y="18"/>
                    <a:pt x="17" y="18"/>
                    <a:pt x="17" y="18"/>
                  </a:cubicBezTo>
                  <a:cubicBezTo>
                    <a:pt x="21" y="11"/>
                    <a:pt x="21" y="11"/>
                    <a:pt x="21" y="11"/>
                  </a:cubicBezTo>
                  <a:cubicBezTo>
                    <a:pt x="22" y="9"/>
                    <a:pt x="21" y="7"/>
                    <a:pt x="21" y="7"/>
                  </a:cubicBezTo>
                  <a:cubicBezTo>
                    <a:pt x="20" y="6"/>
                    <a:pt x="19" y="6"/>
                    <a:pt x="19" y="6"/>
                  </a:cubicBezTo>
                  <a:cubicBezTo>
                    <a:pt x="19" y="6"/>
                    <a:pt x="20" y="5"/>
                    <a:pt x="20" y="6"/>
                  </a:cubicBezTo>
                  <a:cubicBezTo>
                    <a:pt x="21" y="6"/>
                    <a:pt x="22" y="6"/>
                    <a:pt x="23" y="7"/>
                  </a:cubicBezTo>
                  <a:cubicBezTo>
                    <a:pt x="24" y="7"/>
                    <a:pt x="25" y="8"/>
                    <a:pt x="26" y="8"/>
                  </a:cubicBezTo>
                  <a:cubicBezTo>
                    <a:pt x="26" y="8"/>
                    <a:pt x="26" y="8"/>
                    <a:pt x="26" y="9"/>
                  </a:cubicBezTo>
                  <a:cubicBezTo>
                    <a:pt x="26" y="9"/>
                    <a:pt x="25" y="8"/>
                    <a:pt x="24" y="8"/>
                  </a:cubicBezTo>
                  <a:cubicBezTo>
                    <a:pt x="23" y="8"/>
                    <a:pt x="22" y="9"/>
                    <a:pt x="21" y="11"/>
                  </a:cubicBezTo>
                  <a:cubicBezTo>
                    <a:pt x="15" y="24"/>
                    <a:pt x="15" y="24"/>
                    <a:pt x="15" y="24"/>
                  </a:cubicBezTo>
                  <a:cubicBezTo>
                    <a:pt x="15" y="25"/>
                    <a:pt x="15" y="25"/>
                    <a:pt x="15" y="25"/>
                  </a:cubicBezTo>
                  <a:cubicBezTo>
                    <a:pt x="15" y="25"/>
                    <a:pt x="15" y="24"/>
                    <a:pt x="14" y="24"/>
                  </a:cubicBezTo>
                  <a:cubicBezTo>
                    <a:pt x="10" y="5"/>
                    <a:pt x="10" y="5"/>
                    <a:pt x="10" y="5"/>
                  </a:cubicBezTo>
                  <a:cubicBezTo>
                    <a:pt x="9" y="5"/>
                    <a:pt x="9" y="5"/>
                    <a:pt x="9" y="5"/>
                  </a:cubicBezTo>
                  <a:lnTo>
                    <a:pt x="5" y="15"/>
                  </a:lnTo>
                  <a:close/>
                </a:path>
              </a:pathLst>
            </a:custGeom>
            <a:grpFill/>
            <a:ln>
              <a:noFill/>
            </a:ln>
          </p:spPr>
          <p:txBody>
            <a:bodyPr/>
            <a:lstStyle/>
            <a:p>
              <a:pPr>
                <a:defRPr/>
              </a:pPr>
              <a:endParaRPr lang="zh-CN" altLang="en-US"/>
            </a:p>
          </p:txBody>
        </p:sp>
        <p:sp>
          <p:nvSpPr>
            <p:cNvPr id="50" name="Freeform 43">
              <a:extLst>
                <a:ext uri="{FF2B5EF4-FFF2-40B4-BE49-F238E27FC236}">
                  <a16:creationId xmlns:a16="http://schemas.microsoft.com/office/drawing/2014/main" id="{45B69FBA-7C95-4062-B9DF-AF08AC3087C6}"/>
                </a:ext>
              </a:extLst>
            </p:cNvPr>
            <p:cNvSpPr>
              <a:spLocks/>
            </p:cNvSpPr>
            <p:nvPr/>
          </p:nvSpPr>
          <p:spPr bwMode="auto">
            <a:xfrm>
              <a:off x="4740275" y="4953000"/>
              <a:ext cx="100013" cy="114300"/>
            </a:xfrm>
            <a:custGeom>
              <a:avLst/>
              <a:gdLst>
                <a:gd name="T0" fmla="*/ 12 w 18"/>
                <a:gd name="T1" fmla="*/ 3 h 20"/>
                <a:gd name="T2" fmla="*/ 11 w 18"/>
                <a:gd name="T3" fmla="*/ 0 h 20"/>
                <a:gd name="T4" fmla="*/ 11 w 18"/>
                <a:gd name="T5" fmla="*/ 0 h 20"/>
                <a:gd name="T6" fmla="*/ 15 w 18"/>
                <a:gd name="T7" fmla="*/ 2 h 20"/>
                <a:gd name="T8" fmla="*/ 18 w 18"/>
                <a:gd name="T9" fmla="*/ 5 h 20"/>
                <a:gd name="T10" fmla="*/ 18 w 18"/>
                <a:gd name="T11" fmla="*/ 5 h 20"/>
                <a:gd name="T12" fmla="*/ 15 w 18"/>
                <a:gd name="T13" fmla="*/ 5 h 20"/>
                <a:gd name="T14" fmla="*/ 6 w 18"/>
                <a:gd name="T15" fmla="*/ 17 h 20"/>
                <a:gd name="T16" fmla="*/ 7 w 18"/>
                <a:gd name="T17" fmla="*/ 20 h 20"/>
                <a:gd name="T18" fmla="*/ 7 w 18"/>
                <a:gd name="T19" fmla="*/ 20 h 20"/>
                <a:gd name="T20" fmla="*/ 3 w 18"/>
                <a:gd name="T21" fmla="*/ 18 h 20"/>
                <a:gd name="T22" fmla="*/ 0 w 18"/>
                <a:gd name="T23" fmla="*/ 16 h 20"/>
                <a:gd name="T24" fmla="*/ 0 w 18"/>
                <a:gd name="T25" fmla="*/ 15 h 20"/>
                <a:gd name="T26" fmla="*/ 3 w 18"/>
                <a:gd name="T27" fmla="*/ 15 h 20"/>
                <a:gd name="T28" fmla="*/ 12 w 18"/>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2" y="3"/>
                  </a:moveTo>
                  <a:cubicBezTo>
                    <a:pt x="13" y="1"/>
                    <a:pt x="10" y="1"/>
                    <a:pt x="11" y="0"/>
                  </a:cubicBezTo>
                  <a:cubicBezTo>
                    <a:pt x="11" y="0"/>
                    <a:pt x="11" y="0"/>
                    <a:pt x="11" y="0"/>
                  </a:cubicBezTo>
                  <a:cubicBezTo>
                    <a:pt x="13" y="1"/>
                    <a:pt x="14" y="2"/>
                    <a:pt x="15" y="2"/>
                  </a:cubicBezTo>
                  <a:cubicBezTo>
                    <a:pt x="15" y="3"/>
                    <a:pt x="17" y="4"/>
                    <a:pt x="18" y="5"/>
                  </a:cubicBezTo>
                  <a:cubicBezTo>
                    <a:pt x="18" y="5"/>
                    <a:pt x="18" y="5"/>
                    <a:pt x="18" y="5"/>
                  </a:cubicBezTo>
                  <a:cubicBezTo>
                    <a:pt x="18" y="6"/>
                    <a:pt x="16" y="4"/>
                    <a:pt x="15" y="5"/>
                  </a:cubicBezTo>
                  <a:cubicBezTo>
                    <a:pt x="6" y="17"/>
                    <a:pt x="6" y="17"/>
                    <a:pt x="6" y="17"/>
                  </a:cubicBezTo>
                  <a:cubicBezTo>
                    <a:pt x="5" y="19"/>
                    <a:pt x="8" y="20"/>
                    <a:pt x="7" y="20"/>
                  </a:cubicBezTo>
                  <a:cubicBezTo>
                    <a:pt x="7" y="20"/>
                    <a:pt x="7" y="20"/>
                    <a:pt x="7" y="20"/>
                  </a:cubicBezTo>
                  <a:cubicBezTo>
                    <a:pt x="5" y="19"/>
                    <a:pt x="4" y="19"/>
                    <a:pt x="3" y="18"/>
                  </a:cubicBezTo>
                  <a:cubicBezTo>
                    <a:pt x="3" y="17"/>
                    <a:pt x="1" y="17"/>
                    <a:pt x="0" y="16"/>
                  </a:cubicBezTo>
                  <a:cubicBezTo>
                    <a:pt x="0" y="15"/>
                    <a:pt x="0" y="15"/>
                    <a:pt x="0" y="15"/>
                  </a:cubicBezTo>
                  <a:cubicBezTo>
                    <a:pt x="0" y="14"/>
                    <a:pt x="2" y="17"/>
                    <a:pt x="3" y="15"/>
                  </a:cubicBezTo>
                  <a:lnTo>
                    <a:pt x="12" y="3"/>
                  </a:lnTo>
                  <a:close/>
                </a:path>
              </a:pathLst>
            </a:custGeom>
            <a:grpFill/>
            <a:ln>
              <a:noFill/>
            </a:ln>
          </p:spPr>
          <p:txBody>
            <a:bodyPr/>
            <a:lstStyle/>
            <a:p>
              <a:pPr>
                <a:defRPr/>
              </a:pPr>
              <a:endParaRPr lang="zh-CN" altLang="en-US"/>
            </a:p>
          </p:txBody>
        </p:sp>
        <p:sp>
          <p:nvSpPr>
            <p:cNvPr id="51" name="Freeform 44">
              <a:extLst>
                <a:ext uri="{FF2B5EF4-FFF2-40B4-BE49-F238E27FC236}">
                  <a16:creationId xmlns:a16="http://schemas.microsoft.com/office/drawing/2014/main" id="{9A7657EA-A0C8-43D0-A27F-E8ECF5EA61AC}"/>
                </a:ext>
              </a:extLst>
            </p:cNvPr>
            <p:cNvSpPr>
              <a:spLocks/>
            </p:cNvSpPr>
            <p:nvPr/>
          </p:nvSpPr>
          <p:spPr bwMode="auto">
            <a:xfrm>
              <a:off x="4824413" y="4999038"/>
              <a:ext cx="117475" cy="119063"/>
            </a:xfrm>
            <a:custGeom>
              <a:avLst/>
              <a:gdLst>
                <a:gd name="T0" fmla="*/ 14 w 21"/>
                <a:gd name="T1" fmla="*/ 14 h 21"/>
                <a:gd name="T2" fmla="*/ 16 w 21"/>
                <a:gd name="T3" fmla="*/ 13 h 21"/>
                <a:gd name="T4" fmla="*/ 16 w 21"/>
                <a:gd name="T5" fmla="*/ 10 h 21"/>
                <a:gd name="T6" fmla="*/ 17 w 21"/>
                <a:gd name="T7" fmla="*/ 10 h 21"/>
                <a:gd name="T8" fmla="*/ 19 w 21"/>
                <a:gd name="T9" fmla="*/ 12 h 21"/>
                <a:gd name="T10" fmla="*/ 21 w 21"/>
                <a:gd name="T11" fmla="*/ 14 h 21"/>
                <a:gd name="T12" fmla="*/ 21 w 21"/>
                <a:gd name="T13" fmla="*/ 15 h 21"/>
                <a:gd name="T14" fmla="*/ 16 w 21"/>
                <a:gd name="T15" fmla="*/ 15 h 21"/>
                <a:gd name="T16" fmla="*/ 1 w 21"/>
                <a:gd name="T17" fmla="*/ 20 h 21"/>
                <a:gd name="T18" fmla="*/ 0 w 21"/>
                <a:gd name="T19" fmla="*/ 21 h 21"/>
                <a:gd name="T20" fmla="*/ 0 w 21"/>
                <a:gd name="T21" fmla="*/ 20 h 21"/>
                <a:gd name="T22" fmla="*/ 7 w 21"/>
                <a:gd name="T23" fmla="*/ 4 h 21"/>
                <a:gd name="T24" fmla="*/ 7 w 21"/>
                <a:gd name="T25" fmla="*/ 0 h 21"/>
                <a:gd name="T26" fmla="*/ 8 w 21"/>
                <a:gd name="T27" fmla="*/ 0 h 21"/>
                <a:gd name="T28" fmla="*/ 10 w 21"/>
                <a:gd name="T29" fmla="*/ 3 h 21"/>
                <a:gd name="T30" fmla="*/ 13 w 21"/>
                <a:gd name="T31" fmla="*/ 6 h 21"/>
                <a:gd name="T32" fmla="*/ 13 w 21"/>
                <a:gd name="T33" fmla="*/ 7 h 21"/>
                <a:gd name="T34" fmla="*/ 11 w 21"/>
                <a:gd name="T35" fmla="*/ 6 h 21"/>
                <a:gd name="T36" fmla="*/ 10 w 21"/>
                <a:gd name="T37" fmla="*/ 7 h 21"/>
                <a:gd name="T38" fmla="*/ 5 w 21"/>
                <a:gd name="T39" fmla="*/ 18 h 21"/>
                <a:gd name="T40" fmla="*/ 14 w 21"/>
                <a:gd name="T4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1">
                  <a:moveTo>
                    <a:pt x="14" y="14"/>
                  </a:moveTo>
                  <a:cubicBezTo>
                    <a:pt x="15" y="14"/>
                    <a:pt x="15" y="14"/>
                    <a:pt x="16" y="13"/>
                  </a:cubicBezTo>
                  <a:cubicBezTo>
                    <a:pt x="18" y="12"/>
                    <a:pt x="16" y="10"/>
                    <a:pt x="16" y="10"/>
                  </a:cubicBezTo>
                  <a:cubicBezTo>
                    <a:pt x="16" y="10"/>
                    <a:pt x="17" y="10"/>
                    <a:pt x="17" y="10"/>
                  </a:cubicBezTo>
                  <a:cubicBezTo>
                    <a:pt x="17" y="11"/>
                    <a:pt x="18" y="11"/>
                    <a:pt x="19" y="12"/>
                  </a:cubicBezTo>
                  <a:cubicBezTo>
                    <a:pt x="19" y="13"/>
                    <a:pt x="20" y="13"/>
                    <a:pt x="21" y="14"/>
                  </a:cubicBezTo>
                  <a:cubicBezTo>
                    <a:pt x="21" y="14"/>
                    <a:pt x="21" y="15"/>
                    <a:pt x="21" y="15"/>
                  </a:cubicBezTo>
                  <a:cubicBezTo>
                    <a:pt x="20" y="15"/>
                    <a:pt x="20" y="13"/>
                    <a:pt x="16" y="15"/>
                  </a:cubicBezTo>
                  <a:cubicBezTo>
                    <a:pt x="1" y="20"/>
                    <a:pt x="1" y="20"/>
                    <a:pt x="1" y="20"/>
                  </a:cubicBezTo>
                  <a:cubicBezTo>
                    <a:pt x="0" y="21"/>
                    <a:pt x="0" y="21"/>
                    <a:pt x="0" y="21"/>
                  </a:cubicBezTo>
                  <a:cubicBezTo>
                    <a:pt x="0" y="20"/>
                    <a:pt x="0" y="20"/>
                    <a:pt x="0" y="20"/>
                  </a:cubicBezTo>
                  <a:cubicBezTo>
                    <a:pt x="7" y="4"/>
                    <a:pt x="7" y="4"/>
                    <a:pt x="7" y="4"/>
                  </a:cubicBezTo>
                  <a:cubicBezTo>
                    <a:pt x="8" y="1"/>
                    <a:pt x="7" y="1"/>
                    <a:pt x="7" y="0"/>
                  </a:cubicBezTo>
                  <a:cubicBezTo>
                    <a:pt x="7" y="0"/>
                    <a:pt x="7" y="0"/>
                    <a:pt x="8" y="0"/>
                  </a:cubicBezTo>
                  <a:cubicBezTo>
                    <a:pt x="9" y="1"/>
                    <a:pt x="9" y="2"/>
                    <a:pt x="10" y="3"/>
                  </a:cubicBezTo>
                  <a:cubicBezTo>
                    <a:pt x="11" y="4"/>
                    <a:pt x="12" y="5"/>
                    <a:pt x="13" y="6"/>
                  </a:cubicBezTo>
                  <a:cubicBezTo>
                    <a:pt x="13" y="6"/>
                    <a:pt x="13" y="6"/>
                    <a:pt x="13" y="7"/>
                  </a:cubicBezTo>
                  <a:cubicBezTo>
                    <a:pt x="13" y="7"/>
                    <a:pt x="12" y="5"/>
                    <a:pt x="11" y="6"/>
                  </a:cubicBezTo>
                  <a:cubicBezTo>
                    <a:pt x="11" y="6"/>
                    <a:pt x="10" y="7"/>
                    <a:pt x="10" y="7"/>
                  </a:cubicBezTo>
                  <a:cubicBezTo>
                    <a:pt x="5" y="18"/>
                    <a:pt x="5" y="18"/>
                    <a:pt x="5" y="18"/>
                  </a:cubicBezTo>
                  <a:lnTo>
                    <a:pt x="14" y="14"/>
                  </a:lnTo>
                  <a:close/>
                </a:path>
              </a:pathLst>
            </a:custGeom>
            <a:grpFill/>
            <a:ln>
              <a:noFill/>
            </a:ln>
          </p:spPr>
          <p:txBody>
            <a:bodyPr/>
            <a:lstStyle/>
            <a:p>
              <a:pPr>
                <a:defRPr/>
              </a:pPr>
              <a:endParaRPr lang="zh-CN" altLang="en-US"/>
            </a:p>
          </p:txBody>
        </p:sp>
        <p:sp>
          <p:nvSpPr>
            <p:cNvPr id="52" name="Freeform 45">
              <a:extLst>
                <a:ext uri="{FF2B5EF4-FFF2-40B4-BE49-F238E27FC236}">
                  <a16:creationId xmlns:a16="http://schemas.microsoft.com/office/drawing/2014/main" id="{1154A8C2-E3AF-44A4-97AB-F3664F449E8F}"/>
                </a:ext>
              </a:extLst>
            </p:cNvPr>
            <p:cNvSpPr>
              <a:spLocks/>
            </p:cNvSpPr>
            <p:nvPr/>
          </p:nvSpPr>
          <p:spPr bwMode="auto">
            <a:xfrm>
              <a:off x="4862513" y="5094288"/>
              <a:ext cx="134938" cy="136525"/>
            </a:xfrm>
            <a:custGeom>
              <a:avLst/>
              <a:gdLst>
                <a:gd name="T0" fmla="*/ 15 w 24"/>
                <a:gd name="T1" fmla="*/ 4 h 24"/>
                <a:gd name="T2" fmla="*/ 16 w 24"/>
                <a:gd name="T3" fmla="*/ 1 h 24"/>
                <a:gd name="T4" fmla="*/ 16 w 24"/>
                <a:gd name="T5" fmla="*/ 1 h 24"/>
                <a:gd name="T6" fmla="*/ 18 w 24"/>
                <a:gd name="T7" fmla="*/ 4 h 24"/>
                <a:gd name="T8" fmla="*/ 24 w 24"/>
                <a:gd name="T9" fmla="*/ 13 h 24"/>
                <a:gd name="T10" fmla="*/ 20 w 24"/>
                <a:gd name="T11" fmla="*/ 17 h 24"/>
                <a:gd name="T12" fmla="*/ 19 w 24"/>
                <a:gd name="T13" fmla="*/ 17 h 24"/>
                <a:gd name="T14" fmla="*/ 19 w 24"/>
                <a:gd name="T15" fmla="*/ 17 h 24"/>
                <a:gd name="T16" fmla="*/ 20 w 24"/>
                <a:gd name="T17" fmla="*/ 15 h 24"/>
                <a:gd name="T18" fmla="*/ 20 w 24"/>
                <a:gd name="T19" fmla="*/ 8 h 24"/>
                <a:gd name="T20" fmla="*/ 19 w 24"/>
                <a:gd name="T21" fmla="*/ 6 h 24"/>
                <a:gd name="T22" fmla="*/ 12 w 24"/>
                <a:gd name="T23" fmla="*/ 10 h 24"/>
                <a:gd name="T24" fmla="*/ 12 w 24"/>
                <a:gd name="T25" fmla="*/ 11 h 24"/>
                <a:gd name="T26" fmla="*/ 17 w 24"/>
                <a:gd name="T27" fmla="*/ 12 h 24"/>
                <a:gd name="T28" fmla="*/ 18 w 24"/>
                <a:gd name="T29" fmla="*/ 12 h 24"/>
                <a:gd name="T30" fmla="*/ 18 w 24"/>
                <a:gd name="T31" fmla="*/ 13 h 24"/>
                <a:gd name="T32" fmla="*/ 10 w 24"/>
                <a:gd name="T33" fmla="*/ 17 h 24"/>
                <a:gd name="T34" fmla="*/ 10 w 24"/>
                <a:gd name="T35" fmla="*/ 17 h 24"/>
                <a:gd name="T36" fmla="*/ 10 w 24"/>
                <a:gd name="T37" fmla="*/ 16 h 24"/>
                <a:gd name="T38" fmla="*/ 12 w 24"/>
                <a:gd name="T39" fmla="*/ 11 h 24"/>
                <a:gd name="T40" fmla="*/ 11 w 24"/>
                <a:gd name="T41" fmla="*/ 11 h 24"/>
                <a:gd name="T42" fmla="*/ 5 w 24"/>
                <a:gd name="T43" fmla="*/ 14 h 24"/>
                <a:gd name="T44" fmla="*/ 5 w 24"/>
                <a:gd name="T45" fmla="*/ 17 h 24"/>
                <a:gd name="T46" fmla="*/ 14 w 24"/>
                <a:gd name="T47" fmla="*/ 21 h 24"/>
                <a:gd name="T48" fmla="*/ 15 w 24"/>
                <a:gd name="T49" fmla="*/ 21 h 24"/>
                <a:gd name="T50" fmla="*/ 15 w 24"/>
                <a:gd name="T51" fmla="*/ 21 h 24"/>
                <a:gd name="T52" fmla="*/ 14 w 24"/>
                <a:gd name="T53" fmla="*/ 22 h 24"/>
                <a:gd name="T54" fmla="*/ 8 w 24"/>
                <a:gd name="T55" fmla="*/ 24 h 24"/>
                <a:gd name="T56" fmla="*/ 2 w 24"/>
                <a:gd name="T57" fmla="*/ 14 h 24"/>
                <a:gd name="T58" fmla="*/ 0 w 24"/>
                <a:gd name="T59" fmla="*/ 11 h 24"/>
                <a:gd name="T60" fmla="*/ 0 w 24"/>
                <a:gd name="T61" fmla="*/ 10 h 24"/>
                <a:gd name="T62" fmla="*/ 3 w 24"/>
                <a:gd name="T63" fmla="*/ 11 h 24"/>
                <a:gd name="T64" fmla="*/ 15 w 24"/>
                <a:gd name="T6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15" y="4"/>
                  </a:moveTo>
                  <a:cubicBezTo>
                    <a:pt x="17" y="2"/>
                    <a:pt x="15" y="1"/>
                    <a:pt x="16" y="1"/>
                  </a:cubicBezTo>
                  <a:cubicBezTo>
                    <a:pt x="16" y="0"/>
                    <a:pt x="16" y="0"/>
                    <a:pt x="16" y="1"/>
                  </a:cubicBezTo>
                  <a:cubicBezTo>
                    <a:pt x="17" y="2"/>
                    <a:pt x="18" y="3"/>
                    <a:pt x="18" y="4"/>
                  </a:cubicBezTo>
                  <a:cubicBezTo>
                    <a:pt x="20" y="7"/>
                    <a:pt x="22" y="10"/>
                    <a:pt x="24" y="13"/>
                  </a:cubicBezTo>
                  <a:cubicBezTo>
                    <a:pt x="20" y="17"/>
                    <a:pt x="20" y="17"/>
                    <a:pt x="20" y="17"/>
                  </a:cubicBezTo>
                  <a:cubicBezTo>
                    <a:pt x="19" y="17"/>
                    <a:pt x="19" y="17"/>
                    <a:pt x="19" y="17"/>
                  </a:cubicBezTo>
                  <a:cubicBezTo>
                    <a:pt x="19" y="17"/>
                    <a:pt x="19" y="17"/>
                    <a:pt x="19" y="17"/>
                  </a:cubicBezTo>
                  <a:cubicBezTo>
                    <a:pt x="19" y="17"/>
                    <a:pt x="19" y="17"/>
                    <a:pt x="20" y="15"/>
                  </a:cubicBezTo>
                  <a:cubicBezTo>
                    <a:pt x="21" y="13"/>
                    <a:pt x="21" y="11"/>
                    <a:pt x="20" y="8"/>
                  </a:cubicBezTo>
                  <a:cubicBezTo>
                    <a:pt x="19" y="6"/>
                    <a:pt x="19" y="6"/>
                    <a:pt x="19" y="6"/>
                  </a:cubicBezTo>
                  <a:cubicBezTo>
                    <a:pt x="12" y="10"/>
                    <a:pt x="12" y="10"/>
                    <a:pt x="12" y="10"/>
                  </a:cubicBezTo>
                  <a:cubicBezTo>
                    <a:pt x="12" y="11"/>
                    <a:pt x="12" y="11"/>
                    <a:pt x="12" y="11"/>
                  </a:cubicBezTo>
                  <a:cubicBezTo>
                    <a:pt x="13" y="13"/>
                    <a:pt x="15" y="13"/>
                    <a:pt x="17" y="12"/>
                  </a:cubicBezTo>
                  <a:cubicBezTo>
                    <a:pt x="18" y="12"/>
                    <a:pt x="18" y="12"/>
                    <a:pt x="18" y="12"/>
                  </a:cubicBezTo>
                  <a:cubicBezTo>
                    <a:pt x="18" y="12"/>
                    <a:pt x="18" y="13"/>
                    <a:pt x="18" y="13"/>
                  </a:cubicBezTo>
                  <a:cubicBezTo>
                    <a:pt x="10" y="17"/>
                    <a:pt x="10" y="17"/>
                    <a:pt x="10" y="17"/>
                  </a:cubicBezTo>
                  <a:cubicBezTo>
                    <a:pt x="10" y="17"/>
                    <a:pt x="10" y="17"/>
                    <a:pt x="10" y="17"/>
                  </a:cubicBezTo>
                  <a:cubicBezTo>
                    <a:pt x="10" y="17"/>
                    <a:pt x="10" y="17"/>
                    <a:pt x="10" y="16"/>
                  </a:cubicBezTo>
                  <a:cubicBezTo>
                    <a:pt x="12" y="15"/>
                    <a:pt x="13" y="13"/>
                    <a:pt x="12" y="11"/>
                  </a:cubicBezTo>
                  <a:cubicBezTo>
                    <a:pt x="11" y="11"/>
                    <a:pt x="11" y="11"/>
                    <a:pt x="11" y="11"/>
                  </a:cubicBezTo>
                  <a:cubicBezTo>
                    <a:pt x="5" y="14"/>
                    <a:pt x="5" y="14"/>
                    <a:pt x="5" y="14"/>
                  </a:cubicBezTo>
                  <a:cubicBezTo>
                    <a:pt x="4" y="15"/>
                    <a:pt x="4" y="16"/>
                    <a:pt x="5" y="17"/>
                  </a:cubicBezTo>
                  <a:cubicBezTo>
                    <a:pt x="7" y="21"/>
                    <a:pt x="11" y="22"/>
                    <a:pt x="14" y="21"/>
                  </a:cubicBezTo>
                  <a:cubicBezTo>
                    <a:pt x="14" y="21"/>
                    <a:pt x="15" y="21"/>
                    <a:pt x="15" y="21"/>
                  </a:cubicBezTo>
                  <a:cubicBezTo>
                    <a:pt x="15" y="21"/>
                    <a:pt x="15" y="21"/>
                    <a:pt x="15" y="21"/>
                  </a:cubicBezTo>
                  <a:cubicBezTo>
                    <a:pt x="14" y="21"/>
                    <a:pt x="14" y="22"/>
                    <a:pt x="14" y="22"/>
                  </a:cubicBezTo>
                  <a:cubicBezTo>
                    <a:pt x="8" y="24"/>
                    <a:pt x="8" y="24"/>
                    <a:pt x="8" y="24"/>
                  </a:cubicBezTo>
                  <a:cubicBezTo>
                    <a:pt x="6" y="21"/>
                    <a:pt x="4" y="17"/>
                    <a:pt x="2" y="14"/>
                  </a:cubicBezTo>
                  <a:cubicBezTo>
                    <a:pt x="1" y="13"/>
                    <a:pt x="1" y="12"/>
                    <a:pt x="0" y="11"/>
                  </a:cubicBezTo>
                  <a:cubicBezTo>
                    <a:pt x="0" y="10"/>
                    <a:pt x="0" y="10"/>
                    <a:pt x="0" y="10"/>
                  </a:cubicBezTo>
                  <a:cubicBezTo>
                    <a:pt x="1" y="10"/>
                    <a:pt x="1" y="12"/>
                    <a:pt x="3" y="11"/>
                  </a:cubicBezTo>
                  <a:lnTo>
                    <a:pt x="15" y="4"/>
                  </a:lnTo>
                  <a:close/>
                </a:path>
              </a:pathLst>
            </a:custGeom>
            <a:grpFill/>
            <a:ln>
              <a:noFill/>
            </a:ln>
          </p:spPr>
          <p:txBody>
            <a:bodyPr/>
            <a:lstStyle/>
            <a:p>
              <a:pPr>
                <a:defRPr/>
              </a:pPr>
              <a:endParaRPr lang="zh-CN" altLang="en-US"/>
            </a:p>
          </p:txBody>
        </p:sp>
        <p:sp>
          <p:nvSpPr>
            <p:cNvPr id="53" name="Freeform 46">
              <a:extLst>
                <a:ext uri="{FF2B5EF4-FFF2-40B4-BE49-F238E27FC236}">
                  <a16:creationId xmlns:a16="http://schemas.microsoft.com/office/drawing/2014/main" id="{60EAB865-19BB-49C9-AB56-C668482C6B51}"/>
                </a:ext>
              </a:extLst>
            </p:cNvPr>
            <p:cNvSpPr>
              <a:spLocks noEditPoints="1"/>
            </p:cNvSpPr>
            <p:nvPr/>
          </p:nvSpPr>
          <p:spPr bwMode="auto">
            <a:xfrm>
              <a:off x="4919663" y="5219700"/>
              <a:ext cx="122238" cy="141288"/>
            </a:xfrm>
            <a:custGeom>
              <a:avLst/>
              <a:gdLst>
                <a:gd name="T0" fmla="*/ 9 w 22"/>
                <a:gd name="T1" fmla="*/ 13 h 25"/>
                <a:gd name="T2" fmla="*/ 10 w 22"/>
                <a:gd name="T3" fmla="*/ 9 h 25"/>
                <a:gd name="T4" fmla="*/ 4 w 22"/>
                <a:gd name="T5" fmla="*/ 11 h 25"/>
                <a:gd name="T6" fmla="*/ 3 w 22"/>
                <a:gd name="T7" fmla="*/ 14 h 25"/>
                <a:gd name="T8" fmla="*/ 2 w 22"/>
                <a:gd name="T9" fmla="*/ 14 h 25"/>
                <a:gd name="T10" fmla="*/ 1 w 22"/>
                <a:gd name="T11" fmla="*/ 10 h 25"/>
                <a:gd name="T12" fmla="*/ 0 w 22"/>
                <a:gd name="T13" fmla="*/ 6 h 25"/>
                <a:gd name="T14" fmla="*/ 0 w 22"/>
                <a:gd name="T15" fmla="*/ 6 h 25"/>
                <a:gd name="T16" fmla="*/ 3 w 22"/>
                <a:gd name="T17" fmla="*/ 7 h 25"/>
                <a:gd name="T18" fmla="*/ 17 w 22"/>
                <a:gd name="T19" fmla="*/ 3 h 25"/>
                <a:gd name="T20" fmla="*/ 18 w 22"/>
                <a:gd name="T21" fmla="*/ 0 h 25"/>
                <a:gd name="T22" fmla="*/ 18 w 22"/>
                <a:gd name="T23" fmla="*/ 1 h 25"/>
                <a:gd name="T24" fmla="*/ 19 w 22"/>
                <a:gd name="T25" fmla="*/ 5 h 25"/>
                <a:gd name="T26" fmla="*/ 21 w 22"/>
                <a:gd name="T27" fmla="*/ 9 h 25"/>
                <a:gd name="T28" fmla="*/ 18 w 22"/>
                <a:gd name="T29" fmla="*/ 17 h 25"/>
                <a:gd name="T30" fmla="*/ 11 w 22"/>
                <a:gd name="T31" fmla="*/ 12 h 25"/>
                <a:gd name="T32" fmla="*/ 11 w 22"/>
                <a:gd name="T33" fmla="*/ 12 h 25"/>
                <a:gd name="T34" fmla="*/ 10 w 22"/>
                <a:gd name="T35" fmla="*/ 18 h 25"/>
                <a:gd name="T36" fmla="*/ 7 w 22"/>
                <a:gd name="T37" fmla="*/ 21 h 25"/>
                <a:gd name="T38" fmla="*/ 6 w 22"/>
                <a:gd name="T39" fmla="*/ 25 h 25"/>
                <a:gd name="T40" fmla="*/ 5 w 22"/>
                <a:gd name="T41" fmla="*/ 25 h 25"/>
                <a:gd name="T42" fmla="*/ 4 w 22"/>
                <a:gd name="T43" fmla="*/ 22 h 25"/>
                <a:gd name="T44" fmla="*/ 4 w 22"/>
                <a:gd name="T45" fmla="*/ 19 h 25"/>
                <a:gd name="T46" fmla="*/ 9 w 22"/>
                <a:gd name="T47" fmla="*/ 13 h 25"/>
                <a:gd name="T48" fmla="*/ 11 w 22"/>
                <a:gd name="T49" fmla="*/ 9 h 25"/>
                <a:gd name="T50" fmla="*/ 11 w 22"/>
                <a:gd name="T51" fmla="*/ 10 h 25"/>
                <a:gd name="T52" fmla="*/ 17 w 22"/>
                <a:gd name="T53" fmla="*/ 13 h 25"/>
                <a:gd name="T54" fmla="*/ 20 w 22"/>
                <a:gd name="T55" fmla="*/ 8 h 25"/>
                <a:gd name="T56" fmla="*/ 19 w 22"/>
                <a:gd name="T57" fmla="*/ 7 h 25"/>
                <a:gd name="T58" fmla="*/ 11 w 22"/>
                <a:gd name="T5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 h="25">
                  <a:moveTo>
                    <a:pt x="9" y="13"/>
                  </a:moveTo>
                  <a:cubicBezTo>
                    <a:pt x="11" y="12"/>
                    <a:pt x="11" y="11"/>
                    <a:pt x="10" y="9"/>
                  </a:cubicBezTo>
                  <a:cubicBezTo>
                    <a:pt x="4" y="11"/>
                    <a:pt x="4" y="11"/>
                    <a:pt x="4" y="11"/>
                  </a:cubicBezTo>
                  <a:cubicBezTo>
                    <a:pt x="2" y="12"/>
                    <a:pt x="3" y="14"/>
                    <a:pt x="3" y="14"/>
                  </a:cubicBezTo>
                  <a:cubicBezTo>
                    <a:pt x="2" y="14"/>
                    <a:pt x="2" y="14"/>
                    <a:pt x="2" y="14"/>
                  </a:cubicBezTo>
                  <a:cubicBezTo>
                    <a:pt x="2" y="12"/>
                    <a:pt x="1" y="11"/>
                    <a:pt x="1" y="10"/>
                  </a:cubicBezTo>
                  <a:cubicBezTo>
                    <a:pt x="1" y="9"/>
                    <a:pt x="0" y="8"/>
                    <a:pt x="0" y="6"/>
                  </a:cubicBezTo>
                  <a:cubicBezTo>
                    <a:pt x="0" y="6"/>
                    <a:pt x="0" y="6"/>
                    <a:pt x="0" y="6"/>
                  </a:cubicBezTo>
                  <a:cubicBezTo>
                    <a:pt x="1" y="5"/>
                    <a:pt x="0" y="8"/>
                    <a:pt x="3" y="7"/>
                  </a:cubicBezTo>
                  <a:cubicBezTo>
                    <a:pt x="17" y="3"/>
                    <a:pt x="17" y="3"/>
                    <a:pt x="17" y="3"/>
                  </a:cubicBezTo>
                  <a:cubicBezTo>
                    <a:pt x="19" y="3"/>
                    <a:pt x="17" y="1"/>
                    <a:pt x="18" y="0"/>
                  </a:cubicBezTo>
                  <a:cubicBezTo>
                    <a:pt x="18" y="0"/>
                    <a:pt x="18" y="0"/>
                    <a:pt x="18" y="1"/>
                  </a:cubicBezTo>
                  <a:cubicBezTo>
                    <a:pt x="19" y="2"/>
                    <a:pt x="19" y="4"/>
                    <a:pt x="19" y="5"/>
                  </a:cubicBezTo>
                  <a:cubicBezTo>
                    <a:pt x="20" y="6"/>
                    <a:pt x="20" y="7"/>
                    <a:pt x="21" y="9"/>
                  </a:cubicBezTo>
                  <a:cubicBezTo>
                    <a:pt x="22" y="13"/>
                    <a:pt x="21" y="17"/>
                    <a:pt x="18" y="17"/>
                  </a:cubicBezTo>
                  <a:cubicBezTo>
                    <a:pt x="16" y="18"/>
                    <a:pt x="13" y="17"/>
                    <a:pt x="11" y="12"/>
                  </a:cubicBezTo>
                  <a:cubicBezTo>
                    <a:pt x="11" y="12"/>
                    <a:pt x="11" y="12"/>
                    <a:pt x="11" y="12"/>
                  </a:cubicBezTo>
                  <a:cubicBezTo>
                    <a:pt x="12" y="15"/>
                    <a:pt x="12" y="16"/>
                    <a:pt x="10" y="18"/>
                  </a:cubicBezTo>
                  <a:cubicBezTo>
                    <a:pt x="7" y="21"/>
                    <a:pt x="7" y="21"/>
                    <a:pt x="7" y="21"/>
                  </a:cubicBezTo>
                  <a:cubicBezTo>
                    <a:pt x="5" y="23"/>
                    <a:pt x="6" y="24"/>
                    <a:pt x="6" y="25"/>
                  </a:cubicBezTo>
                  <a:cubicBezTo>
                    <a:pt x="6" y="25"/>
                    <a:pt x="5" y="25"/>
                    <a:pt x="5" y="25"/>
                  </a:cubicBezTo>
                  <a:cubicBezTo>
                    <a:pt x="5" y="24"/>
                    <a:pt x="5" y="23"/>
                    <a:pt x="4" y="22"/>
                  </a:cubicBezTo>
                  <a:cubicBezTo>
                    <a:pt x="4" y="19"/>
                    <a:pt x="4" y="19"/>
                    <a:pt x="4" y="19"/>
                  </a:cubicBezTo>
                  <a:lnTo>
                    <a:pt x="9" y="13"/>
                  </a:lnTo>
                  <a:close/>
                  <a:moveTo>
                    <a:pt x="11" y="9"/>
                  </a:moveTo>
                  <a:cubicBezTo>
                    <a:pt x="11" y="10"/>
                    <a:pt x="11" y="10"/>
                    <a:pt x="11" y="10"/>
                  </a:cubicBezTo>
                  <a:cubicBezTo>
                    <a:pt x="12" y="13"/>
                    <a:pt x="14" y="14"/>
                    <a:pt x="17" y="13"/>
                  </a:cubicBezTo>
                  <a:cubicBezTo>
                    <a:pt x="20" y="13"/>
                    <a:pt x="21" y="11"/>
                    <a:pt x="20" y="8"/>
                  </a:cubicBezTo>
                  <a:cubicBezTo>
                    <a:pt x="19" y="7"/>
                    <a:pt x="19" y="7"/>
                    <a:pt x="19" y="7"/>
                  </a:cubicBezTo>
                  <a:lnTo>
                    <a:pt x="11" y="9"/>
                  </a:lnTo>
                  <a:close/>
                </a:path>
              </a:pathLst>
            </a:custGeom>
            <a:grpFill/>
            <a:ln>
              <a:noFill/>
            </a:ln>
          </p:spPr>
          <p:txBody>
            <a:bodyPr/>
            <a:lstStyle/>
            <a:p>
              <a:pPr>
                <a:defRPr/>
              </a:pPr>
              <a:endParaRPr lang="zh-CN" altLang="en-US"/>
            </a:p>
          </p:txBody>
        </p:sp>
        <p:sp>
          <p:nvSpPr>
            <p:cNvPr id="54" name="Freeform 47">
              <a:extLst>
                <a:ext uri="{FF2B5EF4-FFF2-40B4-BE49-F238E27FC236}">
                  <a16:creationId xmlns:a16="http://schemas.microsoft.com/office/drawing/2014/main" id="{8101BFD0-22F4-4F2E-972A-F9E367FB61B0}"/>
                </a:ext>
              </a:extLst>
            </p:cNvPr>
            <p:cNvSpPr>
              <a:spLocks/>
            </p:cNvSpPr>
            <p:nvPr/>
          </p:nvSpPr>
          <p:spPr bwMode="auto">
            <a:xfrm>
              <a:off x="4946650" y="5367338"/>
              <a:ext cx="112713" cy="85725"/>
            </a:xfrm>
            <a:custGeom>
              <a:avLst/>
              <a:gdLst>
                <a:gd name="T0" fmla="*/ 8 w 20"/>
                <a:gd name="T1" fmla="*/ 0 h 15"/>
                <a:gd name="T2" fmla="*/ 9 w 20"/>
                <a:gd name="T3" fmla="*/ 0 h 15"/>
                <a:gd name="T4" fmla="*/ 8 w 20"/>
                <a:gd name="T5" fmla="*/ 1 h 15"/>
                <a:gd name="T6" fmla="*/ 1 w 20"/>
                <a:gd name="T7" fmla="*/ 7 h 15"/>
                <a:gd name="T8" fmla="*/ 5 w 20"/>
                <a:gd name="T9" fmla="*/ 12 h 15"/>
                <a:gd name="T10" fmla="*/ 14 w 20"/>
                <a:gd name="T11" fmla="*/ 0 h 15"/>
                <a:gd name="T12" fmla="*/ 20 w 20"/>
                <a:gd name="T13" fmla="*/ 6 h 15"/>
                <a:gd name="T14" fmla="*/ 19 w 20"/>
                <a:gd name="T15" fmla="*/ 11 h 15"/>
                <a:gd name="T16" fmla="*/ 20 w 20"/>
                <a:gd name="T17" fmla="*/ 12 h 15"/>
                <a:gd name="T18" fmla="*/ 19 w 20"/>
                <a:gd name="T19" fmla="*/ 12 h 15"/>
                <a:gd name="T20" fmla="*/ 14 w 20"/>
                <a:gd name="T21" fmla="*/ 13 h 15"/>
                <a:gd name="T22" fmla="*/ 13 w 20"/>
                <a:gd name="T23" fmla="*/ 13 h 15"/>
                <a:gd name="T24" fmla="*/ 13 w 20"/>
                <a:gd name="T25" fmla="*/ 13 h 15"/>
                <a:gd name="T26" fmla="*/ 15 w 20"/>
                <a:gd name="T27" fmla="*/ 12 h 15"/>
                <a:gd name="T28" fmla="*/ 19 w 20"/>
                <a:gd name="T29" fmla="*/ 6 h 15"/>
                <a:gd name="T30" fmla="*/ 16 w 20"/>
                <a:gd name="T31" fmla="*/ 3 h 15"/>
                <a:gd name="T32" fmla="*/ 7 w 20"/>
                <a:gd name="T33" fmla="*/ 14 h 15"/>
                <a:gd name="T34" fmla="*/ 0 w 20"/>
                <a:gd name="T35" fmla="*/ 7 h 15"/>
                <a:gd name="T36" fmla="*/ 1 w 20"/>
                <a:gd name="T37" fmla="*/ 2 h 15"/>
                <a:gd name="T38" fmla="*/ 0 w 20"/>
                <a:gd name="T39" fmla="*/ 1 h 15"/>
                <a:gd name="T40" fmla="*/ 0 w 20"/>
                <a:gd name="T41" fmla="*/ 1 h 15"/>
                <a:gd name="T42" fmla="*/ 8 w 20"/>
                <a:gd name="T4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15">
                  <a:moveTo>
                    <a:pt x="8" y="0"/>
                  </a:moveTo>
                  <a:cubicBezTo>
                    <a:pt x="9" y="0"/>
                    <a:pt x="9" y="0"/>
                    <a:pt x="9" y="0"/>
                  </a:cubicBezTo>
                  <a:cubicBezTo>
                    <a:pt x="9" y="1"/>
                    <a:pt x="8" y="1"/>
                    <a:pt x="8" y="1"/>
                  </a:cubicBezTo>
                  <a:cubicBezTo>
                    <a:pt x="4" y="2"/>
                    <a:pt x="1" y="3"/>
                    <a:pt x="1" y="7"/>
                  </a:cubicBezTo>
                  <a:cubicBezTo>
                    <a:pt x="1" y="10"/>
                    <a:pt x="2" y="12"/>
                    <a:pt x="5" y="12"/>
                  </a:cubicBezTo>
                  <a:cubicBezTo>
                    <a:pt x="10" y="11"/>
                    <a:pt x="7" y="0"/>
                    <a:pt x="14" y="0"/>
                  </a:cubicBezTo>
                  <a:cubicBezTo>
                    <a:pt x="17" y="0"/>
                    <a:pt x="20" y="3"/>
                    <a:pt x="20" y="6"/>
                  </a:cubicBezTo>
                  <a:cubicBezTo>
                    <a:pt x="20" y="9"/>
                    <a:pt x="19" y="10"/>
                    <a:pt x="19" y="11"/>
                  </a:cubicBezTo>
                  <a:cubicBezTo>
                    <a:pt x="19" y="12"/>
                    <a:pt x="20" y="11"/>
                    <a:pt x="20" y="12"/>
                  </a:cubicBezTo>
                  <a:cubicBezTo>
                    <a:pt x="20" y="12"/>
                    <a:pt x="20" y="12"/>
                    <a:pt x="19" y="12"/>
                  </a:cubicBezTo>
                  <a:cubicBezTo>
                    <a:pt x="14" y="13"/>
                    <a:pt x="14" y="13"/>
                    <a:pt x="14" y="13"/>
                  </a:cubicBezTo>
                  <a:cubicBezTo>
                    <a:pt x="14" y="13"/>
                    <a:pt x="13" y="13"/>
                    <a:pt x="13" y="13"/>
                  </a:cubicBezTo>
                  <a:cubicBezTo>
                    <a:pt x="13" y="13"/>
                    <a:pt x="13" y="13"/>
                    <a:pt x="13" y="13"/>
                  </a:cubicBezTo>
                  <a:cubicBezTo>
                    <a:pt x="13" y="13"/>
                    <a:pt x="14" y="13"/>
                    <a:pt x="15" y="12"/>
                  </a:cubicBezTo>
                  <a:cubicBezTo>
                    <a:pt x="18" y="11"/>
                    <a:pt x="20" y="9"/>
                    <a:pt x="19" y="6"/>
                  </a:cubicBezTo>
                  <a:cubicBezTo>
                    <a:pt x="19" y="4"/>
                    <a:pt x="18" y="2"/>
                    <a:pt x="16" y="3"/>
                  </a:cubicBezTo>
                  <a:cubicBezTo>
                    <a:pt x="12" y="3"/>
                    <a:pt x="15" y="14"/>
                    <a:pt x="7" y="14"/>
                  </a:cubicBezTo>
                  <a:cubicBezTo>
                    <a:pt x="3" y="15"/>
                    <a:pt x="0" y="12"/>
                    <a:pt x="0" y="7"/>
                  </a:cubicBezTo>
                  <a:cubicBezTo>
                    <a:pt x="0" y="5"/>
                    <a:pt x="1" y="3"/>
                    <a:pt x="1" y="2"/>
                  </a:cubicBezTo>
                  <a:cubicBezTo>
                    <a:pt x="1" y="1"/>
                    <a:pt x="0" y="1"/>
                    <a:pt x="0" y="1"/>
                  </a:cubicBezTo>
                  <a:cubicBezTo>
                    <a:pt x="0" y="1"/>
                    <a:pt x="0" y="1"/>
                    <a:pt x="0" y="1"/>
                  </a:cubicBezTo>
                  <a:lnTo>
                    <a:pt x="8" y="0"/>
                  </a:lnTo>
                  <a:close/>
                </a:path>
              </a:pathLst>
            </a:custGeom>
            <a:grpFill/>
            <a:ln>
              <a:noFill/>
            </a:ln>
          </p:spPr>
          <p:txBody>
            <a:bodyPr/>
            <a:lstStyle/>
            <a:p>
              <a:pPr>
                <a:defRPr/>
              </a:pPr>
              <a:endParaRPr lang="zh-CN" altLang="en-US"/>
            </a:p>
          </p:txBody>
        </p:sp>
        <p:sp>
          <p:nvSpPr>
            <p:cNvPr id="55" name="Freeform 48">
              <a:extLst>
                <a:ext uri="{FF2B5EF4-FFF2-40B4-BE49-F238E27FC236}">
                  <a16:creationId xmlns:a16="http://schemas.microsoft.com/office/drawing/2014/main" id="{1A1FDB26-B62F-4846-A1EE-B191B75FEA3E}"/>
                </a:ext>
              </a:extLst>
            </p:cNvPr>
            <p:cNvSpPr>
              <a:spLocks/>
            </p:cNvSpPr>
            <p:nvPr/>
          </p:nvSpPr>
          <p:spPr bwMode="auto">
            <a:xfrm>
              <a:off x="4941888" y="5468938"/>
              <a:ext cx="111125" cy="63500"/>
            </a:xfrm>
            <a:custGeom>
              <a:avLst/>
              <a:gdLst>
                <a:gd name="T0" fmla="*/ 18 w 20"/>
                <a:gd name="T1" fmla="*/ 5 h 11"/>
                <a:gd name="T2" fmla="*/ 20 w 20"/>
                <a:gd name="T3" fmla="*/ 2 h 11"/>
                <a:gd name="T4" fmla="*/ 20 w 20"/>
                <a:gd name="T5" fmla="*/ 3 h 11"/>
                <a:gd name="T6" fmla="*/ 20 w 20"/>
                <a:gd name="T7" fmla="*/ 7 h 11"/>
                <a:gd name="T8" fmla="*/ 19 w 20"/>
                <a:gd name="T9" fmla="*/ 11 h 11"/>
                <a:gd name="T10" fmla="*/ 19 w 20"/>
                <a:gd name="T11" fmla="*/ 11 h 11"/>
                <a:gd name="T12" fmla="*/ 17 w 20"/>
                <a:gd name="T13" fmla="*/ 9 h 11"/>
                <a:gd name="T14" fmla="*/ 3 w 20"/>
                <a:gd name="T15" fmla="*/ 7 h 11"/>
                <a:gd name="T16" fmla="*/ 1 w 20"/>
                <a:gd name="T17" fmla="*/ 9 h 11"/>
                <a:gd name="T18" fmla="*/ 0 w 20"/>
                <a:gd name="T19" fmla="*/ 8 h 11"/>
                <a:gd name="T20" fmla="*/ 1 w 20"/>
                <a:gd name="T21" fmla="*/ 4 h 11"/>
                <a:gd name="T22" fmla="*/ 1 w 20"/>
                <a:gd name="T23" fmla="*/ 1 h 11"/>
                <a:gd name="T24" fmla="*/ 2 w 20"/>
                <a:gd name="T25" fmla="*/ 0 h 11"/>
                <a:gd name="T26" fmla="*/ 3 w 20"/>
                <a:gd name="T27" fmla="*/ 3 h 11"/>
                <a:gd name="T28" fmla="*/ 18 w 20"/>
                <a:gd name="T2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1">
                  <a:moveTo>
                    <a:pt x="18" y="5"/>
                  </a:moveTo>
                  <a:cubicBezTo>
                    <a:pt x="20" y="5"/>
                    <a:pt x="19" y="2"/>
                    <a:pt x="20" y="2"/>
                  </a:cubicBezTo>
                  <a:cubicBezTo>
                    <a:pt x="20" y="3"/>
                    <a:pt x="20" y="3"/>
                    <a:pt x="20" y="3"/>
                  </a:cubicBezTo>
                  <a:cubicBezTo>
                    <a:pt x="20" y="5"/>
                    <a:pt x="20" y="6"/>
                    <a:pt x="20" y="7"/>
                  </a:cubicBezTo>
                  <a:cubicBezTo>
                    <a:pt x="20" y="8"/>
                    <a:pt x="20" y="9"/>
                    <a:pt x="19" y="11"/>
                  </a:cubicBezTo>
                  <a:cubicBezTo>
                    <a:pt x="19" y="11"/>
                    <a:pt x="19" y="11"/>
                    <a:pt x="19" y="11"/>
                  </a:cubicBezTo>
                  <a:cubicBezTo>
                    <a:pt x="18" y="11"/>
                    <a:pt x="20" y="9"/>
                    <a:pt x="17" y="9"/>
                  </a:cubicBezTo>
                  <a:cubicBezTo>
                    <a:pt x="3" y="7"/>
                    <a:pt x="3" y="7"/>
                    <a:pt x="3" y="7"/>
                  </a:cubicBezTo>
                  <a:cubicBezTo>
                    <a:pt x="1" y="6"/>
                    <a:pt x="1" y="9"/>
                    <a:pt x="1" y="9"/>
                  </a:cubicBezTo>
                  <a:cubicBezTo>
                    <a:pt x="0" y="9"/>
                    <a:pt x="0" y="9"/>
                    <a:pt x="0" y="8"/>
                  </a:cubicBezTo>
                  <a:cubicBezTo>
                    <a:pt x="1" y="7"/>
                    <a:pt x="1" y="6"/>
                    <a:pt x="1" y="4"/>
                  </a:cubicBezTo>
                  <a:cubicBezTo>
                    <a:pt x="1" y="3"/>
                    <a:pt x="1" y="2"/>
                    <a:pt x="1" y="1"/>
                  </a:cubicBezTo>
                  <a:cubicBezTo>
                    <a:pt x="1" y="0"/>
                    <a:pt x="2" y="0"/>
                    <a:pt x="2" y="0"/>
                  </a:cubicBezTo>
                  <a:cubicBezTo>
                    <a:pt x="3" y="0"/>
                    <a:pt x="1" y="2"/>
                    <a:pt x="3" y="3"/>
                  </a:cubicBezTo>
                  <a:lnTo>
                    <a:pt x="18" y="5"/>
                  </a:lnTo>
                  <a:close/>
                </a:path>
              </a:pathLst>
            </a:custGeom>
            <a:grpFill/>
            <a:ln>
              <a:noFill/>
            </a:ln>
          </p:spPr>
          <p:txBody>
            <a:bodyPr/>
            <a:lstStyle/>
            <a:p>
              <a:pPr>
                <a:defRPr/>
              </a:pPr>
              <a:endParaRPr lang="zh-CN" altLang="en-US"/>
            </a:p>
          </p:txBody>
        </p:sp>
        <p:sp>
          <p:nvSpPr>
            <p:cNvPr id="56" name="Freeform 49">
              <a:extLst>
                <a:ext uri="{FF2B5EF4-FFF2-40B4-BE49-F238E27FC236}">
                  <a16:creationId xmlns:a16="http://schemas.microsoft.com/office/drawing/2014/main" id="{476B5302-379C-46DB-B26C-E9432AC528BD}"/>
                </a:ext>
              </a:extLst>
            </p:cNvPr>
            <p:cNvSpPr>
              <a:spLocks/>
            </p:cNvSpPr>
            <p:nvPr/>
          </p:nvSpPr>
          <p:spPr bwMode="auto">
            <a:xfrm>
              <a:off x="4919663" y="5554663"/>
              <a:ext cx="122238" cy="101600"/>
            </a:xfrm>
            <a:custGeom>
              <a:avLst/>
              <a:gdLst>
                <a:gd name="T0" fmla="*/ 19 w 22"/>
                <a:gd name="T1" fmla="*/ 8 h 18"/>
                <a:gd name="T2" fmla="*/ 16 w 22"/>
                <a:gd name="T3" fmla="*/ 0 h 18"/>
                <a:gd name="T4" fmla="*/ 16 w 22"/>
                <a:gd name="T5" fmla="*/ 0 h 18"/>
                <a:gd name="T6" fmla="*/ 17 w 22"/>
                <a:gd name="T7" fmla="*/ 1 h 18"/>
                <a:gd name="T8" fmla="*/ 22 w 22"/>
                <a:gd name="T9" fmla="*/ 3 h 18"/>
                <a:gd name="T10" fmla="*/ 22 w 22"/>
                <a:gd name="T11" fmla="*/ 4 h 18"/>
                <a:gd name="T12" fmla="*/ 22 w 22"/>
                <a:gd name="T13" fmla="*/ 4 h 18"/>
                <a:gd name="T14" fmla="*/ 21 w 22"/>
                <a:gd name="T15" fmla="*/ 5 h 18"/>
                <a:gd name="T16" fmla="*/ 17 w 22"/>
                <a:gd name="T17" fmla="*/ 17 h 18"/>
                <a:gd name="T18" fmla="*/ 17 w 22"/>
                <a:gd name="T19" fmla="*/ 17 h 18"/>
                <a:gd name="T20" fmla="*/ 18 w 22"/>
                <a:gd name="T21" fmla="*/ 18 h 18"/>
                <a:gd name="T22" fmla="*/ 17 w 22"/>
                <a:gd name="T23" fmla="*/ 18 h 18"/>
                <a:gd name="T24" fmla="*/ 12 w 22"/>
                <a:gd name="T25" fmla="*/ 17 h 18"/>
                <a:gd name="T26" fmla="*/ 11 w 22"/>
                <a:gd name="T27" fmla="*/ 17 h 18"/>
                <a:gd name="T28" fmla="*/ 11 w 22"/>
                <a:gd name="T29" fmla="*/ 17 h 18"/>
                <a:gd name="T30" fmla="*/ 18 w 22"/>
                <a:gd name="T31" fmla="*/ 12 h 18"/>
                <a:gd name="T32" fmla="*/ 3 w 22"/>
                <a:gd name="T33" fmla="*/ 7 h 18"/>
                <a:gd name="T34" fmla="*/ 1 w 22"/>
                <a:gd name="T35" fmla="*/ 9 h 18"/>
                <a:gd name="T36" fmla="*/ 0 w 22"/>
                <a:gd name="T37" fmla="*/ 9 h 18"/>
                <a:gd name="T38" fmla="*/ 0 w 22"/>
                <a:gd name="T39" fmla="*/ 9 h 18"/>
                <a:gd name="T40" fmla="*/ 1 w 22"/>
                <a:gd name="T41" fmla="*/ 4 h 18"/>
                <a:gd name="T42" fmla="*/ 3 w 22"/>
                <a:gd name="T43" fmla="*/ 0 h 18"/>
                <a:gd name="T44" fmla="*/ 3 w 22"/>
                <a:gd name="T45" fmla="*/ 0 h 18"/>
                <a:gd name="T46" fmla="*/ 3 w 22"/>
                <a:gd name="T47" fmla="*/ 1 h 18"/>
                <a:gd name="T48" fmla="*/ 5 w 22"/>
                <a:gd name="T49" fmla="*/ 3 h 18"/>
                <a:gd name="T50" fmla="*/ 19 w 22"/>
                <a:gd name="T51"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18">
                  <a:moveTo>
                    <a:pt x="19" y="8"/>
                  </a:moveTo>
                  <a:cubicBezTo>
                    <a:pt x="20" y="3"/>
                    <a:pt x="16" y="1"/>
                    <a:pt x="16" y="0"/>
                  </a:cubicBezTo>
                  <a:cubicBezTo>
                    <a:pt x="16" y="0"/>
                    <a:pt x="16" y="0"/>
                    <a:pt x="16" y="0"/>
                  </a:cubicBezTo>
                  <a:cubicBezTo>
                    <a:pt x="16" y="0"/>
                    <a:pt x="17" y="0"/>
                    <a:pt x="17" y="1"/>
                  </a:cubicBezTo>
                  <a:cubicBezTo>
                    <a:pt x="22" y="3"/>
                    <a:pt x="22" y="3"/>
                    <a:pt x="22" y="3"/>
                  </a:cubicBezTo>
                  <a:cubicBezTo>
                    <a:pt x="22" y="3"/>
                    <a:pt x="22" y="4"/>
                    <a:pt x="22" y="4"/>
                  </a:cubicBezTo>
                  <a:cubicBezTo>
                    <a:pt x="22" y="4"/>
                    <a:pt x="22" y="4"/>
                    <a:pt x="22" y="4"/>
                  </a:cubicBezTo>
                  <a:cubicBezTo>
                    <a:pt x="22" y="4"/>
                    <a:pt x="22" y="4"/>
                    <a:pt x="21" y="5"/>
                  </a:cubicBezTo>
                  <a:cubicBezTo>
                    <a:pt x="17" y="17"/>
                    <a:pt x="17" y="17"/>
                    <a:pt x="17" y="17"/>
                  </a:cubicBezTo>
                  <a:cubicBezTo>
                    <a:pt x="17" y="17"/>
                    <a:pt x="17" y="17"/>
                    <a:pt x="17" y="17"/>
                  </a:cubicBezTo>
                  <a:cubicBezTo>
                    <a:pt x="18" y="17"/>
                    <a:pt x="18" y="18"/>
                    <a:pt x="18" y="18"/>
                  </a:cubicBezTo>
                  <a:cubicBezTo>
                    <a:pt x="17" y="18"/>
                    <a:pt x="17" y="18"/>
                    <a:pt x="17" y="18"/>
                  </a:cubicBezTo>
                  <a:cubicBezTo>
                    <a:pt x="12" y="17"/>
                    <a:pt x="12" y="17"/>
                    <a:pt x="12" y="17"/>
                  </a:cubicBezTo>
                  <a:cubicBezTo>
                    <a:pt x="11" y="17"/>
                    <a:pt x="11" y="17"/>
                    <a:pt x="11" y="17"/>
                  </a:cubicBezTo>
                  <a:cubicBezTo>
                    <a:pt x="11" y="17"/>
                    <a:pt x="11" y="17"/>
                    <a:pt x="11" y="17"/>
                  </a:cubicBezTo>
                  <a:cubicBezTo>
                    <a:pt x="11" y="16"/>
                    <a:pt x="15" y="17"/>
                    <a:pt x="18" y="12"/>
                  </a:cubicBezTo>
                  <a:cubicBezTo>
                    <a:pt x="3" y="7"/>
                    <a:pt x="3" y="7"/>
                    <a:pt x="3" y="7"/>
                  </a:cubicBezTo>
                  <a:cubicBezTo>
                    <a:pt x="2" y="7"/>
                    <a:pt x="1" y="7"/>
                    <a:pt x="1" y="9"/>
                  </a:cubicBezTo>
                  <a:cubicBezTo>
                    <a:pt x="1" y="9"/>
                    <a:pt x="0" y="9"/>
                    <a:pt x="0" y="9"/>
                  </a:cubicBezTo>
                  <a:cubicBezTo>
                    <a:pt x="0" y="9"/>
                    <a:pt x="0" y="9"/>
                    <a:pt x="0" y="9"/>
                  </a:cubicBezTo>
                  <a:cubicBezTo>
                    <a:pt x="0" y="7"/>
                    <a:pt x="1" y="6"/>
                    <a:pt x="1" y="4"/>
                  </a:cubicBezTo>
                  <a:cubicBezTo>
                    <a:pt x="2" y="3"/>
                    <a:pt x="2" y="2"/>
                    <a:pt x="3" y="0"/>
                  </a:cubicBezTo>
                  <a:cubicBezTo>
                    <a:pt x="3" y="0"/>
                    <a:pt x="3" y="0"/>
                    <a:pt x="3" y="0"/>
                  </a:cubicBezTo>
                  <a:cubicBezTo>
                    <a:pt x="3" y="0"/>
                    <a:pt x="3" y="0"/>
                    <a:pt x="3" y="1"/>
                  </a:cubicBezTo>
                  <a:cubicBezTo>
                    <a:pt x="3" y="2"/>
                    <a:pt x="3" y="3"/>
                    <a:pt x="5" y="3"/>
                  </a:cubicBezTo>
                  <a:lnTo>
                    <a:pt x="19" y="8"/>
                  </a:lnTo>
                  <a:close/>
                </a:path>
              </a:pathLst>
            </a:custGeom>
            <a:grpFill/>
            <a:ln>
              <a:noFill/>
            </a:ln>
          </p:spPr>
          <p:txBody>
            <a:bodyPr/>
            <a:lstStyle/>
            <a:p>
              <a:pPr>
                <a:defRPr/>
              </a:pPr>
              <a:endParaRPr lang="zh-CN" altLang="en-US"/>
            </a:p>
          </p:txBody>
        </p:sp>
        <p:sp>
          <p:nvSpPr>
            <p:cNvPr id="57" name="Freeform 50">
              <a:extLst>
                <a:ext uri="{FF2B5EF4-FFF2-40B4-BE49-F238E27FC236}">
                  <a16:creationId xmlns:a16="http://schemas.microsoft.com/office/drawing/2014/main" id="{810D725D-EC54-4FE5-A6E8-E09DF70FFA2A}"/>
                </a:ext>
              </a:extLst>
            </p:cNvPr>
            <p:cNvSpPr>
              <a:spLocks/>
            </p:cNvSpPr>
            <p:nvPr/>
          </p:nvSpPr>
          <p:spPr bwMode="auto">
            <a:xfrm>
              <a:off x="4868863" y="5656263"/>
              <a:ext cx="128588" cy="125413"/>
            </a:xfrm>
            <a:custGeom>
              <a:avLst/>
              <a:gdLst>
                <a:gd name="T0" fmla="*/ 10 w 23"/>
                <a:gd name="T1" fmla="*/ 10 h 22"/>
                <a:gd name="T2" fmla="*/ 12 w 23"/>
                <a:gd name="T3" fmla="*/ 14 h 22"/>
                <a:gd name="T4" fmla="*/ 14 w 23"/>
                <a:gd name="T5" fmla="*/ 17 h 22"/>
                <a:gd name="T6" fmla="*/ 17 w 23"/>
                <a:gd name="T7" fmla="*/ 16 h 22"/>
                <a:gd name="T8" fmla="*/ 17 w 23"/>
                <a:gd name="T9" fmla="*/ 17 h 22"/>
                <a:gd name="T10" fmla="*/ 15 w 23"/>
                <a:gd name="T11" fmla="*/ 19 h 22"/>
                <a:gd name="T12" fmla="*/ 14 w 23"/>
                <a:gd name="T13" fmla="*/ 21 h 22"/>
                <a:gd name="T14" fmla="*/ 13 w 23"/>
                <a:gd name="T15" fmla="*/ 22 h 22"/>
                <a:gd name="T16" fmla="*/ 12 w 23"/>
                <a:gd name="T17" fmla="*/ 16 h 22"/>
                <a:gd name="T18" fmla="*/ 9 w 23"/>
                <a:gd name="T19" fmla="*/ 10 h 22"/>
                <a:gd name="T20" fmla="*/ 3 w 23"/>
                <a:gd name="T21" fmla="*/ 7 h 22"/>
                <a:gd name="T22" fmla="*/ 0 w 23"/>
                <a:gd name="T23" fmla="*/ 8 h 22"/>
                <a:gd name="T24" fmla="*/ 0 w 23"/>
                <a:gd name="T25" fmla="*/ 7 h 22"/>
                <a:gd name="T26" fmla="*/ 2 w 23"/>
                <a:gd name="T27" fmla="*/ 4 h 22"/>
                <a:gd name="T28" fmla="*/ 4 w 23"/>
                <a:gd name="T29" fmla="*/ 0 h 22"/>
                <a:gd name="T30" fmla="*/ 5 w 23"/>
                <a:gd name="T31" fmla="*/ 0 h 22"/>
                <a:gd name="T32" fmla="*/ 5 w 23"/>
                <a:gd name="T33" fmla="*/ 3 h 22"/>
                <a:gd name="T34" fmla="*/ 11 w 23"/>
                <a:gd name="T35" fmla="*/ 6 h 22"/>
                <a:gd name="T36" fmla="*/ 20 w 23"/>
                <a:gd name="T37" fmla="*/ 7 h 22"/>
                <a:gd name="T38" fmla="*/ 23 w 23"/>
                <a:gd name="T39" fmla="*/ 6 h 22"/>
                <a:gd name="T40" fmla="*/ 23 w 23"/>
                <a:gd name="T41" fmla="*/ 6 h 22"/>
                <a:gd name="T42" fmla="*/ 21 w 23"/>
                <a:gd name="T43" fmla="*/ 10 h 22"/>
                <a:gd name="T44" fmla="*/ 19 w 23"/>
                <a:gd name="T45" fmla="*/ 13 h 22"/>
                <a:gd name="T46" fmla="*/ 18 w 23"/>
                <a:gd name="T47" fmla="*/ 13 h 22"/>
                <a:gd name="T48" fmla="*/ 18 w 23"/>
                <a:gd name="T49" fmla="*/ 11 h 22"/>
                <a:gd name="T50" fmla="*/ 17 w 23"/>
                <a:gd name="T51" fmla="*/ 11 h 22"/>
                <a:gd name="T52" fmla="*/ 10 w 23"/>
                <a:gd name="T5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2">
                  <a:moveTo>
                    <a:pt x="10" y="10"/>
                  </a:moveTo>
                  <a:cubicBezTo>
                    <a:pt x="12" y="14"/>
                    <a:pt x="12" y="14"/>
                    <a:pt x="12" y="14"/>
                  </a:cubicBezTo>
                  <a:cubicBezTo>
                    <a:pt x="12" y="15"/>
                    <a:pt x="13" y="16"/>
                    <a:pt x="14" y="17"/>
                  </a:cubicBezTo>
                  <a:cubicBezTo>
                    <a:pt x="16" y="18"/>
                    <a:pt x="16" y="16"/>
                    <a:pt x="17" y="16"/>
                  </a:cubicBezTo>
                  <a:cubicBezTo>
                    <a:pt x="17" y="16"/>
                    <a:pt x="17" y="17"/>
                    <a:pt x="17" y="17"/>
                  </a:cubicBezTo>
                  <a:cubicBezTo>
                    <a:pt x="16" y="18"/>
                    <a:pt x="16" y="18"/>
                    <a:pt x="15" y="19"/>
                  </a:cubicBezTo>
                  <a:cubicBezTo>
                    <a:pt x="15" y="20"/>
                    <a:pt x="14" y="21"/>
                    <a:pt x="14" y="21"/>
                  </a:cubicBezTo>
                  <a:cubicBezTo>
                    <a:pt x="14" y="22"/>
                    <a:pt x="14" y="22"/>
                    <a:pt x="13" y="22"/>
                  </a:cubicBezTo>
                  <a:cubicBezTo>
                    <a:pt x="13" y="21"/>
                    <a:pt x="14" y="21"/>
                    <a:pt x="12" y="16"/>
                  </a:cubicBezTo>
                  <a:cubicBezTo>
                    <a:pt x="9" y="10"/>
                    <a:pt x="9" y="10"/>
                    <a:pt x="9" y="10"/>
                  </a:cubicBezTo>
                  <a:cubicBezTo>
                    <a:pt x="3" y="7"/>
                    <a:pt x="3" y="7"/>
                    <a:pt x="3" y="7"/>
                  </a:cubicBezTo>
                  <a:cubicBezTo>
                    <a:pt x="1" y="5"/>
                    <a:pt x="1" y="8"/>
                    <a:pt x="0" y="8"/>
                  </a:cubicBezTo>
                  <a:cubicBezTo>
                    <a:pt x="0" y="7"/>
                    <a:pt x="0" y="7"/>
                    <a:pt x="0" y="7"/>
                  </a:cubicBezTo>
                  <a:cubicBezTo>
                    <a:pt x="1" y="6"/>
                    <a:pt x="2" y="5"/>
                    <a:pt x="2" y="4"/>
                  </a:cubicBezTo>
                  <a:cubicBezTo>
                    <a:pt x="3" y="3"/>
                    <a:pt x="4" y="1"/>
                    <a:pt x="4" y="0"/>
                  </a:cubicBezTo>
                  <a:cubicBezTo>
                    <a:pt x="5" y="0"/>
                    <a:pt x="5" y="0"/>
                    <a:pt x="5" y="0"/>
                  </a:cubicBezTo>
                  <a:cubicBezTo>
                    <a:pt x="6" y="0"/>
                    <a:pt x="3" y="2"/>
                    <a:pt x="5" y="3"/>
                  </a:cubicBezTo>
                  <a:cubicBezTo>
                    <a:pt x="11" y="6"/>
                    <a:pt x="11" y="6"/>
                    <a:pt x="11" y="6"/>
                  </a:cubicBezTo>
                  <a:cubicBezTo>
                    <a:pt x="20" y="7"/>
                    <a:pt x="20" y="7"/>
                    <a:pt x="20" y="7"/>
                  </a:cubicBezTo>
                  <a:cubicBezTo>
                    <a:pt x="23" y="7"/>
                    <a:pt x="23" y="5"/>
                    <a:pt x="23" y="6"/>
                  </a:cubicBezTo>
                  <a:cubicBezTo>
                    <a:pt x="23" y="6"/>
                    <a:pt x="23" y="6"/>
                    <a:pt x="23" y="6"/>
                  </a:cubicBezTo>
                  <a:cubicBezTo>
                    <a:pt x="23" y="7"/>
                    <a:pt x="22" y="8"/>
                    <a:pt x="21" y="10"/>
                  </a:cubicBezTo>
                  <a:cubicBezTo>
                    <a:pt x="20" y="11"/>
                    <a:pt x="20" y="12"/>
                    <a:pt x="19" y="13"/>
                  </a:cubicBezTo>
                  <a:cubicBezTo>
                    <a:pt x="19" y="13"/>
                    <a:pt x="19" y="13"/>
                    <a:pt x="18" y="13"/>
                  </a:cubicBezTo>
                  <a:cubicBezTo>
                    <a:pt x="18" y="13"/>
                    <a:pt x="20" y="12"/>
                    <a:pt x="18" y="11"/>
                  </a:cubicBezTo>
                  <a:cubicBezTo>
                    <a:pt x="18" y="11"/>
                    <a:pt x="17" y="11"/>
                    <a:pt x="17" y="11"/>
                  </a:cubicBezTo>
                  <a:lnTo>
                    <a:pt x="10" y="10"/>
                  </a:lnTo>
                  <a:close/>
                </a:path>
              </a:pathLst>
            </a:custGeom>
            <a:grpFill/>
            <a:ln>
              <a:noFill/>
            </a:ln>
          </p:spPr>
          <p:txBody>
            <a:bodyPr/>
            <a:lstStyle/>
            <a:p>
              <a:pPr>
                <a:defRPr/>
              </a:pPr>
              <a:endParaRPr lang="zh-CN" altLang="en-US"/>
            </a:p>
          </p:txBody>
        </p:sp>
        <p:sp>
          <p:nvSpPr>
            <p:cNvPr id="58" name="Freeform 51">
              <a:extLst>
                <a:ext uri="{FF2B5EF4-FFF2-40B4-BE49-F238E27FC236}">
                  <a16:creationId xmlns:a16="http://schemas.microsoft.com/office/drawing/2014/main" id="{B2331FC4-8D25-40B4-9533-D88439787F45}"/>
                </a:ext>
              </a:extLst>
            </p:cNvPr>
            <p:cNvSpPr>
              <a:spLocks/>
            </p:cNvSpPr>
            <p:nvPr/>
          </p:nvSpPr>
          <p:spPr bwMode="auto">
            <a:xfrm>
              <a:off x="4005263" y="5662613"/>
              <a:ext cx="128588" cy="112713"/>
            </a:xfrm>
            <a:custGeom>
              <a:avLst/>
              <a:gdLst>
                <a:gd name="T0" fmla="*/ 16 w 23"/>
                <a:gd name="T1" fmla="*/ 15 h 20"/>
                <a:gd name="T2" fmla="*/ 15 w 23"/>
                <a:gd name="T3" fmla="*/ 15 h 20"/>
                <a:gd name="T4" fmla="*/ 16 w 23"/>
                <a:gd name="T5" fmla="*/ 14 h 20"/>
                <a:gd name="T6" fmla="*/ 19 w 23"/>
                <a:gd name="T7" fmla="*/ 5 h 20"/>
                <a:gd name="T8" fmla="*/ 13 w 23"/>
                <a:gd name="T9" fmla="*/ 3 h 20"/>
                <a:gd name="T10" fmla="*/ 11 w 23"/>
                <a:gd name="T11" fmla="*/ 18 h 20"/>
                <a:gd name="T12" fmla="*/ 3 w 23"/>
                <a:gd name="T13" fmla="*/ 16 h 20"/>
                <a:gd name="T14" fmla="*/ 1 w 23"/>
                <a:gd name="T15" fmla="*/ 11 h 20"/>
                <a:gd name="T16" fmla="*/ 0 w 23"/>
                <a:gd name="T17" fmla="*/ 11 h 20"/>
                <a:gd name="T18" fmla="*/ 0 w 23"/>
                <a:gd name="T19" fmla="*/ 10 h 20"/>
                <a:gd name="T20" fmla="*/ 4 w 23"/>
                <a:gd name="T21" fmla="*/ 7 h 20"/>
                <a:gd name="T22" fmla="*/ 5 w 23"/>
                <a:gd name="T23" fmla="*/ 6 h 20"/>
                <a:gd name="T24" fmla="*/ 5 w 23"/>
                <a:gd name="T25" fmla="*/ 7 h 20"/>
                <a:gd name="T26" fmla="*/ 4 w 23"/>
                <a:gd name="T27" fmla="*/ 8 h 20"/>
                <a:gd name="T28" fmla="*/ 3 w 23"/>
                <a:gd name="T29" fmla="*/ 16 h 20"/>
                <a:gd name="T30" fmla="*/ 8 w 23"/>
                <a:gd name="T31" fmla="*/ 17 h 20"/>
                <a:gd name="T32" fmla="*/ 10 w 23"/>
                <a:gd name="T33" fmla="*/ 2 h 20"/>
                <a:gd name="T34" fmla="*/ 19 w 23"/>
                <a:gd name="T35" fmla="*/ 5 h 20"/>
                <a:gd name="T36" fmla="*/ 21 w 23"/>
                <a:gd name="T37" fmla="*/ 10 h 20"/>
                <a:gd name="T38" fmla="*/ 23 w 23"/>
                <a:gd name="T39" fmla="*/ 10 h 20"/>
                <a:gd name="T40" fmla="*/ 22 w 23"/>
                <a:gd name="T41" fmla="*/ 11 h 20"/>
                <a:gd name="T42" fmla="*/ 16 w 23"/>
                <a:gd name="T43"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0">
                  <a:moveTo>
                    <a:pt x="16" y="15"/>
                  </a:moveTo>
                  <a:cubicBezTo>
                    <a:pt x="16" y="15"/>
                    <a:pt x="16" y="15"/>
                    <a:pt x="15" y="15"/>
                  </a:cubicBezTo>
                  <a:cubicBezTo>
                    <a:pt x="15" y="15"/>
                    <a:pt x="16" y="15"/>
                    <a:pt x="16" y="14"/>
                  </a:cubicBezTo>
                  <a:cubicBezTo>
                    <a:pt x="19" y="12"/>
                    <a:pt x="21" y="8"/>
                    <a:pt x="19" y="5"/>
                  </a:cubicBezTo>
                  <a:cubicBezTo>
                    <a:pt x="17" y="3"/>
                    <a:pt x="15" y="2"/>
                    <a:pt x="13" y="3"/>
                  </a:cubicBezTo>
                  <a:cubicBezTo>
                    <a:pt x="8" y="6"/>
                    <a:pt x="17" y="14"/>
                    <a:pt x="11" y="18"/>
                  </a:cubicBezTo>
                  <a:cubicBezTo>
                    <a:pt x="8" y="20"/>
                    <a:pt x="5" y="19"/>
                    <a:pt x="3" y="16"/>
                  </a:cubicBezTo>
                  <a:cubicBezTo>
                    <a:pt x="1" y="14"/>
                    <a:pt x="1" y="12"/>
                    <a:pt x="1" y="11"/>
                  </a:cubicBezTo>
                  <a:cubicBezTo>
                    <a:pt x="0" y="11"/>
                    <a:pt x="0" y="11"/>
                    <a:pt x="0" y="11"/>
                  </a:cubicBezTo>
                  <a:cubicBezTo>
                    <a:pt x="0" y="11"/>
                    <a:pt x="0" y="11"/>
                    <a:pt x="0" y="10"/>
                  </a:cubicBezTo>
                  <a:cubicBezTo>
                    <a:pt x="4" y="7"/>
                    <a:pt x="4" y="7"/>
                    <a:pt x="4" y="7"/>
                  </a:cubicBezTo>
                  <a:cubicBezTo>
                    <a:pt x="5" y="7"/>
                    <a:pt x="5" y="7"/>
                    <a:pt x="5" y="6"/>
                  </a:cubicBezTo>
                  <a:cubicBezTo>
                    <a:pt x="5" y="6"/>
                    <a:pt x="5" y="6"/>
                    <a:pt x="5" y="7"/>
                  </a:cubicBezTo>
                  <a:cubicBezTo>
                    <a:pt x="5" y="7"/>
                    <a:pt x="5" y="7"/>
                    <a:pt x="4" y="8"/>
                  </a:cubicBezTo>
                  <a:cubicBezTo>
                    <a:pt x="2" y="11"/>
                    <a:pt x="2" y="13"/>
                    <a:pt x="3" y="16"/>
                  </a:cubicBezTo>
                  <a:cubicBezTo>
                    <a:pt x="4" y="17"/>
                    <a:pt x="6" y="18"/>
                    <a:pt x="8" y="17"/>
                  </a:cubicBezTo>
                  <a:cubicBezTo>
                    <a:pt x="12" y="14"/>
                    <a:pt x="3" y="6"/>
                    <a:pt x="10" y="2"/>
                  </a:cubicBezTo>
                  <a:cubicBezTo>
                    <a:pt x="13" y="0"/>
                    <a:pt x="17" y="1"/>
                    <a:pt x="19" y="5"/>
                  </a:cubicBezTo>
                  <a:cubicBezTo>
                    <a:pt x="21" y="7"/>
                    <a:pt x="20" y="9"/>
                    <a:pt x="21" y="10"/>
                  </a:cubicBezTo>
                  <a:cubicBezTo>
                    <a:pt x="22" y="11"/>
                    <a:pt x="22" y="10"/>
                    <a:pt x="23" y="10"/>
                  </a:cubicBezTo>
                  <a:cubicBezTo>
                    <a:pt x="23" y="10"/>
                    <a:pt x="23" y="11"/>
                    <a:pt x="22" y="11"/>
                  </a:cubicBezTo>
                  <a:lnTo>
                    <a:pt x="16" y="15"/>
                  </a:lnTo>
                  <a:close/>
                </a:path>
              </a:pathLst>
            </a:custGeom>
            <a:grpFill/>
            <a:ln>
              <a:noFill/>
            </a:ln>
          </p:spPr>
          <p:txBody>
            <a:bodyPr/>
            <a:lstStyle/>
            <a:p>
              <a:pPr>
                <a:defRPr/>
              </a:pPr>
              <a:endParaRPr lang="zh-CN" altLang="en-US"/>
            </a:p>
          </p:txBody>
        </p:sp>
        <p:sp>
          <p:nvSpPr>
            <p:cNvPr id="59" name="Freeform 52">
              <a:extLst>
                <a:ext uri="{FF2B5EF4-FFF2-40B4-BE49-F238E27FC236}">
                  <a16:creationId xmlns:a16="http://schemas.microsoft.com/office/drawing/2014/main" id="{78BB809B-A24C-4437-A402-F04B0CA378FD}"/>
                </a:ext>
              </a:extLst>
            </p:cNvPr>
            <p:cNvSpPr>
              <a:spLocks/>
            </p:cNvSpPr>
            <p:nvPr/>
          </p:nvSpPr>
          <p:spPr bwMode="auto">
            <a:xfrm>
              <a:off x="3938588" y="5526088"/>
              <a:ext cx="139700" cy="141288"/>
            </a:xfrm>
            <a:custGeom>
              <a:avLst/>
              <a:gdLst>
                <a:gd name="T0" fmla="*/ 8 w 25"/>
                <a:gd name="T1" fmla="*/ 22 h 25"/>
                <a:gd name="T2" fmla="*/ 7 w 25"/>
                <a:gd name="T3" fmla="*/ 25 h 25"/>
                <a:gd name="T4" fmla="*/ 6 w 25"/>
                <a:gd name="T5" fmla="*/ 25 h 25"/>
                <a:gd name="T6" fmla="*/ 5 w 25"/>
                <a:gd name="T7" fmla="*/ 21 h 25"/>
                <a:gd name="T8" fmla="*/ 4 w 25"/>
                <a:gd name="T9" fmla="*/ 17 h 25"/>
                <a:gd name="T10" fmla="*/ 4 w 25"/>
                <a:gd name="T11" fmla="*/ 17 h 25"/>
                <a:gd name="T12" fmla="*/ 7 w 25"/>
                <a:gd name="T13" fmla="*/ 18 h 25"/>
                <a:gd name="T14" fmla="*/ 13 w 25"/>
                <a:gd name="T15" fmla="*/ 16 h 25"/>
                <a:gd name="T16" fmla="*/ 10 w 25"/>
                <a:gd name="T17" fmla="*/ 9 h 25"/>
                <a:gd name="T18" fmla="*/ 4 w 25"/>
                <a:gd name="T19" fmla="*/ 11 h 25"/>
                <a:gd name="T20" fmla="*/ 3 w 25"/>
                <a:gd name="T21" fmla="*/ 14 h 25"/>
                <a:gd name="T22" fmla="*/ 3 w 25"/>
                <a:gd name="T23" fmla="*/ 14 h 25"/>
                <a:gd name="T24" fmla="*/ 1 w 25"/>
                <a:gd name="T25" fmla="*/ 10 h 25"/>
                <a:gd name="T26" fmla="*/ 0 w 25"/>
                <a:gd name="T27" fmla="*/ 7 h 25"/>
                <a:gd name="T28" fmla="*/ 0 w 25"/>
                <a:gd name="T29" fmla="*/ 6 h 25"/>
                <a:gd name="T30" fmla="*/ 3 w 25"/>
                <a:gd name="T31" fmla="*/ 8 h 25"/>
                <a:gd name="T32" fmla="*/ 17 w 25"/>
                <a:gd name="T33" fmla="*/ 3 h 25"/>
                <a:gd name="T34" fmla="*/ 18 w 25"/>
                <a:gd name="T35" fmla="*/ 0 h 25"/>
                <a:gd name="T36" fmla="*/ 18 w 25"/>
                <a:gd name="T37" fmla="*/ 0 h 25"/>
                <a:gd name="T38" fmla="*/ 19 w 25"/>
                <a:gd name="T39" fmla="*/ 4 h 25"/>
                <a:gd name="T40" fmla="*/ 21 w 25"/>
                <a:gd name="T41" fmla="*/ 8 h 25"/>
                <a:gd name="T42" fmla="*/ 21 w 25"/>
                <a:gd name="T43" fmla="*/ 9 h 25"/>
                <a:gd name="T44" fmla="*/ 18 w 25"/>
                <a:gd name="T45" fmla="*/ 7 h 25"/>
                <a:gd name="T46" fmla="*/ 11 w 25"/>
                <a:gd name="T47" fmla="*/ 9 h 25"/>
                <a:gd name="T48" fmla="*/ 13 w 25"/>
                <a:gd name="T49" fmla="*/ 16 h 25"/>
                <a:gd name="T50" fmla="*/ 20 w 25"/>
                <a:gd name="T51" fmla="*/ 14 h 25"/>
                <a:gd name="T52" fmla="*/ 21 w 25"/>
                <a:gd name="T53" fmla="*/ 11 h 25"/>
                <a:gd name="T54" fmla="*/ 22 w 25"/>
                <a:gd name="T55" fmla="*/ 11 h 25"/>
                <a:gd name="T56" fmla="*/ 23 w 25"/>
                <a:gd name="T57" fmla="*/ 15 h 25"/>
                <a:gd name="T58" fmla="*/ 24 w 25"/>
                <a:gd name="T59" fmla="*/ 19 h 25"/>
                <a:gd name="T60" fmla="*/ 24 w 25"/>
                <a:gd name="T61" fmla="*/ 19 h 25"/>
                <a:gd name="T62" fmla="*/ 22 w 25"/>
                <a:gd name="T63" fmla="*/ 18 h 25"/>
                <a:gd name="T64" fmla="*/ 8 w 25"/>
                <a:gd name="T65"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25">
                  <a:moveTo>
                    <a:pt x="8" y="22"/>
                  </a:moveTo>
                  <a:cubicBezTo>
                    <a:pt x="6" y="23"/>
                    <a:pt x="8" y="25"/>
                    <a:pt x="7" y="25"/>
                  </a:cubicBezTo>
                  <a:cubicBezTo>
                    <a:pt x="7" y="25"/>
                    <a:pt x="6" y="25"/>
                    <a:pt x="6" y="25"/>
                  </a:cubicBezTo>
                  <a:cubicBezTo>
                    <a:pt x="6" y="24"/>
                    <a:pt x="5" y="22"/>
                    <a:pt x="5" y="21"/>
                  </a:cubicBezTo>
                  <a:cubicBezTo>
                    <a:pt x="5" y="20"/>
                    <a:pt x="4" y="19"/>
                    <a:pt x="4" y="17"/>
                  </a:cubicBezTo>
                  <a:cubicBezTo>
                    <a:pt x="4" y="17"/>
                    <a:pt x="4" y="17"/>
                    <a:pt x="4" y="17"/>
                  </a:cubicBezTo>
                  <a:cubicBezTo>
                    <a:pt x="5" y="17"/>
                    <a:pt x="4" y="19"/>
                    <a:pt x="7" y="18"/>
                  </a:cubicBezTo>
                  <a:cubicBezTo>
                    <a:pt x="13" y="16"/>
                    <a:pt x="13" y="16"/>
                    <a:pt x="13" y="16"/>
                  </a:cubicBezTo>
                  <a:cubicBezTo>
                    <a:pt x="10" y="9"/>
                    <a:pt x="10" y="9"/>
                    <a:pt x="10" y="9"/>
                  </a:cubicBezTo>
                  <a:cubicBezTo>
                    <a:pt x="4" y="11"/>
                    <a:pt x="4" y="11"/>
                    <a:pt x="4" y="11"/>
                  </a:cubicBezTo>
                  <a:cubicBezTo>
                    <a:pt x="2" y="12"/>
                    <a:pt x="4" y="14"/>
                    <a:pt x="3" y="14"/>
                  </a:cubicBezTo>
                  <a:cubicBezTo>
                    <a:pt x="3" y="14"/>
                    <a:pt x="3" y="14"/>
                    <a:pt x="3" y="14"/>
                  </a:cubicBezTo>
                  <a:cubicBezTo>
                    <a:pt x="2" y="13"/>
                    <a:pt x="2" y="11"/>
                    <a:pt x="1" y="10"/>
                  </a:cubicBezTo>
                  <a:cubicBezTo>
                    <a:pt x="1" y="9"/>
                    <a:pt x="1" y="8"/>
                    <a:pt x="0" y="7"/>
                  </a:cubicBezTo>
                  <a:cubicBezTo>
                    <a:pt x="0" y="6"/>
                    <a:pt x="0" y="6"/>
                    <a:pt x="0" y="6"/>
                  </a:cubicBezTo>
                  <a:cubicBezTo>
                    <a:pt x="1" y="6"/>
                    <a:pt x="1" y="8"/>
                    <a:pt x="3" y="8"/>
                  </a:cubicBezTo>
                  <a:cubicBezTo>
                    <a:pt x="17" y="3"/>
                    <a:pt x="17" y="3"/>
                    <a:pt x="17" y="3"/>
                  </a:cubicBezTo>
                  <a:cubicBezTo>
                    <a:pt x="19" y="2"/>
                    <a:pt x="17" y="0"/>
                    <a:pt x="18" y="0"/>
                  </a:cubicBezTo>
                  <a:cubicBezTo>
                    <a:pt x="18" y="0"/>
                    <a:pt x="18" y="0"/>
                    <a:pt x="18" y="0"/>
                  </a:cubicBezTo>
                  <a:cubicBezTo>
                    <a:pt x="19" y="2"/>
                    <a:pt x="19" y="3"/>
                    <a:pt x="19" y="4"/>
                  </a:cubicBezTo>
                  <a:cubicBezTo>
                    <a:pt x="20" y="5"/>
                    <a:pt x="20" y="7"/>
                    <a:pt x="21" y="8"/>
                  </a:cubicBezTo>
                  <a:cubicBezTo>
                    <a:pt x="21" y="8"/>
                    <a:pt x="21" y="8"/>
                    <a:pt x="21" y="9"/>
                  </a:cubicBezTo>
                  <a:cubicBezTo>
                    <a:pt x="20" y="9"/>
                    <a:pt x="20" y="6"/>
                    <a:pt x="18" y="7"/>
                  </a:cubicBezTo>
                  <a:cubicBezTo>
                    <a:pt x="11" y="9"/>
                    <a:pt x="11" y="9"/>
                    <a:pt x="11" y="9"/>
                  </a:cubicBezTo>
                  <a:cubicBezTo>
                    <a:pt x="13" y="16"/>
                    <a:pt x="13" y="16"/>
                    <a:pt x="13" y="16"/>
                  </a:cubicBezTo>
                  <a:cubicBezTo>
                    <a:pt x="20" y="14"/>
                    <a:pt x="20" y="14"/>
                    <a:pt x="20" y="14"/>
                  </a:cubicBezTo>
                  <a:cubicBezTo>
                    <a:pt x="22" y="13"/>
                    <a:pt x="21" y="11"/>
                    <a:pt x="21" y="11"/>
                  </a:cubicBezTo>
                  <a:cubicBezTo>
                    <a:pt x="22" y="11"/>
                    <a:pt x="22" y="11"/>
                    <a:pt x="22" y="11"/>
                  </a:cubicBezTo>
                  <a:cubicBezTo>
                    <a:pt x="22" y="13"/>
                    <a:pt x="23" y="14"/>
                    <a:pt x="23" y="15"/>
                  </a:cubicBezTo>
                  <a:cubicBezTo>
                    <a:pt x="23" y="16"/>
                    <a:pt x="24" y="17"/>
                    <a:pt x="24" y="19"/>
                  </a:cubicBezTo>
                  <a:cubicBezTo>
                    <a:pt x="25" y="19"/>
                    <a:pt x="24" y="19"/>
                    <a:pt x="24" y="19"/>
                  </a:cubicBezTo>
                  <a:cubicBezTo>
                    <a:pt x="24" y="20"/>
                    <a:pt x="24" y="17"/>
                    <a:pt x="22" y="18"/>
                  </a:cubicBezTo>
                  <a:lnTo>
                    <a:pt x="8" y="22"/>
                  </a:lnTo>
                  <a:close/>
                </a:path>
              </a:pathLst>
            </a:custGeom>
            <a:grpFill/>
            <a:ln>
              <a:noFill/>
            </a:ln>
          </p:spPr>
          <p:txBody>
            <a:bodyPr/>
            <a:lstStyle/>
            <a:p>
              <a:pPr>
                <a:defRPr/>
              </a:pPr>
              <a:endParaRPr lang="zh-CN" altLang="en-US"/>
            </a:p>
          </p:txBody>
        </p:sp>
        <p:sp>
          <p:nvSpPr>
            <p:cNvPr id="60" name="Freeform 53">
              <a:extLst>
                <a:ext uri="{FF2B5EF4-FFF2-40B4-BE49-F238E27FC236}">
                  <a16:creationId xmlns:a16="http://schemas.microsoft.com/office/drawing/2014/main" id="{83C43D7E-43CA-482C-B4D6-AE1CA998239B}"/>
                </a:ext>
              </a:extLst>
            </p:cNvPr>
            <p:cNvSpPr>
              <a:spLocks/>
            </p:cNvSpPr>
            <p:nvPr/>
          </p:nvSpPr>
          <p:spPr bwMode="auto">
            <a:xfrm>
              <a:off x="3927475" y="5407025"/>
              <a:ext cx="111125" cy="101600"/>
            </a:xfrm>
            <a:custGeom>
              <a:avLst/>
              <a:gdLst>
                <a:gd name="T0" fmla="*/ 3 w 20"/>
                <a:gd name="T1" fmla="*/ 16 h 18"/>
                <a:gd name="T2" fmla="*/ 1 w 20"/>
                <a:gd name="T3" fmla="*/ 18 h 18"/>
                <a:gd name="T4" fmla="*/ 0 w 20"/>
                <a:gd name="T5" fmla="*/ 18 h 18"/>
                <a:gd name="T6" fmla="*/ 0 w 20"/>
                <a:gd name="T7" fmla="*/ 14 h 18"/>
                <a:gd name="T8" fmla="*/ 0 w 20"/>
                <a:gd name="T9" fmla="*/ 4 h 18"/>
                <a:gd name="T10" fmla="*/ 5 w 20"/>
                <a:gd name="T11" fmla="*/ 2 h 18"/>
                <a:gd name="T12" fmla="*/ 6 w 20"/>
                <a:gd name="T13" fmla="*/ 2 h 18"/>
                <a:gd name="T14" fmla="*/ 6 w 20"/>
                <a:gd name="T15" fmla="*/ 2 h 18"/>
                <a:gd name="T16" fmla="*/ 4 w 20"/>
                <a:gd name="T17" fmla="*/ 3 h 18"/>
                <a:gd name="T18" fmla="*/ 1 w 20"/>
                <a:gd name="T19" fmla="*/ 10 h 18"/>
                <a:gd name="T20" fmla="*/ 1 w 20"/>
                <a:gd name="T21" fmla="*/ 12 h 18"/>
                <a:gd name="T22" fmla="*/ 9 w 20"/>
                <a:gd name="T23" fmla="*/ 11 h 18"/>
                <a:gd name="T24" fmla="*/ 9 w 20"/>
                <a:gd name="T25" fmla="*/ 11 h 18"/>
                <a:gd name="T26" fmla="*/ 5 w 20"/>
                <a:gd name="T27" fmla="*/ 7 h 18"/>
                <a:gd name="T28" fmla="*/ 5 w 20"/>
                <a:gd name="T29" fmla="*/ 7 h 18"/>
                <a:gd name="T30" fmla="*/ 5 w 20"/>
                <a:gd name="T31" fmla="*/ 7 h 18"/>
                <a:gd name="T32" fmla="*/ 13 w 20"/>
                <a:gd name="T33" fmla="*/ 6 h 18"/>
                <a:gd name="T34" fmla="*/ 14 w 20"/>
                <a:gd name="T35" fmla="*/ 6 h 18"/>
                <a:gd name="T36" fmla="*/ 13 w 20"/>
                <a:gd name="T37" fmla="*/ 7 h 18"/>
                <a:gd name="T38" fmla="*/ 10 w 20"/>
                <a:gd name="T39" fmla="*/ 10 h 18"/>
                <a:gd name="T40" fmla="*/ 10 w 20"/>
                <a:gd name="T41" fmla="*/ 11 h 18"/>
                <a:gd name="T42" fmla="*/ 17 w 20"/>
                <a:gd name="T43" fmla="*/ 11 h 18"/>
                <a:gd name="T44" fmla="*/ 19 w 20"/>
                <a:gd name="T45" fmla="*/ 8 h 18"/>
                <a:gd name="T46" fmla="*/ 12 w 20"/>
                <a:gd name="T47" fmla="*/ 1 h 18"/>
                <a:gd name="T48" fmla="*/ 11 w 20"/>
                <a:gd name="T49" fmla="*/ 1 h 18"/>
                <a:gd name="T50" fmla="*/ 12 w 20"/>
                <a:gd name="T51" fmla="*/ 0 h 18"/>
                <a:gd name="T52" fmla="*/ 13 w 20"/>
                <a:gd name="T53" fmla="*/ 0 h 18"/>
                <a:gd name="T54" fmla="*/ 19 w 20"/>
                <a:gd name="T55" fmla="*/ 1 h 18"/>
                <a:gd name="T56" fmla="*/ 19 w 20"/>
                <a:gd name="T57" fmla="*/ 13 h 18"/>
                <a:gd name="T58" fmla="*/ 20 w 20"/>
                <a:gd name="T59" fmla="*/ 17 h 18"/>
                <a:gd name="T60" fmla="*/ 19 w 20"/>
                <a:gd name="T61" fmla="*/ 17 h 18"/>
                <a:gd name="T62" fmla="*/ 17 w 20"/>
                <a:gd name="T63" fmla="*/ 15 h 18"/>
                <a:gd name="T64" fmla="*/ 3 w 20"/>
                <a:gd name="T6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18">
                  <a:moveTo>
                    <a:pt x="3" y="16"/>
                  </a:moveTo>
                  <a:cubicBezTo>
                    <a:pt x="0" y="16"/>
                    <a:pt x="2" y="18"/>
                    <a:pt x="1" y="18"/>
                  </a:cubicBezTo>
                  <a:cubicBezTo>
                    <a:pt x="1" y="18"/>
                    <a:pt x="0" y="18"/>
                    <a:pt x="0" y="18"/>
                  </a:cubicBezTo>
                  <a:cubicBezTo>
                    <a:pt x="0" y="16"/>
                    <a:pt x="0" y="15"/>
                    <a:pt x="0" y="14"/>
                  </a:cubicBezTo>
                  <a:cubicBezTo>
                    <a:pt x="0" y="10"/>
                    <a:pt x="0" y="7"/>
                    <a:pt x="0" y="4"/>
                  </a:cubicBezTo>
                  <a:cubicBezTo>
                    <a:pt x="5" y="2"/>
                    <a:pt x="5" y="2"/>
                    <a:pt x="5" y="2"/>
                  </a:cubicBezTo>
                  <a:cubicBezTo>
                    <a:pt x="5" y="2"/>
                    <a:pt x="6" y="2"/>
                    <a:pt x="6" y="2"/>
                  </a:cubicBezTo>
                  <a:cubicBezTo>
                    <a:pt x="6" y="2"/>
                    <a:pt x="6" y="2"/>
                    <a:pt x="6" y="2"/>
                  </a:cubicBezTo>
                  <a:cubicBezTo>
                    <a:pt x="6" y="2"/>
                    <a:pt x="6" y="2"/>
                    <a:pt x="4" y="3"/>
                  </a:cubicBezTo>
                  <a:cubicBezTo>
                    <a:pt x="2" y="5"/>
                    <a:pt x="1" y="7"/>
                    <a:pt x="1" y="10"/>
                  </a:cubicBezTo>
                  <a:cubicBezTo>
                    <a:pt x="1" y="12"/>
                    <a:pt x="1" y="12"/>
                    <a:pt x="1" y="12"/>
                  </a:cubicBezTo>
                  <a:cubicBezTo>
                    <a:pt x="9" y="11"/>
                    <a:pt x="9" y="11"/>
                    <a:pt x="9" y="11"/>
                  </a:cubicBezTo>
                  <a:cubicBezTo>
                    <a:pt x="9" y="11"/>
                    <a:pt x="9" y="11"/>
                    <a:pt x="9" y="11"/>
                  </a:cubicBezTo>
                  <a:cubicBezTo>
                    <a:pt x="9" y="9"/>
                    <a:pt x="7" y="7"/>
                    <a:pt x="5" y="7"/>
                  </a:cubicBezTo>
                  <a:cubicBezTo>
                    <a:pt x="5" y="7"/>
                    <a:pt x="5" y="7"/>
                    <a:pt x="5" y="7"/>
                  </a:cubicBezTo>
                  <a:cubicBezTo>
                    <a:pt x="4" y="7"/>
                    <a:pt x="5" y="7"/>
                    <a:pt x="5" y="7"/>
                  </a:cubicBezTo>
                  <a:cubicBezTo>
                    <a:pt x="13" y="6"/>
                    <a:pt x="13" y="6"/>
                    <a:pt x="13" y="6"/>
                  </a:cubicBezTo>
                  <a:cubicBezTo>
                    <a:pt x="14" y="6"/>
                    <a:pt x="14" y="6"/>
                    <a:pt x="14" y="6"/>
                  </a:cubicBezTo>
                  <a:cubicBezTo>
                    <a:pt x="14" y="7"/>
                    <a:pt x="14" y="7"/>
                    <a:pt x="13" y="7"/>
                  </a:cubicBezTo>
                  <a:cubicBezTo>
                    <a:pt x="11" y="7"/>
                    <a:pt x="9" y="9"/>
                    <a:pt x="10" y="10"/>
                  </a:cubicBezTo>
                  <a:cubicBezTo>
                    <a:pt x="10" y="11"/>
                    <a:pt x="10" y="11"/>
                    <a:pt x="10" y="11"/>
                  </a:cubicBezTo>
                  <a:cubicBezTo>
                    <a:pt x="17" y="11"/>
                    <a:pt x="17" y="11"/>
                    <a:pt x="17" y="11"/>
                  </a:cubicBezTo>
                  <a:cubicBezTo>
                    <a:pt x="18" y="11"/>
                    <a:pt x="19" y="10"/>
                    <a:pt x="19" y="8"/>
                  </a:cubicBezTo>
                  <a:cubicBezTo>
                    <a:pt x="18" y="4"/>
                    <a:pt x="15" y="2"/>
                    <a:pt x="12" y="1"/>
                  </a:cubicBezTo>
                  <a:cubicBezTo>
                    <a:pt x="12" y="1"/>
                    <a:pt x="11" y="1"/>
                    <a:pt x="11" y="1"/>
                  </a:cubicBezTo>
                  <a:cubicBezTo>
                    <a:pt x="11" y="1"/>
                    <a:pt x="12" y="0"/>
                    <a:pt x="12" y="0"/>
                  </a:cubicBezTo>
                  <a:cubicBezTo>
                    <a:pt x="12" y="0"/>
                    <a:pt x="12" y="0"/>
                    <a:pt x="13" y="0"/>
                  </a:cubicBezTo>
                  <a:cubicBezTo>
                    <a:pt x="19" y="1"/>
                    <a:pt x="19" y="1"/>
                    <a:pt x="19" y="1"/>
                  </a:cubicBezTo>
                  <a:cubicBezTo>
                    <a:pt x="19" y="5"/>
                    <a:pt x="19" y="9"/>
                    <a:pt x="19" y="13"/>
                  </a:cubicBezTo>
                  <a:cubicBezTo>
                    <a:pt x="19" y="14"/>
                    <a:pt x="20" y="15"/>
                    <a:pt x="20" y="17"/>
                  </a:cubicBezTo>
                  <a:cubicBezTo>
                    <a:pt x="20" y="17"/>
                    <a:pt x="19" y="17"/>
                    <a:pt x="19" y="17"/>
                  </a:cubicBezTo>
                  <a:cubicBezTo>
                    <a:pt x="18" y="17"/>
                    <a:pt x="19" y="15"/>
                    <a:pt x="17" y="15"/>
                  </a:cubicBezTo>
                  <a:lnTo>
                    <a:pt x="3" y="16"/>
                  </a:lnTo>
                  <a:close/>
                </a:path>
              </a:pathLst>
            </a:custGeom>
            <a:grpFill/>
            <a:ln>
              <a:noFill/>
            </a:ln>
          </p:spPr>
          <p:txBody>
            <a:bodyPr/>
            <a:lstStyle/>
            <a:p>
              <a:pPr>
                <a:defRPr/>
              </a:pPr>
              <a:endParaRPr lang="zh-CN" altLang="en-US"/>
            </a:p>
          </p:txBody>
        </p:sp>
        <p:sp>
          <p:nvSpPr>
            <p:cNvPr id="61" name="Freeform 54">
              <a:extLst>
                <a:ext uri="{FF2B5EF4-FFF2-40B4-BE49-F238E27FC236}">
                  <a16:creationId xmlns:a16="http://schemas.microsoft.com/office/drawing/2014/main" id="{5780E560-788D-4764-87D0-A8923E9307D7}"/>
                </a:ext>
              </a:extLst>
            </p:cNvPr>
            <p:cNvSpPr>
              <a:spLocks/>
            </p:cNvSpPr>
            <p:nvPr/>
          </p:nvSpPr>
          <p:spPr bwMode="auto">
            <a:xfrm>
              <a:off x="3927475" y="5253038"/>
              <a:ext cx="128588" cy="136525"/>
            </a:xfrm>
            <a:custGeom>
              <a:avLst/>
              <a:gdLst>
                <a:gd name="T0" fmla="*/ 15 w 23"/>
                <a:gd name="T1" fmla="*/ 19 h 24"/>
                <a:gd name="T2" fmla="*/ 19 w 23"/>
                <a:gd name="T3" fmla="*/ 18 h 24"/>
                <a:gd name="T4" fmla="*/ 20 w 23"/>
                <a:gd name="T5" fmla="*/ 17 h 24"/>
                <a:gd name="T6" fmla="*/ 20 w 23"/>
                <a:gd name="T7" fmla="*/ 17 h 24"/>
                <a:gd name="T8" fmla="*/ 20 w 23"/>
                <a:gd name="T9" fmla="*/ 21 h 24"/>
                <a:gd name="T10" fmla="*/ 19 w 23"/>
                <a:gd name="T11" fmla="*/ 24 h 24"/>
                <a:gd name="T12" fmla="*/ 18 w 23"/>
                <a:gd name="T13" fmla="*/ 24 h 24"/>
                <a:gd name="T14" fmla="*/ 18 w 23"/>
                <a:gd name="T15" fmla="*/ 22 h 24"/>
                <a:gd name="T16" fmla="*/ 15 w 23"/>
                <a:gd name="T17" fmla="*/ 20 h 24"/>
                <a:gd name="T18" fmla="*/ 3 w 23"/>
                <a:gd name="T19" fmla="*/ 17 h 24"/>
                <a:gd name="T20" fmla="*/ 1 w 23"/>
                <a:gd name="T21" fmla="*/ 19 h 24"/>
                <a:gd name="T22" fmla="*/ 0 w 23"/>
                <a:gd name="T23" fmla="*/ 20 h 24"/>
                <a:gd name="T24" fmla="*/ 0 w 23"/>
                <a:gd name="T25" fmla="*/ 20 h 24"/>
                <a:gd name="T26" fmla="*/ 1 w 23"/>
                <a:gd name="T27" fmla="*/ 17 h 24"/>
                <a:gd name="T28" fmla="*/ 2 w 23"/>
                <a:gd name="T29" fmla="*/ 14 h 24"/>
                <a:gd name="T30" fmla="*/ 16 w 23"/>
                <a:gd name="T31" fmla="*/ 6 h 24"/>
                <a:gd name="T32" fmla="*/ 16 w 23"/>
                <a:gd name="T33" fmla="*/ 6 h 24"/>
                <a:gd name="T34" fmla="*/ 8 w 23"/>
                <a:gd name="T35" fmla="*/ 5 h 24"/>
                <a:gd name="T36" fmla="*/ 4 w 23"/>
                <a:gd name="T37" fmla="*/ 6 h 24"/>
                <a:gd name="T38" fmla="*/ 3 w 23"/>
                <a:gd name="T39" fmla="*/ 7 h 24"/>
                <a:gd name="T40" fmla="*/ 3 w 23"/>
                <a:gd name="T41" fmla="*/ 6 h 24"/>
                <a:gd name="T42" fmla="*/ 4 w 23"/>
                <a:gd name="T43" fmla="*/ 3 h 24"/>
                <a:gd name="T44" fmla="*/ 4 w 23"/>
                <a:gd name="T45" fmla="*/ 0 h 24"/>
                <a:gd name="T46" fmla="*/ 5 w 23"/>
                <a:gd name="T47" fmla="*/ 0 h 24"/>
                <a:gd name="T48" fmla="*/ 5 w 23"/>
                <a:gd name="T49" fmla="*/ 1 h 24"/>
                <a:gd name="T50" fmla="*/ 8 w 23"/>
                <a:gd name="T51" fmla="*/ 4 h 24"/>
                <a:gd name="T52" fmla="*/ 22 w 23"/>
                <a:gd name="T53" fmla="*/ 7 h 24"/>
                <a:gd name="T54" fmla="*/ 23 w 23"/>
                <a:gd name="T55" fmla="*/ 7 h 24"/>
                <a:gd name="T56" fmla="*/ 22 w 23"/>
                <a:gd name="T57" fmla="*/ 8 h 24"/>
                <a:gd name="T58" fmla="*/ 4 w 23"/>
                <a:gd name="T59" fmla="*/ 17 h 24"/>
                <a:gd name="T60" fmla="*/ 4 w 23"/>
                <a:gd name="T61" fmla="*/ 17 h 24"/>
                <a:gd name="T62" fmla="*/ 15 w 23"/>
                <a:gd name="T63"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4">
                  <a:moveTo>
                    <a:pt x="15" y="19"/>
                  </a:moveTo>
                  <a:cubicBezTo>
                    <a:pt x="18" y="20"/>
                    <a:pt x="19" y="19"/>
                    <a:pt x="19" y="18"/>
                  </a:cubicBezTo>
                  <a:cubicBezTo>
                    <a:pt x="20" y="18"/>
                    <a:pt x="20" y="17"/>
                    <a:pt x="20" y="17"/>
                  </a:cubicBezTo>
                  <a:cubicBezTo>
                    <a:pt x="20" y="17"/>
                    <a:pt x="20" y="17"/>
                    <a:pt x="20" y="17"/>
                  </a:cubicBezTo>
                  <a:cubicBezTo>
                    <a:pt x="20" y="18"/>
                    <a:pt x="20" y="19"/>
                    <a:pt x="20" y="21"/>
                  </a:cubicBezTo>
                  <a:cubicBezTo>
                    <a:pt x="19" y="22"/>
                    <a:pt x="19" y="23"/>
                    <a:pt x="19" y="24"/>
                  </a:cubicBezTo>
                  <a:cubicBezTo>
                    <a:pt x="19" y="24"/>
                    <a:pt x="19" y="24"/>
                    <a:pt x="18" y="24"/>
                  </a:cubicBezTo>
                  <a:cubicBezTo>
                    <a:pt x="18" y="24"/>
                    <a:pt x="18" y="23"/>
                    <a:pt x="18" y="22"/>
                  </a:cubicBezTo>
                  <a:cubicBezTo>
                    <a:pt x="18" y="21"/>
                    <a:pt x="17" y="20"/>
                    <a:pt x="15" y="20"/>
                  </a:cubicBezTo>
                  <a:cubicBezTo>
                    <a:pt x="3" y="17"/>
                    <a:pt x="3" y="17"/>
                    <a:pt x="3" y="17"/>
                  </a:cubicBezTo>
                  <a:cubicBezTo>
                    <a:pt x="2" y="18"/>
                    <a:pt x="1" y="19"/>
                    <a:pt x="1" y="19"/>
                  </a:cubicBezTo>
                  <a:cubicBezTo>
                    <a:pt x="1" y="20"/>
                    <a:pt x="1" y="20"/>
                    <a:pt x="0" y="20"/>
                  </a:cubicBezTo>
                  <a:cubicBezTo>
                    <a:pt x="0" y="20"/>
                    <a:pt x="0" y="20"/>
                    <a:pt x="0" y="20"/>
                  </a:cubicBezTo>
                  <a:cubicBezTo>
                    <a:pt x="0" y="19"/>
                    <a:pt x="1" y="18"/>
                    <a:pt x="1" y="17"/>
                  </a:cubicBezTo>
                  <a:cubicBezTo>
                    <a:pt x="2" y="14"/>
                    <a:pt x="2" y="14"/>
                    <a:pt x="2" y="14"/>
                  </a:cubicBezTo>
                  <a:cubicBezTo>
                    <a:pt x="16" y="6"/>
                    <a:pt x="16" y="6"/>
                    <a:pt x="16" y="6"/>
                  </a:cubicBezTo>
                  <a:cubicBezTo>
                    <a:pt x="16" y="6"/>
                    <a:pt x="16" y="6"/>
                    <a:pt x="16" y="6"/>
                  </a:cubicBezTo>
                  <a:cubicBezTo>
                    <a:pt x="8" y="5"/>
                    <a:pt x="8" y="5"/>
                    <a:pt x="8" y="5"/>
                  </a:cubicBezTo>
                  <a:cubicBezTo>
                    <a:pt x="6" y="4"/>
                    <a:pt x="5" y="5"/>
                    <a:pt x="4" y="6"/>
                  </a:cubicBezTo>
                  <a:cubicBezTo>
                    <a:pt x="4" y="6"/>
                    <a:pt x="4" y="7"/>
                    <a:pt x="3" y="7"/>
                  </a:cubicBezTo>
                  <a:cubicBezTo>
                    <a:pt x="3" y="7"/>
                    <a:pt x="3" y="7"/>
                    <a:pt x="3" y="6"/>
                  </a:cubicBezTo>
                  <a:cubicBezTo>
                    <a:pt x="3" y="6"/>
                    <a:pt x="4" y="4"/>
                    <a:pt x="4" y="3"/>
                  </a:cubicBezTo>
                  <a:cubicBezTo>
                    <a:pt x="4" y="2"/>
                    <a:pt x="4" y="1"/>
                    <a:pt x="4" y="0"/>
                  </a:cubicBezTo>
                  <a:cubicBezTo>
                    <a:pt x="4" y="0"/>
                    <a:pt x="5" y="0"/>
                    <a:pt x="5" y="0"/>
                  </a:cubicBezTo>
                  <a:cubicBezTo>
                    <a:pt x="5" y="0"/>
                    <a:pt x="5" y="1"/>
                    <a:pt x="5" y="1"/>
                  </a:cubicBezTo>
                  <a:cubicBezTo>
                    <a:pt x="5" y="2"/>
                    <a:pt x="6" y="3"/>
                    <a:pt x="8" y="4"/>
                  </a:cubicBezTo>
                  <a:cubicBezTo>
                    <a:pt x="22" y="7"/>
                    <a:pt x="22" y="7"/>
                    <a:pt x="22" y="7"/>
                  </a:cubicBezTo>
                  <a:cubicBezTo>
                    <a:pt x="23" y="7"/>
                    <a:pt x="23" y="7"/>
                    <a:pt x="23" y="7"/>
                  </a:cubicBezTo>
                  <a:cubicBezTo>
                    <a:pt x="23" y="8"/>
                    <a:pt x="23" y="8"/>
                    <a:pt x="22" y="8"/>
                  </a:cubicBezTo>
                  <a:cubicBezTo>
                    <a:pt x="4" y="17"/>
                    <a:pt x="4" y="17"/>
                    <a:pt x="4" y="17"/>
                  </a:cubicBezTo>
                  <a:cubicBezTo>
                    <a:pt x="4" y="17"/>
                    <a:pt x="4" y="17"/>
                    <a:pt x="4" y="17"/>
                  </a:cubicBezTo>
                  <a:lnTo>
                    <a:pt x="15" y="19"/>
                  </a:lnTo>
                  <a:close/>
                </a:path>
              </a:pathLst>
            </a:custGeom>
            <a:grpFill/>
            <a:ln>
              <a:noFill/>
            </a:ln>
          </p:spPr>
          <p:txBody>
            <a:bodyPr/>
            <a:lstStyle/>
            <a:p>
              <a:pPr>
                <a:defRPr/>
              </a:pPr>
              <a:endParaRPr lang="zh-CN" altLang="en-US"/>
            </a:p>
          </p:txBody>
        </p:sp>
        <p:sp>
          <p:nvSpPr>
            <p:cNvPr id="62" name="Freeform 55">
              <a:extLst>
                <a:ext uri="{FF2B5EF4-FFF2-40B4-BE49-F238E27FC236}">
                  <a16:creationId xmlns:a16="http://schemas.microsoft.com/office/drawing/2014/main" id="{1727D0EF-9DB1-4FB2-A521-5500E16B069E}"/>
                </a:ext>
              </a:extLst>
            </p:cNvPr>
            <p:cNvSpPr>
              <a:spLocks/>
            </p:cNvSpPr>
            <p:nvPr/>
          </p:nvSpPr>
          <p:spPr bwMode="auto">
            <a:xfrm>
              <a:off x="3965575" y="5151438"/>
              <a:ext cx="123825" cy="125413"/>
            </a:xfrm>
            <a:custGeom>
              <a:avLst/>
              <a:gdLst>
                <a:gd name="T0" fmla="*/ 19 w 22"/>
                <a:gd name="T1" fmla="*/ 15 h 22"/>
                <a:gd name="T2" fmla="*/ 19 w 22"/>
                <a:gd name="T3" fmla="*/ 8 h 22"/>
                <a:gd name="T4" fmla="*/ 16 w 22"/>
                <a:gd name="T5" fmla="*/ 5 h 22"/>
                <a:gd name="T6" fmla="*/ 17 w 22"/>
                <a:gd name="T7" fmla="*/ 5 h 22"/>
                <a:gd name="T8" fmla="*/ 18 w 22"/>
                <a:gd name="T9" fmla="*/ 6 h 22"/>
                <a:gd name="T10" fmla="*/ 22 w 22"/>
                <a:gd name="T11" fmla="*/ 9 h 22"/>
                <a:gd name="T12" fmla="*/ 19 w 22"/>
                <a:gd name="T13" fmla="*/ 16 h 22"/>
                <a:gd name="T14" fmla="*/ 17 w 22"/>
                <a:gd name="T15" fmla="*/ 22 h 22"/>
                <a:gd name="T16" fmla="*/ 16 w 22"/>
                <a:gd name="T17" fmla="*/ 22 h 22"/>
                <a:gd name="T18" fmla="*/ 16 w 22"/>
                <a:gd name="T19" fmla="*/ 21 h 22"/>
                <a:gd name="T20" fmla="*/ 4 w 22"/>
                <a:gd name="T21" fmla="*/ 4 h 22"/>
                <a:gd name="T22" fmla="*/ 4 w 22"/>
                <a:gd name="T23" fmla="*/ 6 h 22"/>
                <a:gd name="T24" fmla="*/ 4 w 22"/>
                <a:gd name="T25" fmla="*/ 13 h 22"/>
                <a:gd name="T26" fmla="*/ 5 w 22"/>
                <a:gd name="T27" fmla="*/ 15 h 22"/>
                <a:gd name="T28" fmla="*/ 5 w 22"/>
                <a:gd name="T29" fmla="*/ 16 h 22"/>
                <a:gd name="T30" fmla="*/ 4 w 22"/>
                <a:gd name="T31" fmla="*/ 15 h 22"/>
                <a:gd name="T32" fmla="*/ 0 w 22"/>
                <a:gd name="T33" fmla="*/ 12 h 22"/>
                <a:gd name="T34" fmla="*/ 3 w 22"/>
                <a:gd name="T35" fmla="*/ 6 h 22"/>
                <a:gd name="T36" fmla="*/ 5 w 22"/>
                <a:gd name="T37" fmla="*/ 0 h 22"/>
                <a:gd name="T38" fmla="*/ 6 w 22"/>
                <a:gd name="T39" fmla="*/ 0 h 22"/>
                <a:gd name="T40" fmla="*/ 6 w 22"/>
                <a:gd name="T41" fmla="*/ 1 h 22"/>
                <a:gd name="T42" fmla="*/ 18 w 22"/>
                <a:gd name="T43" fmla="*/ 17 h 22"/>
                <a:gd name="T44" fmla="*/ 19 w 22"/>
                <a:gd name="T45"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22">
                  <a:moveTo>
                    <a:pt x="19" y="15"/>
                  </a:moveTo>
                  <a:cubicBezTo>
                    <a:pt x="20" y="12"/>
                    <a:pt x="20" y="10"/>
                    <a:pt x="19" y="8"/>
                  </a:cubicBezTo>
                  <a:cubicBezTo>
                    <a:pt x="18" y="6"/>
                    <a:pt x="16" y="6"/>
                    <a:pt x="16" y="5"/>
                  </a:cubicBezTo>
                  <a:cubicBezTo>
                    <a:pt x="16" y="5"/>
                    <a:pt x="16" y="5"/>
                    <a:pt x="17" y="5"/>
                  </a:cubicBezTo>
                  <a:cubicBezTo>
                    <a:pt x="17" y="5"/>
                    <a:pt x="17" y="5"/>
                    <a:pt x="18" y="6"/>
                  </a:cubicBezTo>
                  <a:cubicBezTo>
                    <a:pt x="22" y="9"/>
                    <a:pt x="22" y="9"/>
                    <a:pt x="22" y="9"/>
                  </a:cubicBezTo>
                  <a:cubicBezTo>
                    <a:pt x="21" y="11"/>
                    <a:pt x="20" y="13"/>
                    <a:pt x="19" y="16"/>
                  </a:cubicBezTo>
                  <a:cubicBezTo>
                    <a:pt x="18" y="18"/>
                    <a:pt x="18" y="20"/>
                    <a:pt x="17" y="22"/>
                  </a:cubicBezTo>
                  <a:cubicBezTo>
                    <a:pt x="16" y="22"/>
                    <a:pt x="16" y="22"/>
                    <a:pt x="16" y="22"/>
                  </a:cubicBezTo>
                  <a:cubicBezTo>
                    <a:pt x="16" y="22"/>
                    <a:pt x="16" y="22"/>
                    <a:pt x="16" y="21"/>
                  </a:cubicBezTo>
                  <a:cubicBezTo>
                    <a:pt x="4" y="4"/>
                    <a:pt x="4" y="4"/>
                    <a:pt x="4" y="4"/>
                  </a:cubicBezTo>
                  <a:cubicBezTo>
                    <a:pt x="4" y="6"/>
                    <a:pt x="4" y="6"/>
                    <a:pt x="4" y="6"/>
                  </a:cubicBezTo>
                  <a:cubicBezTo>
                    <a:pt x="2" y="9"/>
                    <a:pt x="2" y="11"/>
                    <a:pt x="4" y="13"/>
                  </a:cubicBezTo>
                  <a:cubicBezTo>
                    <a:pt x="5" y="15"/>
                    <a:pt x="5" y="15"/>
                    <a:pt x="5" y="15"/>
                  </a:cubicBezTo>
                  <a:cubicBezTo>
                    <a:pt x="5" y="16"/>
                    <a:pt x="5" y="16"/>
                    <a:pt x="5" y="16"/>
                  </a:cubicBezTo>
                  <a:cubicBezTo>
                    <a:pt x="5" y="16"/>
                    <a:pt x="5" y="15"/>
                    <a:pt x="4" y="15"/>
                  </a:cubicBezTo>
                  <a:cubicBezTo>
                    <a:pt x="0" y="12"/>
                    <a:pt x="0" y="12"/>
                    <a:pt x="0" y="12"/>
                  </a:cubicBezTo>
                  <a:cubicBezTo>
                    <a:pt x="1" y="10"/>
                    <a:pt x="2" y="8"/>
                    <a:pt x="3" y="6"/>
                  </a:cubicBezTo>
                  <a:cubicBezTo>
                    <a:pt x="4" y="4"/>
                    <a:pt x="5" y="2"/>
                    <a:pt x="5" y="0"/>
                  </a:cubicBezTo>
                  <a:cubicBezTo>
                    <a:pt x="6" y="0"/>
                    <a:pt x="6" y="0"/>
                    <a:pt x="6" y="0"/>
                  </a:cubicBezTo>
                  <a:cubicBezTo>
                    <a:pt x="6" y="0"/>
                    <a:pt x="6" y="0"/>
                    <a:pt x="6" y="1"/>
                  </a:cubicBezTo>
                  <a:cubicBezTo>
                    <a:pt x="18" y="17"/>
                    <a:pt x="18" y="17"/>
                    <a:pt x="18" y="17"/>
                  </a:cubicBezTo>
                  <a:lnTo>
                    <a:pt x="19" y="15"/>
                  </a:lnTo>
                  <a:close/>
                </a:path>
              </a:pathLst>
            </a:custGeom>
            <a:grpFill/>
            <a:ln>
              <a:noFill/>
            </a:ln>
          </p:spPr>
          <p:txBody>
            <a:bodyPr/>
            <a:lstStyle/>
            <a:p>
              <a:pPr>
                <a:defRPr/>
              </a:pPr>
              <a:endParaRPr lang="zh-CN" altLang="en-US"/>
            </a:p>
          </p:txBody>
        </p:sp>
        <p:sp>
          <p:nvSpPr>
            <p:cNvPr id="63" name="Freeform 56">
              <a:extLst>
                <a:ext uri="{FF2B5EF4-FFF2-40B4-BE49-F238E27FC236}">
                  <a16:creationId xmlns:a16="http://schemas.microsoft.com/office/drawing/2014/main" id="{0529B2D0-9881-4421-B83E-F0F9D32B7C96}"/>
                </a:ext>
              </a:extLst>
            </p:cNvPr>
            <p:cNvSpPr>
              <a:spLocks/>
            </p:cNvSpPr>
            <p:nvPr/>
          </p:nvSpPr>
          <p:spPr bwMode="auto">
            <a:xfrm>
              <a:off x="4016375" y="5032375"/>
              <a:ext cx="150813" cy="153988"/>
            </a:xfrm>
            <a:custGeom>
              <a:avLst/>
              <a:gdLst>
                <a:gd name="T0" fmla="*/ 3 w 27"/>
                <a:gd name="T1" fmla="*/ 15 h 27"/>
                <a:gd name="T2" fmla="*/ 0 w 27"/>
                <a:gd name="T3" fmla="*/ 16 h 27"/>
                <a:gd name="T4" fmla="*/ 0 w 27"/>
                <a:gd name="T5" fmla="*/ 15 h 27"/>
                <a:gd name="T6" fmla="*/ 3 w 27"/>
                <a:gd name="T7" fmla="*/ 12 h 27"/>
                <a:gd name="T8" fmla="*/ 5 w 27"/>
                <a:gd name="T9" fmla="*/ 9 h 27"/>
                <a:gd name="T10" fmla="*/ 6 w 27"/>
                <a:gd name="T11" fmla="*/ 9 h 27"/>
                <a:gd name="T12" fmla="*/ 6 w 27"/>
                <a:gd name="T13" fmla="*/ 12 h 27"/>
                <a:gd name="T14" fmla="*/ 11 w 27"/>
                <a:gd name="T15" fmla="*/ 16 h 27"/>
                <a:gd name="T16" fmla="*/ 15 w 27"/>
                <a:gd name="T17" fmla="*/ 10 h 27"/>
                <a:gd name="T18" fmla="*/ 10 w 27"/>
                <a:gd name="T19" fmla="*/ 6 h 27"/>
                <a:gd name="T20" fmla="*/ 7 w 27"/>
                <a:gd name="T21" fmla="*/ 7 h 27"/>
                <a:gd name="T22" fmla="*/ 7 w 27"/>
                <a:gd name="T23" fmla="*/ 6 h 27"/>
                <a:gd name="T24" fmla="*/ 10 w 27"/>
                <a:gd name="T25" fmla="*/ 3 h 27"/>
                <a:gd name="T26" fmla="*/ 12 w 27"/>
                <a:gd name="T27" fmla="*/ 0 h 27"/>
                <a:gd name="T28" fmla="*/ 13 w 27"/>
                <a:gd name="T29" fmla="*/ 0 h 27"/>
                <a:gd name="T30" fmla="*/ 13 w 27"/>
                <a:gd name="T31" fmla="*/ 3 h 27"/>
                <a:gd name="T32" fmla="*/ 24 w 27"/>
                <a:gd name="T33" fmla="*/ 12 h 27"/>
                <a:gd name="T34" fmla="*/ 27 w 27"/>
                <a:gd name="T35" fmla="*/ 11 h 27"/>
                <a:gd name="T36" fmla="*/ 27 w 27"/>
                <a:gd name="T37" fmla="*/ 12 h 27"/>
                <a:gd name="T38" fmla="*/ 25 w 27"/>
                <a:gd name="T39" fmla="*/ 15 h 27"/>
                <a:gd name="T40" fmla="*/ 22 w 27"/>
                <a:gd name="T41" fmla="*/ 18 h 27"/>
                <a:gd name="T42" fmla="*/ 22 w 27"/>
                <a:gd name="T43" fmla="*/ 18 h 27"/>
                <a:gd name="T44" fmla="*/ 22 w 27"/>
                <a:gd name="T45" fmla="*/ 15 h 27"/>
                <a:gd name="T46" fmla="*/ 16 w 27"/>
                <a:gd name="T47" fmla="*/ 11 h 27"/>
                <a:gd name="T48" fmla="*/ 11 w 27"/>
                <a:gd name="T49" fmla="*/ 16 h 27"/>
                <a:gd name="T50" fmla="*/ 17 w 27"/>
                <a:gd name="T51" fmla="*/ 21 h 27"/>
                <a:gd name="T52" fmla="*/ 20 w 27"/>
                <a:gd name="T53" fmla="*/ 20 h 27"/>
                <a:gd name="T54" fmla="*/ 20 w 27"/>
                <a:gd name="T55" fmla="*/ 21 h 27"/>
                <a:gd name="T56" fmla="*/ 17 w 27"/>
                <a:gd name="T57" fmla="*/ 24 h 27"/>
                <a:gd name="T58" fmla="*/ 15 w 27"/>
                <a:gd name="T59" fmla="*/ 27 h 27"/>
                <a:gd name="T60" fmla="*/ 14 w 27"/>
                <a:gd name="T61" fmla="*/ 27 h 27"/>
                <a:gd name="T62" fmla="*/ 14 w 27"/>
                <a:gd name="T63" fmla="*/ 24 h 27"/>
                <a:gd name="T64" fmla="*/ 3 w 27"/>
                <a:gd name="T6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27">
                  <a:moveTo>
                    <a:pt x="3" y="15"/>
                  </a:moveTo>
                  <a:cubicBezTo>
                    <a:pt x="1" y="14"/>
                    <a:pt x="1" y="16"/>
                    <a:pt x="0" y="16"/>
                  </a:cubicBezTo>
                  <a:cubicBezTo>
                    <a:pt x="0" y="16"/>
                    <a:pt x="0" y="15"/>
                    <a:pt x="0" y="15"/>
                  </a:cubicBezTo>
                  <a:cubicBezTo>
                    <a:pt x="1" y="14"/>
                    <a:pt x="2" y="13"/>
                    <a:pt x="3" y="12"/>
                  </a:cubicBezTo>
                  <a:cubicBezTo>
                    <a:pt x="3" y="11"/>
                    <a:pt x="4" y="10"/>
                    <a:pt x="5" y="9"/>
                  </a:cubicBezTo>
                  <a:cubicBezTo>
                    <a:pt x="5" y="9"/>
                    <a:pt x="5" y="9"/>
                    <a:pt x="6" y="9"/>
                  </a:cubicBezTo>
                  <a:cubicBezTo>
                    <a:pt x="6" y="9"/>
                    <a:pt x="4" y="10"/>
                    <a:pt x="6" y="12"/>
                  </a:cubicBezTo>
                  <a:cubicBezTo>
                    <a:pt x="11" y="16"/>
                    <a:pt x="11" y="16"/>
                    <a:pt x="11" y="16"/>
                  </a:cubicBezTo>
                  <a:cubicBezTo>
                    <a:pt x="15" y="10"/>
                    <a:pt x="15" y="10"/>
                    <a:pt x="15" y="10"/>
                  </a:cubicBezTo>
                  <a:cubicBezTo>
                    <a:pt x="10" y="6"/>
                    <a:pt x="10" y="6"/>
                    <a:pt x="10" y="6"/>
                  </a:cubicBezTo>
                  <a:cubicBezTo>
                    <a:pt x="8" y="5"/>
                    <a:pt x="8" y="7"/>
                    <a:pt x="7" y="7"/>
                  </a:cubicBezTo>
                  <a:cubicBezTo>
                    <a:pt x="7" y="7"/>
                    <a:pt x="7" y="6"/>
                    <a:pt x="7" y="6"/>
                  </a:cubicBezTo>
                  <a:cubicBezTo>
                    <a:pt x="8" y="5"/>
                    <a:pt x="9" y="4"/>
                    <a:pt x="10" y="3"/>
                  </a:cubicBezTo>
                  <a:cubicBezTo>
                    <a:pt x="10" y="2"/>
                    <a:pt x="11" y="1"/>
                    <a:pt x="12" y="0"/>
                  </a:cubicBezTo>
                  <a:cubicBezTo>
                    <a:pt x="12" y="0"/>
                    <a:pt x="13" y="0"/>
                    <a:pt x="13" y="0"/>
                  </a:cubicBezTo>
                  <a:cubicBezTo>
                    <a:pt x="13" y="0"/>
                    <a:pt x="11" y="1"/>
                    <a:pt x="13" y="3"/>
                  </a:cubicBezTo>
                  <a:cubicBezTo>
                    <a:pt x="24" y="12"/>
                    <a:pt x="24" y="12"/>
                    <a:pt x="24" y="12"/>
                  </a:cubicBezTo>
                  <a:cubicBezTo>
                    <a:pt x="26" y="13"/>
                    <a:pt x="27" y="11"/>
                    <a:pt x="27" y="11"/>
                  </a:cubicBezTo>
                  <a:cubicBezTo>
                    <a:pt x="27" y="11"/>
                    <a:pt x="27" y="12"/>
                    <a:pt x="27" y="12"/>
                  </a:cubicBezTo>
                  <a:cubicBezTo>
                    <a:pt x="26" y="13"/>
                    <a:pt x="25" y="14"/>
                    <a:pt x="25" y="15"/>
                  </a:cubicBezTo>
                  <a:cubicBezTo>
                    <a:pt x="24" y="16"/>
                    <a:pt x="23" y="17"/>
                    <a:pt x="22" y="18"/>
                  </a:cubicBezTo>
                  <a:cubicBezTo>
                    <a:pt x="22" y="18"/>
                    <a:pt x="22" y="18"/>
                    <a:pt x="22" y="18"/>
                  </a:cubicBezTo>
                  <a:cubicBezTo>
                    <a:pt x="21" y="18"/>
                    <a:pt x="23" y="17"/>
                    <a:pt x="22" y="15"/>
                  </a:cubicBezTo>
                  <a:cubicBezTo>
                    <a:pt x="16" y="11"/>
                    <a:pt x="16" y="11"/>
                    <a:pt x="16" y="11"/>
                  </a:cubicBezTo>
                  <a:cubicBezTo>
                    <a:pt x="11" y="16"/>
                    <a:pt x="11" y="16"/>
                    <a:pt x="11" y="16"/>
                  </a:cubicBezTo>
                  <a:cubicBezTo>
                    <a:pt x="17" y="21"/>
                    <a:pt x="17" y="21"/>
                    <a:pt x="17" y="21"/>
                  </a:cubicBezTo>
                  <a:cubicBezTo>
                    <a:pt x="19" y="22"/>
                    <a:pt x="19" y="20"/>
                    <a:pt x="20" y="20"/>
                  </a:cubicBezTo>
                  <a:cubicBezTo>
                    <a:pt x="20" y="20"/>
                    <a:pt x="20" y="21"/>
                    <a:pt x="20" y="21"/>
                  </a:cubicBezTo>
                  <a:cubicBezTo>
                    <a:pt x="19" y="22"/>
                    <a:pt x="18" y="23"/>
                    <a:pt x="17" y="24"/>
                  </a:cubicBezTo>
                  <a:cubicBezTo>
                    <a:pt x="17" y="25"/>
                    <a:pt x="16" y="26"/>
                    <a:pt x="15" y="27"/>
                  </a:cubicBezTo>
                  <a:cubicBezTo>
                    <a:pt x="15" y="27"/>
                    <a:pt x="15" y="27"/>
                    <a:pt x="14" y="27"/>
                  </a:cubicBezTo>
                  <a:cubicBezTo>
                    <a:pt x="14" y="27"/>
                    <a:pt x="16" y="26"/>
                    <a:pt x="14" y="24"/>
                  </a:cubicBezTo>
                  <a:lnTo>
                    <a:pt x="3" y="15"/>
                  </a:lnTo>
                  <a:close/>
                </a:path>
              </a:pathLst>
            </a:custGeom>
            <a:grpFill/>
            <a:ln>
              <a:noFill/>
            </a:ln>
          </p:spPr>
          <p:txBody>
            <a:bodyPr/>
            <a:lstStyle/>
            <a:p>
              <a:pPr>
                <a:defRPr/>
              </a:pPr>
              <a:endParaRPr lang="zh-CN" altLang="en-US"/>
            </a:p>
          </p:txBody>
        </p:sp>
        <p:sp>
          <p:nvSpPr>
            <p:cNvPr id="64" name="Freeform 57">
              <a:extLst>
                <a:ext uri="{FF2B5EF4-FFF2-40B4-BE49-F238E27FC236}">
                  <a16:creationId xmlns:a16="http://schemas.microsoft.com/office/drawing/2014/main" id="{DAC62B6D-54C6-4EF8-A418-9372B37E60A2}"/>
                </a:ext>
              </a:extLst>
            </p:cNvPr>
            <p:cNvSpPr>
              <a:spLocks/>
            </p:cNvSpPr>
            <p:nvPr/>
          </p:nvSpPr>
          <p:spPr bwMode="auto">
            <a:xfrm>
              <a:off x="4122738" y="4946650"/>
              <a:ext cx="134938" cy="136525"/>
            </a:xfrm>
            <a:custGeom>
              <a:avLst/>
              <a:gdLst>
                <a:gd name="T0" fmla="*/ 3 w 24"/>
                <a:gd name="T1" fmla="*/ 9 h 24"/>
                <a:gd name="T2" fmla="*/ 0 w 24"/>
                <a:gd name="T3" fmla="*/ 9 h 24"/>
                <a:gd name="T4" fmla="*/ 1 w 24"/>
                <a:gd name="T5" fmla="*/ 8 h 24"/>
                <a:gd name="T6" fmla="*/ 4 w 24"/>
                <a:gd name="T7" fmla="*/ 6 h 24"/>
                <a:gd name="T8" fmla="*/ 12 w 24"/>
                <a:gd name="T9" fmla="*/ 0 h 24"/>
                <a:gd name="T10" fmla="*/ 16 w 24"/>
                <a:gd name="T11" fmla="*/ 4 h 24"/>
                <a:gd name="T12" fmla="*/ 17 w 24"/>
                <a:gd name="T13" fmla="*/ 4 h 24"/>
                <a:gd name="T14" fmla="*/ 17 w 24"/>
                <a:gd name="T15" fmla="*/ 4 h 24"/>
                <a:gd name="T16" fmla="*/ 14 w 24"/>
                <a:gd name="T17" fmla="*/ 3 h 24"/>
                <a:gd name="T18" fmla="*/ 7 w 24"/>
                <a:gd name="T19" fmla="*/ 4 h 24"/>
                <a:gd name="T20" fmla="*/ 6 w 24"/>
                <a:gd name="T21" fmla="*/ 5 h 24"/>
                <a:gd name="T22" fmla="*/ 11 w 24"/>
                <a:gd name="T23" fmla="*/ 12 h 24"/>
                <a:gd name="T24" fmla="*/ 11 w 24"/>
                <a:gd name="T25" fmla="*/ 11 h 24"/>
                <a:gd name="T26" fmla="*/ 12 w 24"/>
                <a:gd name="T27" fmla="*/ 7 h 24"/>
                <a:gd name="T28" fmla="*/ 12 w 24"/>
                <a:gd name="T29" fmla="*/ 6 h 24"/>
                <a:gd name="T30" fmla="*/ 12 w 24"/>
                <a:gd name="T31" fmla="*/ 6 h 24"/>
                <a:gd name="T32" fmla="*/ 17 w 24"/>
                <a:gd name="T33" fmla="*/ 13 h 24"/>
                <a:gd name="T34" fmla="*/ 17 w 24"/>
                <a:gd name="T35" fmla="*/ 13 h 24"/>
                <a:gd name="T36" fmla="*/ 17 w 24"/>
                <a:gd name="T37" fmla="*/ 13 h 24"/>
                <a:gd name="T38" fmla="*/ 11 w 24"/>
                <a:gd name="T39" fmla="*/ 12 h 24"/>
                <a:gd name="T40" fmla="*/ 11 w 24"/>
                <a:gd name="T41" fmla="*/ 12 h 24"/>
                <a:gd name="T42" fmla="*/ 15 w 24"/>
                <a:gd name="T43" fmla="*/ 18 h 24"/>
                <a:gd name="T44" fmla="*/ 18 w 24"/>
                <a:gd name="T45" fmla="*/ 18 h 24"/>
                <a:gd name="T46" fmla="*/ 21 w 24"/>
                <a:gd name="T47" fmla="*/ 9 h 24"/>
                <a:gd name="T48" fmla="*/ 21 w 24"/>
                <a:gd name="T49" fmla="*/ 8 h 24"/>
                <a:gd name="T50" fmla="*/ 21 w 24"/>
                <a:gd name="T51" fmla="*/ 8 h 24"/>
                <a:gd name="T52" fmla="*/ 22 w 24"/>
                <a:gd name="T53" fmla="*/ 9 h 24"/>
                <a:gd name="T54" fmla="*/ 24 w 24"/>
                <a:gd name="T55" fmla="*/ 15 h 24"/>
                <a:gd name="T56" fmla="*/ 15 w 24"/>
                <a:gd name="T57" fmla="*/ 21 h 24"/>
                <a:gd name="T58" fmla="*/ 12 w 24"/>
                <a:gd name="T59" fmla="*/ 24 h 24"/>
                <a:gd name="T60" fmla="*/ 11 w 24"/>
                <a:gd name="T61" fmla="*/ 24 h 24"/>
                <a:gd name="T62" fmla="*/ 12 w 24"/>
                <a:gd name="T63" fmla="*/ 21 h 24"/>
                <a:gd name="T64" fmla="*/ 3 w 24"/>
                <a:gd name="T65"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3" y="9"/>
                  </a:moveTo>
                  <a:cubicBezTo>
                    <a:pt x="2" y="7"/>
                    <a:pt x="1" y="9"/>
                    <a:pt x="0" y="9"/>
                  </a:cubicBezTo>
                  <a:cubicBezTo>
                    <a:pt x="0" y="9"/>
                    <a:pt x="0" y="8"/>
                    <a:pt x="1" y="8"/>
                  </a:cubicBezTo>
                  <a:cubicBezTo>
                    <a:pt x="2" y="7"/>
                    <a:pt x="3" y="7"/>
                    <a:pt x="4" y="6"/>
                  </a:cubicBezTo>
                  <a:cubicBezTo>
                    <a:pt x="7" y="4"/>
                    <a:pt x="9" y="2"/>
                    <a:pt x="12" y="0"/>
                  </a:cubicBezTo>
                  <a:cubicBezTo>
                    <a:pt x="16" y="4"/>
                    <a:pt x="16" y="4"/>
                    <a:pt x="16" y="4"/>
                  </a:cubicBezTo>
                  <a:cubicBezTo>
                    <a:pt x="17" y="4"/>
                    <a:pt x="17" y="4"/>
                    <a:pt x="17" y="4"/>
                  </a:cubicBezTo>
                  <a:cubicBezTo>
                    <a:pt x="17" y="4"/>
                    <a:pt x="17" y="4"/>
                    <a:pt x="17" y="4"/>
                  </a:cubicBezTo>
                  <a:cubicBezTo>
                    <a:pt x="17" y="5"/>
                    <a:pt x="16" y="4"/>
                    <a:pt x="14" y="3"/>
                  </a:cubicBezTo>
                  <a:cubicBezTo>
                    <a:pt x="12" y="2"/>
                    <a:pt x="10" y="2"/>
                    <a:pt x="7" y="4"/>
                  </a:cubicBezTo>
                  <a:cubicBezTo>
                    <a:pt x="6" y="5"/>
                    <a:pt x="6" y="5"/>
                    <a:pt x="6" y="5"/>
                  </a:cubicBezTo>
                  <a:cubicBezTo>
                    <a:pt x="11" y="12"/>
                    <a:pt x="11" y="12"/>
                    <a:pt x="11" y="12"/>
                  </a:cubicBezTo>
                  <a:cubicBezTo>
                    <a:pt x="11" y="11"/>
                    <a:pt x="11" y="11"/>
                    <a:pt x="11" y="11"/>
                  </a:cubicBezTo>
                  <a:cubicBezTo>
                    <a:pt x="13" y="10"/>
                    <a:pt x="13" y="8"/>
                    <a:pt x="12" y="7"/>
                  </a:cubicBezTo>
                  <a:cubicBezTo>
                    <a:pt x="12" y="6"/>
                    <a:pt x="12" y="6"/>
                    <a:pt x="12" y="6"/>
                  </a:cubicBezTo>
                  <a:cubicBezTo>
                    <a:pt x="12" y="6"/>
                    <a:pt x="12" y="6"/>
                    <a:pt x="12" y="6"/>
                  </a:cubicBezTo>
                  <a:cubicBezTo>
                    <a:pt x="17" y="13"/>
                    <a:pt x="17" y="13"/>
                    <a:pt x="17" y="13"/>
                  </a:cubicBezTo>
                  <a:cubicBezTo>
                    <a:pt x="17" y="13"/>
                    <a:pt x="17" y="13"/>
                    <a:pt x="17" y="13"/>
                  </a:cubicBezTo>
                  <a:cubicBezTo>
                    <a:pt x="17" y="14"/>
                    <a:pt x="17" y="13"/>
                    <a:pt x="17" y="13"/>
                  </a:cubicBezTo>
                  <a:cubicBezTo>
                    <a:pt x="15" y="11"/>
                    <a:pt x="13" y="11"/>
                    <a:pt x="11" y="12"/>
                  </a:cubicBezTo>
                  <a:cubicBezTo>
                    <a:pt x="11" y="12"/>
                    <a:pt x="11" y="12"/>
                    <a:pt x="11" y="12"/>
                  </a:cubicBezTo>
                  <a:cubicBezTo>
                    <a:pt x="15" y="18"/>
                    <a:pt x="15" y="18"/>
                    <a:pt x="15" y="18"/>
                  </a:cubicBezTo>
                  <a:cubicBezTo>
                    <a:pt x="16" y="19"/>
                    <a:pt x="17" y="19"/>
                    <a:pt x="18" y="18"/>
                  </a:cubicBezTo>
                  <a:cubicBezTo>
                    <a:pt x="22" y="16"/>
                    <a:pt x="22" y="12"/>
                    <a:pt x="21" y="9"/>
                  </a:cubicBezTo>
                  <a:cubicBezTo>
                    <a:pt x="21" y="9"/>
                    <a:pt x="21" y="8"/>
                    <a:pt x="21" y="8"/>
                  </a:cubicBezTo>
                  <a:cubicBezTo>
                    <a:pt x="21" y="8"/>
                    <a:pt x="21" y="8"/>
                    <a:pt x="21" y="8"/>
                  </a:cubicBezTo>
                  <a:cubicBezTo>
                    <a:pt x="21" y="9"/>
                    <a:pt x="21" y="9"/>
                    <a:pt x="22" y="9"/>
                  </a:cubicBezTo>
                  <a:cubicBezTo>
                    <a:pt x="24" y="15"/>
                    <a:pt x="24" y="15"/>
                    <a:pt x="24" y="15"/>
                  </a:cubicBezTo>
                  <a:cubicBezTo>
                    <a:pt x="21" y="17"/>
                    <a:pt x="18" y="19"/>
                    <a:pt x="15" y="21"/>
                  </a:cubicBezTo>
                  <a:cubicBezTo>
                    <a:pt x="14" y="22"/>
                    <a:pt x="13" y="23"/>
                    <a:pt x="12" y="24"/>
                  </a:cubicBezTo>
                  <a:cubicBezTo>
                    <a:pt x="11" y="24"/>
                    <a:pt x="11" y="24"/>
                    <a:pt x="11" y="24"/>
                  </a:cubicBezTo>
                  <a:cubicBezTo>
                    <a:pt x="11" y="23"/>
                    <a:pt x="13" y="23"/>
                    <a:pt x="12" y="21"/>
                  </a:cubicBezTo>
                  <a:lnTo>
                    <a:pt x="3" y="9"/>
                  </a:lnTo>
                  <a:close/>
                </a:path>
              </a:pathLst>
            </a:custGeom>
            <a:grpFill/>
            <a:ln>
              <a:noFill/>
            </a:ln>
          </p:spPr>
          <p:txBody>
            <a:bodyPr/>
            <a:lstStyle/>
            <a:p>
              <a:pPr>
                <a:defRPr/>
              </a:pPr>
              <a:endParaRPr lang="zh-CN" altLang="en-US"/>
            </a:p>
          </p:txBody>
        </p:sp>
        <p:sp>
          <p:nvSpPr>
            <p:cNvPr id="65" name="Freeform 58">
              <a:extLst>
                <a:ext uri="{FF2B5EF4-FFF2-40B4-BE49-F238E27FC236}">
                  <a16:creationId xmlns:a16="http://schemas.microsoft.com/office/drawing/2014/main" id="{9E502857-B206-4DB1-A2D5-50420F168397}"/>
                </a:ext>
              </a:extLst>
            </p:cNvPr>
            <p:cNvSpPr>
              <a:spLocks/>
            </p:cNvSpPr>
            <p:nvPr/>
          </p:nvSpPr>
          <p:spPr bwMode="auto">
            <a:xfrm>
              <a:off x="4240213" y="4879975"/>
              <a:ext cx="130175" cy="141288"/>
            </a:xfrm>
            <a:custGeom>
              <a:avLst/>
              <a:gdLst>
                <a:gd name="T0" fmla="*/ 8 w 23"/>
                <a:gd name="T1" fmla="*/ 19 h 25"/>
                <a:gd name="T2" fmla="*/ 11 w 23"/>
                <a:gd name="T3" fmla="*/ 22 h 25"/>
                <a:gd name="T4" fmla="*/ 13 w 23"/>
                <a:gd name="T5" fmla="*/ 22 h 25"/>
                <a:gd name="T6" fmla="*/ 13 w 23"/>
                <a:gd name="T7" fmla="*/ 22 h 25"/>
                <a:gd name="T8" fmla="*/ 10 w 23"/>
                <a:gd name="T9" fmla="*/ 23 h 25"/>
                <a:gd name="T10" fmla="*/ 7 w 23"/>
                <a:gd name="T11" fmla="*/ 25 h 25"/>
                <a:gd name="T12" fmla="*/ 6 w 23"/>
                <a:gd name="T13" fmla="*/ 24 h 25"/>
                <a:gd name="T14" fmla="*/ 7 w 23"/>
                <a:gd name="T15" fmla="*/ 23 h 25"/>
                <a:gd name="T16" fmla="*/ 8 w 23"/>
                <a:gd name="T17" fmla="*/ 19 h 25"/>
                <a:gd name="T18" fmla="*/ 3 w 23"/>
                <a:gd name="T19" fmla="*/ 8 h 25"/>
                <a:gd name="T20" fmla="*/ 0 w 23"/>
                <a:gd name="T21" fmla="*/ 7 h 25"/>
                <a:gd name="T22" fmla="*/ 0 w 23"/>
                <a:gd name="T23" fmla="*/ 7 h 25"/>
                <a:gd name="T24" fmla="*/ 0 w 23"/>
                <a:gd name="T25" fmla="*/ 7 h 25"/>
                <a:gd name="T26" fmla="*/ 3 w 23"/>
                <a:gd name="T27" fmla="*/ 6 h 25"/>
                <a:gd name="T28" fmla="*/ 6 w 23"/>
                <a:gd name="T29" fmla="*/ 5 h 25"/>
                <a:gd name="T30" fmla="*/ 20 w 23"/>
                <a:gd name="T31" fmla="*/ 13 h 25"/>
                <a:gd name="T32" fmla="*/ 20 w 23"/>
                <a:gd name="T33" fmla="*/ 13 h 25"/>
                <a:gd name="T34" fmla="*/ 17 w 23"/>
                <a:gd name="T35" fmla="*/ 5 h 25"/>
                <a:gd name="T36" fmla="*/ 14 w 23"/>
                <a:gd name="T37" fmla="*/ 2 h 25"/>
                <a:gd name="T38" fmla="*/ 12 w 23"/>
                <a:gd name="T39" fmla="*/ 2 h 25"/>
                <a:gd name="T40" fmla="*/ 12 w 23"/>
                <a:gd name="T41" fmla="*/ 2 h 25"/>
                <a:gd name="T42" fmla="*/ 15 w 23"/>
                <a:gd name="T43" fmla="*/ 1 h 25"/>
                <a:gd name="T44" fmla="*/ 18 w 23"/>
                <a:gd name="T45" fmla="*/ 0 h 25"/>
                <a:gd name="T46" fmla="*/ 19 w 23"/>
                <a:gd name="T47" fmla="*/ 0 h 25"/>
                <a:gd name="T48" fmla="*/ 18 w 23"/>
                <a:gd name="T49" fmla="*/ 1 h 25"/>
                <a:gd name="T50" fmla="*/ 17 w 23"/>
                <a:gd name="T51" fmla="*/ 5 h 25"/>
                <a:gd name="T52" fmla="*/ 22 w 23"/>
                <a:gd name="T53" fmla="*/ 18 h 25"/>
                <a:gd name="T54" fmla="*/ 23 w 23"/>
                <a:gd name="T55" fmla="*/ 19 h 25"/>
                <a:gd name="T56" fmla="*/ 22 w 23"/>
                <a:gd name="T57" fmla="*/ 19 h 25"/>
                <a:gd name="T58" fmla="*/ 4 w 23"/>
                <a:gd name="T59" fmla="*/ 9 h 25"/>
                <a:gd name="T60" fmla="*/ 4 w 23"/>
                <a:gd name="T61" fmla="*/ 9 h 25"/>
                <a:gd name="T62" fmla="*/ 8 w 23"/>
                <a:gd name="T63"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5">
                  <a:moveTo>
                    <a:pt x="8" y="19"/>
                  </a:moveTo>
                  <a:cubicBezTo>
                    <a:pt x="9" y="21"/>
                    <a:pt x="10" y="22"/>
                    <a:pt x="11" y="22"/>
                  </a:cubicBezTo>
                  <a:cubicBezTo>
                    <a:pt x="12" y="22"/>
                    <a:pt x="13" y="21"/>
                    <a:pt x="13" y="22"/>
                  </a:cubicBezTo>
                  <a:cubicBezTo>
                    <a:pt x="13" y="22"/>
                    <a:pt x="13" y="22"/>
                    <a:pt x="13" y="22"/>
                  </a:cubicBezTo>
                  <a:cubicBezTo>
                    <a:pt x="12" y="23"/>
                    <a:pt x="11" y="23"/>
                    <a:pt x="10" y="23"/>
                  </a:cubicBezTo>
                  <a:cubicBezTo>
                    <a:pt x="9" y="24"/>
                    <a:pt x="8" y="24"/>
                    <a:pt x="7" y="25"/>
                  </a:cubicBezTo>
                  <a:cubicBezTo>
                    <a:pt x="6" y="25"/>
                    <a:pt x="6" y="25"/>
                    <a:pt x="6" y="24"/>
                  </a:cubicBezTo>
                  <a:cubicBezTo>
                    <a:pt x="6" y="24"/>
                    <a:pt x="7" y="24"/>
                    <a:pt x="7" y="23"/>
                  </a:cubicBezTo>
                  <a:cubicBezTo>
                    <a:pt x="8" y="23"/>
                    <a:pt x="9" y="22"/>
                    <a:pt x="8" y="19"/>
                  </a:cubicBezTo>
                  <a:cubicBezTo>
                    <a:pt x="3" y="8"/>
                    <a:pt x="3" y="8"/>
                    <a:pt x="3" y="8"/>
                  </a:cubicBezTo>
                  <a:cubicBezTo>
                    <a:pt x="2" y="7"/>
                    <a:pt x="1" y="7"/>
                    <a:pt x="0" y="7"/>
                  </a:cubicBezTo>
                  <a:cubicBezTo>
                    <a:pt x="0" y="7"/>
                    <a:pt x="0" y="7"/>
                    <a:pt x="0" y="7"/>
                  </a:cubicBezTo>
                  <a:cubicBezTo>
                    <a:pt x="0" y="7"/>
                    <a:pt x="0" y="7"/>
                    <a:pt x="0" y="7"/>
                  </a:cubicBezTo>
                  <a:cubicBezTo>
                    <a:pt x="1" y="6"/>
                    <a:pt x="2" y="6"/>
                    <a:pt x="3" y="6"/>
                  </a:cubicBezTo>
                  <a:cubicBezTo>
                    <a:pt x="6" y="5"/>
                    <a:pt x="6" y="5"/>
                    <a:pt x="6" y="5"/>
                  </a:cubicBezTo>
                  <a:cubicBezTo>
                    <a:pt x="20" y="13"/>
                    <a:pt x="20" y="13"/>
                    <a:pt x="20" y="13"/>
                  </a:cubicBezTo>
                  <a:cubicBezTo>
                    <a:pt x="20" y="13"/>
                    <a:pt x="20" y="13"/>
                    <a:pt x="20" y="13"/>
                  </a:cubicBezTo>
                  <a:cubicBezTo>
                    <a:pt x="17" y="5"/>
                    <a:pt x="17" y="5"/>
                    <a:pt x="17" y="5"/>
                  </a:cubicBezTo>
                  <a:cubicBezTo>
                    <a:pt x="16" y="3"/>
                    <a:pt x="15" y="2"/>
                    <a:pt x="14" y="2"/>
                  </a:cubicBezTo>
                  <a:cubicBezTo>
                    <a:pt x="13" y="2"/>
                    <a:pt x="12" y="3"/>
                    <a:pt x="12" y="2"/>
                  </a:cubicBezTo>
                  <a:cubicBezTo>
                    <a:pt x="12" y="2"/>
                    <a:pt x="12" y="2"/>
                    <a:pt x="12" y="2"/>
                  </a:cubicBezTo>
                  <a:cubicBezTo>
                    <a:pt x="13" y="2"/>
                    <a:pt x="14" y="1"/>
                    <a:pt x="15" y="1"/>
                  </a:cubicBezTo>
                  <a:cubicBezTo>
                    <a:pt x="17" y="0"/>
                    <a:pt x="18" y="0"/>
                    <a:pt x="18" y="0"/>
                  </a:cubicBezTo>
                  <a:cubicBezTo>
                    <a:pt x="19" y="0"/>
                    <a:pt x="19" y="0"/>
                    <a:pt x="19" y="0"/>
                  </a:cubicBezTo>
                  <a:cubicBezTo>
                    <a:pt x="19" y="0"/>
                    <a:pt x="18" y="0"/>
                    <a:pt x="18" y="1"/>
                  </a:cubicBezTo>
                  <a:cubicBezTo>
                    <a:pt x="17" y="1"/>
                    <a:pt x="17" y="3"/>
                    <a:pt x="17" y="5"/>
                  </a:cubicBezTo>
                  <a:cubicBezTo>
                    <a:pt x="22" y="18"/>
                    <a:pt x="22" y="18"/>
                    <a:pt x="22" y="18"/>
                  </a:cubicBezTo>
                  <a:cubicBezTo>
                    <a:pt x="23" y="19"/>
                    <a:pt x="23" y="19"/>
                    <a:pt x="23" y="19"/>
                  </a:cubicBezTo>
                  <a:cubicBezTo>
                    <a:pt x="22" y="19"/>
                    <a:pt x="22" y="19"/>
                    <a:pt x="22" y="19"/>
                  </a:cubicBezTo>
                  <a:cubicBezTo>
                    <a:pt x="4" y="9"/>
                    <a:pt x="4" y="9"/>
                    <a:pt x="4" y="9"/>
                  </a:cubicBezTo>
                  <a:cubicBezTo>
                    <a:pt x="4" y="9"/>
                    <a:pt x="4" y="9"/>
                    <a:pt x="4" y="9"/>
                  </a:cubicBezTo>
                  <a:lnTo>
                    <a:pt x="8" y="19"/>
                  </a:lnTo>
                  <a:close/>
                </a:path>
              </a:pathLst>
            </a:custGeom>
            <a:grpFill/>
            <a:ln>
              <a:noFill/>
            </a:ln>
          </p:spPr>
          <p:txBody>
            <a:bodyPr/>
            <a:lstStyle/>
            <a:p>
              <a:pPr>
                <a:defRPr/>
              </a:pPr>
              <a:endParaRPr lang="zh-CN" altLang="en-US"/>
            </a:p>
          </p:txBody>
        </p:sp>
        <p:sp>
          <p:nvSpPr>
            <p:cNvPr id="66" name="Oval 59">
              <a:extLst>
                <a:ext uri="{FF2B5EF4-FFF2-40B4-BE49-F238E27FC236}">
                  <a16:creationId xmlns:a16="http://schemas.microsoft.com/office/drawing/2014/main" id="{370B49A7-BD08-45C8-ADD5-A1B43B6429C6}"/>
                </a:ext>
              </a:extLst>
            </p:cNvPr>
            <p:cNvSpPr>
              <a:spLocks noChangeArrowheads="1"/>
            </p:cNvSpPr>
            <p:nvPr/>
          </p:nvSpPr>
          <p:spPr bwMode="auto">
            <a:xfrm>
              <a:off x="4195763" y="5861050"/>
              <a:ext cx="28575" cy="28575"/>
            </a:xfrm>
            <a:prstGeom prst="ellipse">
              <a:avLst/>
            </a:prstGeom>
            <a:grpFill/>
            <a:ln>
              <a:noFill/>
            </a:ln>
          </p:spPr>
          <p:txBody>
            <a:bodyPr/>
            <a:lstStyle/>
            <a:p>
              <a:pPr>
                <a:defRPr/>
              </a:pPr>
              <a:endParaRPr lang="zh-CN" altLang="en-US"/>
            </a:p>
          </p:txBody>
        </p:sp>
        <p:sp>
          <p:nvSpPr>
            <p:cNvPr id="67" name="Oval 60">
              <a:extLst>
                <a:ext uri="{FF2B5EF4-FFF2-40B4-BE49-F238E27FC236}">
                  <a16:creationId xmlns:a16="http://schemas.microsoft.com/office/drawing/2014/main" id="{140FC605-780C-4FDE-8E1E-88501C5E6E13}"/>
                </a:ext>
              </a:extLst>
            </p:cNvPr>
            <p:cNvSpPr>
              <a:spLocks noChangeArrowheads="1"/>
            </p:cNvSpPr>
            <p:nvPr/>
          </p:nvSpPr>
          <p:spPr bwMode="auto">
            <a:xfrm>
              <a:off x="4756150" y="5861050"/>
              <a:ext cx="28575" cy="28575"/>
            </a:xfrm>
            <a:prstGeom prst="ellipse">
              <a:avLst/>
            </a:prstGeom>
            <a:grpFill/>
            <a:ln>
              <a:noFill/>
            </a:ln>
          </p:spPr>
          <p:txBody>
            <a:bodyPr/>
            <a:lstStyle/>
            <a:p>
              <a:pPr>
                <a:defRPr/>
              </a:pPr>
              <a:endParaRPr lang="zh-CN" altLang="en-US"/>
            </a:p>
          </p:txBody>
        </p:sp>
        <p:sp>
          <p:nvSpPr>
            <p:cNvPr id="68" name="Freeform 61">
              <a:extLst>
                <a:ext uri="{FF2B5EF4-FFF2-40B4-BE49-F238E27FC236}">
                  <a16:creationId xmlns:a16="http://schemas.microsoft.com/office/drawing/2014/main" id="{FF211870-DA56-4230-B31F-4A4A00CF342E}"/>
                </a:ext>
              </a:extLst>
            </p:cNvPr>
            <p:cNvSpPr>
              <a:spLocks noEditPoints="1"/>
            </p:cNvSpPr>
            <p:nvPr/>
          </p:nvSpPr>
          <p:spPr bwMode="auto">
            <a:xfrm>
              <a:off x="3854450" y="4787900"/>
              <a:ext cx="1271588" cy="1289050"/>
            </a:xfrm>
            <a:custGeom>
              <a:avLst/>
              <a:gdLst>
                <a:gd name="T0" fmla="*/ 114 w 227"/>
                <a:gd name="T1" fmla="*/ 227 h 227"/>
                <a:gd name="T2" fmla="*/ 70 w 227"/>
                <a:gd name="T3" fmla="*/ 218 h 227"/>
                <a:gd name="T4" fmla="*/ 34 w 227"/>
                <a:gd name="T5" fmla="*/ 194 h 227"/>
                <a:gd name="T6" fmla="*/ 9 w 227"/>
                <a:gd name="T7" fmla="*/ 158 h 227"/>
                <a:gd name="T8" fmla="*/ 0 w 227"/>
                <a:gd name="T9" fmla="*/ 114 h 227"/>
                <a:gd name="T10" fmla="*/ 9 w 227"/>
                <a:gd name="T11" fmla="*/ 69 h 227"/>
                <a:gd name="T12" fmla="*/ 34 w 227"/>
                <a:gd name="T13" fmla="*/ 33 h 227"/>
                <a:gd name="T14" fmla="*/ 70 w 227"/>
                <a:gd name="T15" fmla="*/ 9 h 227"/>
                <a:gd name="T16" fmla="*/ 114 w 227"/>
                <a:gd name="T17" fmla="*/ 0 h 227"/>
                <a:gd name="T18" fmla="*/ 158 w 227"/>
                <a:gd name="T19" fmla="*/ 9 h 227"/>
                <a:gd name="T20" fmla="*/ 194 w 227"/>
                <a:gd name="T21" fmla="*/ 33 h 227"/>
                <a:gd name="T22" fmla="*/ 218 w 227"/>
                <a:gd name="T23" fmla="*/ 69 h 227"/>
                <a:gd name="T24" fmla="*/ 227 w 227"/>
                <a:gd name="T25" fmla="*/ 114 h 227"/>
                <a:gd name="T26" fmla="*/ 218 w 227"/>
                <a:gd name="T27" fmla="*/ 158 h 227"/>
                <a:gd name="T28" fmla="*/ 194 w 227"/>
                <a:gd name="T29" fmla="*/ 194 h 227"/>
                <a:gd name="T30" fmla="*/ 158 w 227"/>
                <a:gd name="T31" fmla="*/ 218 h 227"/>
                <a:gd name="T32" fmla="*/ 114 w 227"/>
                <a:gd name="T33" fmla="*/ 227 h 227"/>
                <a:gd name="T34" fmla="*/ 114 w 227"/>
                <a:gd name="T35" fmla="*/ 5 h 227"/>
                <a:gd name="T36" fmla="*/ 6 w 227"/>
                <a:gd name="T37" fmla="*/ 114 h 227"/>
                <a:gd name="T38" fmla="*/ 114 w 227"/>
                <a:gd name="T39" fmla="*/ 222 h 227"/>
                <a:gd name="T40" fmla="*/ 222 w 227"/>
                <a:gd name="T41" fmla="*/ 114 h 227"/>
                <a:gd name="T42" fmla="*/ 114 w 227"/>
                <a:gd name="T43" fmla="*/ 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227">
                  <a:moveTo>
                    <a:pt x="114" y="227"/>
                  </a:moveTo>
                  <a:cubicBezTo>
                    <a:pt x="98" y="227"/>
                    <a:pt x="84" y="224"/>
                    <a:pt x="70" y="218"/>
                  </a:cubicBezTo>
                  <a:cubicBezTo>
                    <a:pt x="56" y="212"/>
                    <a:pt x="44" y="204"/>
                    <a:pt x="34" y="194"/>
                  </a:cubicBezTo>
                  <a:cubicBezTo>
                    <a:pt x="23" y="183"/>
                    <a:pt x="15" y="171"/>
                    <a:pt x="9" y="158"/>
                  </a:cubicBezTo>
                  <a:cubicBezTo>
                    <a:pt x="3" y="144"/>
                    <a:pt x="0" y="129"/>
                    <a:pt x="0" y="114"/>
                  </a:cubicBezTo>
                  <a:cubicBezTo>
                    <a:pt x="0" y="98"/>
                    <a:pt x="3" y="83"/>
                    <a:pt x="9" y="69"/>
                  </a:cubicBezTo>
                  <a:cubicBezTo>
                    <a:pt x="15" y="56"/>
                    <a:pt x="23" y="44"/>
                    <a:pt x="34" y="33"/>
                  </a:cubicBezTo>
                  <a:cubicBezTo>
                    <a:pt x="44" y="23"/>
                    <a:pt x="56" y="15"/>
                    <a:pt x="70" y="9"/>
                  </a:cubicBezTo>
                  <a:cubicBezTo>
                    <a:pt x="84" y="3"/>
                    <a:pt x="98" y="0"/>
                    <a:pt x="114" y="0"/>
                  </a:cubicBezTo>
                  <a:cubicBezTo>
                    <a:pt x="129" y="0"/>
                    <a:pt x="144" y="3"/>
                    <a:pt x="158" y="9"/>
                  </a:cubicBezTo>
                  <a:cubicBezTo>
                    <a:pt x="171" y="15"/>
                    <a:pt x="184" y="23"/>
                    <a:pt x="194" y="33"/>
                  </a:cubicBezTo>
                  <a:cubicBezTo>
                    <a:pt x="204" y="44"/>
                    <a:pt x="213" y="56"/>
                    <a:pt x="218" y="69"/>
                  </a:cubicBezTo>
                  <a:cubicBezTo>
                    <a:pt x="224" y="83"/>
                    <a:pt x="227" y="98"/>
                    <a:pt x="227" y="114"/>
                  </a:cubicBezTo>
                  <a:cubicBezTo>
                    <a:pt x="227" y="129"/>
                    <a:pt x="224" y="144"/>
                    <a:pt x="218" y="158"/>
                  </a:cubicBezTo>
                  <a:cubicBezTo>
                    <a:pt x="213" y="171"/>
                    <a:pt x="204" y="183"/>
                    <a:pt x="194" y="194"/>
                  </a:cubicBezTo>
                  <a:cubicBezTo>
                    <a:pt x="184" y="204"/>
                    <a:pt x="171" y="212"/>
                    <a:pt x="158" y="218"/>
                  </a:cubicBezTo>
                  <a:cubicBezTo>
                    <a:pt x="144" y="224"/>
                    <a:pt x="129" y="227"/>
                    <a:pt x="114" y="227"/>
                  </a:cubicBezTo>
                  <a:close/>
                  <a:moveTo>
                    <a:pt x="114" y="5"/>
                  </a:moveTo>
                  <a:cubicBezTo>
                    <a:pt x="54" y="5"/>
                    <a:pt x="6" y="54"/>
                    <a:pt x="6" y="114"/>
                  </a:cubicBezTo>
                  <a:cubicBezTo>
                    <a:pt x="6" y="173"/>
                    <a:pt x="54" y="222"/>
                    <a:pt x="114" y="222"/>
                  </a:cubicBezTo>
                  <a:cubicBezTo>
                    <a:pt x="173" y="222"/>
                    <a:pt x="222" y="173"/>
                    <a:pt x="222" y="114"/>
                  </a:cubicBezTo>
                  <a:cubicBezTo>
                    <a:pt x="222" y="54"/>
                    <a:pt x="173" y="5"/>
                    <a:pt x="114" y="5"/>
                  </a:cubicBezTo>
                  <a:close/>
                </a:path>
              </a:pathLst>
            </a:custGeom>
            <a:grpFill/>
            <a:ln>
              <a:noFill/>
            </a:ln>
          </p:spPr>
          <p:txBody>
            <a:bodyPr/>
            <a:lstStyle/>
            <a:p>
              <a:pPr>
                <a:defRPr/>
              </a:pPr>
              <a:endParaRPr lang="zh-CN" altLang="en-US"/>
            </a:p>
          </p:txBody>
        </p:sp>
        <p:sp>
          <p:nvSpPr>
            <p:cNvPr id="69" name="Freeform 62">
              <a:extLst>
                <a:ext uri="{FF2B5EF4-FFF2-40B4-BE49-F238E27FC236}">
                  <a16:creationId xmlns:a16="http://schemas.microsoft.com/office/drawing/2014/main" id="{5AA4B1B4-DDE1-49D5-973D-2E1DBDD95D71}"/>
                </a:ext>
              </a:extLst>
            </p:cNvPr>
            <p:cNvSpPr>
              <a:spLocks/>
            </p:cNvSpPr>
            <p:nvPr/>
          </p:nvSpPr>
          <p:spPr bwMode="auto">
            <a:xfrm>
              <a:off x="4279900" y="5867400"/>
              <a:ext cx="73025" cy="119063"/>
            </a:xfrm>
            <a:custGeom>
              <a:avLst/>
              <a:gdLst>
                <a:gd name="T0" fmla="*/ 8 w 13"/>
                <a:gd name="T1" fmla="*/ 17 h 21"/>
                <a:gd name="T2" fmla="*/ 10 w 13"/>
                <a:gd name="T3" fmla="*/ 20 h 21"/>
                <a:gd name="T4" fmla="*/ 11 w 13"/>
                <a:gd name="T5" fmla="*/ 21 h 21"/>
                <a:gd name="T6" fmla="*/ 11 w 13"/>
                <a:gd name="T7" fmla="*/ 21 h 21"/>
                <a:gd name="T8" fmla="*/ 5 w 13"/>
                <a:gd name="T9" fmla="*/ 19 h 21"/>
                <a:gd name="T10" fmla="*/ 0 w 13"/>
                <a:gd name="T11" fmla="*/ 17 h 21"/>
                <a:gd name="T12" fmla="*/ 0 w 13"/>
                <a:gd name="T13" fmla="*/ 17 h 21"/>
                <a:gd name="T14" fmla="*/ 2 w 13"/>
                <a:gd name="T15" fmla="*/ 17 h 21"/>
                <a:gd name="T16" fmla="*/ 4 w 13"/>
                <a:gd name="T17" fmla="*/ 16 h 21"/>
                <a:gd name="T18" fmla="*/ 9 w 13"/>
                <a:gd name="T19" fmla="*/ 3 h 21"/>
                <a:gd name="T20" fmla="*/ 8 w 13"/>
                <a:gd name="T21" fmla="*/ 2 h 21"/>
                <a:gd name="T22" fmla="*/ 4 w 13"/>
                <a:gd name="T23" fmla="*/ 1 h 21"/>
                <a:gd name="T24" fmla="*/ 4 w 13"/>
                <a:gd name="T25" fmla="*/ 1 h 21"/>
                <a:gd name="T26" fmla="*/ 7 w 13"/>
                <a:gd name="T27" fmla="*/ 1 h 21"/>
                <a:gd name="T28" fmla="*/ 13 w 13"/>
                <a:gd name="T29" fmla="*/ 1 h 21"/>
                <a:gd name="T30" fmla="*/ 13 w 13"/>
                <a:gd name="T31" fmla="*/ 2 h 21"/>
                <a:gd name="T32" fmla="*/ 8 w 13"/>
                <a:gd name="T3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21">
                  <a:moveTo>
                    <a:pt x="8" y="17"/>
                  </a:moveTo>
                  <a:cubicBezTo>
                    <a:pt x="8" y="18"/>
                    <a:pt x="8" y="19"/>
                    <a:pt x="10" y="20"/>
                  </a:cubicBezTo>
                  <a:cubicBezTo>
                    <a:pt x="11" y="20"/>
                    <a:pt x="11" y="20"/>
                    <a:pt x="11" y="21"/>
                  </a:cubicBezTo>
                  <a:cubicBezTo>
                    <a:pt x="11" y="21"/>
                    <a:pt x="11" y="21"/>
                    <a:pt x="11" y="21"/>
                  </a:cubicBezTo>
                  <a:cubicBezTo>
                    <a:pt x="9" y="20"/>
                    <a:pt x="7" y="20"/>
                    <a:pt x="5" y="19"/>
                  </a:cubicBezTo>
                  <a:cubicBezTo>
                    <a:pt x="4" y="18"/>
                    <a:pt x="2" y="18"/>
                    <a:pt x="0" y="17"/>
                  </a:cubicBezTo>
                  <a:cubicBezTo>
                    <a:pt x="0" y="17"/>
                    <a:pt x="0" y="17"/>
                    <a:pt x="0" y="17"/>
                  </a:cubicBezTo>
                  <a:cubicBezTo>
                    <a:pt x="0" y="16"/>
                    <a:pt x="0" y="16"/>
                    <a:pt x="2" y="17"/>
                  </a:cubicBezTo>
                  <a:cubicBezTo>
                    <a:pt x="3" y="17"/>
                    <a:pt x="4" y="17"/>
                    <a:pt x="4" y="16"/>
                  </a:cubicBezTo>
                  <a:cubicBezTo>
                    <a:pt x="9" y="3"/>
                    <a:pt x="9" y="3"/>
                    <a:pt x="9" y="3"/>
                  </a:cubicBezTo>
                  <a:cubicBezTo>
                    <a:pt x="9" y="3"/>
                    <a:pt x="9" y="3"/>
                    <a:pt x="8" y="2"/>
                  </a:cubicBezTo>
                  <a:cubicBezTo>
                    <a:pt x="4" y="1"/>
                    <a:pt x="4" y="1"/>
                    <a:pt x="4" y="1"/>
                  </a:cubicBezTo>
                  <a:cubicBezTo>
                    <a:pt x="4" y="1"/>
                    <a:pt x="4" y="1"/>
                    <a:pt x="4" y="1"/>
                  </a:cubicBezTo>
                  <a:cubicBezTo>
                    <a:pt x="4" y="0"/>
                    <a:pt x="5" y="1"/>
                    <a:pt x="7" y="1"/>
                  </a:cubicBezTo>
                  <a:cubicBezTo>
                    <a:pt x="11" y="2"/>
                    <a:pt x="13" y="1"/>
                    <a:pt x="13" y="1"/>
                  </a:cubicBezTo>
                  <a:cubicBezTo>
                    <a:pt x="13" y="1"/>
                    <a:pt x="13" y="1"/>
                    <a:pt x="13" y="2"/>
                  </a:cubicBezTo>
                  <a:lnTo>
                    <a:pt x="8" y="17"/>
                  </a:lnTo>
                  <a:close/>
                </a:path>
              </a:pathLst>
            </a:custGeom>
            <a:grpFill/>
            <a:ln>
              <a:noFill/>
            </a:ln>
          </p:spPr>
          <p:txBody>
            <a:bodyPr/>
            <a:lstStyle/>
            <a:p>
              <a:pPr>
                <a:defRPr/>
              </a:pPr>
              <a:endParaRPr lang="zh-CN" altLang="en-US"/>
            </a:p>
          </p:txBody>
        </p:sp>
        <p:sp>
          <p:nvSpPr>
            <p:cNvPr id="70" name="Freeform 63">
              <a:extLst>
                <a:ext uri="{FF2B5EF4-FFF2-40B4-BE49-F238E27FC236}">
                  <a16:creationId xmlns:a16="http://schemas.microsoft.com/office/drawing/2014/main" id="{2C8EBC0A-A5E6-4960-872F-80F261798BC4}"/>
                </a:ext>
              </a:extLst>
            </p:cNvPr>
            <p:cNvSpPr>
              <a:spLocks noEditPoints="1"/>
            </p:cNvSpPr>
            <p:nvPr/>
          </p:nvSpPr>
          <p:spPr bwMode="auto">
            <a:xfrm>
              <a:off x="4392613" y="5889625"/>
              <a:ext cx="84138" cy="107950"/>
            </a:xfrm>
            <a:custGeom>
              <a:avLst/>
              <a:gdLst>
                <a:gd name="T0" fmla="*/ 8 w 15"/>
                <a:gd name="T1" fmla="*/ 0 h 19"/>
                <a:gd name="T2" fmla="*/ 14 w 15"/>
                <a:gd name="T3" fmla="*/ 9 h 19"/>
                <a:gd name="T4" fmla="*/ 2 w 15"/>
                <a:gd name="T5" fmla="*/ 19 h 19"/>
                <a:gd name="T6" fmla="*/ 2 w 15"/>
                <a:gd name="T7" fmla="*/ 19 h 19"/>
                <a:gd name="T8" fmla="*/ 10 w 15"/>
                <a:gd name="T9" fmla="*/ 11 h 19"/>
                <a:gd name="T10" fmla="*/ 6 w 15"/>
                <a:gd name="T11" fmla="*/ 12 h 19"/>
                <a:gd name="T12" fmla="*/ 0 w 15"/>
                <a:gd name="T13" fmla="*/ 5 h 19"/>
                <a:gd name="T14" fmla="*/ 8 w 15"/>
                <a:gd name="T15" fmla="*/ 0 h 19"/>
                <a:gd name="T16" fmla="*/ 7 w 15"/>
                <a:gd name="T17" fmla="*/ 11 h 19"/>
                <a:gd name="T18" fmla="*/ 10 w 15"/>
                <a:gd name="T19" fmla="*/ 10 h 19"/>
                <a:gd name="T20" fmla="*/ 11 w 15"/>
                <a:gd name="T21" fmla="*/ 7 h 19"/>
                <a:gd name="T22" fmla="*/ 8 w 15"/>
                <a:gd name="T23" fmla="*/ 1 h 19"/>
                <a:gd name="T24" fmla="*/ 4 w 15"/>
                <a:gd name="T25" fmla="*/ 6 h 19"/>
                <a:gd name="T26" fmla="*/ 7 w 15"/>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9">
                  <a:moveTo>
                    <a:pt x="8" y="0"/>
                  </a:moveTo>
                  <a:cubicBezTo>
                    <a:pt x="12" y="1"/>
                    <a:pt x="15" y="4"/>
                    <a:pt x="14" y="9"/>
                  </a:cubicBezTo>
                  <a:cubicBezTo>
                    <a:pt x="13" y="17"/>
                    <a:pt x="3" y="19"/>
                    <a:pt x="2" y="19"/>
                  </a:cubicBezTo>
                  <a:cubicBezTo>
                    <a:pt x="2" y="19"/>
                    <a:pt x="1" y="19"/>
                    <a:pt x="2" y="19"/>
                  </a:cubicBezTo>
                  <a:cubicBezTo>
                    <a:pt x="2" y="18"/>
                    <a:pt x="7" y="18"/>
                    <a:pt x="10" y="11"/>
                  </a:cubicBezTo>
                  <a:cubicBezTo>
                    <a:pt x="9" y="11"/>
                    <a:pt x="7" y="12"/>
                    <a:pt x="6" y="12"/>
                  </a:cubicBezTo>
                  <a:cubicBezTo>
                    <a:pt x="1" y="11"/>
                    <a:pt x="0" y="8"/>
                    <a:pt x="0" y="5"/>
                  </a:cubicBezTo>
                  <a:cubicBezTo>
                    <a:pt x="0" y="2"/>
                    <a:pt x="3" y="0"/>
                    <a:pt x="8" y="0"/>
                  </a:cubicBezTo>
                  <a:close/>
                  <a:moveTo>
                    <a:pt x="7" y="11"/>
                  </a:moveTo>
                  <a:cubicBezTo>
                    <a:pt x="8" y="11"/>
                    <a:pt x="10" y="10"/>
                    <a:pt x="10" y="10"/>
                  </a:cubicBezTo>
                  <a:cubicBezTo>
                    <a:pt x="10" y="10"/>
                    <a:pt x="10" y="9"/>
                    <a:pt x="11" y="7"/>
                  </a:cubicBezTo>
                  <a:cubicBezTo>
                    <a:pt x="11" y="2"/>
                    <a:pt x="10" y="1"/>
                    <a:pt x="8" y="1"/>
                  </a:cubicBezTo>
                  <a:cubicBezTo>
                    <a:pt x="6" y="0"/>
                    <a:pt x="4" y="1"/>
                    <a:pt x="4" y="6"/>
                  </a:cubicBezTo>
                  <a:cubicBezTo>
                    <a:pt x="3" y="9"/>
                    <a:pt x="5" y="11"/>
                    <a:pt x="7" y="11"/>
                  </a:cubicBezTo>
                  <a:close/>
                </a:path>
              </a:pathLst>
            </a:custGeom>
            <a:grpFill/>
            <a:ln>
              <a:noFill/>
            </a:ln>
          </p:spPr>
          <p:txBody>
            <a:bodyPr/>
            <a:lstStyle/>
            <a:p>
              <a:pPr>
                <a:defRPr/>
              </a:pPr>
              <a:endParaRPr lang="zh-CN" altLang="en-US"/>
            </a:p>
          </p:txBody>
        </p:sp>
        <p:sp>
          <p:nvSpPr>
            <p:cNvPr id="71" name="Freeform 64">
              <a:extLst>
                <a:ext uri="{FF2B5EF4-FFF2-40B4-BE49-F238E27FC236}">
                  <a16:creationId xmlns:a16="http://schemas.microsoft.com/office/drawing/2014/main" id="{1DD11C8F-B226-466A-97C7-D2CE035D920D}"/>
                </a:ext>
              </a:extLst>
            </p:cNvPr>
            <p:cNvSpPr>
              <a:spLocks noEditPoints="1"/>
            </p:cNvSpPr>
            <p:nvPr/>
          </p:nvSpPr>
          <p:spPr bwMode="auto">
            <a:xfrm>
              <a:off x="4503738" y="5889625"/>
              <a:ext cx="79375" cy="112713"/>
            </a:xfrm>
            <a:custGeom>
              <a:avLst/>
              <a:gdLst>
                <a:gd name="T0" fmla="*/ 3 w 14"/>
                <a:gd name="T1" fmla="*/ 10 h 20"/>
                <a:gd name="T2" fmla="*/ 0 w 14"/>
                <a:gd name="T3" fmla="*/ 6 h 20"/>
                <a:gd name="T4" fmla="*/ 6 w 14"/>
                <a:gd name="T5" fmla="*/ 0 h 20"/>
                <a:gd name="T6" fmla="*/ 12 w 14"/>
                <a:gd name="T7" fmla="*/ 4 h 20"/>
                <a:gd name="T8" fmla="*/ 10 w 14"/>
                <a:gd name="T9" fmla="*/ 8 h 20"/>
                <a:gd name="T10" fmla="*/ 14 w 14"/>
                <a:gd name="T11" fmla="*/ 13 h 20"/>
                <a:gd name="T12" fmla="*/ 7 w 14"/>
                <a:gd name="T13" fmla="*/ 20 h 20"/>
                <a:gd name="T14" fmla="*/ 0 w 14"/>
                <a:gd name="T15" fmla="*/ 15 h 20"/>
                <a:gd name="T16" fmla="*/ 3 w 14"/>
                <a:gd name="T17" fmla="*/ 10 h 20"/>
                <a:gd name="T18" fmla="*/ 7 w 14"/>
                <a:gd name="T19" fmla="*/ 19 h 20"/>
                <a:gd name="T20" fmla="*/ 11 w 14"/>
                <a:gd name="T21" fmla="*/ 15 h 20"/>
                <a:gd name="T22" fmla="*/ 7 w 14"/>
                <a:gd name="T23" fmla="*/ 12 h 20"/>
                <a:gd name="T24" fmla="*/ 3 w 14"/>
                <a:gd name="T25" fmla="*/ 11 h 20"/>
                <a:gd name="T26" fmla="*/ 2 w 14"/>
                <a:gd name="T27" fmla="*/ 15 h 20"/>
                <a:gd name="T28" fmla="*/ 7 w 14"/>
                <a:gd name="T29" fmla="*/ 19 h 20"/>
                <a:gd name="T30" fmla="*/ 6 w 14"/>
                <a:gd name="T31" fmla="*/ 1 h 20"/>
                <a:gd name="T32" fmla="*/ 3 w 14"/>
                <a:gd name="T33" fmla="*/ 4 h 20"/>
                <a:gd name="T34" fmla="*/ 10 w 14"/>
                <a:gd name="T35" fmla="*/ 8 h 20"/>
                <a:gd name="T36" fmla="*/ 11 w 14"/>
                <a:gd name="T37" fmla="*/ 5 h 20"/>
                <a:gd name="T38" fmla="*/ 6 w 14"/>
                <a:gd name="T39"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20">
                  <a:moveTo>
                    <a:pt x="3" y="10"/>
                  </a:moveTo>
                  <a:cubicBezTo>
                    <a:pt x="1" y="9"/>
                    <a:pt x="0" y="8"/>
                    <a:pt x="0" y="6"/>
                  </a:cubicBezTo>
                  <a:cubicBezTo>
                    <a:pt x="0" y="3"/>
                    <a:pt x="2" y="1"/>
                    <a:pt x="6" y="0"/>
                  </a:cubicBezTo>
                  <a:cubicBezTo>
                    <a:pt x="9" y="0"/>
                    <a:pt x="12" y="2"/>
                    <a:pt x="12" y="4"/>
                  </a:cubicBezTo>
                  <a:cubicBezTo>
                    <a:pt x="12" y="6"/>
                    <a:pt x="12" y="7"/>
                    <a:pt x="10" y="8"/>
                  </a:cubicBezTo>
                  <a:cubicBezTo>
                    <a:pt x="13" y="9"/>
                    <a:pt x="14" y="11"/>
                    <a:pt x="14" y="13"/>
                  </a:cubicBezTo>
                  <a:cubicBezTo>
                    <a:pt x="14" y="17"/>
                    <a:pt x="11" y="19"/>
                    <a:pt x="7" y="20"/>
                  </a:cubicBezTo>
                  <a:cubicBezTo>
                    <a:pt x="3" y="20"/>
                    <a:pt x="0" y="18"/>
                    <a:pt x="0" y="15"/>
                  </a:cubicBezTo>
                  <a:cubicBezTo>
                    <a:pt x="0" y="14"/>
                    <a:pt x="1" y="12"/>
                    <a:pt x="3" y="10"/>
                  </a:cubicBezTo>
                  <a:close/>
                  <a:moveTo>
                    <a:pt x="7" y="19"/>
                  </a:moveTo>
                  <a:cubicBezTo>
                    <a:pt x="10" y="19"/>
                    <a:pt x="11" y="17"/>
                    <a:pt x="11" y="15"/>
                  </a:cubicBezTo>
                  <a:cubicBezTo>
                    <a:pt x="11" y="14"/>
                    <a:pt x="10" y="12"/>
                    <a:pt x="7" y="12"/>
                  </a:cubicBezTo>
                  <a:cubicBezTo>
                    <a:pt x="4" y="11"/>
                    <a:pt x="4" y="10"/>
                    <a:pt x="3" y="11"/>
                  </a:cubicBezTo>
                  <a:cubicBezTo>
                    <a:pt x="3" y="11"/>
                    <a:pt x="1" y="12"/>
                    <a:pt x="2" y="15"/>
                  </a:cubicBezTo>
                  <a:cubicBezTo>
                    <a:pt x="2" y="18"/>
                    <a:pt x="4" y="20"/>
                    <a:pt x="7" y="19"/>
                  </a:cubicBezTo>
                  <a:close/>
                  <a:moveTo>
                    <a:pt x="6" y="1"/>
                  </a:moveTo>
                  <a:cubicBezTo>
                    <a:pt x="4" y="1"/>
                    <a:pt x="3" y="2"/>
                    <a:pt x="3" y="4"/>
                  </a:cubicBezTo>
                  <a:cubicBezTo>
                    <a:pt x="4" y="7"/>
                    <a:pt x="8" y="8"/>
                    <a:pt x="10" y="8"/>
                  </a:cubicBezTo>
                  <a:cubicBezTo>
                    <a:pt x="11" y="8"/>
                    <a:pt x="11" y="7"/>
                    <a:pt x="11" y="5"/>
                  </a:cubicBezTo>
                  <a:cubicBezTo>
                    <a:pt x="11" y="2"/>
                    <a:pt x="9" y="1"/>
                    <a:pt x="6" y="1"/>
                  </a:cubicBezTo>
                  <a:close/>
                </a:path>
              </a:pathLst>
            </a:custGeom>
            <a:grpFill/>
            <a:ln>
              <a:noFill/>
            </a:ln>
          </p:spPr>
          <p:txBody>
            <a:bodyPr/>
            <a:lstStyle/>
            <a:p>
              <a:pPr>
                <a:defRPr/>
              </a:pPr>
              <a:endParaRPr lang="zh-CN" altLang="en-US"/>
            </a:p>
          </p:txBody>
        </p:sp>
        <p:sp>
          <p:nvSpPr>
            <p:cNvPr id="72" name="Freeform 65">
              <a:extLst>
                <a:ext uri="{FF2B5EF4-FFF2-40B4-BE49-F238E27FC236}">
                  <a16:creationId xmlns:a16="http://schemas.microsoft.com/office/drawing/2014/main" id="{E0D2BD8F-874B-420F-95B2-A879805F8077}"/>
                </a:ext>
              </a:extLst>
            </p:cNvPr>
            <p:cNvSpPr>
              <a:spLocks/>
            </p:cNvSpPr>
            <p:nvPr/>
          </p:nvSpPr>
          <p:spPr bwMode="auto">
            <a:xfrm>
              <a:off x="4605338" y="5867400"/>
              <a:ext cx="88900" cy="119063"/>
            </a:xfrm>
            <a:custGeom>
              <a:avLst/>
              <a:gdLst>
                <a:gd name="T0" fmla="*/ 11 w 16"/>
                <a:gd name="T1" fmla="*/ 7 h 21"/>
                <a:gd name="T2" fmla="*/ 15 w 16"/>
                <a:gd name="T3" fmla="*/ 11 h 21"/>
                <a:gd name="T4" fmla="*/ 10 w 16"/>
                <a:gd name="T5" fmla="*/ 20 h 21"/>
                <a:gd name="T6" fmla="*/ 2 w 16"/>
                <a:gd name="T7" fmla="*/ 18 h 21"/>
                <a:gd name="T8" fmla="*/ 4 w 16"/>
                <a:gd name="T9" fmla="*/ 16 h 21"/>
                <a:gd name="T10" fmla="*/ 6 w 16"/>
                <a:gd name="T11" fmla="*/ 18 h 21"/>
                <a:gd name="T12" fmla="*/ 10 w 16"/>
                <a:gd name="T13" fmla="*/ 19 h 21"/>
                <a:gd name="T14" fmla="*/ 12 w 16"/>
                <a:gd name="T15" fmla="*/ 14 h 21"/>
                <a:gd name="T16" fmla="*/ 8 w 16"/>
                <a:gd name="T17" fmla="*/ 10 h 21"/>
                <a:gd name="T18" fmla="*/ 5 w 16"/>
                <a:gd name="T19" fmla="*/ 11 h 21"/>
                <a:gd name="T20" fmla="*/ 8 w 16"/>
                <a:gd name="T21" fmla="*/ 9 h 21"/>
                <a:gd name="T22" fmla="*/ 8 w 16"/>
                <a:gd name="T23" fmla="*/ 6 h 21"/>
                <a:gd name="T24" fmla="*/ 3 w 16"/>
                <a:gd name="T25" fmla="*/ 4 h 21"/>
                <a:gd name="T26" fmla="*/ 0 w 16"/>
                <a:gd name="T27" fmla="*/ 7 h 21"/>
                <a:gd name="T28" fmla="*/ 0 w 16"/>
                <a:gd name="T29" fmla="*/ 7 h 21"/>
                <a:gd name="T30" fmla="*/ 5 w 16"/>
                <a:gd name="T31" fmla="*/ 1 h 21"/>
                <a:gd name="T32" fmla="*/ 11 w 16"/>
                <a:gd name="T33" fmla="*/ 4 h 21"/>
                <a:gd name="T34" fmla="*/ 11 w 16"/>
                <a:gd name="T3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1">
                  <a:moveTo>
                    <a:pt x="11" y="7"/>
                  </a:moveTo>
                  <a:cubicBezTo>
                    <a:pt x="13" y="8"/>
                    <a:pt x="14" y="9"/>
                    <a:pt x="15" y="11"/>
                  </a:cubicBezTo>
                  <a:cubicBezTo>
                    <a:pt x="16" y="15"/>
                    <a:pt x="14" y="19"/>
                    <a:pt x="10" y="20"/>
                  </a:cubicBezTo>
                  <a:cubicBezTo>
                    <a:pt x="6" y="21"/>
                    <a:pt x="3" y="20"/>
                    <a:pt x="2" y="18"/>
                  </a:cubicBezTo>
                  <a:cubicBezTo>
                    <a:pt x="2" y="17"/>
                    <a:pt x="2" y="16"/>
                    <a:pt x="4" y="16"/>
                  </a:cubicBezTo>
                  <a:cubicBezTo>
                    <a:pt x="5" y="15"/>
                    <a:pt x="6" y="16"/>
                    <a:pt x="6" y="18"/>
                  </a:cubicBezTo>
                  <a:cubicBezTo>
                    <a:pt x="7" y="19"/>
                    <a:pt x="8" y="20"/>
                    <a:pt x="10" y="19"/>
                  </a:cubicBezTo>
                  <a:cubicBezTo>
                    <a:pt x="12" y="19"/>
                    <a:pt x="13" y="17"/>
                    <a:pt x="12" y="14"/>
                  </a:cubicBezTo>
                  <a:cubicBezTo>
                    <a:pt x="11" y="12"/>
                    <a:pt x="9" y="10"/>
                    <a:pt x="8" y="10"/>
                  </a:cubicBezTo>
                  <a:cubicBezTo>
                    <a:pt x="7" y="10"/>
                    <a:pt x="5" y="11"/>
                    <a:pt x="5" y="11"/>
                  </a:cubicBezTo>
                  <a:cubicBezTo>
                    <a:pt x="5" y="10"/>
                    <a:pt x="6" y="10"/>
                    <a:pt x="8" y="9"/>
                  </a:cubicBezTo>
                  <a:cubicBezTo>
                    <a:pt x="8" y="8"/>
                    <a:pt x="8" y="7"/>
                    <a:pt x="8" y="6"/>
                  </a:cubicBezTo>
                  <a:cubicBezTo>
                    <a:pt x="7" y="4"/>
                    <a:pt x="6" y="3"/>
                    <a:pt x="3" y="4"/>
                  </a:cubicBezTo>
                  <a:cubicBezTo>
                    <a:pt x="1" y="4"/>
                    <a:pt x="1" y="7"/>
                    <a:pt x="0" y="7"/>
                  </a:cubicBezTo>
                  <a:cubicBezTo>
                    <a:pt x="0" y="7"/>
                    <a:pt x="0" y="7"/>
                    <a:pt x="0" y="7"/>
                  </a:cubicBezTo>
                  <a:cubicBezTo>
                    <a:pt x="0" y="6"/>
                    <a:pt x="1" y="2"/>
                    <a:pt x="5" y="1"/>
                  </a:cubicBezTo>
                  <a:cubicBezTo>
                    <a:pt x="7" y="0"/>
                    <a:pt x="10" y="1"/>
                    <a:pt x="11" y="4"/>
                  </a:cubicBezTo>
                  <a:cubicBezTo>
                    <a:pt x="12" y="5"/>
                    <a:pt x="11" y="6"/>
                    <a:pt x="11" y="7"/>
                  </a:cubicBezTo>
                  <a:close/>
                </a:path>
              </a:pathLst>
            </a:custGeom>
            <a:grpFill/>
            <a:ln>
              <a:noFill/>
            </a:ln>
          </p:spPr>
          <p:txBody>
            <a:bodyPr/>
            <a:lstStyle/>
            <a:p>
              <a:pPr>
                <a:defRPr/>
              </a:pPr>
              <a:endParaRPr lang="zh-CN" altLang="en-US"/>
            </a:p>
          </p:txBody>
        </p:sp>
        <p:sp>
          <p:nvSpPr>
            <p:cNvPr id="73" name="Freeform 66">
              <a:extLst>
                <a:ext uri="{FF2B5EF4-FFF2-40B4-BE49-F238E27FC236}">
                  <a16:creationId xmlns:a16="http://schemas.microsoft.com/office/drawing/2014/main" id="{716581B5-2AA6-4364-B350-0137050AEBEB}"/>
                </a:ext>
              </a:extLst>
            </p:cNvPr>
            <p:cNvSpPr>
              <a:spLocks/>
            </p:cNvSpPr>
            <p:nvPr/>
          </p:nvSpPr>
          <p:spPr bwMode="auto">
            <a:xfrm>
              <a:off x="4375150" y="5480050"/>
              <a:ext cx="22225" cy="6350"/>
            </a:xfrm>
            <a:custGeom>
              <a:avLst/>
              <a:gdLst>
                <a:gd name="T0" fmla="*/ 1 w 4"/>
                <a:gd name="T1" fmla="*/ 1 h 1"/>
                <a:gd name="T2" fmla="*/ 2 w 4"/>
                <a:gd name="T3" fmla="*/ 1 h 1"/>
                <a:gd name="T4" fmla="*/ 4 w 4"/>
                <a:gd name="T5" fmla="*/ 1 h 1"/>
                <a:gd name="T6" fmla="*/ 4 w 4"/>
                <a:gd name="T7" fmla="*/ 1 h 1"/>
                <a:gd name="T8" fmla="*/ 2 w 4"/>
                <a:gd name="T9" fmla="*/ 0 h 1"/>
                <a:gd name="T10" fmla="*/ 0 w 4"/>
                <a:gd name="T11" fmla="*/ 1 h 1"/>
                <a:gd name="T12" fmla="*/ 1 w 4"/>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4" h="1">
                  <a:moveTo>
                    <a:pt x="1" y="1"/>
                  </a:moveTo>
                  <a:cubicBezTo>
                    <a:pt x="2" y="1"/>
                    <a:pt x="2" y="1"/>
                    <a:pt x="2" y="1"/>
                  </a:cubicBezTo>
                  <a:cubicBezTo>
                    <a:pt x="3" y="1"/>
                    <a:pt x="3" y="1"/>
                    <a:pt x="4" y="1"/>
                  </a:cubicBezTo>
                  <a:cubicBezTo>
                    <a:pt x="4" y="1"/>
                    <a:pt x="4" y="1"/>
                    <a:pt x="4" y="1"/>
                  </a:cubicBezTo>
                  <a:cubicBezTo>
                    <a:pt x="4" y="0"/>
                    <a:pt x="3" y="0"/>
                    <a:pt x="2" y="0"/>
                  </a:cubicBezTo>
                  <a:cubicBezTo>
                    <a:pt x="2" y="0"/>
                    <a:pt x="0" y="0"/>
                    <a:pt x="0" y="1"/>
                  </a:cubicBezTo>
                  <a:cubicBezTo>
                    <a:pt x="0" y="1"/>
                    <a:pt x="1" y="1"/>
                    <a:pt x="1" y="1"/>
                  </a:cubicBezTo>
                  <a:close/>
                </a:path>
              </a:pathLst>
            </a:custGeom>
            <a:grpFill/>
            <a:ln>
              <a:noFill/>
            </a:ln>
          </p:spPr>
          <p:txBody>
            <a:bodyPr/>
            <a:lstStyle/>
            <a:p>
              <a:pPr>
                <a:defRPr/>
              </a:pPr>
              <a:endParaRPr lang="zh-CN" altLang="en-US"/>
            </a:p>
          </p:txBody>
        </p:sp>
        <p:sp>
          <p:nvSpPr>
            <p:cNvPr id="74" name="Freeform 67">
              <a:extLst>
                <a:ext uri="{FF2B5EF4-FFF2-40B4-BE49-F238E27FC236}">
                  <a16:creationId xmlns:a16="http://schemas.microsoft.com/office/drawing/2014/main" id="{17D234D8-D4F8-4DB9-AE9B-9AAEF12DE7D4}"/>
                </a:ext>
              </a:extLst>
            </p:cNvPr>
            <p:cNvSpPr>
              <a:spLocks/>
            </p:cNvSpPr>
            <p:nvPr/>
          </p:nvSpPr>
          <p:spPr bwMode="auto">
            <a:xfrm>
              <a:off x="4346575" y="5554663"/>
              <a:ext cx="73025" cy="17463"/>
            </a:xfrm>
            <a:custGeom>
              <a:avLst/>
              <a:gdLst>
                <a:gd name="T0" fmla="*/ 13 w 13"/>
                <a:gd name="T1" fmla="*/ 2 h 3"/>
                <a:gd name="T2" fmla="*/ 9 w 13"/>
                <a:gd name="T3" fmla="*/ 1 h 3"/>
                <a:gd name="T4" fmla="*/ 1 w 13"/>
                <a:gd name="T5" fmla="*/ 1 h 3"/>
                <a:gd name="T6" fmla="*/ 0 w 13"/>
                <a:gd name="T7" fmla="*/ 2 h 3"/>
                <a:gd name="T8" fmla="*/ 6 w 13"/>
                <a:gd name="T9" fmla="*/ 3 h 3"/>
                <a:gd name="T10" fmla="*/ 8 w 13"/>
                <a:gd name="T11" fmla="*/ 3 h 3"/>
                <a:gd name="T12" fmla="*/ 13 w 1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13" h="3">
                  <a:moveTo>
                    <a:pt x="13" y="2"/>
                  </a:moveTo>
                  <a:cubicBezTo>
                    <a:pt x="13" y="0"/>
                    <a:pt x="13" y="1"/>
                    <a:pt x="9" y="1"/>
                  </a:cubicBezTo>
                  <a:cubicBezTo>
                    <a:pt x="8" y="1"/>
                    <a:pt x="2" y="1"/>
                    <a:pt x="1" y="1"/>
                  </a:cubicBezTo>
                  <a:cubicBezTo>
                    <a:pt x="0" y="1"/>
                    <a:pt x="0" y="2"/>
                    <a:pt x="0" y="2"/>
                  </a:cubicBezTo>
                  <a:cubicBezTo>
                    <a:pt x="0" y="3"/>
                    <a:pt x="0" y="3"/>
                    <a:pt x="6" y="3"/>
                  </a:cubicBezTo>
                  <a:cubicBezTo>
                    <a:pt x="8" y="3"/>
                    <a:pt x="8" y="3"/>
                    <a:pt x="8" y="3"/>
                  </a:cubicBezTo>
                  <a:cubicBezTo>
                    <a:pt x="12" y="3"/>
                    <a:pt x="12" y="3"/>
                    <a:pt x="13" y="2"/>
                  </a:cubicBezTo>
                  <a:close/>
                </a:path>
              </a:pathLst>
            </a:custGeom>
            <a:grpFill/>
            <a:ln>
              <a:noFill/>
            </a:ln>
          </p:spPr>
          <p:txBody>
            <a:bodyPr/>
            <a:lstStyle/>
            <a:p>
              <a:pPr>
                <a:defRPr/>
              </a:pPr>
              <a:endParaRPr lang="zh-CN" altLang="en-US"/>
            </a:p>
          </p:txBody>
        </p:sp>
        <p:sp>
          <p:nvSpPr>
            <p:cNvPr id="75" name="Freeform 68">
              <a:extLst>
                <a:ext uri="{FF2B5EF4-FFF2-40B4-BE49-F238E27FC236}">
                  <a16:creationId xmlns:a16="http://schemas.microsoft.com/office/drawing/2014/main" id="{FDE49104-9B0C-4865-9D19-EF0CFA8F6D44}"/>
                </a:ext>
              </a:extLst>
            </p:cNvPr>
            <p:cNvSpPr>
              <a:spLocks noEditPoints="1"/>
            </p:cNvSpPr>
            <p:nvPr/>
          </p:nvSpPr>
          <p:spPr bwMode="auto">
            <a:xfrm>
              <a:off x="4106863" y="5043488"/>
              <a:ext cx="766763" cy="777875"/>
            </a:xfrm>
            <a:custGeom>
              <a:avLst/>
              <a:gdLst>
                <a:gd name="T0" fmla="*/ 137 w 137"/>
                <a:gd name="T1" fmla="*/ 42 h 137"/>
                <a:gd name="T2" fmla="*/ 91 w 137"/>
                <a:gd name="T3" fmla="*/ 1 h 137"/>
                <a:gd name="T4" fmla="*/ 50 w 137"/>
                <a:gd name="T5" fmla="*/ 4 h 137"/>
                <a:gd name="T6" fmla="*/ 42 w 137"/>
                <a:gd name="T7" fmla="*/ 0 h 137"/>
                <a:gd name="T8" fmla="*/ 20 w 137"/>
                <a:gd name="T9" fmla="*/ 43 h 137"/>
                <a:gd name="T10" fmla="*/ 2 w 137"/>
                <a:gd name="T11" fmla="*/ 64 h 137"/>
                <a:gd name="T12" fmla="*/ 20 w 137"/>
                <a:gd name="T13" fmla="*/ 67 h 137"/>
                <a:gd name="T14" fmla="*/ 2 w 137"/>
                <a:gd name="T15" fmla="*/ 88 h 137"/>
                <a:gd name="T16" fmla="*/ 21 w 137"/>
                <a:gd name="T17" fmla="*/ 87 h 137"/>
                <a:gd name="T18" fmla="*/ 47 w 137"/>
                <a:gd name="T19" fmla="*/ 121 h 137"/>
                <a:gd name="T20" fmla="*/ 42 w 137"/>
                <a:gd name="T21" fmla="*/ 137 h 137"/>
                <a:gd name="T22" fmla="*/ 63 w 137"/>
                <a:gd name="T23" fmla="*/ 121 h 137"/>
                <a:gd name="T24" fmla="*/ 74 w 137"/>
                <a:gd name="T25" fmla="*/ 119 h 137"/>
                <a:gd name="T26" fmla="*/ 84 w 137"/>
                <a:gd name="T27" fmla="*/ 119 h 137"/>
                <a:gd name="T28" fmla="*/ 118 w 137"/>
                <a:gd name="T29" fmla="*/ 94 h 137"/>
                <a:gd name="T30" fmla="*/ 136 w 137"/>
                <a:gd name="T31" fmla="*/ 98 h 137"/>
                <a:gd name="T32" fmla="*/ 116 w 137"/>
                <a:gd name="T33" fmla="*/ 66 h 137"/>
                <a:gd name="T34" fmla="*/ 137 w 137"/>
                <a:gd name="T35" fmla="*/ 88 h 137"/>
                <a:gd name="T36" fmla="*/ 116 w 137"/>
                <a:gd name="T37" fmla="*/ 41 h 137"/>
                <a:gd name="T38" fmla="*/ 103 w 137"/>
                <a:gd name="T39" fmla="*/ 44 h 137"/>
                <a:gd name="T40" fmla="*/ 80 w 137"/>
                <a:gd name="T41" fmla="*/ 35 h 137"/>
                <a:gd name="T42" fmla="*/ 80 w 137"/>
                <a:gd name="T43" fmla="*/ 35 h 137"/>
                <a:gd name="T44" fmla="*/ 79 w 137"/>
                <a:gd name="T45" fmla="*/ 52 h 137"/>
                <a:gd name="T46" fmla="*/ 77 w 137"/>
                <a:gd name="T47" fmla="*/ 53 h 137"/>
                <a:gd name="T48" fmla="*/ 73 w 137"/>
                <a:gd name="T49" fmla="*/ 34 h 137"/>
                <a:gd name="T50" fmla="*/ 73 w 137"/>
                <a:gd name="T51" fmla="*/ 59 h 137"/>
                <a:gd name="T52" fmla="*/ 53 w 137"/>
                <a:gd name="T53" fmla="*/ 104 h 137"/>
                <a:gd name="T54" fmla="*/ 39 w 137"/>
                <a:gd name="T55" fmla="*/ 100 h 137"/>
                <a:gd name="T56" fmla="*/ 39 w 137"/>
                <a:gd name="T57" fmla="*/ 92 h 137"/>
                <a:gd name="T58" fmla="*/ 61 w 137"/>
                <a:gd name="T59" fmla="*/ 98 h 137"/>
                <a:gd name="T60" fmla="*/ 32 w 137"/>
                <a:gd name="T61" fmla="*/ 94 h 137"/>
                <a:gd name="T62" fmla="*/ 40 w 137"/>
                <a:gd name="T63" fmla="*/ 77 h 137"/>
                <a:gd name="T64" fmla="*/ 34 w 137"/>
                <a:gd name="T65" fmla="*/ 83 h 137"/>
                <a:gd name="T66" fmla="*/ 45 w 137"/>
                <a:gd name="T67" fmla="*/ 73 h 137"/>
                <a:gd name="T68" fmla="*/ 53 w 137"/>
                <a:gd name="T69" fmla="*/ 75 h 137"/>
                <a:gd name="T70" fmla="*/ 54 w 137"/>
                <a:gd name="T71" fmla="*/ 83 h 137"/>
                <a:gd name="T72" fmla="*/ 44 w 137"/>
                <a:gd name="T73" fmla="*/ 78 h 137"/>
                <a:gd name="T74" fmla="*/ 60 w 137"/>
                <a:gd name="T75" fmla="*/ 81 h 137"/>
                <a:gd name="T76" fmla="*/ 58 w 137"/>
                <a:gd name="T77" fmla="*/ 74 h 137"/>
                <a:gd name="T78" fmla="*/ 50 w 137"/>
                <a:gd name="T79" fmla="*/ 56 h 137"/>
                <a:gd name="T80" fmla="*/ 37 w 137"/>
                <a:gd name="T81" fmla="*/ 45 h 137"/>
                <a:gd name="T82" fmla="*/ 49 w 137"/>
                <a:gd name="T83" fmla="*/ 32 h 137"/>
                <a:gd name="T84" fmla="*/ 61 w 137"/>
                <a:gd name="T85" fmla="*/ 42 h 137"/>
                <a:gd name="T86" fmla="*/ 52 w 137"/>
                <a:gd name="T87" fmla="*/ 21 h 137"/>
                <a:gd name="T88" fmla="*/ 79 w 137"/>
                <a:gd name="T89" fmla="*/ 97 h 137"/>
                <a:gd name="T90" fmla="*/ 75 w 137"/>
                <a:gd name="T91" fmla="*/ 97 h 137"/>
                <a:gd name="T92" fmla="*/ 75 w 137"/>
                <a:gd name="T93" fmla="*/ 88 h 137"/>
                <a:gd name="T94" fmla="*/ 84 w 137"/>
                <a:gd name="T95" fmla="*/ 78 h 137"/>
                <a:gd name="T96" fmla="*/ 85 w 137"/>
                <a:gd name="T97" fmla="*/ 98 h 137"/>
                <a:gd name="T98" fmla="*/ 91 w 137"/>
                <a:gd name="T99" fmla="*/ 73 h 137"/>
                <a:gd name="T100" fmla="*/ 98 w 137"/>
                <a:gd name="T101" fmla="*/ 107 h 137"/>
                <a:gd name="T102" fmla="*/ 97 w 137"/>
                <a:gd name="T103" fmla="*/ 72 h 137"/>
                <a:gd name="T104" fmla="*/ 104 w 137"/>
                <a:gd name="T105" fmla="*/ 102 h 137"/>
                <a:gd name="T106" fmla="*/ 102 w 137"/>
                <a:gd name="T107" fmla="*/ 72 h 137"/>
                <a:gd name="T108" fmla="*/ 96 w 137"/>
                <a:gd name="T109" fmla="*/ 66 h 137"/>
                <a:gd name="T110" fmla="*/ 83 w 137"/>
                <a:gd name="T111" fmla="*/ 68 h 137"/>
                <a:gd name="T112" fmla="*/ 86 w 137"/>
                <a:gd name="T113" fmla="*/ 47 h 137"/>
                <a:gd name="T114" fmla="*/ 105 w 137"/>
                <a:gd name="T115" fmla="*/ 47 h 137"/>
                <a:gd name="T116" fmla="*/ 106 w 137"/>
                <a:gd name="T117" fmla="*/ 6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 h="137">
                  <a:moveTo>
                    <a:pt x="116" y="39"/>
                  </a:moveTo>
                  <a:cubicBezTo>
                    <a:pt x="116" y="40"/>
                    <a:pt x="117" y="42"/>
                    <a:pt x="118" y="43"/>
                  </a:cubicBezTo>
                  <a:cubicBezTo>
                    <a:pt x="118" y="43"/>
                    <a:pt x="118" y="43"/>
                    <a:pt x="118" y="43"/>
                  </a:cubicBezTo>
                  <a:cubicBezTo>
                    <a:pt x="136" y="61"/>
                    <a:pt x="136" y="61"/>
                    <a:pt x="136" y="61"/>
                  </a:cubicBezTo>
                  <a:cubicBezTo>
                    <a:pt x="136" y="61"/>
                    <a:pt x="136" y="61"/>
                    <a:pt x="136" y="61"/>
                  </a:cubicBezTo>
                  <a:cubicBezTo>
                    <a:pt x="137" y="61"/>
                    <a:pt x="137" y="63"/>
                    <a:pt x="137" y="64"/>
                  </a:cubicBezTo>
                  <a:cubicBezTo>
                    <a:pt x="137" y="42"/>
                    <a:pt x="137" y="42"/>
                    <a:pt x="137" y="42"/>
                  </a:cubicBezTo>
                  <a:cubicBezTo>
                    <a:pt x="137" y="41"/>
                    <a:pt x="137" y="39"/>
                    <a:pt x="136" y="39"/>
                  </a:cubicBezTo>
                  <a:cubicBezTo>
                    <a:pt x="99" y="1"/>
                    <a:pt x="99" y="1"/>
                    <a:pt x="99" y="1"/>
                  </a:cubicBezTo>
                  <a:cubicBezTo>
                    <a:pt x="98" y="0"/>
                    <a:pt x="96" y="0"/>
                    <a:pt x="95" y="0"/>
                  </a:cubicBezTo>
                  <a:cubicBezTo>
                    <a:pt x="93" y="0"/>
                    <a:pt x="93" y="0"/>
                    <a:pt x="93" y="0"/>
                  </a:cubicBezTo>
                  <a:cubicBezTo>
                    <a:pt x="93" y="0"/>
                    <a:pt x="93" y="0"/>
                    <a:pt x="93" y="0"/>
                  </a:cubicBezTo>
                  <a:cubicBezTo>
                    <a:pt x="93" y="0"/>
                    <a:pt x="93" y="0"/>
                    <a:pt x="93" y="0"/>
                  </a:cubicBezTo>
                  <a:cubicBezTo>
                    <a:pt x="92" y="0"/>
                    <a:pt x="91" y="0"/>
                    <a:pt x="91" y="1"/>
                  </a:cubicBezTo>
                  <a:cubicBezTo>
                    <a:pt x="91" y="19"/>
                    <a:pt x="91" y="19"/>
                    <a:pt x="91" y="19"/>
                  </a:cubicBezTo>
                  <a:cubicBezTo>
                    <a:pt x="91" y="20"/>
                    <a:pt x="90" y="21"/>
                    <a:pt x="89" y="21"/>
                  </a:cubicBezTo>
                  <a:cubicBezTo>
                    <a:pt x="87" y="21"/>
                    <a:pt x="87" y="21"/>
                    <a:pt x="87" y="21"/>
                  </a:cubicBezTo>
                  <a:cubicBezTo>
                    <a:pt x="87" y="4"/>
                    <a:pt x="87" y="4"/>
                    <a:pt x="87" y="4"/>
                  </a:cubicBezTo>
                  <a:cubicBezTo>
                    <a:pt x="87" y="2"/>
                    <a:pt x="85" y="0"/>
                    <a:pt x="83" y="0"/>
                  </a:cubicBezTo>
                  <a:cubicBezTo>
                    <a:pt x="54" y="0"/>
                    <a:pt x="54" y="0"/>
                    <a:pt x="54" y="0"/>
                  </a:cubicBezTo>
                  <a:cubicBezTo>
                    <a:pt x="52" y="0"/>
                    <a:pt x="50" y="2"/>
                    <a:pt x="50" y="4"/>
                  </a:cubicBezTo>
                  <a:cubicBezTo>
                    <a:pt x="50" y="21"/>
                    <a:pt x="50" y="21"/>
                    <a:pt x="50" y="21"/>
                  </a:cubicBezTo>
                  <a:cubicBezTo>
                    <a:pt x="48" y="21"/>
                    <a:pt x="48" y="21"/>
                    <a:pt x="48" y="21"/>
                  </a:cubicBezTo>
                  <a:cubicBezTo>
                    <a:pt x="47" y="21"/>
                    <a:pt x="46" y="20"/>
                    <a:pt x="46" y="19"/>
                  </a:cubicBezTo>
                  <a:cubicBezTo>
                    <a:pt x="46" y="1"/>
                    <a:pt x="46" y="1"/>
                    <a:pt x="46" y="1"/>
                  </a:cubicBezTo>
                  <a:cubicBezTo>
                    <a:pt x="46" y="0"/>
                    <a:pt x="46" y="0"/>
                    <a:pt x="45" y="0"/>
                  </a:cubicBezTo>
                  <a:cubicBezTo>
                    <a:pt x="45" y="0"/>
                    <a:pt x="45" y="0"/>
                    <a:pt x="45" y="0"/>
                  </a:cubicBezTo>
                  <a:cubicBezTo>
                    <a:pt x="42" y="0"/>
                    <a:pt x="42" y="0"/>
                    <a:pt x="42" y="0"/>
                  </a:cubicBezTo>
                  <a:cubicBezTo>
                    <a:pt x="41" y="0"/>
                    <a:pt x="40" y="0"/>
                    <a:pt x="39" y="1"/>
                  </a:cubicBezTo>
                  <a:cubicBezTo>
                    <a:pt x="2" y="39"/>
                    <a:pt x="2" y="39"/>
                    <a:pt x="2" y="39"/>
                  </a:cubicBezTo>
                  <a:cubicBezTo>
                    <a:pt x="1" y="39"/>
                    <a:pt x="0" y="41"/>
                    <a:pt x="0" y="42"/>
                  </a:cubicBezTo>
                  <a:cubicBezTo>
                    <a:pt x="0" y="64"/>
                    <a:pt x="0" y="64"/>
                    <a:pt x="0" y="64"/>
                  </a:cubicBezTo>
                  <a:cubicBezTo>
                    <a:pt x="0" y="63"/>
                    <a:pt x="1" y="61"/>
                    <a:pt x="2" y="61"/>
                  </a:cubicBezTo>
                  <a:cubicBezTo>
                    <a:pt x="2" y="61"/>
                    <a:pt x="2" y="61"/>
                    <a:pt x="2" y="61"/>
                  </a:cubicBezTo>
                  <a:cubicBezTo>
                    <a:pt x="20" y="43"/>
                    <a:pt x="20" y="43"/>
                    <a:pt x="20" y="43"/>
                  </a:cubicBezTo>
                  <a:cubicBezTo>
                    <a:pt x="20" y="43"/>
                    <a:pt x="20" y="43"/>
                    <a:pt x="20" y="43"/>
                  </a:cubicBezTo>
                  <a:cubicBezTo>
                    <a:pt x="21" y="42"/>
                    <a:pt x="21" y="40"/>
                    <a:pt x="21" y="39"/>
                  </a:cubicBezTo>
                  <a:cubicBezTo>
                    <a:pt x="21" y="41"/>
                    <a:pt x="21" y="41"/>
                    <a:pt x="21" y="41"/>
                  </a:cubicBezTo>
                  <a:cubicBezTo>
                    <a:pt x="21" y="43"/>
                    <a:pt x="21" y="43"/>
                    <a:pt x="21" y="43"/>
                  </a:cubicBezTo>
                  <a:cubicBezTo>
                    <a:pt x="21" y="44"/>
                    <a:pt x="21" y="45"/>
                    <a:pt x="20" y="46"/>
                  </a:cubicBezTo>
                  <a:cubicBezTo>
                    <a:pt x="20" y="46"/>
                    <a:pt x="20" y="46"/>
                    <a:pt x="20" y="46"/>
                  </a:cubicBezTo>
                  <a:cubicBezTo>
                    <a:pt x="2" y="64"/>
                    <a:pt x="2" y="64"/>
                    <a:pt x="2" y="64"/>
                  </a:cubicBezTo>
                  <a:cubicBezTo>
                    <a:pt x="2" y="64"/>
                    <a:pt x="2" y="64"/>
                    <a:pt x="2" y="64"/>
                  </a:cubicBezTo>
                  <a:cubicBezTo>
                    <a:pt x="1" y="65"/>
                    <a:pt x="0" y="66"/>
                    <a:pt x="0" y="68"/>
                  </a:cubicBezTo>
                  <a:cubicBezTo>
                    <a:pt x="0" y="88"/>
                    <a:pt x="0" y="88"/>
                    <a:pt x="0" y="88"/>
                  </a:cubicBezTo>
                  <a:cubicBezTo>
                    <a:pt x="0" y="87"/>
                    <a:pt x="1" y="85"/>
                    <a:pt x="2" y="84"/>
                  </a:cubicBezTo>
                  <a:cubicBezTo>
                    <a:pt x="2" y="84"/>
                    <a:pt x="2" y="84"/>
                    <a:pt x="2" y="84"/>
                  </a:cubicBezTo>
                  <a:cubicBezTo>
                    <a:pt x="20" y="67"/>
                    <a:pt x="20" y="67"/>
                    <a:pt x="20" y="67"/>
                  </a:cubicBezTo>
                  <a:cubicBezTo>
                    <a:pt x="20" y="67"/>
                    <a:pt x="20" y="67"/>
                    <a:pt x="20" y="67"/>
                  </a:cubicBezTo>
                  <a:cubicBezTo>
                    <a:pt x="21" y="66"/>
                    <a:pt x="21" y="64"/>
                    <a:pt x="21" y="63"/>
                  </a:cubicBezTo>
                  <a:cubicBezTo>
                    <a:pt x="21" y="65"/>
                    <a:pt x="21" y="65"/>
                    <a:pt x="21" y="65"/>
                  </a:cubicBezTo>
                  <a:cubicBezTo>
                    <a:pt x="21" y="66"/>
                    <a:pt x="21" y="66"/>
                    <a:pt x="21" y="66"/>
                  </a:cubicBezTo>
                  <a:cubicBezTo>
                    <a:pt x="21" y="68"/>
                    <a:pt x="21" y="69"/>
                    <a:pt x="20" y="70"/>
                  </a:cubicBezTo>
                  <a:cubicBezTo>
                    <a:pt x="20" y="70"/>
                    <a:pt x="20" y="70"/>
                    <a:pt x="20" y="70"/>
                  </a:cubicBezTo>
                  <a:cubicBezTo>
                    <a:pt x="2" y="88"/>
                    <a:pt x="2" y="88"/>
                    <a:pt x="2" y="88"/>
                  </a:cubicBezTo>
                  <a:cubicBezTo>
                    <a:pt x="2" y="88"/>
                    <a:pt x="2" y="88"/>
                    <a:pt x="2" y="88"/>
                  </a:cubicBezTo>
                  <a:cubicBezTo>
                    <a:pt x="1" y="89"/>
                    <a:pt x="0" y="90"/>
                    <a:pt x="0" y="92"/>
                  </a:cubicBezTo>
                  <a:cubicBezTo>
                    <a:pt x="0" y="95"/>
                    <a:pt x="0" y="95"/>
                    <a:pt x="0" y="95"/>
                  </a:cubicBezTo>
                  <a:cubicBezTo>
                    <a:pt x="0" y="96"/>
                    <a:pt x="1" y="97"/>
                    <a:pt x="2" y="98"/>
                  </a:cubicBezTo>
                  <a:cubicBezTo>
                    <a:pt x="7" y="103"/>
                    <a:pt x="7" y="103"/>
                    <a:pt x="7" y="103"/>
                  </a:cubicBezTo>
                  <a:cubicBezTo>
                    <a:pt x="20" y="91"/>
                    <a:pt x="20" y="91"/>
                    <a:pt x="20" y="91"/>
                  </a:cubicBezTo>
                  <a:cubicBezTo>
                    <a:pt x="20" y="91"/>
                    <a:pt x="20" y="91"/>
                    <a:pt x="20" y="91"/>
                  </a:cubicBezTo>
                  <a:cubicBezTo>
                    <a:pt x="21" y="90"/>
                    <a:pt x="21" y="88"/>
                    <a:pt x="21" y="87"/>
                  </a:cubicBezTo>
                  <a:cubicBezTo>
                    <a:pt x="21" y="89"/>
                    <a:pt x="21" y="89"/>
                    <a:pt x="21" y="89"/>
                  </a:cubicBezTo>
                  <a:cubicBezTo>
                    <a:pt x="21" y="90"/>
                    <a:pt x="21" y="90"/>
                    <a:pt x="21" y="90"/>
                  </a:cubicBezTo>
                  <a:cubicBezTo>
                    <a:pt x="21" y="92"/>
                    <a:pt x="21" y="93"/>
                    <a:pt x="20" y="94"/>
                  </a:cubicBezTo>
                  <a:cubicBezTo>
                    <a:pt x="20" y="94"/>
                    <a:pt x="20" y="94"/>
                    <a:pt x="20" y="94"/>
                  </a:cubicBezTo>
                  <a:cubicBezTo>
                    <a:pt x="9" y="105"/>
                    <a:pt x="9" y="105"/>
                    <a:pt x="9" y="105"/>
                  </a:cubicBezTo>
                  <a:cubicBezTo>
                    <a:pt x="39" y="135"/>
                    <a:pt x="39" y="135"/>
                    <a:pt x="39" y="135"/>
                  </a:cubicBezTo>
                  <a:cubicBezTo>
                    <a:pt x="47" y="121"/>
                    <a:pt x="47" y="121"/>
                    <a:pt x="47" y="121"/>
                  </a:cubicBezTo>
                  <a:cubicBezTo>
                    <a:pt x="48" y="119"/>
                    <a:pt x="49" y="119"/>
                    <a:pt x="51" y="119"/>
                  </a:cubicBezTo>
                  <a:cubicBezTo>
                    <a:pt x="52" y="119"/>
                    <a:pt x="52" y="119"/>
                    <a:pt x="52" y="119"/>
                  </a:cubicBezTo>
                  <a:cubicBezTo>
                    <a:pt x="54" y="119"/>
                    <a:pt x="54" y="119"/>
                    <a:pt x="54" y="119"/>
                  </a:cubicBezTo>
                  <a:cubicBezTo>
                    <a:pt x="52" y="119"/>
                    <a:pt x="51" y="119"/>
                    <a:pt x="50" y="121"/>
                  </a:cubicBezTo>
                  <a:cubicBezTo>
                    <a:pt x="50" y="121"/>
                    <a:pt x="50" y="121"/>
                    <a:pt x="50" y="121"/>
                  </a:cubicBezTo>
                  <a:cubicBezTo>
                    <a:pt x="41" y="137"/>
                    <a:pt x="41" y="137"/>
                    <a:pt x="41" y="137"/>
                  </a:cubicBezTo>
                  <a:cubicBezTo>
                    <a:pt x="42" y="137"/>
                    <a:pt x="42" y="137"/>
                    <a:pt x="42" y="137"/>
                  </a:cubicBezTo>
                  <a:cubicBezTo>
                    <a:pt x="58" y="137"/>
                    <a:pt x="58" y="137"/>
                    <a:pt x="58" y="137"/>
                  </a:cubicBezTo>
                  <a:cubicBezTo>
                    <a:pt x="61" y="121"/>
                    <a:pt x="61" y="121"/>
                    <a:pt x="61" y="121"/>
                  </a:cubicBezTo>
                  <a:cubicBezTo>
                    <a:pt x="61" y="119"/>
                    <a:pt x="62" y="119"/>
                    <a:pt x="63" y="119"/>
                  </a:cubicBezTo>
                  <a:cubicBezTo>
                    <a:pt x="63" y="119"/>
                    <a:pt x="63" y="119"/>
                    <a:pt x="63" y="119"/>
                  </a:cubicBezTo>
                  <a:cubicBezTo>
                    <a:pt x="64" y="119"/>
                    <a:pt x="64" y="119"/>
                    <a:pt x="64" y="119"/>
                  </a:cubicBezTo>
                  <a:cubicBezTo>
                    <a:pt x="66" y="119"/>
                    <a:pt x="66" y="119"/>
                    <a:pt x="66" y="119"/>
                  </a:cubicBezTo>
                  <a:cubicBezTo>
                    <a:pt x="65" y="119"/>
                    <a:pt x="64" y="119"/>
                    <a:pt x="63" y="121"/>
                  </a:cubicBezTo>
                  <a:cubicBezTo>
                    <a:pt x="60" y="137"/>
                    <a:pt x="60" y="137"/>
                    <a:pt x="60" y="137"/>
                  </a:cubicBezTo>
                  <a:cubicBezTo>
                    <a:pt x="77" y="137"/>
                    <a:pt x="77" y="137"/>
                    <a:pt x="77" y="137"/>
                  </a:cubicBezTo>
                  <a:cubicBezTo>
                    <a:pt x="74" y="121"/>
                    <a:pt x="74" y="121"/>
                    <a:pt x="74" y="121"/>
                  </a:cubicBezTo>
                  <a:cubicBezTo>
                    <a:pt x="74" y="119"/>
                    <a:pt x="73" y="119"/>
                    <a:pt x="72" y="119"/>
                  </a:cubicBezTo>
                  <a:cubicBezTo>
                    <a:pt x="74" y="119"/>
                    <a:pt x="74" y="119"/>
                    <a:pt x="74" y="119"/>
                  </a:cubicBezTo>
                  <a:cubicBezTo>
                    <a:pt x="74" y="119"/>
                    <a:pt x="74" y="119"/>
                    <a:pt x="74" y="119"/>
                  </a:cubicBezTo>
                  <a:cubicBezTo>
                    <a:pt x="74" y="119"/>
                    <a:pt x="74" y="119"/>
                    <a:pt x="74" y="119"/>
                  </a:cubicBezTo>
                  <a:cubicBezTo>
                    <a:pt x="76" y="119"/>
                    <a:pt x="77" y="119"/>
                    <a:pt x="77" y="121"/>
                  </a:cubicBezTo>
                  <a:cubicBezTo>
                    <a:pt x="80" y="137"/>
                    <a:pt x="80" y="137"/>
                    <a:pt x="80" y="137"/>
                  </a:cubicBezTo>
                  <a:cubicBezTo>
                    <a:pt x="95" y="137"/>
                    <a:pt x="95" y="137"/>
                    <a:pt x="95" y="137"/>
                  </a:cubicBezTo>
                  <a:cubicBezTo>
                    <a:pt x="96" y="137"/>
                    <a:pt x="96" y="137"/>
                    <a:pt x="97" y="137"/>
                  </a:cubicBezTo>
                  <a:cubicBezTo>
                    <a:pt x="88" y="121"/>
                    <a:pt x="88" y="121"/>
                    <a:pt x="88" y="121"/>
                  </a:cubicBezTo>
                  <a:cubicBezTo>
                    <a:pt x="88" y="121"/>
                    <a:pt x="88" y="121"/>
                    <a:pt x="88" y="121"/>
                  </a:cubicBezTo>
                  <a:cubicBezTo>
                    <a:pt x="87" y="119"/>
                    <a:pt x="86" y="119"/>
                    <a:pt x="84" y="119"/>
                  </a:cubicBezTo>
                  <a:cubicBezTo>
                    <a:pt x="86" y="119"/>
                    <a:pt x="86" y="119"/>
                    <a:pt x="86" y="119"/>
                  </a:cubicBezTo>
                  <a:cubicBezTo>
                    <a:pt x="87" y="119"/>
                    <a:pt x="87" y="119"/>
                    <a:pt x="87" y="119"/>
                  </a:cubicBezTo>
                  <a:cubicBezTo>
                    <a:pt x="89" y="119"/>
                    <a:pt x="90" y="119"/>
                    <a:pt x="91" y="121"/>
                  </a:cubicBezTo>
                  <a:cubicBezTo>
                    <a:pt x="99" y="135"/>
                    <a:pt x="99" y="135"/>
                    <a:pt x="99" y="135"/>
                  </a:cubicBezTo>
                  <a:cubicBezTo>
                    <a:pt x="129" y="105"/>
                    <a:pt x="129" y="105"/>
                    <a:pt x="129" y="105"/>
                  </a:cubicBezTo>
                  <a:cubicBezTo>
                    <a:pt x="118" y="94"/>
                    <a:pt x="118" y="94"/>
                    <a:pt x="118" y="94"/>
                  </a:cubicBezTo>
                  <a:cubicBezTo>
                    <a:pt x="118" y="94"/>
                    <a:pt x="118" y="94"/>
                    <a:pt x="118" y="94"/>
                  </a:cubicBezTo>
                  <a:cubicBezTo>
                    <a:pt x="117" y="93"/>
                    <a:pt x="116" y="92"/>
                    <a:pt x="116" y="90"/>
                  </a:cubicBezTo>
                  <a:cubicBezTo>
                    <a:pt x="116" y="89"/>
                    <a:pt x="116" y="89"/>
                    <a:pt x="116" y="89"/>
                  </a:cubicBezTo>
                  <a:cubicBezTo>
                    <a:pt x="116" y="87"/>
                    <a:pt x="116" y="87"/>
                    <a:pt x="116" y="87"/>
                  </a:cubicBezTo>
                  <a:cubicBezTo>
                    <a:pt x="116" y="88"/>
                    <a:pt x="117" y="90"/>
                    <a:pt x="118" y="91"/>
                  </a:cubicBezTo>
                  <a:cubicBezTo>
                    <a:pt x="118" y="91"/>
                    <a:pt x="118" y="91"/>
                    <a:pt x="118" y="91"/>
                  </a:cubicBezTo>
                  <a:cubicBezTo>
                    <a:pt x="131" y="103"/>
                    <a:pt x="131" y="103"/>
                    <a:pt x="131" y="103"/>
                  </a:cubicBezTo>
                  <a:cubicBezTo>
                    <a:pt x="136" y="98"/>
                    <a:pt x="136" y="98"/>
                    <a:pt x="136" y="98"/>
                  </a:cubicBezTo>
                  <a:cubicBezTo>
                    <a:pt x="137" y="97"/>
                    <a:pt x="137" y="96"/>
                    <a:pt x="137" y="95"/>
                  </a:cubicBezTo>
                  <a:cubicBezTo>
                    <a:pt x="137" y="92"/>
                    <a:pt x="137" y="92"/>
                    <a:pt x="137" y="92"/>
                  </a:cubicBezTo>
                  <a:cubicBezTo>
                    <a:pt x="137" y="90"/>
                    <a:pt x="137" y="89"/>
                    <a:pt x="136" y="88"/>
                  </a:cubicBezTo>
                  <a:cubicBezTo>
                    <a:pt x="136" y="88"/>
                    <a:pt x="136" y="88"/>
                    <a:pt x="136" y="88"/>
                  </a:cubicBezTo>
                  <a:cubicBezTo>
                    <a:pt x="118" y="70"/>
                    <a:pt x="118" y="70"/>
                    <a:pt x="118" y="70"/>
                  </a:cubicBezTo>
                  <a:cubicBezTo>
                    <a:pt x="118" y="70"/>
                    <a:pt x="118" y="70"/>
                    <a:pt x="118" y="70"/>
                  </a:cubicBezTo>
                  <a:cubicBezTo>
                    <a:pt x="117" y="69"/>
                    <a:pt x="116" y="68"/>
                    <a:pt x="116" y="66"/>
                  </a:cubicBezTo>
                  <a:cubicBezTo>
                    <a:pt x="116" y="65"/>
                    <a:pt x="116" y="65"/>
                    <a:pt x="116" y="65"/>
                  </a:cubicBezTo>
                  <a:cubicBezTo>
                    <a:pt x="116" y="63"/>
                    <a:pt x="116" y="63"/>
                    <a:pt x="116" y="63"/>
                  </a:cubicBezTo>
                  <a:cubicBezTo>
                    <a:pt x="116" y="64"/>
                    <a:pt x="117" y="66"/>
                    <a:pt x="118" y="67"/>
                  </a:cubicBezTo>
                  <a:cubicBezTo>
                    <a:pt x="118" y="67"/>
                    <a:pt x="118" y="67"/>
                    <a:pt x="118" y="67"/>
                  </a:cubicBezTo>
                  <a:cubicBezTo>
                    <a:pt x="136" y="84"/>
                    <a:pt x="136" y="84"/>
                    <a:pt x="136" y="84"/>
                  </a:cubicBezTo>
                  <a:cubicBezTo>
                    <a:pt x="136" y="84"/>
                    <a:pt x="136" y="84"/>
                    <a:pt x="136" y="84"/>
                  </a:cubicBezTo>
                  <a:cubicBezTo>
                    <a:pt x="137" y="85"/>
                    <a:pt x="137" y="87"/>
                    <a:pt x="137" y="88"/>
                  </a:cubicBezTo>
                  <a:cubicBezTo>
                    <a:pt x="137" y="68"/>
                    <a:pt x="137" y="68"/>
                    <a:pt x="137" y="68"/>
                  </a:cubicBezTo>
                  <a:cubicBezTo>
                    <a:pt x="137" y="66"/>
                    <a:pt x="137" y="65"/>
                    <a:pt x="136" y="64"/>
                  </a:cubicBezTo>
                  <a:cubicBezTo>
                    <a:pt x="136" y="64"/>
                    <a:pt x="136" y="64"/>
                    <a:pt x="136" y="64"/>
                  </a:cubicBezTo>
                  <a:cubicBezTo>
                    <a:pt x="118" y="46"/>
                    <a:pt x="118" y="46"/>
                    <a:pt x="118" y="46"/>
                  </a:cubicBezTo>
                  <a:cubicBezTo>
                    <a:pt x="118" y="46"/>
                    <a:pt x="118" y="46"/>
                    <a:pt x="118" y="46"/>
                  </a:cubicBezTo>
                  <a:cubicBezTo>
                    <a:pt x="117" y="45"/>
                    <a:pt x="116" y="44"/>
                    <a:pt x="116" y="43"/>
                  </a:cubicBezTo>
                  <a:cubicBezTo>
                    <a:pt x="116" y="41"/>
                    <a:pt x="116" y="41"/>
                    <a:pt x="116" y="41"/>
                  </a:cubicBezTo>
                  <a:lnTo>
                    <a:pt x="116" y="39"/>
                  </a:lnTo>
                  <a:close/>
                  <a:moveTo>
                    <a:pt x="83" y="40"/>
                  </a:moveTo>
                  <a:cubicBezTo>
                    <a:pt x="84" y="35"/>
                    <a:pt x="84" y="35"/>
                    <a:pt x="87" y="34"/>
                  </a:cubicBezTo>
                  <a:cubicBezTo>
                    <a:pt x="91" y="33"/>
                    <a:pt x="93" y="33"/>
                    <a:pt x="95" y="33"/>
                  </a:cubicBezTo>
                  <a:cubicBezTo>
                    <a:pt x="97" y="33"/>
                    <a:pt x="101" y="33"/>
                    <a:pt x="105" y="34"/>
                  </a:cubicBezTo>
                  <a:cubicBezTo>
                    <a:pt x="106" y="35"/>
                    <a:pt x="106" y="36"/>
                    <a:pt x="106" y="42"/>
                  </a:cubicBezTo>
                  <a:cubicBezTo>
                    <a:pt x="106" y="44"/>
                    <a:pt x="105" y="44"/>
                    <a:pt x="103" y="44"/>
                  </a:cubicBezTo>
                  <a:cubicBezTo>
                    <a:pt x="101" y="44"/>
                    <a:pt x="100" y="44"/>
                    <a:pt x="97" y="44"/>
                  </a:cubicBezTo>
                  <a:cubicBezTo>
                    <a:pt x="96" y="42"/>
                    <a:pt x="95" y="37"/>
                    <a:pt x="94" y="38"/>
                  </a:cubicBezTo>
                  <a:cubicBezTo>
                    <a:pt x="93" y="38"/>
                    <a:pt x="94" y="38"/>
                    <a:pt x="92" y="41"/>
                  </a:cubicBezTo>
                  <a:cubicBezTo>
                    <a:pt x="92" y="41"/>
                    <a:pt x="91" y="43"/>
                    <a:pt x="91" y="43"/>
                  </a:cubicBezTo>
                  <a:cubicBezTo>
                    <a:pt x="89" y="44"/>
                    <a:pt x="87" y="44"/>
                    <a:pt x="85" y="44"/>
                  </a:cubicBezTo>
                  <a:cubicBezTo>
                    <a:pt x="83" y="44"/>
                    <a:pt x="83" y="43"/>
                    <a:pt x="83" y="40"/>
                  </a:cubicBezTo>
                  <a:close/>
                  <a:moveTo>
                    <a:pt x="80" y="35"/>
                  </a:moveTo>
                  <a:cubicBezTo>
                    <a:pt x="80" y="34"/>
                    <a:pt x="80" y="34"/>
                    <a:pt x="80" y="34"/>
                  </a:cubicBezTo>
                  <a:cubicBezTo>
                    <a:pt x="82" y="34"/>
                    <a:pt x="82" y="34"/>
                    <a:pt x="82" y="35"/>
                  </a:cubicBezTo>
                  <a:cubicBezTo>
                    <a:pt x="82" y="36"/>
                    <a:pt x="82" y="39"/>
                    <a:pt x="82" y="41"/>
                  </a:cubicBezTo>
                  <a:cubicBezTo>
                    <a:pt x="82" y="43"/>
                    <a:pt x="82" y="45"/>
                    <a:pt x="81" y="46"/>
                  </a:cubicBezTo>
                  <a:cubicBezTo>
                    <a:pt x="80" y="46"/>
                    <a:pt x="79" y="46"/>
                    <a:pt x="79" y="45"/>
                  </a:cubicBezTo>
                  <a:cubicBezTo>
                    <a:pt x="79" y="44"/>
                    <a:pt x="79" y="43"/>
                    <a:pt x="80" y="42"/>
                  </a:cubicBezTo>
                  <a:cubicBezTo>
                    <a:pt x="80" y="40"/>
                    <a:pt x="80" y="37"/>
                    <a:pt x="80" y="35"/>
                  </a:cubicBezTo>
                  <a:close/>
                  <a:moveTo>
                    <a:pt x="80" y="49"/>
                  </a:moveTo>
                  <a:cubicBezTo>
                    <a:pt x="82" y="50"/>
                    <a:pt x="82" y="54"/>
                    <a:pt x="82" y="54"/>
                  </a:cubicBezTo>
                  <a:cubicBezTo>
                    <a:pt x="82" y="55"/>
                    <a:pt x="82" y="59"/>
                    <a:pt x="82" y="60"/>
                  </a:cubicBezTo>
                  <a:cubicBezTo>
                    <a:pt x="82" y="61"/>
                    <a:pt x="82" y="62"/>
                    <a:pt x="82" y="63"/>
                  </a:cubicBezTo>
                  <a:cubicBezTo>
                    <a:pt x="81" y="63"/>
                    <a:pt x="81" y="63"/>
                    <a:pt x="80" y="63"/>
                  </a:cubicBezTo>
                  <a:cubicBezTo>
                    <a:pt x="79" y="63"/>
                    <a:pt x="79" y="59"/>
                    <a:pt x="79" y="58"/>
                  </a:cubicBezTo>
                  <a:cubicBezTo>
                    <a:pt x="79" y="57"/>
                    <a:pt x="79" y="54"/>
                    <a:pt x="79" y="52"/>
                  </a:cubicBezTo>
                  <a:cubicBezTo>
                    <a:pt x="78" y="49"/>
                    <a:pt x="79" y="50"/>
                    <a:pt x="80" y="49"/>
                  </a:cubicBezTo>
                  <a:close/>
                  <a:moveTo>
                    <a:pt x="75" y="47"/>
                  </a:moveTo>
                  <a:cubicBezTo>
                    <a:pt x="75" y="45"/>
                    <a:pt x="76" y="39"/>
                    <a:pt x="75" y="37"/>
                  </a:cubicBezTo>
                  <a:cubicBezTo>
                    <a:pt x="76" y="36"/>
                    <a:pt x="75" y="35"/>
                    <a:pt x="76" y="34"/>
                  </a:cubicBezTo>
                  <a:cubicBezTo>
                    <a:pt x="76" y="33"/>
                    <a:pt x="76" y="33"/>
                    <a:pt x="77" y="33"/>
                  </a:cubicBezTo>
                  <a:cubicBezTo>
                    <a:pt x="79" y="33"/>
                    <a:pt x="78" y="38"/>
                    <a:pt x="78" y="38"/>
                  </a:cubicBezTo>
                  <a:cubicBezTo>
                    <a:pt x="78" y="42"/>
                    <a:pt x="77" y="51"/>
                    <a:pt x="77" y="53"/>
                  </a:cubicBezTo>
                  <a:cubicBezTo>
                    <a:pt x="77" y="57"/>
                    <a:pt x="78" y="67"/>
                    <a:pt x="77" y="68"/>
                  </a:cubicBezTo>
                  <a:cubicBezTo>
                    <a:pt x="77" y="68"/>
                    <a:pt x="76" y="69"/>
                    <a:pt x="76" y="68"/>
                  </a:cubicBezTo>
                  <a:cubicBezTo>
                    <a:pt x="75" y="65"/>
                    <a:pt x="75" y="61"/>
                    <a:pt x="74" y="57"/>
                  </a:cubicBezTo>
                  <a:cubicBezTo>
                    <a:pt x="74" y="53"/>
                    <a:pt x="75" y="49"/>
                    <a:pt x="75" y="47"/>
                  </a:cubicBezTo>
                  <a:close/>
                  <a:moveTo>
                    <a:pt x="71" y="41"/>
                  </a:moveTo>
                  <a:cubicBezTo>
                    <a:pt x="72" y="38"/>
                    <a:pt x="71" y="35"/>
                    <a:pt x="72" y="35"/>
                  </a:cubicBezTo>
                  <a:cubicBezTo>
                    <a:pt x="72" y="34"/>
                    <a:pt x="73" y="34"/>
                    <a:pt x="73" y="34"/>
                  </a:cubicBezTo>
                  <a:cubicBezTo>
                    <a:pt x="74" y="35"/>
                    <a:pt x="75" y="44"/>
                    <a:pt x="72" y="46"/>
                  </a:cubicBezTo>
                  <a:cubicBezTo>
                    <a:pt x="72" y="46"/>
                    <a:pt x="71" y="46"/>
                    <a:pt x="71" y="45"/>
                  </a:cubicBezTo>
                  <a:cubicBezTo>
                    <a:pt x="70" y="45"/>
                    <a:pt x="71" y="43"/>
                    <a:pt x="71" y="41"/>
                  </a:cubicBezTo>
                  <a:close/>
                  <a:moveTo>
                    <a:pt x="70" y="53"/>
                  </a:moveTo>
                  <a:cubicBezTo>
                    <a:pt x="70" y="49"/>
                    <a:pt x="70" y="49"/>
                    <a:pt x="71" y="48"/>
                  </a:cubicBezTo>
                  <a:cubicBezTo>
                    <a:pt x="72" y="47"/>
                    <a:pt x="73" y="48"/>
                    <a:pt x="73" y="48"/>
                  </a:cubicBezTo>
                  <a:cubicBezTo>
                    <a:pt x="74" y="50"/>
                    <a:pt x="73" y="56"/>
                    <a:pt x="73" y="59"/>
                  </a:cubicBezTo>
                  <a:cubicBezTo>
                    <a:pt x="72" y="61"/>
                    <a:pt x="73" y="64"/>
                    <a:pt x="72" y="65"/>
                  </a:cubicBezTo>
                  <a:cubicBezTo>
                    <a:pt x="71" y="65"/>
                    <a:pt x="70" y="65"/>
                    <a:pt x="70" y="64"/>
                  </a:cubicBezTo>
                  <a:cubicBezTo>
                    <a:pt x="70" y="61"/>
                    <a:pt x="70" y="53"/>
                    <a:pt x="70" y="53"/>
                  </a:cubicBezTo>
                  <a:close/>
                  <a:moveTo>
                    <a:pt x="67" y="96"/>
                  </a:moveTo>
                  <a:cubicBezTo>
                    <a:pt x="67" y="101"/>
                    <a:pt x="66" y="101"/>
                    <a:pt x="63" y="101"/>
                  </a:cubicBezTo>
                  <a:cubicBezTo>
                    <a:pt x="60" y="101"/>
                    <a:pt x="53" y="101"/>
                    <a:pt x="53" y="101"/>
                  </a:cubicBezTo>
                  <a:cubicBezTo>
                    <a:pt x="53" y="101"/>
                    <a:pt x="53" y="103"/>
                    <a:pt x="53" y="104"/>
                  </a:cubicBezTo>
                  <a:cubicBezTo>
                    <a:pt x="53" y="106"/>
                    <a:pt x="54" y="106"/>
                    <a:pt x="47" y="107"/>
                  </a:cubicBezTo>
                  <a:cubicBezTo>
                    <a:pt x="45" y="107"/>
                    <a:pt x="34" y="107"/>
                    <a:pt x="33" y="105"/>
                  </a:cubicBezTo>
                  <a:cubicBezTo>
                    <a:pt x="32" y="104"/>
                    <a:pt x="31" y="102"/>
                    <a:pt x="32" y="100"/>
                  </a:cubicBezTo>
                  <a:cubicBezTo>
                    <a:pt x="33" y="101"/>
                    <a:pt x="35" y="102"/>
                    <a:pt x="38" y="103"/>
                  </a:cubicBezTo>
                  <a:cubicBezTo>
                    <a:pt x="41" y="104"/>
                    <a:pt x="45" y="104"/>
                    <a:pt x="48" y="104"/>
                  </a:cubicBezTo>
                  <a:cubicBezTo>
                    <a:pt x="49" y="103"/>
                    <a:pt x="49" y="103"/>
                    <a:pt x="49" y="101"/>
                  </a:cubicBezTo>
                  <a:cubicBezTo>
                    <a:pt x="44" y="101"/>
                    <a:pt x="41" y="100"/>
                    <a:pt x="39" y="100"/>
                  </a:cubicBezTo>
                  <a:cubicBezTo>
                    <a:pt x="37" y="100"/>
                    <a:pt x="37" y="100"/>
                    <a:pt x="37" y="99"/>
                  </a:cubicBezTo>
                  <a:cubicBezTo>
                    <a:pt x="37" y="97"/>
                    <a:pt x="37" y="97"/>
                    <a:pt x="39" y="97"/>
                  </a:cubicBezTo>
                  <a:cubicBezTo>
                    <a:pt x="40" y="97"/>
                    <a:pt x="42" y="98"/>
                    <a:pt x="45" y="98"/>
                  </a:cubicBezTo>
                  <a:cubicBezTo>
                    <a:pt x="47" y="98"/>
                    <a:pt x="49" y="98"/>
                    <a:pt x="49" y="98"/>
                  </a:cubicBezTo>
                  <a:cubicBezTo>
                    <a:pt x="49" y="95"/>
                    <a:pt x="49" y="95"/>
                    <a:pt x="49" y="95"/>
                  </a:cubicBezTo>
                  <a:cubicBezTo>
                    <a:pt x="49" y="95"/>
                    <a:pt x="45" y="95"/>
                    <a:pt x="44" y="95"/>
                  </a:cubicBezTo>
                  <a:cubicBezTo>
                    <a:pt x="39" y="95"/>
                    <a:pt x="40" y="94"/>
                    <a:pt x="39" y="92"/>
                  </a:cubicBezTo>
                  <a:cubicBezTo>
                    <a:pt x="40" y="88"/>
                    <a:pt x="40" y="89"/>
                    <a:pt x="43" y="89"/>
                  </a:cubicBezTo>
                  <a:cubicBezTo>
                    <a:pt x="46" y="89"/>
                    <a:pt x="55" y="89"/>
                    <a:pt x="57" y="89"/>
                  </a:cubicBezTo>
                  <a:cubicBezTo>
                    <a:pt x="60" y="89"/>
                    <a:pt x="60" y="89"/>
                    <a:pt x="60" y="92"/>
                  </a:cubicBezTo>
                  <a:cubicBezTo>
                    <a:pt x="60" y="94"/>
                    <a:pt x="60" y="95"/>
                    <a:pt x="57" y="95"/>
                  </a:cubicBezTo>
                  <a:cubicBezTo>
                    <a:pt x="56" y="95"/>
                    <a:pt x="53" y="95"/>
                    <a:pt x="53" y="95"/>
                  </a:cubicBezTo>
                  <a:cubicBezTo>
                    <a:pt x="53" y="98"/>
                    <a:pt x="53" y="98"/>
                    <a:pt x="53" y="98"/>
                  </a:cubicBezTo>
                  <a:cubicBezTo>
                    <a:pt x="61" y="98"/>
                    <a:pt x="61" y="98"/>
                    <a:pt x="61" y="98"/>
                  </a:cubicBezTo>
                  <a:cubicBezTo>
                    <a:pt x="61" y="98"/>
                    <a:pt x="63" y="98"/>
                    <a:pt x="63" y="95"/>
                  </a:cubicBezTo>
                  <a:cubicBezTo>
                    <a:pt x="63" y="93"/>
                    <a:pt x="64" y="90"/>
                    <a:pt x="64" y="90"/>
                  </a:cubicBezTo>
                  <a:cubicBezTo>
                    <a:pt x="64" y="90"/>
                    <a:pt x="64" y="87"/>
                    <a:pt x="61" y="87"/>
                  </a:cubicBezTo>
                  <a:cubicBezTo>
                    <a:pt x="59" y="87"/>
                    <a:pt x="46" y="87"/>
                    <a:pt x="41" y="87"/>
                  </a:cubicBezTo>
                  <a:cubicBezTo>
                    <a:pt x="37" y="87"/>
                    <a:pt x="37" y="88"/>
                    <a:pt x="36" y="89"/>
                  </a:cubicBezTo>
                  <a:cubicBezTo>
                    <a:pt x="36" y="91"/>
                    <a:pt x="36" y="97"/>
                    <a:pt x="34" y="97"/>
                  </a:cubicBezTo>
                  <a:cubicBezTo>
                    <a:pt x="31" y="96"/>
                    <a:pt x="32" y="96"/>
                    <a:pt x="32" y="94"/>
                  </a:cubicBezTo>
                  <a:cubicBezTo>
                    <a:pt x="32" y="92"/>
                    <a:pt x="33" y="89"/>
                    <a:pt x="33" y="87"/>
                  </a:cubicBezTo>
                  <a:cubicBezTo>
                    <a:pt x="34" y="85"/>
                    <a:pt x="34" y="84"/>
                    <a:pt x="44" y="84"/>
                  </a:cubicBezTo>
                  <a:cubicBezTo>
                    <a:pt x="49" y="84"/>
                    <a:pt x="62" y="84"/>
                    <a:pt x="62" y="84"/>
                  </a:cubicBezTo>
                  <a:cubicBezTo>
                    <a:pt x="65" y="84"/>
                    <a:pt x="66" y="84"/>
                    <a:pt x="67" y="87"/>
                  </a:cubicBezTo>
                  <a:cubicBezTo>
                    <a:pt x="67" y="92"/>
                    <a:pt x="67" y="93"/>
                    <a:pt x="67" y="96"/>
                  </a:cubicBezTo>
                  <a:close/>
                  <a:moveTo>
                    <a:pt x="37" y="76"/>
                  </a:moveTo>
                  <a:cubicBezTo>
                    <a:pt x="37" y="77"/>
                    <a:pt x="38" y="77"/>
                    <a:pt x="40" y="77"/>
                  </a:cubicBezTo>
                  <a:cubicBezTo>
                    <a:pt x="42" y="77"/>
                    <a:pt x="42" y="76"/>
                    <a:pt x="42" y="78"/>
                  </a:cubicBezTo>
                  <a:cubicBezTo>
                    <a:pt x="42" y="78"/>
                    <a:pt x="42" y="79"/>
                    <a:pt x="41" y="79"/>
                  </a:cubicBezTo>
                  <a:cubicBezTo>
                    <a:pt x="36" y="79"/>
                    <a:pt x="37" y="79"/>
                    <a:pt x="37" y="80"/>
                  </a:cubicBezTo>
                  <a:cubicBezTo>
                    <a:pt x="37" y="81"/>
                    <a:pt x="37" y="81"/>
                    <a:pt x="40" y="80"/>
                  </a:cubicBezTo>
                  <a:cubicBezTo>
                    <a:pt x="42" y="80"/>
                    <a:pt x="42" y="80"/>
                    <a:pt x="42" y="81"/>
                  </a:cubicBezTo>
                  <a:cubicBezTo>
                    <a:pt x="43" y="82"/>
                    <a:pt x="42" y="83"/>
                    <a:pt x="42" y="83"/>
                  </a:cubicBezTo>
                  <a:cubicBezTo>
                    <a:pt x="41" y="83"/>
                    <a:pt x="36" y="83"/>
                    <a:pt x="34" y="83"/>
                  </a:cubicBezTo>
                  <a:cubicBezTo>
                    <a:pt x="33" y="83"/>
                    <a:pt x="33" y="83"/>
                    <a:pt x="33" y="80"/>
                  </a:cubicBezTo>
                  <a:cubicBezTo>
                    <a:pt x="33" y="78"/>
                    <a:pt x="33" y="75"/>
                    <a:pt x="34" y="73"/>
                  </a:cubicBezTo>
                  <a:cubicBezTo>
                    <a:pt x="35" y="72"/>
                    <a:pt x="35" y="72"/>
                    <a:pt x="40" y="72"/>
                  </a:cubicBezTo>
                  <a:cubicBezTo>
                    <a:pt x="43" y="72"/>
                    <a:pt x="43" y="72"/>
                    <a:pt x="43" y="74"/>
                  </a:cubicBezTo>
                  <a:cubicBezTo>
                    <a:pt x="43" y="74"/>
                    <a:pt x="43" y="74"/>
                    <a:pt x="38" y="75"/>
                  </a:cubicBezTo>
                  <a:cubicBezTo>
                    <a:pt x="36" y="75"/>
                    <a:pt x="37" y="75"/>
                    <a:pt x="37" y="76"/>
                  </a:cubicBezTo>
                  <a:close/>
                  <a:moveTo>
                    <a:pt x="45" y="73"/>
                  </a:moveTo>
                  <a:cubicBezTo>
                    <a:pt x="44" y="73"/>
                    <a:pt x="45" y="72"/>
                    <a:pt x="46" y="72"/>
                  </a:cubicBezTo>
                  <a:cubicBezTo>
                    <a:pt x="46" y="72"/>
                    <a:pt x="48" y="73"/>
                    <a:pt x="49" y="73"/>
                  </a:cubicBezTo>
                  <a:cubicBezTo>
                    <a:pt x="49" y="73"/>
                    <a:pt x="50" y="73"/>
                    <a:pt x="50" y="74"/>
                  </a:cubicBezTo>
                  <a:cubicBezTo>
                    <a:pt x="51" y="74"/>
                    <a:pt x="51" y="74"/>
                    <a:pt x="51" y="73"/>
                  </a:cubicBezTo>
                  <a:cubicBezTo>
                    <a:pt x="52" y="73"/>
                    <a:pt x="54" y="72"/>
                    <a:pt x="55" y="72"/>
                  </a:cubicBezTo>
                  <a:cubicBezTo>
                    <a:pt x="55" y="72"/>
                    <a:pt x="56" y="73"/>
                    <a:pt x="56" y="74"/>
                  </a:cubicBezTo>
                  <a:cubicBezTo>
                    <a:pt x="55" y="74"/>
                    <a:pt x="54" y="75"/>
                    <a:pt x="53" y="75"/>
                  </a:cubicBezTo>
                  <a:cubicBezTo>
                    <a:pt x="54" y="76"/>
                    <a:pt x="54" y="76"/>
                    <a:pt x="55" y="76"/>
                  </a:cubicBezTo>
                  <a:cubicBezTo>
                    <a:pt x="56" y="77"/>
                    <a:pt x="56" y="77"/>
                    <a:pt x="56" y="78"/>
                  </a:cubicBezTo>
                  <a:cubicBezTo>
                    <a:pt x="56" y="78"/>
                    <a:pt x="55" y="79"/>
                    <a:pt x="55" y="79"/>
                  </a:cubicBezTo>
                  <a:cubicBezTo>
                    <a:pt x="54" y="79"/>
                    <a:pt x="54" y="80"/>
                    <a:pt x="53" y="80"/>
                  </a:cubicBezTo>
                  <a:cubicBezTo>
                    <a:pt x="54" y="80"/>
                    <a:pt x="54" y="80"/>
                    <a:pt x="55" y="81"/>
                  </a:cubicBezTo>
                  <a:cubicBezTo>
                    <a:pt x="57" y="82"/>
                    <a:pt x="57" y="81"/>
                    <a:pt x="56" y="83"/>
                  </a:cubicBezTo>
                  <a:cubicBezTo>
                    <a:pt x="55" y="84"/>
                    <a:pt x="54" y="83"/>
                    <a:pt x="54" y="83"/>
                  </a:cubicBezTo>
                  <a:cubicBezTo>
                    <a:pt x="53" y="83"/>
                    <a:pt x="52" y="82"/>
                    <a:pt x="50" y="81"/>
                  </a:cubicBezTo>
                  <a:cubicBezTo>
                    <a:pt x="49" y="82"/>
                    <a:pt x="48" y="82"/>
                    <a:pt x="47" y="83"/>
                  </a:cubicBezTo>
                  <a:cubicBezTo>
                    <a:pt x="46" y="84"/>
                    <a:pt x="45" y="84"/>
                    <a:pt x="45" y="83"/>
                  </a:cubicBezTo>
                  <a:cubicBezTo>
                    <a:pt x="44" y="82"/>
                    <a:pt x="44" y="82"/>
                    <a:pt x="46" y="81"/>
                  </a:cubicBezTo>
                  <a:cubicBezTo>
                    <a:pt x="46" y="81"/>
                    <a:pt x="47" y="80"/>
                    <a:pt x="47" y="80"/>
                  </a:cubicBezTo>
                  <a:cubicBezTo>
                    <a:pt x="47" y="80"/>
                    <a:pt x="46" y="79"/>
                    <a:pt x="45" y="79"/>
                  </a:cubicBezTo>
                  <a:cubicBezTo>
                    <a:pt x="45" y="79"/>
                    <a:pt x="44" y="78"/>
                    <a:pt x="44" y="78"/>
                  </a:cubicBezTo>
                  <a:cubicBezTo>
                    <a:pt x="44" y="77"/>
                    <a:pt x="44" y="77"/>
                    <a:pt x="46" y="76"/>
                  </a:cubicBezTo>
                  <a:cubicBezTo>
                    <a:pt x="46" y="76"/>
                    <a:pt x="47" y="75"/>
                    <a:pt x="47" y="75"/>
                  </a:cubicBezTo>
                  <a:cubicBezTo>
                    <a:pt x="46" y="75"/>
                    <a:pt x="45" y="74"/>
                    <a:pt x="45" y="73"/>
                  </a:cubicBezTo>
                  <a:close/>
                  <a:moveTo>
                    <a:pt x="66" y="83"/>
                  </a:moveTo>
                  <a:cubicBezTo>
                    <a:pt x="65" y="83"/>
                    <a:pt x="59" y="83"/>
                    <a:pt x="58" y="83"/>
                  </a:cubicBezTo>
                  <a:cubicBezTo>
                    <a:pt x="58" y="83"/>
                    <a:pt x="58" y="83"/>
                    <a:pt x="58" y="82"/>
                  </a:cubicBezTo>
                  <a:cubicBezTo>
                    <a:pt x="58" y="81"/>
                    <a:pt x="58" y="81"/>
                    <a:pt x="60" y="81"/>
                  </a:cubicBezTo>
                  <a:cubicBezTo>
                    <a:pt x="62" y="81"/>
                    <a:pt x="64" y="81"/>
                    <a:pt x="64" y="80"/>
                  </a:cubicBezTo>
                  <a:cubicBezTo>
                    <a:pt x="64" y="79"/>
                    <a:pt x="63" y="79"/>
                    <a:pt x="60" y="79"/>
                  </a:cubicBezTo>
                  <a:cubicBezTo>
                    <a:pt x="58" y="79"/>
                    <a:pt x="58" y="79"/>
                    <a:pt x="58" y="78"/>
                  </a:cubicBezTo>
                  <a:cubicBezTo>
                    <a:pt x="58" y="77"/>
                    <a:pt x="58" y="77"/>
                    <a:pt x="59" y="76"/>
                  </a:cubicBezTo>
                  <a:cubicBezTo>
                    <a:pt x="62" y="76"/>
                    <a:pt x="64" y="76"/>
                    <a:pt x="64" y="76"/>
                  </a:cubicBezTo>
                  <a:cubicBezTo>
                    <a:pt x="64" y="75"/>
                    <a:pt x="64" y="75"/>
                    <a:pt x="62" y="75"/>
                  </a:cubicBezTo>
                  <a:cubicBezTo>
                    <a:pt x="58" y="75"/>
                    <a:pt x="58" y="75"/>
                    <a:pt x="58" y="74"/>
                  </a:cubicBezTo>
                  <a:cubicBezTo>
                    <a:pt x="58" y="73"/>
                    <a:pt x="57" y="72"/>
                    <a:pt x="60" y="72"/>
                  </a:cubicBezTo>
                  <a:cubicBezTo>
                    <a:pt x="63" y="72"/>
                    <a:pt x="66" y="72"/>
                    <a:pt x="66" y="73"/>
                  </a:cubicBezTo>
                  <a:cubicBezTo>
                    <a:pt x="67" y="75"/>
                    <a:pt x="67" y="77"/>
                    <a:pt x="67" y="80"/>
                  </a:cubicBezTo>
                  <a:cubicBezTo>
                    <a:pt x="67" y="83"/>
                    <a:pt x="67" y="83"/>
                    <a:pt x="66" y="83"/>
                  </a:cubicBezTo>
                  <a:close/>
                  <a:moveTo>
                    <a:pt x="65" y="69"/>
                  </a:moveTo>
                  <a:cubicBezTo>
                    <a:pt x="64" y="70"/>
                    <a:pt x="60" y="64"/>
                    <a:pt x="58" y="61"/>
                  </a:cubicBezTo>
                  <a:cubicBezTo>
                    <a:pt x="57" y="59"/>
                    <a:pt x="53" y="56"/>
                    <a:pt x="50" y="56"/>
                  </a:cubicBezTo>
                  <a:cubicBezTo>
                    <a:pt x="45" y="56"/>
                    <a:pt x="38" y="64"/>
                    <a:pt x="37" y="67"/>
                  </a:cubicBezTo>
                  <a:cubicBezTo>
                    <a:pt x="36" y="69"/>
                    <a:pt x="35" y="70"/>
                    <a:pt x="33" y="69"/>
                  </a:cubicBezTo>
                  <a:cubicBezTo>
                    <a:pt x="32" y="68"/>
                    <a:pt x="32" y="68"/>
                    <a:pt x="33" y="66"/>
                  </a:cubicBezTo>
                  <a:cubicBezTo>
                    <a:pt x="34" y="63"/>
                    <a:pt x="40" y="56"/>
                    <a:pt x="43" y="55"/>
                  </a:cubicBezTo>
                  <a:cubicBezTo>
                    <a:pt x="45" y="52"/>
                    <a:pt x="46" y="52"/>
                    <a:pt x="47" y="49"/>
                  </a:cubicBezTo>
                  <a:cubicBezTo>
                    <a:pt x="47" y="43"/>
                    <a:pt x="47" y="42"/>
                    <a:pt x="46" y="42"/>
                  </a:cubicBezTo>
                  <a:cubicBezTo>
                    <a:pt x="44" y="41"/>
                    <a:pt x="37" y="40"/>
                    <a:pt x="37" y="45"/>
                  </a:cubicBezTo>
                  <a:cubicBezTo>
                    <a:pt x="36" y="49"/>
                    <a:pt x="36" y="50"/>
                    <a:pt x="36" y="52"/>
                  </a:cubicBezTo>
                  <a:cubicBezTo>
                    <a:pt x="36" y="54"/>
                    <a:pt x="36" y="54"/>
                    <a:pt x="34" y="54"/>
                  </a:cubicBezTo>
                  <a:cubicBezTo>
                    <a:pt x="33" y="54"/>
                    <a:pt x="33" y="46"/>
                    <a:pt x="33" y="41"/>
                  </a:cubicBezTo>
                  <a:cubicBezTo>
                    <a:pt x="34" y="38"/>
                    <a:pt x="36" y="39"/>
                    <a:pt x="39" y="38"/>
                  </a:cubicBezTo>
                  <a:cubicBezTo>
                    <a:pt x="41" y="38"/>
                    <a:pt x="43" y="38"/>
                    <a:pt x="44" y="38"/>
                  </a:cubicBezTo>
                  <a:cubicBezTo>
                    <a:pt x="46" y="38"/>
                    <a:pt x="47" y="37"/>
                    <a:pt x="47" y="35"/>
                  </a:cubicBezTo>
                  <a:cubicBezTo>
                    <a:pt x="47" y="33"/>
                    <a:pt x="48" y="33"/>
                    <a:pt x="49" y="32"/>
                  </a:cubicBezTo>
                  <a:cubicBezTo>
                    <a:pt x="51" y="32"/>
                    <a:pt x="51" y="33"/>
                    <a:pt x="51" y="35"/>
                  </a:cubicBezTo>
                  <a:cubicBezTo>
                    <a:pt x="52" y="37"/>
                    <a:pt x="51" y="38"/>
                    <a:pt x="54" y="38"/>
                  </a:cubicBezTo>
                  <a:cubicBezTo>
                    <a:pt x="57" y="38"/>
                    <a:pt x="60" y="38"/>
                    <a:pt x="61" y="38"/>
                  </a:cubicBezTo>
                  <a:cubicBezTo>
                    <a:pt x="64" y="38"/>
                    <a:pt x="66" y="38"/>
                    <a:pt x="66" y="43"/>
                  </a:cubicBezTo>
                  <a:cubicBezTo>
                    <a:pt x="66" y="47"/>
                    <a:pt x="67" y="50"/>
                    <a:pt x="66" y="52"/>
                  </a:cubicBezTo>
                  <a:cubicBezTo>
                    <a:pt x="65" y="52"/>
                    <a:pt x="64" y="53"/>
                    <a:pt x="63" y="53"/>
                  </a:cubicBezTo>
                  <a:cubicBezTo>
                    <a:pt x="62" y="52"/>
                    <a:pt x="64" y="44"/>
                    <a:pt x="61" y="42"/>
                  </a:cubicBezTo>
                  <a:cubicBezTo>
                    <a:pt x="59" y="41"/>
                    <a:pt x="54" y="41"/>
                    <a:pt x="52" y="42"/>
                  </a:cubicBezTo>
                  <a:cubicBezTo>
                    <a:pt x="51" y="43"/>
                    <a:pt x="51" y="46"/>
                    <a:pt x="51" y="48"/>
                  </a:cubicBezTo>
                  <a:cubicBezTo>
                    <a:pt x="51" y="50"/>
                    <a:pt x="51" y="51"/>
                    <a:pt x="55" y="54"/>
                  </a:cubicBezTo>
                  <a:cubicBezTo>
                    <a:pt x="58" y="56"/>
                    <a:pt x="62" y="60"/>
                    <a:pt x="65" y="64"/>
                  </a:cubicBezTo>
                  <a:cubicBezTo>
                    <a:pt x="67" y="66"/>
                    <a:pt x="69" y="68"/>
                    <a:pt x="65" y="69"/>
                  </a:cubicBezTo>
                  <a:close/>
                  <a:moveTo>
                    <a:pt x="67" y="21"/>
                  </a:moveTo>
                  <a:cubicBezTo>
                    <a:pt x="52" y="21"/>
                    <a:pt x="52" y="21"/>
                    <a:pt x="52" y="21"/>
                  </a:cubicBezTo>
                  <a:cubicBezTo>
                    <a:pt x="52" y="19"/>
                    <a:pt x="53" y="17"/>
                    <a:pt x="56" y="17"/>
                  </a:cubicBezTo>
                  <a:cubicBezTo>
                    <a:pt x="65" y="17"/>
                    <a:pt x="65" y="17"/>
                    <a:pt x="65" y="17"/>
                  </a:cubicBezTo>
                  <a:cubicBezTo>
                    <a:pt x="67" y="17"/>
                    <a:pt x="67" y="18"/>
                    <a:pt x="67" y="19"/>
                  </a:cubicBezTo>
                  <a:lnTo>
                    <a:pt x="67" y="21"/>
                  </a:lnTo>
                  <a:close/>
                  <a:moveTo>
                    <a:pt x="83" y="89"/>
                  </a:moveTo>
                  <a:cubicBezTo>
                    <a:pt x="82" y="90"/>
                    <a:pt x="80" y="90"/>
                    <a:pt x="79" y="91"/>
                  </a:cubicBezTo>
                  <a:cubicBezTo>
                    <a:pt x="79" y="92"/>
                    <a:pt x="79" y="97"/>
                    <a:pt x="79" y="97"/>
                  </a:cubicBezTo>
                  <a:cubicBezTo>
                    <a:pt x="80" y="98"/>
                    <a:pt x="81" y="97"/>
                    <a:pt x="82" y="97"/>
                  </a:cubicBezTo>
                  <a:cubicBezTo>
                    <a:pt x="84" y="97"/>
                    <a:pt x="84" y="101"/>
                    <a:pt x="83" y="101"/>
                  </a:cubicBezTo>
                  <a:cubicBezTo>
                    <a:pt x="82" y="101"/>
                    <a:pt x="79" y="102"/>
                    <a:pt x="77" y="102"/>
                  </a:cubicBezTo>
                  <a:cubicBezTo>
                    <a:pt x="75" y="102"/>
                    <a:pt x="74" y="102"/>
                    <a:pt x="72" y="102"/>
                  </a:cubicBezTo>
                  <a:cubicBezTo>
                    <a:pt x="70" y="102"/>
                    <a:pt x="70" y="101"/>
                    <a:pt x="70" y="100"/>
                  </a:cubicBezTo>
                  <a:cubicBezTo>
                    <a:pt x="70" y="99"/>
                    <a:pt x="70" y="98"/>
                    <a:pt x="71" y="98"/>
                  </a:cubicBezTo>
                  <a:cubicBezTo>
                    <a:pt x="73" y="98"/>
                    <a:pt x="74" y="98"/>
                    <a:pt x="75" y="97"/>
                  </a:cubicBezTo>
                  <a:cubicBezTo>
                    <a:pt x="76" y="97"/>
                    <a:pt x="75" y="95"/>
                    <a:pt x="75" y="93"/>
                  </a:cubicBezTo>
                  <a:cubicBezTo>
                    <a:pt x="75" y="92"/>
                    <a:pt x="76" y="91"/>
                    <a:pt x="74" y="91"/>
                  </a:cubicBezTo>
                  <a:cubicBezTo>
                    <a:pt x="71" y="92"/>
                    <a:pt x="71" y="92"/>
                    <a:pt x="71" y="88"/>
                  </a:cubicBezTo>
                  <a:cubicBezTo>
                    <a:pt x="71" y="86"/>
                    <a:pt x="71" y="85"/>
                    <a:pt x="71" y="83"/>
                  </a:cubicBezTo>
                  <a:cubicBezTo>
                    <a:pt x="71" y="81"/>
                    <a:pt x="71" y="80"/>
                    <a:pt x="73" y="80"/>
                  </a:cubicBezTo>
                  <a:cubicBezTo>
                    <a:pt x="75" y="79"/>
                    <a:pt x="74" y="83"/>
                    <a:pt x="74" y="85"/>
                  </a:cubicBezTo>
                  <a:cubicBezTo>
                    <a:pt x="74" y="86"/>
                    <a:pt x="74" y="88"/>
                    <a:pt x="75" y="88"/>
                  </a:cubicBezTo>
                  <a:cubicBezTo>
                    <a:pt x="77" y="88"/>
                    <a:pt x="76" y="83"/>
                    <a:pt x="76" y="79"/>
                  </a:cubicBezTo>
                  <a:cubicBezTo>
                    <a:pt x="76" y="76"/>
                    <a:pt x="75" y="75"/>
                    <a:pt x="77" y="74"/>
                  </a:cubicBezTo>
                  <a:cubicBezTo>
                    <a:pt x="79" y="74"/>
                    <a:pt x="79" y="75"/>
                    <a:pt x="79" y="77"/>
                  </a:cubicBezTo>
                  <a:cubicBezTo>
                    <a:pt x="79" y="79"/>
                    <a:pt x="79" y="87"/>
                    <a:pt x="80" y="87"/>
                  </a:cubicBezTo>
                  <a:cubicBezTo>
                    <a:pt x="82" y="87"/>
                    <a:pt x="81" y="80"/>
                    <a:pt x="81" y="79"/>
                  </a:cubicBezTo>
                  <a:cubicBezTo>
                    <a:pt x="81" y="77"/>
                    <a:pt x="81" y="77"/>
                    <a:pt x="83" y="77"/>
                  </a:cubicBezTo>
                  <a:cubicBezTo>
                    <a:pt x="84" y="76"/>
                    <a:pt x="84" y="76"/>
                    <a:pt x="84" y="78"/>
                  </a:cubicBezTo>
                  <a:cubicBezTo>
                    <a:pt x="85" y="79"/>
                    <a:pt x="85" y="81"/>
                    <a:pt x="85" y="82"/>
                  </a:cubicBezTo>
                  <a:cubicBezTo>
                    <a:pt x="84" y="84"/>
                    <a:pt x="84" y="85"/>
                    <a:pt x="84" y="86"/>
                  </a:cubicBezTo>
                  <a:cubicBezTo>
                    <a:pt x="84" y="88"/>
                    <a:pt x="83" y="89"/>
                    <a:pt x="83" y="89"/>
                  </a:cubicBezTo>
                  <a:close/>
                  <a:moveTo>
                    <a:pt x="91" y="107"/>
                  </a:moveTo>
                  <a:cubicBezTo>
                    <a:pt x="90" y="107"/>
                    <a:pt x="89" y="107"/>
                    <a:pt x="88" y="107"/>
                  </a:cubicBezTo>
                  <a:cubicBezTo>
                    <a:pt x="87" y="107"/>
                    <a:pt x="87" y="106"/>
                    <a:pt x="86" y="103"/>
                  </a:cubicBezTo>
                  <a:cubicBezTo>
                    <a:pt x="86" y="102"/>
                    <a:pt x="85" y="101"/>
                    <a:pt x="85" y="98"/>
                  </a:cubicBezTo>
                  <a:cubicBezTo>
                    <a:pt x="85" y="95"/>
                    <a:pt x="84" y="92"/>
                    <a:pt x="85" y="90"/>
                  </a:cubicBezTo>
                  <a:cubicBezTo>
                    <a:pt x="85" y="89"/>
                    <a:pt x="86" y="87"/>
                    <a:pt x="87" y="86"/>
                  </a:cubicBezTo>
                  <a:cubicBezTo>
                    <a:pt x="87" y="85"/>
                    <a:pt x="88" y="84"/>
                    <a:pt x="88" y="81"/>
                  </a:cubicBezTo>
                  <a:cubicBezTo>
                    <a:pt x="89" y="79"/>
                    <a:pt x="89" y="79"/>
                    <a:pt x="88" y="77"/>
                  </a:cubicBezTo>
                  <a:cubicBezTo>
                    <a:pt x="88" y="76"/>
                    <a:pt x="88" y="75"/>
                    <a:pt x="87" y="74"/>
                  </a:cubicBezTo>
                  <a:cubicBezTo>
                    <a:pt x="87" y="72"/>
                    <a:pt x="86" y="72"/>
                    <a:pt x="88" y="71"/>
                  </a:cubicBezTo>
                  <a:cubicBezTo>
                    <a:pt x="90" y="71"/>
                    <a:pt x="90" y="71"/>
                    <a:pt x="91" y="73"/>
                  </a:cubicBezTo>
                  <a:cubicBezTo>
                    <a:pt x="92" y="76"/>
                    <a:pt x="92" y="77"/>
                    <a:pt x="92" y="77"/>
                  </a:cubicBezTo>
                  <a:cubicBezTo>
                    <a:pt x="92" y="79"/>
                    <a:pt x="92" y="82"/>
                    <a:pt x="90" y="86"/>
                  </a:cubicBezTo>
                  <a:cubicBezTo>
                    <a:pt x="89" y="89"/>
                    <a:pt x="88" y="91"/>
                    <a:pt x="88" y="94"/>
                  </a:cubicBezTo>
                  <a:cubicBezTo>
                    <a:pt x="88" y="98"/>
                    <a:pt x="89" y="102"/>
                    <a:pt x="90" y="103"/>
                  </a:cubicBezTo>
                  <a:cubicBezTo>
                    <a:pt x="90" y="104"/>
                    <a:pt x="92" y="107"/>
                    <a:pt x="91" y="107"/>
                  </a:cubicBezTo>
                  <a:close/>
                  <a:moveTo>
                    <a:pt x="97" y="102"/>
                  </a:moveTo>
                  <a:cubicBezTo>
                    <a:pt x="97" y="104"/>
                    <a:pt x="99" y="106"/>
                    <a:pt x="98" y="107"/>
                  </a:cubicBezTo>
                  <a:cubicBezTo>
                    <a:pt x="97" y="107"/>
                    <a:pt x="95" y="107"/>
                    <a:pt x="95" y="106"/>
                  </a:cubicBezTo>
                  <a:cubicBezTo>
                    <a:pt x="94" y="105"/>
                    <a:pt x="93" y="103"/>
                    <a:pt x="92" y="100"/>
                  </a:cubicBezTo>
                  <a:cubicBezTo>
                    <a:pt x="92" y="96"/>
                    <a:pt x="92" y="94"/>
                    <a:pt x="92" y="91"/>
                  </a:cubicBezTo>
                  <a:cubicBezTo>
                    <a:pt x="93" y="86"/>
                    <a:pt x="96" y="85"/>
                    <a:pt x="96" y="81"/>
                  </a:cubicBezTo>
                  <a:cubicBezTo>
                    <a:pt x="96" y="78"/>
                    <a:pt x="96" y="77"/>
                    <a:pt x="95" y="76"/>
                  </a:cubicBezTo>
                  <a:cubicBezTo>
                    <a:pt x="95" y="74"/>
                    <a:pt x="93" y="71"/>
                    <a:pt x="95" y="71"/>
                  </a:cubicBezTo>
                  <a:cubicBezTo>
                    <a:pt x="97" y="71"/>
                    <a:pt x="97" y="72"/>
                    <a:pt x="97" y="72"/>
                  </a:cubicBezTo>
                  <a:cubicBezTo>
                    <a:pt x="98" y="73"/>
                    <a:pt x="100" y="76"/>
                    <a:pt x="100" y="78"/>
                  </a:cubicBezTo>
                  <a:cubicBezTo>
                    <a:pt x="100" y="81"/>
                    <a:pt x="99" y="84"/>
                    <a:pt x="98" y="87"/>
                  </a:cubicBezTo>
                  <a:cubicBezTo>
                    <a:pt x="96" y="90"/>
                    <a:pt x="95" y="91"/>
                    <a:pt x="95" y="94"/>
                  </a:cubicBezTo>
                  <a:cubicBezTo>
                    <a:pt x="96" y="96"/>
                    <a:pt x="96" y="98"/>
                    <a:pt x="97" y="102"/>
                  </a:cubicBezTo>
                  <a:close/>
                  <a:moveTo>
                    <a:pt x="106" y="84"/>
                  </a:moveTo>
                  <a:cubicBezTo>
                    <a:pt x="104" y="89"/>
                    <a:pt x="103" y="88"/>
                    <a:pt x="102" y="93"/>
                  </a:cubicBezTo>
                  <a:cubicBezTo>
                    <a:pt x="102" y="95"/>
                    <a:pt x="103" y="100"/>
                    <a:pt x="104" y="102"/>
                  </a:cubicBezTo>
                  <a:cubicBezTo>
                    <a:pt x="104" y="103"/>
                    <a:pt x="106" y="106"/>
                    <a:pt x="105" y="106"/>
                  </a:cubicBezTo>
                  <a:cubicBezTo>
                    <a:pt x="104" y="107"/>
                    <a:pt x="102" y="106"/>
                    <a:pt x="102" y="106"/>
                  </a:cubicBezTo>
                  <a:cubicBezTo>
                    <a:pt x="101" y="105"/>
                    <a:pt x="100" y="102"/>
                    <a:pt x="100" y="101"/>
                  </a:cubicBezTo>
                  <a:cubicBezTo>
                    <a:pt x="99" y="98"/>
                    <a:pt x="98" y="92"/>
                    <a:pt x="100" y="88"/>
                  </a:cubicBezTo>
                  <a:cubicBezTo>
                    <a:pt x="101" y="87"/>
                    <a:pt x="102" y="85"/>
                    <a:pt x="103" y="81"/>
                  </a:cubicBezTo>
                  <a:cubicBezTo>
                    <a:pt x="103" y="77"/>
                    <a:pt x="102" y="76"/>
                    <a:pt x="102" y="74"/>
                  </a:cubicBezTo>
                  <a:cubicBezTo>
                    <a:pt x="101" y="73"/>
                    <a:pt x="100" y="72"/>
                    <a:pt x="102" y="72"/>
                  </a:cubicBezTo>
                  <a:cubicBezTo>
                    <a:pt x="105" y="72"/>
                    <a:pt x="105" y="73"/>
                    <a:pt x="106" y="75"/>
                  </a:cubicBezTo>
                  <a:cubicBezTo>
                    <a:pt x="106" y="78"/>
                    <a:pt x="106" y="79"/>
                    <a:pt x="106" y="84"/>
                  </a:cubicBezTo>
                  <a:close/>
                  <a:moveTo>
                    <a:pt x="105" y="67"/>
                  </a:moveTo>
                  <a:cubicBezTo>
                    <a:pt x="103" y="68"/>
                    <a:pt x="103" y="67"/>
                    <a:pt x="103" y="64"/>
                  </a:cubicBezTo>
                  <a:cubicBezTo>
                    <a:pt x="103" y="63"/>
                    <a:pt x="103" y="57"/>
                    <a:pt x="101" y="56"/>
                  </a:cubicBezTo>
                  <a:cubicBezTo>
                    <a:pt x="99" y="55"/>
                    <a:pt x="97" y="55"/>
                    <a:pt x="96" y="56"/>
                  </a:cubicBezTo>
                  <a:cubicBezTo>
                    <a:pt x="96" y="56"/>
                    <a:pt x="96" y="66"/>
                    <a:pt x="96" y="66"/>
                  </a:cubicBezTo>
                  <a:cubicBezTo>
                    <a:pt x="96" y="69"/>
                    <a:pt x="95" y="68"/>
                    <a:pt x="94" y="68"/>
                  </a:cubicBezTo>
                  <a:cubicBezTo>
                    <a:pt x="92" y="67"/>
                    <a:pt x="92" y="66"/>
                    <a:pt x="92" y="65"/>
                  </a:cubicBezTo>
                  <a:cubicBezTo>
                    <a:pt x="92" y="63"/>
                    <a:pt x="92" y="56"/>
                    <a:pt x="92" y="56"/>
                  </a:cubicBezTo>
                  <a:cubicBezTo>
                    <a:pt x="92" y="56"/>
                    <a:pt x="88" y="55"/>
                    <a:pt x="87" y="59"/>
                  </a:cubicBezTo>
                  <a:cubicBezTo>
                    <a:pt x="87" y="63"/>
                    <a:pt x="86" y="65"/>
                    <a:pt x="86" y="66"/>
                  </a:cubicBezTo>
                  <a:cubicBezTo>
                    <a:pt x="86" y="67"/>
                    <a:pt x="86" y="67"/>
                    <a:pt x="86" y="67"/>
                  </a:cubicBezTo>
                  <a:cubicBezTo>
                    <a:pt x="85" y="68"/>
                    <a:pt x="84" y="68"/>
                    <a:pt x="83" y="68"/>
                  </a:cubicBezTo>
                  <a:cubicBezTo>
                    <a:pt x="83" y="66"/>
                    <a:pt x="83" y="64"/>
                    <a:pt x="84" y="62"/>
                  </a:cubicBezTo>
                  <a:cubicBezTo>
                    <a:pt x="84" y="59"/>
                    <a:pt x="85" y="57"/>
                    <a:pt x="85" y="55"/>
                  </a:cubicBezTo>
                  <a:cubicBezTo>
                    <a:pt x="86" y="54"/>
                    <a:pt x="89" y="53"/>
                    <a:pt x="92" y="52"/>
                  </a:cubicBezTo>
                  <a:cubicBezTo>
                    <a:pt x="93" y="52"/>
                    <a:pt x="93" y="50"/>
                    <a:pt x="92" y="50"/>
                  </a:cubicBezTo>
                  <a:cubicBezTo>
                    <a:pt x="91" y="49"/>
                    <a:pt x="89" y="50"/>
                    <a:pt x="87" y="50"/>
                  </a:cubicBezTo>
                  <a:cubicBezTo>
                    <a:pt x="86" y="50"/>
                    <a:pt x="85" y="51"/>
                    <a:pt x="84" y="49"/>
                  </a:cubicBezTo>
                  <a:cubicBezTo>
                    <a:pt x="84" y="48"/>
                    <a:pt x="84" y="47"/>
                    <a:pt x="86" y="47"/>
                  </a:cubicBezTo>
                  <a:cubicBezTo>
                    <a:pt x="90" y="47"/>
                    <a:pt x="90" y="47"/>
                    <a:pt x="90" y="47"/>
                  </a:cubicBezTo>
                  <a:cubicBezTo>
                    <a:pt x="90" y="47"/>
                    <a:pt x="92" y="47"/>
                    <a:pt x="92" y="46"/>
                  </a:cubicBezTo>
                  <a:cubicBezTo>
                    <a:pt x="92" y="46"/>
                    <a:pt x="93" y="44"/>
                    <a:pt x="93" y="43"/>
                  </a:cubicBezTo>
                  <a:cubicBezTo>
                    <a:pt x="93" y="43"/>
                    <a:pt x="94" y="43"/>
                    <a:pt x="95" y="43"/>
                  </a:cubicBezTo>
                  <a:cubicBezTo>
                    <a:pt x="96" y="44"/>
                    <a:pt x="96" y="44"/>
                    <a:pt x="96" y="45"/>
                  </a:cubicBezTo>
                  <a:cubicBezTo>
                    <a:pt x="96" y="46"/>
                    <a:pt x="96" y="46"/>
                    <a:pt x="100" y="46"/>
                  </a:cubicBezTo>
                  <a:cubicBezTo>
                    <a:pt x="103" y="46"/>
                    <a:pt x="105" y="46"/>
                    <a:pt x="105" y="47"/>
                  </a:cubicBezTo>
                  <a:cubicBezTo>
                    <a:pt x="105" y="48"/>
                    <a:pt x="105" y="49"/>
                    <a:pt x="105" y="49"/>
                  </a:cubicBezTo>
                  <a:cubicBezTo>
                    <a:pt x="105" y="50"/>
                    <a:pt x="104" y="49"/>
                    <a:pt x="102" y="50"/>
                  </a:cubicBezTo>
                  <a:cubicBezTo>
                    <a:pt x="100" y="50"/>
                    <a:pt x="97" y="50"/>
                    <a:pt x="96" y="50"/>
                  </a:cubicBezTo>
                  <a:cubicBezTo>
                    <a:pt x="96" y="50"/>
                    <a:pt x="96" y="51"/>
                    <a:pt x="96" y="51"/>
                  </a:cubicBezTo>
                  <a:cubicBezTo>
                    <a:pt x="96" y="52"/>
                    <a:pt x="96" y="52"/>
                    <a:pt x="98" y="52"/>
                  </a:cubicBezTo>
                  <a:cubicBezTo>
                    <a:pt x="105" y="54"/>
                    <a:pt x="105" y="54"/>
                    <a:pt x="106" y="58"/>
                  </a:cubicBezTo>
                  <a:cubicBezTo>
                    <a:pt x="106" y="62"/>
                    <a:pt x="106" y="64"/>
                    <a:pt x="106" y="65"/>
                  </a:cubicBezTo>
                  <a:cubicBezTo>
                    <a:pt x="106" y="66"/>
                    <a:pt x="107" y="67"/>
                    <a:pt x="105" y="67"/>
                  </a:cubicBezTo>
                  <a:close/>
                </a:path>
              </a:pathLst>
            </a:custGeom>
            <a:grpFill/>
            <a:ln>
              <a:noFill/>
            </a:ln>
          </p:spPr>
          <p:txBody>
            <a:bodyPr/>
            <a:lstStyle/>
            <a:p>
              <a:pPr>
                <a:defRPr/>
              </a:pPr>
              <a:endParaRPr lang="zh-CN" altLang="en-US"/>
            </a:p>
          </p:txBody>
        </p:sp>
        <p:sp>
          <p:nvSpPr>
            <p:cNvPr id="76" name="Freeform 69">
              <a:extLst>
                <a:ext uri="{FF2B5EF4-FFF2-40B4-BE49-F238E27FC236}">
                  <a16:creationId xmlns:a16="http://schemas.microsoft.com/office/drawing/2014/main" id="{7134594C-A98B-4334-AD1E-6C222A1C80AA}"/>
                </a:ext>
              </a:extLst>
            </p:cNvPr>
            <p:cNvSpPr>
              <a:spLocks/>
            </p:cNvSpPr>
            <p:nvPr/>
          </p:nvSpPr>
          <p:spPr bwMode="auto">
            <a:xfrm>
              <a:off x="4656138" y="5248275"/>
              <a:ext cx="26988" cy="28575"/>
            </a:xfrm>
            <a:custGeom>
              <a:avLst/>
              <a:gdLst>
                <a:gd name="T0" fmla="*/ 3 w 5"/>
                <a:gd name="T1" fmla="*/ 5 h 5"/>
                <a:gd name="T2" fmla="*/ 4 w 5"/>
                <a:gd name="T3" fmla="*/ 5 h 5"/>
                <a:gd name="T4" fmla="*/ 5 w 5"/>
                <a:gd name="T5" fmla="*/ 1 h 5"/>
                <a:gd name="T6" fmla="*/ 1 w 5"/>
                <a:gd name="T7" fmla="*/ 0 h 5"/>
                <a:gd name="T8" fmla="*/ 0 w 5"/>
                <a:gd name="T9" fmla="*/ 1 h 5"/>
                <a:gd name="T10" fmla="*/ 3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3" y="5"/>
                  </a:moveTo>
                  <a:cubicBezTo>
                    <a:pt x="4" y="5"/>
                    <a:pt x="4" y="5"/>
                    <a:pt x="4" y="5"/>
                  </a:cubicBezTo>
                  <a:cubicBezTo>
                    <a:pt x="5" y="4"/>
                    <a:pt x="5" y="3"/>
                    <a:pt x="5" y="1"/>
                  </a:cubicBezTo>
                  <a:cubicBezTo>
                    <a:pt x="4" y="0"/>
                    <a:pt x="3" y="0"/>
                    <a:pt x="1" y="0"/>
                  </a:cubicBezTo>
                  <a:cubicBezTo>
                    <a:pt x="1" y="0"/>
                    <a:pt x="0" y="0"/>
                    <a:pt x="0" y="1"/>
                  </a:cubicBezTo>
                  <a:cubicBezTo>
                    <a:pt x="1" y="5"/>
                    <a:pt x="1" y="4"/>
                    <a:pt x="3" y="5"/>
                  </a:cubicBezTo>
                  <a:close/>
                </a:path>
              </a:pathLst>
            </a:custGeom>
            <a:grpFill/>
            <a:ln>
              <a:noFill/>
            </a:ln>
          </p:spPr>
          <p:txBody>
            <a:bodyPr/>
            <a:lstStyle/>
            <a:p>
              <a:pPr>
                <a:defRPr/>
              </a:pPr>
              <a:endParaRPr lang="zh-CN" altLang="en-US"/>
            </a:p>
          </p:txBody>
        </p:sp>
        <p:sp>
          <p:nvSpPr>
            <p:cNvPr id="77" name="Freeform 70">
              <a:extLst>
                <a:ext uri="{FF2B5EF4-FFF2-40B4-BE49-F238E27FC236}">
                  <a16:creationId xmlns:a16="http://schemas.microsoft.com/office/drawing/2014/main" id="{3A7BB13E-A931-4C32-A1FA-4E688A4FB11D}"/>
                </a:ext>
              </a:extLst>
            </p:cNvPr>
            <p:cNvSpPr>
              <a:spLocks/>
            </p:cNvSpPr>
            <p:nvPr/>
          </p:nvSpPr>
          <p:spPr bwMode="auto">
            <a:xfrm>
              <a:off x="4587875" y="5253038"/>
              <a:ext cx="28575" cy="23813"/>
            </a:xfrm>
            <a:custGeom>
              <a:avLst/>
              <a:gdLst>
                <a:gd name="T0" fmla="*/ 1 w 5"/>
                <a:gd name="T1" fmla="*/ 4 h 4"/>
                <a:gd name="T2" fmla="*/ 2 w 5"/>
                <a:gd name="T3" fmla="*/ 4 h 4"/>
                <a:gd name="T4" fmla="*/ 5 w 5"/>
                <a:gd name="T5" fmla="*/ 0 h 4"/>
                <a:gd name="T6" fmla="*/ 2 w 5"/>
                <a:gd name="T7" fmla="*/ 0 h 4"/>
                <a:gd name="T8" fmla="*/ 1 w 5"/>
                <a:gd name="T9" fmla="*/ 1 h 4"/>
                <a:gd name="T10" fmla="*/ 1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1" y="4"/>
                  </a:moveTo>
                  <a:cubicBezTo>
                    <a:pt x="2" y="4"/>
                    <a:pt x="2" y="4"/>
                    <a:pt x="2" y="4"/>
                  </a:cubicBezTo>
                  <a:cubicBezTo>
                    <a:pt x="4" y="4"/>
                    <a:pt x="4" y="2"/>
                    <a:pt x="5" y="0"/>
                  </a:cubicBezTo>
                  <a:cubicBezTo>
                    <a:pt x="5" y="0"/>
                    <a:pt x="3" y="0"/>
                    <a:pt x="2" y="0"/>
                  </a:cubicBezTo>
                  <a:cubicBezTo>
                    <a:pt x="1" y="0"/>
                    <a:pt x="1" y="0"/>
                    <a:pt x="1" y="1"/>
                  </a:cubicBezTo>
                  <a:cubicBezTo>
                    <a:pt x="0" y="2"/>
                    <a:pt x="0" y="4"/>
                    <a:pt x="1" y="4"/>
                  </a:cubicBezTo>
                  <a:close/>
                </a:path>
              </a:pathLst>
            </a:custGeom>
            <a:grpFill/>
            <a:ln>
              <a:noFill/>
            </a:ln>
          </p:spPr>
          <p:txBody>
            <a:bodyPr/>
            <a:lstStyle/>
            <a:p>
              <a:pPr>
                <a:defRPr/>
              </a:pPr>
              <a:endParaRPr lang="zh-CN" altLang="en-US"/>
            </a:p>
          </p:txBody>
        </p:sp>
      </p:grpSp>
      <p:sp>
        <p:nvSpPr>
          <p:cNvPr id="2" name="标题 1">
            <a:extLst>
              <a:ext uri="{FF2B5EF4-FFF2-40B4-BE49-F238E27FC236}">
                <a16:creationId xmlns:a16="http://schemas.microsoft.com/office/drawing/2014/main" id="{E23D4580-1074-430C-A162-1133596FA548}"/>
              </a:ext>
            </a:extLst>
          </p:cNvPr>
          <p:cNvSpPr>
            <a:spLocks noGrp="1"/>
          </p:cNvSpPr>
          <p:nvPr>
            <p:ph type="ctrTitle"/>
          </p:nvPr>
        </p:nvSpPr>
        <p:spPr>
          <a:xfrm>
            <a:off x="1528501" y="1500737"/>
            <a:ext cx="9144000" cy="1019999"/>
          </a:xfrm>
        </p:spPr>
        <p:txBody>
          <a:bodyPr/>
          <a:lstStyle/>
          <a:p>
            <a:r>
              <a:rPr lang="zh-CN" altLang="en-US" sz="4800" dirty="0">
                <a:latin typeface="华文行楷" panose="02010800040101010101" pitchFamily="2" charset="-122"/>
                <a:ea typeface="华文行楷" panose="02010800040101010101" pitchFamily="2" charset="-122"/>
              </a:rPr>
              <a:t>致敬毛泽东</a:t>
            </a:r>
            <a:endParaRPr lang="zh-CN" altLang="en-US" dirty="0">
              <a:latin typeface="华文行楷" panose="02010800040101010101" pitchFamily="2" charset="-122"/>
              <a:ea typeface="华文行楷" panose="02010800040101010101" pitchFamily="2" charset="-122"/>
            </a:endParaRPr>
          </a:p>
        </p:txBody>
      </p:sp>
      <p:sp>
        <p:nvSpPr>
          <p:cNvPr id="3" name="文本框 2">
            <a:extLst>
              <a:ext uri="{FF2B5EF4-FFF2-40B4-BE49-F238E27FC236}">
                <a16:creationId xmlns:a16="http://schemas.microsoft.com/office/drawing/2014/main" id="{C4011236-3767-498F-8020-74684A68E50E}"/>
              </a:ext>
            </a:extLst>
          </p:cNvPr>
          <p:cNvSpPr txBox="1"/>
          <p:nvPr/>
        </p:nvSpPr>
        <p:spPr>
          <a:xfrm>
            <a:off x="2729626" y="2780928"/>
            <a:ext cx="7254806" cy="369332"/>
          </a:xfrm>
          <a:prstGeom prst="rect">
            <a:avLst/>
          </a:prstGeom>
          <a:noFill/>
        </p:spPr>
        <p:txBody>
          <a:bodyPr wrap="square" rtlCol="0">
            <a:spAutoFit/>
          </a:bodyPr>
          <a:lstStyle/>
          <a:p>
            <a:r>
              <a:rPr lang="zh-CN" altLang="en-US" dirty="0">
                <a:latin typeface="华文行楷" panose="02010800040101010101" pitchFamily="2" charset="-122"/>
                <a:ea typeface="华文行楷" panose="02010800040101010101" pitchFamily="2" charset="-122"/>
              </a:rPr>
              <a:t>他自风雨和磨难中走来，目光所至皆为华夏，五星闪耀皆为信仰。</a:t>
            </a:r>
          </a:p>
        </p:txBody>
      </p:sp>
      <p:sp>
        <p:nvSpPr>
          <p:cNvPr id="78" name="文本框 77">
            <a:extLst>
              <a:ext uri="{FF2B5EF4-FFF2-40B4-BE49-F238E27FC236}">
                <a16:creationId xmlns:a16="http://schemas.microsoft.com/office/drawing/2014/main" id="{9059C40B-1605-4025-A282-40D3600A9AF1}"/>
              </a:ext>
            </a:extLst>
          </p:cNvPr>
          <p:cNvSpPr txBox="1"/>
          <p:nvPr/>
        </p:nvSpPr>
        <p:spPr>
          <a:xfrm>
            <a:off x="4917566" y="3429000"/>
            <a:ext cx="2317249" cy="369332"/>
          </a:xfrm>
          <a:prstGeom prst="rect">
            <a:avLst/>
          </a:prstGeom>
          <a:noFill/>
        </p:spPr>
        <p:txBody>
          <a:bodyPr wrap="square">
            <a:spAutoFit/>
          </a:bodyPr>
          <a:lstStyle/>
          <a:p>
            <a:r>
              <a:rPr lang="zh-CN" altLang="en-US" dirty="0">
                <a:latin typeface="华文行楷" panose="02010800040101010101" pitchFamily="2" charset="-122"/>
                <a:ea typeface="华文行楷" panose="02010800040101010101" pitchFamily="2" charset="-122"/>
              </a:rPr>
              <a:t>清澈之爱，只为中华</a:t>
            </a:r>
          </a:p>
        </p:txBody>
      </p:sp>
      <p:sp>
        <p:nvSpPr>
          <p:cNvPr id="79" name="文本框 78">
            <a:extLst>
              <a:ext uri="{FF2B5EF4-FFF2-40B4-BE49-F238E27FC236}">
                <a16:creationId xmlns:a16="http://schemas.microsoft.com/office/drawing/2014/main" id="{2B5FDAA5-EF6B-4EC5-B694-1C977A1E8DEE}"/>
              </a:ext>
            </a:extLst>
          </p:cNvPr>
          <p:cNvSpPr txBox="1"/>
          <p:nvPr/>
        </p:nvSpPr>
        <p:spPr>
          <a:xfrm>
            <a:off x="4678543" y="4106035"/>
            <a:ext cx="2777147" cy="1477328"/>
          </a:xfrm>
          <a:prstGeom prst="rect">
            <a:avLst/>
          </a:prstGeom>
          <a:noFill/>
        </p:spPr>
        <p:txBody>
          <a:bodyPr wrap="square">
            <a:spAutoFit/>
          </a:bodyPr>
          <a:lstStyle/>
          <a:p>
            <a:r>
              <a:rPr lang="zh-CN" altLang="en-US" sz="2400" dirty="0">
                <a:latin typeface="华文行楷" panose="02010800040101010101" pitchFamily="2" charset="-122"/>
                <a:ea typeface="华文行楷" panose="02010800040101010101" pitchFamily="2" charset="-122"/>
              </a:rPr>
              <a:t>演讲：       刘炳辰</a:t>
            </a:r>
            <a:endParaRPr lang="en-US" altLang="zh-CN" sz="2400" dirty="0">
              <a:latin typeface="华文行楷" panose="02010800040101010101" pitchFamily="2" charset="-122"/>
              <a:ea typeface="华文行楷" panose="02010800040101010101" pitchFamily="2" charset="-122"/>
            </a:endParaRPr>
          </a:p>
          <a:p>
            <a:r>
              <a:rPr lang="en-US" altLang="zh-CN" sz="2400" dirty="0">
                <a:latin typeface="华文行楷" panose="02010800040101010101" pitchFamily="2" charset="-122"/>
                <a:ea typeface="华文行楷" panose="02010800040101010101" pitchFamily="2" charset="-122"/>
              </a:rPr>
              <a:t>PPT</a:t>
            </a:r>
            <a:r>
              <a:rPr lang="zh-CN" altLang="en-US" sz="2400" dirty="0">
                <a:latin typeface="华文行楷" panose="02010800040101010101" pitchFamily="2" charset="-122"/>
                <a:ea typeface="华文行楷" panose="02010800040101010101" pitchFamily="2" charset="-122"/>
              </a:rPr>
              <a:t>排版：王培鸿</a:t>
            </a:r>
          </a:p>
          <a:p>
            <a:r>
              <a:rPr lang="en-US" altLang="zh-CN" sz="2400" dirty="0">
                <a:latin typeface="华文行楷" panose="02010800040101010101" pitchFamily="2" charset="-122"/>
                <a:ea typeface="华文行楷" panose="02010800040101010101" pitchFamily="2" charset="-122"/>
              </a:rPr>
              <a:t>PPT</a:t>
            </a:r>
            <a:r>
              <a:rPr lang="zh-CN" altLang="en-US" sz="2400" dirty="0">
                <a:latin typeface="华文行楷" panose="02010800040101010101" pitchFamily="2" charset="-122"/>
                <a:ea typeface="华文行楷" panose="02010800040101010101" pitchFamily="2" charset="-122"/>
              </a:rPr>
              <a:t>内容：王博成</a:t>
            </a:r>
          </a:p>
          <a:p>
            <a:endParaRPr lang="zh-CN" altLang="en-US"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9218" name="图片 2">
            <a:extLst>
              <a:ext uri="{FF2B5EF4-FFF2-40B4-BE49-F238E27FC236}">
                <a16:creationId xmlns:a16="http://schemas.microsoft.com/office/drawing/2014/main" id="{0F1504BC-723B-4C48-84B8-6E725D8D4B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19" name="组合 1">
            <a:extLst>
              <a:ext uri="{FF2B5EF4-FFF2-40B4-BE49-F238E27FC236}">
                <a16:creationId xmlns:a16="http://schemas.microsoft.com/office/drawing/2014/main" id="{020C6DF7-0170-40E3-910A-8A5D173AC0C5}"/>
              </a:ext>
            </a:extLst>
          </p:cNvPr>
          <p:cNvGrpSpPr>
            <a:grpSpLocks/>
          </p:cNvGrpSpPr>
          <p:nvPr/>
        </p:nvGrpSpPr>
        <p:grpSpPr bwMode="auto">
          <a:xfrm>
            <a:off x="1106488" y="2474913"/>
            <a:ext cx="2174875" cy="2525712"/>
            <a:chOff x="2667" y="4170"/>
            <a:chExt cx="3428" cy="3977"/>
          </a:xfrm>
        </p:grpSpPr>
        <p:sp>
          <p:nvSpPr>
            <p:cNvPr id="9240" name="文本框 8">
              <a:extLst>
                <a:ext uri="{FF2B5EF4-FFF2-40B4-BE49-F238E27FC236}">
                  <a16:creationId xmlns:a16="http://schemas.microsoft.com/office/drawing/2014/main" id="{4ECB464E-730F-4B08-AE84-689A6C0F6AB9}"/>
                </a:ext>
              </a:extLst>
            </p:cNvPr>
            <p:cNvSpPr txBox="1">
              <a:spLocks noChangeArrowheads="1"/>
            </p:cNvSpPr>
            <p:nvPr/>
          </p:nvSpPr>
          <p:spPr bwMode="auto">
            <a:xfrm>
              <a:off x="4350" y="4170"/>
              <a:ext cx="1745" cy="3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6000">
                  <a:latin typeface="经典隶书简" pitchFamily="49" charset="-122"/>
                  <a:ea typeface="经典隶书简" pitchFamily="49" charset="-122"/>
                </a:rPr>
                <a:t>目录</a:t>
              </a:r>
            </a:p>
          </p:txBody>
        </p:sp>
        <p:pic>
          <p:nvPicPr>
            <p:cNvPr id="9241" name="图片 9" descr="鹤">
              <a:extLst>
                <a:ext uri="{FF2B5EF4-FFF2-40B4-BE49-F238E27FC236}">
                  <a16:creationId xmlns:a16="http://schemas.microsoft.com/office/drawing/2014/main" id="{2FDB58DB-59FC-4A37-A866-E8E2B5962B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15338" b="21613"/>
            <a:stretch>
              <a:fillRect/>
            </a:stretch>
          </p:blipFill>
          <p:spPr bwMode="auto">
            <a:xfrm rot="180000">
              <a:off x="2667" y="6067"/>
              <a:ext cx="3297" cy="2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220" name="图片 4">
            <a:extLst>
              <a:ext uri="{FF2B5EF4-FFF2-40B4-BE49-F238E27FC236}">
                <a16:creationId xmlns:a16="http://schemas.microsoft.com/office/drawing/2014/main" id="{8E54279F-9EF7-44C5-981C-20108DFCBF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90675" y="1925638"/>
            <a:ext cx="2268538"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21" name="组合 42">
            <a:extLst>
              <a:ext uri="{FF2B5EF4-FFF2-40B4-BE49-F238E27FC236}">
                <a16:creationId xmlns:a16="http://schemas.microsoft.com/office/drawing/2014/main" id="{BEBBB144-56B4-48EE-9AB5-5E479FE52E89}"/>
              </a:ext>
            </a:extLst>
          </p:cNvPr>
          <p:cNvGrpSpPr>
            <a:grpSpLocks/>
          </p:cNvGrpSpPr>
          <p:nvPr/>
        </p:nvGrpSpPr>
        <p:grpSpPr bwMode="auto">
          <a:xfrm>
            <a:off x="4583832" y="1791227"/>
            <a:ext cx="4494818" cy="3978550"/>
            <a:chOff x="3886" y="2369"/>
            <a:chExt cx="7077" cy="6266"/>
          </a:xfrm>
        </p:grpSpPr>
        <p:sp>
          <p:nvSpPr>
            <p:cNvPr id="9223" name="文本框 23">
              <a:extLst>
                <a:ext uri="{FF2B5EF4-FFF2-40B4-BE49-F238E27FC236}">
                  <a16:creationId xmlns:a16="http://schemas.microsoft.com/office/drawing/2014/main" id="{0A59D8CD-1B47-4A15-A711-0248D4C7BAE1}"/>
                </a:ext>
              </a:extLst>
            </p:cNvPr>
            <p:cNvSpPr txBox="1">
              <a:spLocks noChangeArrowheads="1"/>
            </p:cNvSpPr>
            <p:nvPr/>
          </p:nvSpPr>
          <p:spPr bwMode="auto">
            <a:xfrm>
              <a:off x="7723" y="4414"/>
              <a:ext cx="969" cy="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汉仪方隶简" pitchFamily="2" charset="-122"/>
                  <a:ea typeface="汉仪方隶简" pitchFamily="2" charset="-122"/>
                </a:rPr>
                <a:t>毛泽东思想</a:t>
              </a:r>
            </a:p>
          </p:txBody>
        </p:sp>
        <p:sp>
          <p:nvSpPr>
            <p:cNvPr id="9225" name="文本框 25">
              <a:extLst>
                <a:ext uri="{FF2B5EF4-FFF2-40B4-BE49-F238E27FC236}">
                  <a16:creationId xmlns:a16="http://schemas.microsoft.com/office/drawing/2014/main" id="{4931D5E7-E17F-4AC6-969C-E36B590905E8}"/>
                </a:ext>
              </a:extLst>
            </p:cNvPr>
            <p:cNvSpPr txBox="1">
              <a:spLocks noChangeArrowheads="1"/>
            </p:cNvSpPr>
            <p:nvPr/>
          </p:nvSpPr>
          <p:spPr bwMode="auto">
            <a:xfrm>
              <a:off x="5679" y="4414"/>
              <a:ext cx="969" cy="3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汉仪方隶简" pitchFamily="2" charset="-122"/>
                  <a:ea typeface="汉仪方隶简" pitchFamily="2" charset="-122"/>
                </a:rPr>
                <a:t>毛泽东生平</a:t>
              </a:r>
            </a:p>
          </p:txBody>
        </p:sp>
        <p:grpSp>
          <p:nvGrpSpPr>
            <p:cNvPr id="9226" name="组合 27">
              <a:extLst>
                <a:ext uri="{FF2B5EF4-FFF2-40B4-BE49-F238E27FC236}">
                  <a16:creationId xmlns:a16="http://schemas.microsoft.com/office/drawing/2014/main" id="{0D602C9F-2B67-4329-B199-7D187DAD1D81}"/>
                </a:ext>
              </a:extLst>
            </p:cNvPr>
            <p:cNvGrpSpPr>
              <a:grpSpLocks/>
            </p:cNvGrpSpPr>
            <p:nvPr/>
          </p:nvGrpSpPr>
          <p:grpSpPr bwMode="auto">
            <a:xfrm>
              <a:off x="5598" y="2369"/>
              <a:ext cx="5365" cy="1445"/>
              <a:chOff x="5642" y="2005"/>
              <a:chExt cx="5365" cy="1445"/>
            </a:xfrm>
          </p:grpSpPr>
          <p:sp>
            <p:nvSpPr>
              <p:cNvPr id="9239" name="文本框 30">
                <a:extLst>
                  <a:ext uri="{FF2B5EF4-FFF2-40B4-BE49-F238E27FC236}">
                    <a16:creationId xmlns:a16="http://schemas.microsoft.com/office/drawing/2014/main" id="{33F47A69-B749-42EA-98DB-1EC6C8F9F3D5}"/>
                  </a:ext>
                </a:extLst>
              </p:cNvPr>
              <p:cNvSpPr txBox="1">
                <a:spLocks noChangeArrowheads="1"/>
              </p:cNvSpPr>
              <p:nvPr/>
            </p:nvSpPr>
            <p:spPr bwMode="auto">
              <a:xfrm>
                <a:off x="5766" y="2226"/>
                <a:ext cx="971"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壹</a:t>
                </a:r>
              </a:p>
            </p:txBody>
          </p:sp>
          <p:grpSp>
            <p:nvGrpSpPr>
              <p:cNvPr id="9229" name="组合 31">
                <a:extLst>
                  <a:ext uri="{FF2B5EF4-FFF2-40B4-BE49-F238E27FC236}">
                    <a16:creationId xmlns:a16="http://schemas.microsoft.com/office/drawing/2014/main" id="{2B543D5C-CD70-458B-96C1-7AE9CE4AFD77}"/>
                  </a:ext>
                </a:extLst>
              </p:cNvPr>
              <p:cNvGrpSpPr>
                <a:grpSpLocks/>
              </p:cNvGrpSpPr>
              <p:nvPr/>
            </p:nvGrpSpPr>
            <p:grpSpPr bwMode="auto">
              <a:xfrm>
                <a:off x="7773" y="2031"/>
                <a:ext cx="3234" cy="1306"/>
                <a:chOff x="7773" y="2030"/>
                <a:chExt cx="3234" cy="1306"/>
              </a:xfrm>
            </p:grpSpPr>
            <p:pic>
              <p:nvPicPr>
                <p:cNvPr id="9236" name="图片 32" descr="水墨圆圈">
                  <a:extLst>
                    <a:ext uri="{FF2B5EF4-FFF2-40B4-BE49-F238E27FC236}">
                      <a16:creationId xmlns:a16="http://schemas.microsoft.com/office/drawing/2014/main" id="{E69809E2-7721-4C4F-8577-FA73C69D70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t="54404" r="52885"/>
                <a:stretch>
                  <a:fillRect/>
                </a:stretch>
              </p:blipFill>
              <p:spPr bwMode="auto">
                <a:xfrm rot="17220000">
                  <a:off x="9734" y="2063"/>
                  <a:ext cx="1306" cy="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7" name="文本框 33">
                  <a:extLst>
                    <a:ext uri="{FF2B5EF4-FFF2-40B4-BE49-F238E27FC236}">
                      <a16:creationId xmlns:a16="http://schemas.microsoft.com/office/drawing/2014/main" id="{5026FD00-4662-46A5-BDF8-1064D5528D7B}"/>
                    </a:ext>
                  </a:extLst>
                </p:cNvPr>
                <p:cNvSpPr txBox="1">
                  <a:spLocks noChangeArrowheads="1"/>
                </p:cNvSpPr>
                <p:nvPr/>
              </p:nvSpPr>
              <p:spPr bwMode="auto">
                <a:xfrm>
                  <a:off x="7773" y="2225"/>
                  <a:ext cx="986"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贰</a:t>
                  </a:r>
                </a:p>
              </p:txBody>
            </p:sp>
          </p:grpSp>
          <p:grpSp>
            <p:nvGrpSpPr>
              <p:cNvPr id="9230" name="组合 34">
                <a:extLst>
                  <a:ext uri="{FF2B5EF4-FFF2-40B4-BE49-F238E27FC236}">
                    <a16:creationId xmlns:a16="http://schemas.microsoft.com/office/drawing/2014/main" id="{A7A718EE-45DB-43C3-80AC-977AB0BA5799}"/>
                  </a:ext>
                </a:extLst>
              </p:cNvPr>
              <p:cNvGrpSpPr>
                <a:grpSpLocks/>
              </p:cNvGrpSpPr>
              <p:nvPr/>
            </p:nvGrpSpPr>
            <p:grpSpPr bwMode="auto">
              <a:xfrm>
                <a:off x="7585" y="2005"/>
                <a:ext cx="2962" cy="1445"/>
                <a:chOff x="7623" y="2064"/>
                <a:chExt cx="2962" cy="1445"/>
              </a:xfrm>
            </p:grpSpPr>
            <p:pic>
              <p:nvPicPr>
                <p:cNvPr id="9234" name="图片 35" descr="水墨圆圈">
                  <a:extLst>
                    <a:ext uri="{FF2B5EF4-FFF2-40B4-BE49-F238E27FC236}">
                      <a16:creationId xmlns:a16="http://schemas.microsoft.com/office/drawing/2014/main" id="{10899FC4-74B9-497E-ABFA-10F0FDD3603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46567" b="48634"/>
                <a:stretch>
                  <a:fillRect/>
                </a:stretch>
              </p:blipFill>
              <p:spPr bwMode="auto">
                <a:xfrm rot="5400000">
                  <a:off x="7581" y="2106"/>
                  <a:ext cx="1445" cy="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5" name="文本框 36">
                  <a:extLst>
                    <a:ext uri="{FF2B5EF4-FFF2-40B4-BE49-F238E27FC236}">
                      <a16:creationId xmlns:a16="http://schemas.microsoft.com/office/drawing/2014/main" id="{2B23F1FA-6C23-4B56-AB83-160BDB2F6D36}"/>
                    </a:ext>
                  </a:extLst>
                </p:cNvPr>
                <p:cNvSpPr txBox="1">
                  <a:spLocks noChangeArrowheads="1"/>
                </p:cNvSpPr>
                <p:nvPr/>
              </p:nvSpPr>
              <p:spPr bwMode="auto">
                <a:xfrm>
                  <a:off x="9937" y="2285"/>
                  <a:ext cx="648"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汉仪方隶简" pitchFamily="2" charset="-122"/>
                      <a:ea typeface="汉仪方隶简" pitchFamily="2" charset="-122"/>
                    </a:rPr>
                    <a:t>叁</a:t>
                  </a:r>
                </a:p>
              </p:txBody>
            </p:sp>
          </p:grpSp>
          <p:pic>
            <p:nvPicPr>
              <p:cNvPr id="9232" name="图片 38" descr="水墨圆圈">
                <a:extLst>
                  <a:ext uri="{FF2B5EF4-FFF2-40B4-BE49-F238E27FC236}">
                    <a16:creationId xmlns:a16="http://schemas.microsoft.com/office/drawing/2014/main" id="{FEFD3C3D-84FA-4A78-8883-43D97A7BE1E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r="51883" b="50558"/>
              <a:stretch>
                <a:fillRect/>
              </a:stretch>
            </p:blipFill>
            <p:spPr bwMode="auto">
              <a:xfrm>
                <a:off x="5642" y="2169"/>
                <a:ext cx="1251" cy="1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27" name="文本框 41" descr="毛泽东生平&#10;">
              <a:extLst>
                <a:ext uri="{FF2B5EF4-FFF2-40B4-BE49-F238E27FC236}">
                  <a16:creationId xmlns:a16="http://schemas.microsoft.com/office/drawing/2014/main" id="{29D8EDDE-80C1-4BA9-BE59-7C1707E316AE}"/>
                </a:ext>
              </a:extLst>
            </p:cNvPr>
            <p:cNvSpPr txBox="1">
              <a:spLocks noChangeArrowheads="1"/>
            </p:cNvSpPr>
            <p:nvPr/>
          </p:nvSpPr>
          <p:spPr bwMode="auto">
            <a:xfrm>
              <a:off x="3886" y="5342"/>
              <a:ext cx="969" cy="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dirty="0">
                <a:latin typeface="汉仪方隶简" pitchFamily="2" charset="-122"/>
                <a:ea typeface="汉仪方隶简" pitchFamily="2" charset="-122"/>
              </a:endParaRPr>
            </a:p>
          </p:txBody>
        </p:sp>
      </p:grpSp>
      <p:sp>
        <p:nvSpPr>
          <p:cNvPr id="27" name="文本框 23">
            <a:extLst>
              <a:ext uri="{FF2B5EF4-FFF2-40B4-BE49-F238E27FC236}">
                <a16:creationId xmlns:a16="http://schemas.microsoft.com/office/drawing/2014/main" id="{AFD256E2-3A9A-489F-BA59-2870A3542A5D}"/>
              </a:ext>
            </a:extLst>
          </p:cNvPr>
          <p:cNvSpPr txBox="1">
            <a:spLocks noChangeArrowheads="1"/>
          </p:cNvSpPr>
          <p:nvPr/>
        </p:nvSpPr>
        <p:spPr bwMode="auto">
          <a:xfrm>
            <a:off x="8343424" y="3089687"/>
            <a:ext cx="615553" cy="2090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dirty="0">
                <a:latin typeface="汉仪方隶简" pitchFamily="2" charset="-122"/>
                <a:ea typeface="汉仪方隶简" pitchFamily="2" charset="-122"/>
              </a:rPr>
              <a:t>人物评价</a:t>
            </a:r>
          </a:p>
        </p:txBody>
      </p:sp>
    </p:spTree>
    <p:custDataLst>
      <p:tags r:id="rId1"/>
    </p:custDataLst>
    <p:extLst>
      <p:ext uri="{BB962C8B-B14F-4D97-AF65-F5344CB8AC3E}">
        <p14:creationId xmlns:p14="http://schemas.microsoft.com/office/powerpoint/2010/main" val="733904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16" name="组合 1">
            <a:extLst>
              <a:ext uri="{FF2B5EF4-FFF2-40B4-BE49-F238E27FC236}">
                <a16:creationId xmlns:a16="http://schemas.microsoft.com/office/drawing/2014/main" id="{40076987-3A19-4509-88A4-649CFB8542B7}"/>
              </a:ext>
            </a:extLst>
          </p:cNvPr>
          <p:cNvGrpSpPr>
            <a:grpSpLocks/>
          </p:cNvGrpSpPr>
          <p:nvPr/>
        </p:nvGrpSpPr>
        <p:grpSpPr bwMode="auto">
          <a:xfrm>
            <a:off x="1158385" y="644137"/>
            <a:ext cx="4400550" cy="749300"/>
            <a:chOff x="1625" y="1578"/>
            <a:chExt cx="6926" cy="1180"/>
          </a:xfrm>
        </p:grpSpPr>
        <p:grpSp>
          <p:nvGrpSpPr>
            <p:cNvPr id="13318" name="组合 11">
              <a:extLst>
                <a:ext uri="{FF2B5EF4-FFF2-40B4-BE49-F238E27FC236}">
                  <a16:creationId xmlns:a16="http://schemas.microsoft.com/office/drawing/2014/main" id="{940032F1-7064-4344-96CD-5C7A22E11E24}"/>
                </a:ext>
              </a:extLst>
            </p:cNvPr>
            <p:cNvGrpSpPr>
              <a:grpSpLocks/>
            </p:cNvGrpSpPr>
            <p:nvPr/>
          </p:nvGrpSpPr>
          <p:grpSpPr bwMode="auto">
            <a:xfrm>
              <a:off x="1625" y="1578"/>
              <a:ext cx="1251" cy="1180"/>
              <a:chOff x="11725" y="3033"/>
              <a:chExt cx="1251" cy="1180"/>
            </a:xfrm>
          </p:grpSpPr>
          <p:pic>
            <p:nvPicPr>
              <p:cNvPr id="13320" name="图片 29" descr="水墨圆圈">
                <a:extLst>
                  <a:ext uri="{FF2B5EF4-FFF2-40B4-BE49-F238E27FC236}">
                    <a16:creationId xmlns:a16="http://schemas.microsoft.com/office/drawing/2014/main" id="{0C175FAE-E19D-49BE-8771-07033613C2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51306" t="53165"/>
              <a:stretch>
                <a:fillRect/>
              </a:stretch>
            </p:blipFill>
            <p:spPr bwMode="auto">
              <a:xfrm rot="-1560000">
                <a:off x="11725" y="3033"/>
                <a:ext cx="1251" cy="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1" name="文本框 10">
                <a:extLst>
                  <a:ext uri="{FF2B5EF4-FFF2-40B4-BE49-F238E27FC236}">
                    <a16:creationId xmlns:a16="http://schemas.microsoft.com/office/drawing/2014/main" id="{E3E7CFAD-7997-4BA5-A9FF-9B75AC014788}"/>
                  </a:ext>
                </a:extLst>
              </p:cNvPr>
              <p:cNvSpPr txBox="1">
                <a:spLocks noChangeArrowheads="1"/>
              </p:cNvSpPr>
              <p:nvPr/>
            </p:nvSpPr>
            <p:spPr bwMode="auto">
              <a:xfrm>
                <a:off x="11866" y="3180"/>
                <a:ext cx="971" cy="1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a:latin typeface="汉仪方隶简" pitchFamily="2" charset="-122"/>
                    <a:ea typeface="汉仪方隶简" pitchFamily="2" charset="-122"/>
                  </a:rPr>
                  <a:t>壹</a:t>
                </a:r>
              </a:p>
            </p:txBody>
          </p:sp>
        </p:grpSp>
        <p:sp>
          <p:nvSpPr>
            <p:cNvPr id="13319" name="文本框 12">
              <a:extLst>
                <a:ext uri="{FF2B5EF4-FFF2-40B4-BE49-F238E27FC236}">
                  <a16:creationId xmlns:a16="http://schemas.microsoft.com/office/drawing/2014/main" id="{C6DB445E-0E97-447D-A467-BA193D59C348}"/>
                </a:ext>
              </a:extLst>
            </p:cNvPr>
            <p:cNvSpPr txBox="1">
              <a:spLocks noChangeArrowheads="1"/>
            </p:cNvSpPr>
            <p:nvPr/>
          </p:nvSpPr>
          <p:spPr bwMode="auto">
            <a:xfrm>
              <a:off x="2878" y="1773"/>
              <a:ext cx="5673" cy="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汉仪方隶简" pitchFamily="2" charset="-122"/>
                  <a:ea typeface="汉仪方隶简" pitchFamily="2" charset="-122"/>
                </a:rPr>
                <a:t>毛泽东生平</a:t>
              </a:r>
            </a:p>
          </p:txBody>
        </p:sp>
      </p:grpSp>
      <p:sp>
        <p:nvSpPr>
          <p:cNvPr id="25" name="文本框 24">
            <a:extLst>
              <a:ext uri="{FF2B5EF4-FFF2-40B4-BE49-F238E27FC236}">
                <a16:creationId xmlns:a16="http://schemas.microsoft.com/office/drawing/2014/main" id="{E428D8C3-D63C-4CBA-9AD0-1D0854BB035C}"/>
              </a:ext>
            </a:extLst>
          </p:cNvPr>
          <p:cNvSpPr txBox="1"/>
          <p:nvPr/>
        </p:nvSpPr>
        <p:spPr>
          <a:xfrm>
            <a:off x="1343472" y="5690903"/>
            <a:ext cx="9700435" cy="369332"/>
          </a:xfrm>
          <a:prstGeom prst="rect">
            <a:avLst/>
          </a:prstGeom>
          <a:noFill/>
        </p:spPr>
        <p:txBody>
          <a:bodyPr wrap="square">
            <a:spAutoFit/>
          </a:bodyPr>
          <a:lstStyle/>
          <a:p>
            <a:r>
              <a:rPr lang="zh-CN" altLang="en-US" sz="1800" dirty="0"/>
              <a:t>毛主席不仅是一个爱国的民族主义者，还是一个真正的国际主义者，是一个真正的</a:t>
            </a:r>
            <a:r>
              <a:rPr lang="zh-CN" altLang="en-US" dirty="0"/>
              <a:t>共产</a:t>
            </a:r>
            <a:r>
              <a:rPr lang="zh-CN" altLang="en-US" sz="1800" dirty="0"/>
              <a:t>主义者</a:t>
            </a:r>
          </a:p>
        </p:txBody>
      </p:sp>
      <p:pic>
        <p:nvPicPr>
          <p:cNvPr id="16" name="图片 15">
            <a:extLst>
              <a:ext uri="{FF2B5EF4-FFF2-40B4-BE49-F238E27FC236}">
                <a16:creationId xmlns:a16="http://schemas.microsoft.com/office/drawing/2014/main" id="{92AA271D-F62B-48C8-B3D7-0CDF289D30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47972" y="1503288"/>
            <a:ext cx="2975820" cy="4175748"/>
          </a:xfrm>
          <a:prstGeom prst="rect">
            <a:avLst/>
          </a:prstGeom>
        </p:spPr>
      </p:pic>
      <p:sp>
        <p:nvSpPr>
          <p:cNvPr id="20" name="文本框 19">
            <a:extLst>
              <a:ext uri="{FF2B5EF4-FFF2-40B4-BE49-F238E27FC236}">
                <a16:creationId xmlns:a16="http://schemas.microsoft.com/office/drawing/2014/main" id="{CE7A2287-CC60-41DD-9A92-73CA56939DCF}"/>
              </a:ext>
            </a:extLst>
          </p:cNvPr>
          <p:cNvSpPr txBox="1"/>
          <p:nvPr/>
        </p:nvSpPr>
        <p:spPr>
          <a:xfrm>
            <a:off x="4849650" y="1443841"/>
            <a:ext cx="5710846" cy="2585323"/>
          </a:xfrm>
          <a:prstGeom prst="rect">
            <a:avLst/>
          </a:prstGeom>
          <a:noFill/>
        </p:spPr>
        <p:txBody>
          <a:bodyPr wrap="square">
            <a:spAutoFit/>
          </a:bodyPr>
          <a:lstStyle/>
          <a:p>
            <a:pPr algn="l"/>
            <a:r>
              <a:rPr lang="zh-CN" altLang="en-US" dirty="0">
                <a:solidFill>
                  <a:srgbClr val="000000"/>
                </a:solidFill>
                <a:latin typeface="宋体" panose="02010600030101010101" pitchFamily="2" charset="-122"/>
              </a:rPr>
              <a:t>    毛泽东（</a:t>
            </a:r>
            <a:r>
              <a:rPr lang="en-US" altLang="zh-CN" dirty="0">
                <a:solidFill>
                  <a:srgbClr val="000000"/>
                </a:solidFill>
                <a:latin typeface="宋体" panose="02010600030101010101" pitchFamily="2" charset="-122"/>
              </a:rPr>
              <a:t>1893</a:t>
            </a:r>
            <a:r>
              <a:rPr lang="zh-CN" altLang="en-US" dirty="0">
                <a:solidFill>
                  <a:srgbClr val="000000"/>
                </a:solidFill>
                <a:latin typeface="宋体" panose="02010600030101010101" pitchFamily="2" charset="-122"/>
              </a:rPr>
              <a:t>年</a:t>
            </a:r>
            <a:r>
              <a:rPr lang="en-US" altLang="zh-CN" dirty="0">
                <a:solidFill>
                  <a:srgbClr val="000000"/>
                </a:solidFill>
                <a:latin typeface="宋体" panose="02010600030101010101" pitchFamily="2" charset="-122"/>
              </a:rPr>
              <a:t>12</a:t>
            </a:r>
            <a:r>
              <a:rPr lang="zh-CN" altLang="en-US" dirty="0">
                <a:solidFill>
                  <a:srgbClr val="000000"/>
                </a:solidFill>
                <a:latin typeface="宋体" panose="02010600030101010101" pitchFamily="2" charset="-122"/>
              </a:rPr>
              <a:t>月</a:t>
            </a:r>
            <a:r>
              <a:rPr lang="en-US" altLang="zh-CN" dirty="0">
                <a:solidFill>
                  <a:srgbClr val="000000"/>
                </a:solidFill>
                <a:latin typeface="宋体" panose="02010600030101010101" pitchFamily="2" charset="-122"/>
              </a:rPr>
              <a:t>26</a:t>
            </a:r>
            <a:r>
              <a:rPr lang="zh-CN" altLang="en-US" dirty="0">
                <a:solidFill>
                  <a:srgbClr val="000000"/>
                </a:solidFill>
                <a:latin typeface="宋体" panose="02010600030101010101" pitchFamily="2" charset="-122"/>
              </a:rPr>
              <a:t>日</a:t>
            </a:r>
            <a:r>
              <a:rPr lang="en-US" altLang="zh-CN" dirty="0">
                <a:solidFill>
                  <a:srgbClr val="000000"/>
                </a:solidFill>
                <a:latin typeface="宋体" panose="02010600030101010101" pitchFamily="2" charset="-122"/>
              </a:rPr>
              <a:t>-1976</a:t>
            </a:r>
            <a:r>
              <a:rPr lang="zh-CN" altLang="en-US" dirty="0">
                <a:solidFill>
                  <a:srgbClr val="000000"/>
                </a:solidFill>
                <a:latin typeface="宋体" panose="02010600030101010101" pitchFamily="2" charset="-122"/>
              </a:rPr>
              <a:t>年</a:t>
            </a:r>
            <a:r>
              <a:rPr lang="en-US" altLang="zh-CN" dirty="0">
                <a:solidFill>
                  <a:srgbClr val="000000"/>
                </a:solidFill>
                <a:latin typeface="宋体" panose="02010600030101010101" pitchFamily="2" charset="-122"/>
              </a:rPr>
              <a:t>9</a:t>
            </a:r>
            <a:r>
              <a:rPr lang="zh-CN" altLang="en-US" dirty="0">
                <a:solidFill>
                  <a:srgbClr val="000000"/>
                </a:solidFill>
                <a:latin typeface="宋体" panose="02010600030101010101" pitchFamily="2" charset="-122"/>
              </a:rPr>
              <a:t>月</a:t>
            </a:r>
            <a:r>
              <a:rPr lang="en-US" altLang="zh-CN" dirty="0">
                <a:solidFill>
                  <a:srgbClr val="000000"/>
                </a:solidFill>
                <a:latin typeface="宋体" panose="02010600030101010101" pitchFamily="2" charset="-122"/>
              </a:rPr>
              <a:t>9</a:t>
            </a:r>
            <a:r>
              <a:rPr lang="zh-CN" altLang="en-US" dirty="0">
                <a:solidFill>
                  <a:srgbClr val="000000"/>
                </a:solidFill>
                <a:latin typeface="宋体" panose="02010600030101010101" pitchFamily="2" charset="-122"/>
              </a:rPr>
              <a:t>日）</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字润之（原作咏芝，后改润芝）</a:t>
            </a:r>
            <a:r>
              <a:rPr lang="en-US" altLang="zh-CN" dirty="0">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笔名子任</a:t>
            </a:r>
            <a:r>
              <a:rPr lang="en-US" altLang="zh-CN" dirty="0">
                <a:solidFill>
                  <a:srgbClr val="000000"/>
                </a:solidFill>
                <a:latin typeface="宋体" panose="02010600030101010101" pitchFamily="2" charset="-122"/>
              </a:rPr>
              <a:t>,</a:t>
            </a:r>
            <a:r>
              <a:rPr lang="zh-CN" altLang="en-US" b="0" i="0" dirty="0">
                <a:solidFill>
                  <a:srgbClr val="000000"/>
                </a:solidFill>
                <a:effectLst/>
                <a:latin typeface="宋体" panose="02010600030101010101" pitchFamily="2" charset="-122"/>
                <a:ea typeface="宋体" panose="02010600030101010101" pitchFamily="2" charset="-122"/>
              </a:rPr>
              <a:t>生于湖南湘潭韶山冲一个农民家庭</a:t>
            </a:r>
            <a:r>
              <a:rPr lang="en-US" altLang="zh-CN" b="0" i="0" dirty="0">
                <a:solidFill>
                  <a:srgbClr val="000000"/>
                </a:solidFill>
                <a:effectLst/>
                <a:latin typeface="宋体" panose="02010600030101010101" pitchFamily="2" charset="-122"/>
                <a:ea typeface="宋体" panose="02010600030101010101" pitchFamily="2" charset="-122"/>
              </a:rPr>
              <a:t>.</a:t>
            </a:r>
            <a:r>
              <a:rPr lang="zh-CN" altLang="en-US" dirty="0">
                <a:solidFill>
                  <a:srgbClr val="000000"/>
                </a:solidFill>
                <a:latin typeface="宋体" panose="02010600030101010101" pitchFamily="2" charset="-122"/>
              </a:rPr>
              <a:t>中国人民的领袖，伟大的马克思主义者，伟大的无产阶级革命家 、战略家、理论家，中国共产党、中国人民解放军和中华人民共和国的主要缔造者和领导人，</a:t>
            </a:r>
            <a:r>
              <a:rPr lang="zh-CN" altLang="en-US" b="0" i="0" dirty="0">
                <a:solidFill>
                  <a:srgbClr val="000000"/>
                </a:solidFill>
                <a:effectLst/>
                <a:latin typeface="宋体" panose="02010600030101010101" pitchFamily="2" charset="-122"/>
                <a:ea typeface="宋体" panose="02010600030101010101" pitchFamily="2" charset="-122"/>
              </a:rPr>
              <a:t>诗人，书法家</a:t>
            </a:r>
            <a:r>
              <a:rPr lang="en-US" altLang="zh-CN" b="0" i="0" dirty="0">
                <a:solidFill>
                  <a:srgbClr val="000000"/>
                </a:solidFill>
                <a:effectLst/>
                <a:latin typeface="宋体" panose="02010600030101010101" pitchFamily="2" charset="-122"/>
                <a:ea typeface="宋体" panose="02010600030101010101" pitchFamily="2" charset="-122"/>
              </a:rPr>
              <a:t>,</a:t>
            </a:r>
            <a:r>
              <a:rPr lang="zh-CN" altLang="en-US" dirty="0">
                <a:solidFill>
                  <a:srgbClr val="000000"/>
                </a:solidFill>
                <a:latin typeface="宋体" panose="02010600030101010101" pitchFamily="2" charset="-122"/>
              </a:rPr>
              <a:t>马克思主义中国化的伟大开拓者，近代以来中国伟大的爱国者和民族英雄，中国共产党第一代中央领导集体的核心，领导中国人民彻底改变自己命运和国家面貌的一代伟人 。</a:t>
            </a:r>
          </a:p>
        </p:txBody>
      </p:sp>
      <p:sp>
        <p:nvSpPr>
          <p:cNvPr id="22" name="文本框 21">
            <a:extLst>
              <a:ext uri="{FF2B5EF4-FFF2-40B4-BE49-F238E27FC236}">
                <a16:creationId xmlns:a16="http://schemas.microsoft.com/office/drawing/2014/main" id="{F54C38F1-C16D-482F-9BB9-118AD92F9E5E}"/>
              </a:ext>
            </a:extLst>
          </p:cNvPr>
          <p:cNvSpPr txBox="1"/>
          <p:nvPr/>
        </p:nvSpPr>
        <p:spPr>
          <a:xfrm>
            <a:off x="4849650" y="4029164"/>
            <a:ext cx="5710846" cy="1477328"/>
          </a:xfrm>
          <a:prstGeom prst="rect">
            <a:avLst/>
          </a:prstGeom>
          <a:noFill/>
        </p:spPr>
        <p:txBody>
          <a:bodyPr wrap="square">
            <a:spAutoFit/>
          </a:bodyPr>
          <a:lstStyle/>
          <a:p>
            <a:r>
              <a:rPr lang="en-US" altLang="zh-CN" dirty="0">
                <a:solidFill>
                  <a:srgbClr val="000000"/>
                </a:solidFill>
                <a:latin typeface="宋体" panose="02010600030101010101" pitchFamily="2" charset="-122"/>
              </a:rPr>
              <a:t>    1949</a:t>
            </a:r>
            <a:r>
              <a:rPr lang="zh-CN" altLang="en-US" dirty="0">
                <a:solidFill>
                  <a:srgbClr val="000000"/>
                </a:solidFill>
                <a:latin typeface="宋体" panose="02010600030101010101" pitchFamily="2" charset="-122"/>
              </a:rPr>
              <a:t>至</a:t>
            </a:r>
            <a:r>
              <a:rPr lang="en-US" altLang="zh-CN" dirty="0">
                <a:solidFill>
                  <a:srgbClr val="000000"/>
                </a:solidFill>
                <a:latin typeface="宋体" panose="02010600030101010101" pitchFamily="2" charset="-122"/>
              </a:rPr>
              <a:t>1976</a:t>
            </a:r>
            <a:r>
              <a:rPr lang="zh-CN" altLang="en-US" dirty="0">
                <a:solidFill>
                  <a:srgbClr val="000000"/>
                </a:solidFill>
                <a:latin typeface="宋体" panose="02010600030101010101" pitchFamily="2" charset="-122"/>
              </a:rPr>
              <a:t>年，毛泽东担任中华人民共和国最高领导人。他对马克思列宁主义的发展、军事理论的贡献以及对共产党的理论贡献被称为毛泽东思想。因毛泽东担任过的主要职务几乎全部称为主席，所以也被人们尊称为“毛主席”。</a:t>
            </a:r>
            <a:endParaRPr lang="zh-CN" altLang="en-US"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2">
            <a:extLst>
              <a:ext uri="{FF2B5EF4-FFF2-40B4-BE49-F238E27FC236}">
                <a16:creationId xmlns:a16="http://schemas.microsoft.com/office/drawing/2014/main" id="{FA64AADF-EE26-4B1D-B8DF-045C963B1710}"/>
              </a:ext>
            </a:extLst>
          </p:cNvPr>
          <p:cNvSpPr txBox="1">
            <a:spLocks noChangeArrowheads="1"/>
          </p:cNvSpPr>
          <p:nvPr/>
        </p:nvSpPr>
        <p:spPr bwMode="auto">
          <a:xfrm>
            <a:off x="1954500" y="767962"/>
            <a:ext cx="3604436" cy="58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dirty="0">
                <a:latin typeface="汉仪方隶简" pitchFamily="2" charset="-122"/>
                <a:ea typeface="汉仪方隶简" pitchFamily="2" charset="-122"/>
              </a:rPr>
              <a:t>毛泽东思想</a:t>
            </a:r>
          </a:p>
        </p:txBody>
      </p:sp>
      <p:sp>
        <p:nvSpPr>
          <p:cNvPr id="13" name="文本框 12">
            <a:extLst>
              <a:ext uri="{FF2B5EF4-FFF2-40B4-BE49-F238E27FC236}">
                <a16:creationId xmlns:a16="http://schemas.microsoft.com/office/drawing/2014/main" id="{1F8332BA-6B4D-42C6-ACF4-45FB97F5D9F3}"/>
              </a:ext>
            </a:extLst>
          </p:cNvPr>
          <p:cNvSpPr txBox="1"/>
          <p:nvPr/>
        </p:nvSpPr>
        <p:spPr>
          <a:xfrm>
            <a:off x="886664" y="1927851"/>
            <a:ext cx="4320480" cy="2031325"/>
          </a:xfrm>
          <a:prstGeom prst="rect">
            <a:avLst/>
          </a:prstGeom>
          <a:noFill/>
        </p:spPr>
        <p:txBody>
          <a:bodyPr wrap="square" rtlCol="0">
            <a:spAutoFit/>
          </a:bodyPr>
          <a:lstStyle/>
          <a:p>
            <a:r>
              <a:rPr lang="zh-CN" altLang="zh-CN" sz="1800" kern="100" dirty="0">
                <a:effectLst/>
                <a:ea typeface="宋体" panose="02010600030101010101" pitchFamily="2" charset="-122"/>
                <a:cs typeface="宋体" panose="02010600030101010101" pitchFamily="2" charset="-122"/>
              </a:rPr>
              <a:t>新民主主义革命理论、社会主义革命和社会主义建设理论、革命军队建设和军事战略的理论、政策和策略的理论、思想政治工作和文化工作的理论、党的建设理论</a:t>
            </a:r>
            <a:r>
              <a:rPr lang="zh-CN" altLang="en-US" sz="1800" kern="100" dirty="0">
                <a:effectLst/>
                <a:ea typeface="宋体" panose="02010600030101010101" pitchFamily="2" charset="-122"/>
                <a:cs typeface="宋体" panose="02010600030101010101" pitchFamily="2" charset="-122"/>
              </a:rPr>
              <a:t>。</a:t>
            </a:r>
            <a:endParaRPr lang="en-US" altLang="zh-CN" sz="1800" kern="100" dirty="0">
              <a:effectLst/>
              <a:ea typeface="宋体" panose="02010600030101010101" pitchFamily="2" charset="-122"/>
              <a:cs typeface="宋体" panose="02010600030101010101" pitchFamily="2" charset="-122"/>
            </a:endParaRPr>
          </a:p>
          <a:p>
            <a:r>
              <a:rPr lang="zh-CN" altLang="zh-CN" sz="1800" kern="100" dirty="0">
                <a:effectLst/>
                <a:ea typeface="宋体" panose="02010600030101010101" pitchFamily="2" charset="-122"/>
                <a:cs typeface="宋体" panose="02010600030101010101" pitchFamily="2" charset="-122"/>
              </a:rPr>
              <a:t>毛泽东思想紧紧围绕中国革命和建设的主题，提出了一系列相互关联的重要理论观点，构成了一个完整的科学思想体系。</a:t>
            </a:r>
            <a:endParaRPr lang="zh-CN" altLang="en-US" dirty="0"/>
          </a:p>
        </p:txBody>
      </p:sp>
      <p:sp>
        <p:nvSpPr>
          <p:cNvPr id="14" name="文本框 13">
            <a:extLst>
              <a:ext uri="{FF2B5EF4-FFF2-40B4-BE49-F238E27FC236}">
                <a16:creationId xmlns:a16="http://schemas.microsoft.com/office/drawing/2014/main" id="{820551D6-9E8E-4596-A9A2-4A2199F90625}"/>
              </a:ext>
            </a:extLst>
          </p:cNvPr>
          <p:cNvSpPr txBox="1"/>
          <p:nvPr/>
        </p:nvSpPr>
        <p:spPr>
          <a:xfrm>
            <a:off x="5826248" y="1466500"/>
            <a:ext cx="5063415" cy="677108"/>
          </a:xfrm>
          <a:prstGeom prst="rect">
            <a:avLst/>
          </a:prstGeom>
          <a:noFill/>
        </p:spPr>
        <p:txBody>
          <a:bodyPr wrap="square" rtlCol="0">
            <a:spAutoFit/>
          </a:bodyPr>
          <a:lstStyle/>
          <a:p>
            <a:r>
              <a:rPr lang="zh-CN" altLang="en-US" sz="2000" b="1" dirty="0"/>
              <a:t>毛泽东思想在革命中的体现：</a:t>
            </a:r>
            <a:endParaRPr lang="en-US" altLang="zh-CN" sz="2000" b="1" dirty="0"/>
          </a:p>
          <a:p>
            <a:endParaRPr lang="zh-CN" altLang="en-US" dirty="0"/>
          </a:p>
        </p:txBody>
      </p:sp>
      <p:sp>
        <p:nvSpPr>
          <p:cNvPr id="15" name="文本框 14">
            <a:extLst>
              <a:ext uri="{FF2B5EF4-FFF2-40B4-BE49-F238E27FC236}">
                <a16:creationId xmlns:a16="http://schemas.microsoft.com/office/drawing/2014/main" id="{FDB19F38-6650-403D-B8E6-AC2703B6D8B3}"/>
              </a:ext>
            </a:extLst>
          </p:cNvPr>
          <p:cNvSpPr txBox="1"/>
          <p:nvPr/>
        </p:nvSpPr>
        <p:spPr>
          <a:xfrm>
            <a:off x="5877164" y="2036146"/>
            <a:ext cx="1402354" cy="369332"/>
          </a:xfrm>
          <a:prstGeom prst="rect">
            <a:avLst/>
          </a:prstGeom>
          <a:noFill/>
        </p:spPr>
        <p:txBody>
          <a:bodyPr wrap="square">
            <a:spAutoFit/>
          </a:bodyPr>
          <a:lstStyle/>
          <a:p>
            <a:r>
              <a:rPr lang="zh-CN" altLang="en-US" sz="1800" dirty="0"/>
              <a:t>政治革命</a:t>
            </a:r>
            <a:endParaRPr lang="zh-CN" altLang="en-US" dirty="0"/>
          </a:p>
        </p:txBody>
      </p:sp>
      <p:sp>
        <p:nvSpPr>
          <p:cNvPr id="17" name="文本框 16">
            <a:extLst>
              <a:ext uri="{FF2B5EF4-FFF2-40B4-BE49-F238E27FC236}">
                <a16:creationId xmlns:a16="http://schemas.microsoft.com/office/drawing/2014/main" id="{B6E797C1-6F33-419E-BED8-BA4307B34A06}"/>
              </a:ext>
            </a:extLst>
          </p:cNvPr>
          <p:cNvSpPr txBox="1"/>
          <p:nvPr/>
        </p:nvSpPr>
        <p:spPr>
          <a:xfrm>
            <a:off x="5877164" y="3701930"/>
            <a:ext cx="1978418" cy="369332"/>
          </a:xfrm>
          <a:prstGeom prst="rect">
            <a:avLst/>
          </a:prstGeom>
          <a:noFill/>
        </p:spPr>
        <p:txBody>
          <a:bodyPr wrap="square">
            <a:spAutoFit/>
          </a:bodyPr>
          <a:lstStyle/>
          <a:p>
            <a:r>
              <a:rPr lang="zh-CN" altLang="en-US" sz="1800" dirty="0"/>
              <a:t>经济革命</a:t>
            </a:r>
            <a:endParaRPr lang="zh-CN" altLang="en-US" dirty="0"/>
          </a:p>
        </p:txBody>
      </p:sp>
      <p:sp>
        <p:nvSpPr>
          <p:cNvPr id="18" name="文本框 17">
            <a:extLst>
              <a:ext uri="{FF2B5EF4-FFF2-40B4-BE49-F238E27FC236}">
                <a16:creationId xmlns:a16="http://schemas.microsoft.com/office/drawing/2014/main" id="{2FD6D965-17A8-41C7-B3D5-8B2E696E08B0}"/>
              </a:ext>
            </a:extLst>
          </p:cNvPr>
          <p:cNvSpPr txBox="1"/>
          <p:nvPr/>
        </p:nvSpPr>
        <p:spPr>
          <a:xfrm>
            <a:off x="5874038" y="4536887"/>
            <a:ext cx="1618378" cy="369332"/>
          </a:xfrm>
          <a:prstGeom prst="rect">
            <a:avLst/>
          </a:prstGeom>
          <a:noFill/>
        </p:spPr>
        <p:txBody>
          <a:bodyPr wrap="square">
            <a:spAutoFit/>
          </a:bodyPr>
          <a:lstStyle/>
          <a:p>
            <a:r>
              <a:rPr lang="zh-CN" altLang="en-US" sz="1800" dirty="0"/>
              <a:t>文化革命</a:t>
            </a:r>
            <a:endParaRPr lang="zh-CN" altLang="en-US" dirty="0"/>
          </a:p>
        </p:txBody>
      </p:sp>
      <p:sp>
        <p:nvSpPr>
          <p:cNvPr id="19" name="文本框 18">
            <a:extLst>
              <a:ext uri="{FF2B5EF4-FFF2-40B4-BE49-F238E27FC236}">
                <a16:creationId xmlns:a16="http://schemas.microsoft.com/office/drawing/2014/main" id="{933AD87F-5768-4E06-B6B2-BC096A546249}"/>
              </a:ext>
            </a:extLst>
          </p:cNvPr>
          <p:cNvSpPr txBox="1"/>
          <p:nvPr/>
        </p:nvSpPr>
        <p:spPr>
          <a:xfrm>
            <a:off x="7050915" y="2036146"/>
            <a:ext cx="4637393" cy="1200329"/>
          </a:xfrm>
          <a:prstGeom prst="rect">
            <a:avLst/>
          </a:prstGeom>
          <a:noFill/>
        </p:spPr>
        <p:txBody>
          <a:bodyPr wrap="square">
            <a:spAutoFit/>
          </a:bodyPr>
          <a:lstStyle/>
          <a:p>
            <a:r>
              <a:rPr lang="zh-CN" altLang="en-US" sz="1800" dirty="0"/>
              <a:t>用武装夺取政权，推翻了资产阶级政权，建立了新中国，即人民的国家，让中国人民站起来了，并武装抵御、粉碎了外国反华势力的军事围剿</a:t>
            </a:r>
            <a:r>
              <a:rPr lang="zh-CN" altLang="en-US" dirty="0"/>
              <a:t>。</a:t>
            </a:r>
            <a:endParaRPr lang="zh-CN" altLang="en-US" sz="1800" dirty="0"/>
          </a:p>
        </p:txBody>
      </p:sp>
      <p:sp>
        <p:nvSpPr>
          <p:cNvPr id="21" name="文本框 20">
            <a:extLst>
              <a:ext uri="{FF2B5EF4-FFF2-40B4-BE49-F238E27FC236}">
                <a16:creationId xmlns:a16="http://schemas.microsoft.com/office/drawing/2014/main" id="{B7707177-0AB6-47B5-949E-8AC8E3D19E1C}"/>
              </a:ext>
            </a:extLst>
          </p:cNvPr>
          <p:cNvSpPr txBox="1"/>
          <p:nvPr/>
        </p:nvSpPr>
        <p:spPr>
          <a:xfrm>
            <a:off x="7050915" y="3701930"/>
            <a:ext cx="4656204" cy="369332"/>
          </a:xfrm>
          <a:prstGeom prst="rect">
            <a:avLst/>
          </a:prstGeom>
          <a:noFill/>
        </p:spPr>
        <p:txBody>
          <a:bodyPr wrap="square">
            <a:spAutoFit/>
          </a:bodyPr>
          <a:lstStyle/>
          <a:p>
            <a:r>
              <a:rPr lang="zh-CN" altLang="en-US" sz="1800" dirty="0"/>
              <a:t>改造中国社会，将私有制改变为公有制。</a:t>
            </a:r>
          </a:p>
        </p:txBody>
      </p:sp>
      <p:sp>
        <p:nvSpPr>
          <p:cNvPr id="23" name="文本框 22">
            <a:extLst>
              <a:ext uri="{FF2B5EF4-FFF2-40B4-BE49-F238E27FC236}">
                <a16:creationId xmlns:a16="http://schemas.microsoft.com/office/drawing/2014/main" id="{B03C3104-E61F-4031-AE36-B44B8040E8E5}"/>
              </a:ext>
            </a:extLst>
          </p:cNvPr>
          <p:cNvSpPr txBox="1"/>
          <p:nvPr/>
        </p:nvSpPr>
        <p:spPr>
          <a:xfrm>
            <a:off x="7050915" y="4532927"/>
            <a:ext cx="4383046" cy="1200329"/>
          </a:xfrm>
          <a:prstGeom prst="rect">
            <a:avLst/>
          </a:prstGeom>
          <a:noFill/>
        </p:spPr>
        <p:txBody>
          <a:bodyPr wrap="square">
            <a:spAutoFit/>
          </a:bodyPr>
          <a:lstStyle/>
          <a:p>
            <a:r>
              <a:rPr lang="zh-CN" altLang="en-US" sz="1800" dirty="0"/>
              <a:t>改造国民性，改造中国人，同时与维护剥削阶级利益的封、资、修文化彻底决裂，反对上述文化的代理人，反对西方、反华，反共、反社会主义的和平演变。</a:t>
            </a:r>
          </a:p>
        </p:txBody>
      </p:sp>
      <p:sp>
        <p:nvSpPr>
          <p:cNvPr id="24" name="文本框 23">
            <a:extLst>
              <a:ext uri="{FF2B5EF4-FFF2-40B4-BE49-F238E27FC236}">
                <a16:creationId xmlns:a16="http://schemas.microsoft.com/office/drawing/2014/main" id="{90B8FEA1-F82A-4FC4-87F4-03A67DB1D610}"/>
              </a:ext>
            </a:extLst>
          </p:cNvPr>
          <p:cNvSpPr txBox="1"/>
          <p:nvPr/>
        </p:nvSpPr>
        <p:spPr>
          <a:xfrm>
            <a:off x="886664" y="1484784"/>
            <a:ext cx="4320480" cy="400110"/>
          </a:xfrm>
          <a:prstGeom prst="rect">
            <a:avLst/>
          </a:prstGeom>
          <a:noFill/>
        </p:spPr>
        <p:txBody>
          <a:bodyPr wrap="square" rtlCol="0">
            <a:spAutoFit/>
          </a:bodyPr>
          <a:lstStyle/>
          <a:p>
            <a:r>
              <a:rPr lang="zh-CN" altLang="en-US" sz="2000" b="1" dirty="0"/>
              <a:t>毛泽东思想的主要内容：</a:t>
            </a:r>
            <a:endParaRPr lang="en-US" altLang="zh-CN" sz="2000" b="1" dirty="0"/>
          </a:p>
        </p:txBody>
      </p:sp>
      <p:pic>
        <p:nvPicPr>
          <p:cNvPr id="26" name="图片 35" descr="水墨圆圈">
            <a:extLst>
              <a:ext uri="{FF2B5EF4-FFF2-40B4-BE49-F238E27FC236}">
                <a16:creationId xmlns:a16="http://schemas.microsoft.com/office/drawing/2014/main" id="{3942AC2F-DA21-4252-A708-49F868BE60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6567" b="48634"/>
          <a:stretch>
            <a:fillRect/>
          </a:stretch>
        </p:blipFill>
        <p:spPr bwMode="auto">
          <a:xfrm rot="5400000">
            <a:off x="1183361" y="628173"/>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文本框 33">
            <a:extLst>
              <a:ext uri="{FF2B5EF4-FFF2-40B4-BE49-F238E27FC236}">
                <a16:creationId xmlns:a16="http://schemas.microsoft.com/office/drawing/2014/main" id="{E732A40A-EA6A-4B69-8F50-9DAC6CC4FDF5}"/>
              </a:ext>
            </a:extLst>
          </p:cNvPr>
          <p:cNvSpPr txBox="1">
            <a:spLocks noChangeArrowheads="1"/>
          </p:cNvSpPr>
          <p:nvPr/>
        </p:nvSpPr>
        <p:spPr bwMode="auto">
          <a:xfrm>
            <a:off x="1328261" y="737828"/>
            <a:ext cx="626239"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贰</a:t>
            </a:r>
          </a:p>
        </p:txBody>
      </p:sp>
      <p:pic>
        <p:nvPicPr>
          <p:cNvPr id="28" name="图片 35" descr="水墨圆圈">
            <a:extLst>
              <a:ext uri="{FF2B5EF4-FFF2-40B4-BE49-F238E27FC236}">
                <a16:creationId xmlns:a16="http://schemas.microsoft.com/office/drawing/2014/main" id="{68025E8A-0F23-4305-9FD9-9D00B2F4AF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6567" b="48634"/>
          <a:stretch>
            <a:fillRect/>
          </a:stretch>
        </p:blipFill>
        <p:spPr bwMode="auto">
          <a:xfrm rot="5400000">
            <a:off x="1183361" y="629582"/>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544409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12">
            <a:extLst>
              <a:ext uri="{FF2B5EF4-FFF2-40B4-BE49-F238E27FC236}">
                <a16:creationId xmlns:a16="http://schemas.microsoft.com/office/drawing/2014/main" id="{64D3E2ED-D797-4CE3-8FFC-22A189345741}"/>
              </a:ext>
            </a:extLst>
          </p:cNvPr>
          <p:cNvSpPr txBox="1">
            <a:spLocks noChangeArrowheads="1"/>
          </p:cNvSpPr>
          <p:nvPr/>
        </p:nvSpPr>
        <p:spPr bwMode="auto">
          <a:xfrm>
            <a:off x="1954500" y="767962"/>
            <a:ext cx="3604436" cy="58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dirty="0">
                <a:latin typeface="汉仪方隶简" pitchFamily="2" charset="-122"/>
                <a:ea typeface="汉仪方隶简" pitchFamily="2" charset="-122"/>
              </a:rPr>
              <a:t>毛泽东思想</a:t>
            </a:r>
          </a:p>
        </p:txBody>
      </p:sp>
      <p:sp>
        <p:nvSpPr>
          <p:cNvPr id="4" name="文本框 3">
            <a:extLst>
              <a:ext uri="{FF2B5EF4-FFF2-40B4-BE49-F238E27FC236}">
                <a16:creationId xmlns:a16="http://schemas.microsoft.com/office/drawing/2014/main" id="{7FE3A612-E826-4F38-95E3-E87C80DAFB28}"/>
              </a:ext>
            </a:extLst>
          </p:cNvPr>
          <p:cNvSpPr txBox="1"/>
          <p:nvPr/>
        </p:nvSpPr>
        <p:spPr>
          <a:xfrm>
            <a:off x="1199456" y="1482001"/>
            <a:ext cx="9527911" cy="830997"/>
          </a:xfrm>
          <a:prstGeom prst="rect">
            <a:avLst/>
          </a:prstGeom>
          <a:noFill/>
        </p:spPr>
        <p:txBody>
          <a:bodyPr wrap="square">
            <a:spAutoFit/>
          </a:bodyPr>
          <a:lstStyle/>
          <a:p>
            <a:r>
              <a:rPr lang="zh-CN" altLang="en-US" sz="1600" dirty="0"/>
              <a:t>       知识青年到农村去，接受贫下中农再教育，广阔天地大有作为，不经风雨，哪见彩虹，几滴汗水几分收获，阳光总在风雨后，不吃苦中苦，哪得甜上甜。                                  </a:t>
            </a:r>
            <a:endParaRPr lang="en-US" altLang="zh-CN" sz="1600" dirty="0"/>
          </a:p>
          <a:p>
            <a:r>
              <a:rPr lang="en-US" altLang="zh-CN" sz="1600" dirty="0"/>
              <a:t>                                                                             				</a:t>
            </a:r>
            <a:r>
              <a:rPr lang="zh-CN" altLang="en-US" sz="1600" dirty="0"/>
              <a:t> </a:t>
            </a:r>
            <a:r>
              <a:rPr lang="en-US" altLang="zh-CN" sz="1600" dirty="0"/>
              <a:t>----</a:t>
            </a:r>
            <a:r>
              <a:rPr lang="zh-CN" altLang="en-US" sz="1600" dirty="0"/>
              <a:t>毛泽东</a:t>
            </a:r>
          </a:p>
        </p:txBody>
      </p:sp>
      <p:pic>
        <p:nvPicPr>
          <p:cNvPr id="5" name="图片 4">
            <a:extLst>
              <a:ext uri="{FF2B5EF4-FFF2-40B4-BE49-F238E27FC236}">
                <a16:creationId xmlns:a16="http://schemas.microsoft.com/office/drawing/2014/main" id="{C3A0F7D2-A018-436A-951C-86901D81AF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9900" y="2018979"/>
            <a:ext cx="2725859" cy="3870720"/>
          </a:xfrm>
          <a:prstGeom prst="rect">
            <a:avLst/>
          </a:prstGeom>
        </p:spPr>
      </p:pic>
      <p:sp>
        <p:nvSpPr>
          <p:cNvPr id="6" name="文本框 5">
            <a:extLst>
              <a:ext uri="{FF2B5EF4-FFF2-40B4-BE49-F238E27FC236}">
                <a16:creationId xmlns:a16="http://schemas.microsoft.com/office/drawing/2014/main" id="{1C09C445-A0E5-4A7E-A3D3-643621ED416B}"/>
              </a:ext>
            </a:extLst>
          </p:cNvPr>
          <p:cNvSpPr txBox="1"/>
          <p:nvPr/>
        </p:nvSpPr>
        <p:spPr>
          <a:xfrm>
            <a:off x="4295283" y="2818232"/>
            <a:ext cx="5953051" cy="1200329"/>
          </a:xfrm>
          <a:prstGeom prst="rect">
            <a:avLst/>
          </a:prstGeom>
          <a:noFill/>
        </p:spPr>
        <p:txBody>
          <a:bodyPr wrap="square">
            <a:spAutoFit/>
          </a:bodyPr>
          <a:lstStyle/>
          <a:p>
            <a:pPr marL="0" indent="0">
              <a:buFontTx/>
              <a:buNone/>
            </a:pPr>
            <a:r>
              <a:rPr lang="zh-CN" altLang="en-US" sz="1800" dirty="0"/>
              <a:t>       为人民服务的思想，是毛泽东思想的真正灵魂。早在</a:t>
            </a:r>
            <a:r>
              <a:rPr lang="en-US" altLang="zh-CN" sz="1800" dirty="0"/>
              <a:t>1942</a:t>
            </a:r>
            <a:r>
              <a:rPr lang="zh-CN" altLang="en-US" sz="1800" dirty="0"/>
              <a:t>年的延安整风期间，毛主席在延安文艺座谈会上曾经提到为什么人的问题，是一个根本的问题，是一个原则的问题。</a:t>
            </a:r>
          </a:p>
        </p:txBody>
      </p:sp>
      <p:sp>
        <p:nvSpPr>
          <p:cNvPr id="7" name="文本框 6">
            <a:extLst>
              <a:ext uri="{FF2B5EF4-FFF2-40B4-BE49-F238E27FC236}">
                <a16:creationId xmlns:a16="http://schemas.microsoft.com/office/drawing/2014/main" id="{9B4DA539-1C79-4A81-8E23-3AC22CF9C4A6}"/>
              </a:ext>
            </a:extLst>
          </p:cNvPr>
          <p:cNvSpPr txBox="1"/>
          <p:nvPr/>
        </p:nvSpPr>
        <p:spPr>
          <a:xfrm>
            <a:off x="4295283" y="2412069"/>
            <a:ext cx="5256584" cy="369332"/>
          </a:xfrm>
          <a:prstGeom prst="rect">
            <a:avLst/>
          </a:prstGeom>
          <a:noFill/>
        </p:spPr>
        <p:txBody>
          <a:bodyPr wrap="square" rtlCol="0">
            <a:spAutoFit/>
          </a:bodyPr>
          <a:lstStyle/>
          <a:p>
            <a:r>
              <a:rPr lang="zh-CN" altLang="en-US" dirty="0"/>
              <a:t>毛泽东思想的真正灵魂：为人民服务</a:t>
            </a:r>
          </a:p>
        </p:txBody>
      </p:sp>
      <p:sp>
        <p:nvSpPr>
          <p:cNvPr id="8" name="文本框 7">
            <a:extLst>
              <a:ext uri="{FF2B5EF4-FFF2-40B4-BE49-F238E27FC236}">
                <a16:creationId xmlns:a16="http://schemas.microsoft.com/office/drawing/2014/main" id="{965B9401-DF3F-4A65-A80B-D27DFCC89CFF}"/>
              </a:ext>
            </a:extLst>
          </p:cNvPr>
          <p:cNvSpPr txBox="1"/>
          <p:nvPr/>
        </p:nvSpPr>
        <p:spPr>
          <a:xfrm>
            <a:off x="4295283" y="4058713"/>
            <a:ext cx="5953051" cy="2031325"/>
          </a:xfrm>
          <a:prstGeom prst="rect">
            <a:avLst/>
          </a:prstGeom>
          <a:noFill/>
        </p:spPr>
        <p:txBody>
          <a:bodyPr wrap="square">
            <a:spAutoFit/>
          </a:bodyPr>
          <a:lstStyle/>
          <a:p>
            <a:pPr marL="0" indent="0">
              <a:buFontTx/>
              <a:buNone/>
            </a:pPr>
            <a:r>
              <a:rPr lang="zh-CN" altLang="en-US" sz="1800" dirty="0"/>
              <a:t>       春秋战国时代，孟子提出了</a:t>
            </a:r>
            <a:r>
              <a:rPr lang="en-US" altLang="zh-CN" sz="1800" dirty="0"/>
              <a:t>“</a:t>
            </a:r>
            <a:r>
              <a:rPr lang="zh-CN" altLang="en-US" sz="1800" dirty="0"/>
              <a:t>民贵军轻</a:t>
            </a:r>
            <a:r>
              <a:rPr lang="en-US" altLang="zh-CN" sz="1800" dirty="0"/>
              <a:t>”</a:t>
            </a:r>
            <a:r>
              <a:rPr lang="zh-CN" altLang="en-US" sz="1800" dirty="0"/>
              <a:t>的思想</a:t>
            </a:r>
            <a:r>
              <a:rPr lang="zh-CN" altLang="en-US" dirty="0"/>
              <a:t>；</a:t>
            </a:r>
            <a:r>
              <a:rPr lang="zh-CN" altLang="en-US" sz="1800" dirty="0"/>
              <a:t>明末清初，王夫之，以天下为公为武器，批判封建制度，提出</a:t>
            </a:r>
            <a:r>
              <a:rPr lang="en-US" altLang="zh-CN" sz="1800" dirty="0"/>
              <a:t>“</a:t>
            </a:r>
            <a:r>
              <a:rPr lang="zh-CN" altLang="en-US" sz="1800" dirty="0"/>
              <a:t>公天下</a:t>
            </a:r>
            <a:r>
              <a:rPr lang="en-US" altLang="zh-CN" sz="1800" dirty="0"/>
              <a:t>”</a:t>
            </a:r>
            <a:r>
              <a:rPr lang="zh-CN" altLang="en-US" sz="1800" dirty="0"/>
              <a:t>的主张，但他们都只是提出了问题和人任务，即解释了世界；而毛泽东同志的可贵之处在于，他真正解决了问题，救国救民于</a:t>
            </a:r>
            <a:r>
              <a:rPr lang="zh-CN" altLang="en-US" dirty="0"/>
              <a:t>危难与</a:t>
            </a:r>
            <a:r>
              <a:rPr lang="zh-CN" altLang="en-US" sz="1800" dirty="0"/>
              <a:t>水深火热之中，建立起了新中国，带领中国人民站了起来；改造了世界，完成了由</a:t>
            </a:r>
            <a:r>
              <a:rPr lang="en-US" altLang="zh-CN" sz="1800" dirty="0"/>
              <a:t>“</a:t>
            </a:r>
            <a:r>
              <a:rPr lang="zh-CN" altLang="en-US" sz="1800" dirty="0"/>
              <a:t>公</a:t>
            </a:r>
            <a:r>
              <a:rPr lang="en-US" altLang="zh-CN" sz="1800" dirty="0"/>
              <a:t>”</a:t>
            </a:r>
            <a:r>
              <a:rPr lang="zh-CN" altLang="en-US" sz="1800" dirty="0"/>
              <a:t>到</a:t>
            </a:r>
            <a:r>
              <a:rPr lang="en-US" altLang="zh-CN" sz="1800" dirty="0"/>
              <a:t>“</a:t>
            </a:r>
            <a:r>
              <a:rPr lang="zh-CN" altLang="en-US" sz="1800" dirty="0"/>
              <a:t>共</a:t>
            </a:r>
            <a:r>
              <a:rPr lang="en-US" altLang="zh-CN" sz="1800" dirty="0"/>
              <a:t>”</a:t>
            </a:r>
            <a:r>
              <a:rPr lang="zh-CN" altLang="en-US" sz="1800" dirty="0"/>
              <a:t>的历史性飞跃。</a:t>
            </a:r>
            <a:endParaRPr lang="en-US" altLang="zh-CN" sz="1800" dirty="0"/>
          </a:p>
        </p:txBody>
      </p:sp>
      <p:pic>
        <p:nvPicPr>
          <p:cNvPr id="9" name="图片 35" descr="水墨圆圈">
            <a:extLst>
              <a:ext uri="{FF2B5EF4-FFF2-40B4-BE49-F238E27FC236}">
                <a16:creationId xmlns:a16="http://schemas.microsoft.com/office/drawing/2014/main" id="{DB22839E-04AC-49A2-8E16-94EF22C36F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6567" b="48634"/>
          <a:stretch>
            <a:fillRect/>
          </a:stretch>
        </p:blipFill>
        <p:spPr bwMode="auto">
          <a:xfrm rot="5400000">
            <a:off x="1183361" y="628173"/>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33">
            <a:extLst>
              <a:ext uri="{FF2B5EF4-FFF2-40B4-BE49-F238E27FC236}">
                <a16:creationId xmlns:a16="http://schemas.microsoft.com/office/drawing/2014/main" id="{4A4ABE50-BCDF-432C-9034-7A4F7ACD423F}"/>
              </a:ext>
            </a:extLst>
          </p:cNvPr>
          <p:cNvSpPr txBox="1">
            <a:spLocks noChangeArrowheads="1"/>
          </p:cNvSpPr>
          <p:nvPr/>
        </p:nvSpPr>
        <p:spPr bwMode="auto">
          <a:xfrm>
            <a:off x="1328261" y="737828"/>
            <a:ext cx="626239"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贰</a:t>
            </a:r>
          </a:p>
        </p:txBody>
      </p:sp>
      <p:pic>
        <p:nvPicPr>
          <p:cNvPr id="11" name="图片 35" descr="水墨圆圈">
            <a:extLst>
              <a:ext uri="{FF2B5EF4-FFF2-40B4-BE49-F238E27FC236}">
                <a16:creationId xmlns:a16="http://schemas.microsoft.com/office/drawing/2014/main" id="{A4FC7CA7-8C19-4B52-A3E2-A44F58F017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6567" b="48634"/>
          <a:stretch>
            <a:fillRect/>
          </a:stretch>
        </p:blipFill>
        <p:spPr bwMode="auto">
          <a:xfrm rot="5400000">
            <a:off x="1183361" y="629582"/>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796486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12">
            <a:extLst>
              <a:ext uri="{FF2B5EF4-FFF2-40B4-BE49-F238E27FC236}">
                <a16:creationId xmlns:a16="http://schemas.microsoft.com/office/drawing/2014/main" id="{A1E9211B-8C0E-4739-AB14-F9C38E7CF86C}"/>
              </a:ext>
            </a:extLst>
          </p:cNvPr>
          <p:cNvSpPr txBox="1">
            <a:spLocks noChangeArrowheads="1"/>
          </p:cNvSpPr>
          <p:nvPr/>
        </p:nvSpPr>
        <p:spPr bwMode="auto">
          <a:xfrm>
            <a:off x="1954499" y="767962"/>
            <a:ext cx="3604435" cy="58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200" dirty="0">
                <a:latin typeface="汉仪方隶简" pitchFamily="2" charset="-122"/>
                <a:ea typeface="汉仪方隶简" pitchFamily="2" charset="-122"/>
              </a:rPr>
              <a:t>毛泽东思想</a:t>
            </a:r>
          </a:p>
        </p:txBody>
      </p:sp>
      <p:pic>
        <p:nvPicPr>
          <p:cNvPr id="4" name="图片 3">
            <a:extLst>
              <a:ext uri="{FF2B5EF4-FFF2-40B4-BE49-F238E27FC236}">
                <a16:creationId xmlns:a16="http://schemas.microsoft.com/office/drawing/2014/main" id="{28B457F0-4BE3-4238-BB96-B495ED02A5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73067" y="804094"/>
            <a:ext cx="3386345" cy="4778909"/>
          </a:xfrm>
          <a:prstGeom prst="rect">
            <a:avLst/>
          </a:prstGeom>
        </p:spPr>
      </p:pic>
      <p:sp>
        <p:nvSpPr>
          <p:cNvPr id="5" name="文本框 4">
            <a:extLst>
              <a:ext uri="{FF2B5EF4-FFF2-40B4-BE49-F238E27FC236}">
                <a16:creationId xmlns:a16="http://schemas.microsoft.com/office/drawing/2014/main" id="{80DA0A48-AACE-478C-ADCC-A3FC50C6B6A5}"/>
              </a:ext>
            </a:extLst>
          </p:cNvPr>
          <p:cNvSpPr txBox="1"/>
          <p:nvPr/>
        </p:nvSpPr>
        <p:spPr>
          <a:xfrm>
            <a:off x="1032588" y="1519115"/>
            <a:ext cx="5927508" cy="1754326"/>
          </a:xfrm>
          <a:prstGeom prst="rect">
            <a:avLst/>
          </a:prstGeom>
          <a:noFill/>
        </p:spPr>
        <p:txBody>
          <a:bodyPr wrap="square">
            <a:spAutoFit/>
          </a:bodyPr>
          <a:lstStyle/>
          <a:p>
            <a:pPr marL="0" indent="0">
              <a:buFontTx/>
              <a:buNone/>
            </a:pPr>
            <a:r>
              <a:rPr lang="zh-CN" altLang="en-US" sz="1800" dirty="0"/>
              <a:t>       马克思、恩格斯创立具有科学社会主义理论纲领性的《共产党宣言》，其中写道</a:t>
            </a:r>
            <a:r>
              <a:rPr lang="zh-CN" altLang="en-US" dirty="0"/>
              <a:t>：</a:t>
            </a:r>
            <a:r>
              <a:rPr lang="en-US" altLang="zh-CN" sz="1800" dirty="0"/>
              <a:t>“</a:t>
            </a:r>
            <a:r>
              <a:rPr lang="zh-CN" altLang="en-US" sz="1800" dirty="0"/>
              <a:t>过去的一切运动都是少数人的或者为少数人谋利益的运动。无产阶级的运动是绝大多数人的、为绝大多数人谋利益的独立的运动。</a:t>
            </a:r>
            <a:r>
              <a:rPr lang="en-US" altLang="zh-CN" sz="1800" dirty="0"/>
              <a:t> </a:t>
            </a:r>
            <a:r>
              <a:rPr lang="zh-CN" altLang="en-US" sz="1800" dirty="0"/>
              <a:t>共产党没有同整个无产阶级的利益不同的利益。共产党人可以把自己的理论概括为一句话</a:t>
            </a:r>
            <a:r>
              <a:rPr lang="en-US" altLang="zh-CN" sz="1800" dirty="0"/>
              <a:t>:”</a:t>
            </a:r>
            <a:r>
              <a:rPr lang="zh-CN" altLang="en-US" sz="1800" dirty="0"/>
              <a:t>消灭私有制</a:t>
            </a:r>
            <a:r>
              <a:rPr lang="en-US" altLang="zh-CN" sz="1800" dirty="0"/>
              <a:t>”</a:t>
            </a:r>
            <a:r>
              <a:rPr lang="zh-CN" altLang="en-US" sz="1800" dirty="0"/>
              <a:t>。</a:t>
            </a:r>
            <a:r>
              <a:rPr lang="en-US" altLang="zh-CN" sz="1800" dirty="0"/>
              <a:t>”</a:t>
            </a:r>
          </a:p>
        </p:txBody>
      </p:sp>
      <p:sp>
        <p:nvSpPr>
          <p:cNvPr id="6" name="文本框 5">
            <a:extLst>
              <a:ext uri="{FF2B5EF4-FFF2-40B4-BE49-F238E27FC236}">
                <a16:creationId xmlns:a16="http://schemas.microsoft.com/office/drawing/2014/main" id="{A2E0E9CA-8C5C-4457-9D24-F37D6A2071DE}"/>
              </a:ext>
            </a:extLst>
          </p:cNvPr>
          <p:cNvSpPr txBox="1"/>
          <p:nvPr/>
        </p:nvSpPr>
        <p:spPr>
          <a:xfrm>
            <a:off x="1028562" y="3273441"/>
            <a:ext cx="5927508" cy="2585323"/>
          </a:xfrm>
          <a:prstGeom prst="rect">
            <a:avLst/>
          </a:prstGeom>
          <a:noFill/>
        </p:spPr>
        <p:txBody>
          <a:bodyPr wrap="square">
            <a:spAutoFit/>
          </a:bodyPr>
          <a:lstStyle/>
          <a:p>
            <a:pPr marL="0" indent="0">
              <a:buFontTx/>
              <a:buNone/>
            </a:pPr>
            <a:r>
              <a:rPr lang="zh-CN" altLang="en-US" sz="1800" dirty="0"/>
              <a:t>       毛泽东在改造世界的过程中，其思想理念是民本，进而共天下，以人民为本，为人民服务。毛泽东将马克思主义的普遍原理，同中国革命和建设的具体实践相结合。由</a:t>
            </a:r>
            <a:r>
              <a:rPr lang="zh-CN" altLang="en-US" dirty="0"/>
              <a:t>毛泽东同志</a:t>
            </a:r>
            <a:r>
              <a:rPr lang="zh-CN" altLang="en-US" sz="1800" dirty="0"/>
              <a:t>参与缔造并长期领导的中国共产党，以全心全意为人民服务作为党的唯一宗旨；以推翻私有制，建立没有剥削，没有压迫，人人平等，共同富裕的由人民当家做主的社会主义社会为目标；将私有制背景下的名义下的公天下，变为了人民当家做主的共天下</a:t>
            </a:r>
            <a:r>
              <a:rPr lang="zh-CN" altLang="en-US" dirty="0"/>
              <a:t>，</a:t>
            </a:r>
            <a:r>
              <a:rPr lang="zh-CN" altLang="en-US" sz="1800" dirty="0"/>
              <a:t>即人民共有的天下。</a:t>
            </a:r>
          </a:p>
        </p:txBody>
      </p:sp>
      <p:pic>
        <p:nvPicPr>
          <p:cNvPr id="7" name="图片 35" descr="水墨圆圈">
            <a:extLst>
              <a:ext uri="{FF2B5EF4-FFF2-40B4-BE49-F238E27FC236}">
                <a16:creationId xmlns:a16="http://schemas.microsoft.com/office/drawing/2014/main" id="{0BEF960B-6D95-49B4-942D-1AAEC6B865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6567" b="48634"/>
          <a:stretch>
            <a:fillRect/>
          </a:stretch>
        </p:blipFill>
        <p:spPr bwMode="auto">
          <a:xfrm rot="5400000">
            <a:off x="1183361" y="628173"/>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33">
            <a:extLst>
              <a:ext uri="{FF2B5EF4-FFF2-40B4-BE49-F238E27FC236}">
                <a16:creationId xmlns:a16="http://schemas.microsoft.com/office/drawing/2014/main" id="{9F331F20-49C6-44F9-B842-F7AC44C9D989}"/>
              </a:ext>
            </a:extLst>
          </p:cNvPr>
          <p:cNvSpPr txBox="1">
            <a:spLocks noChangeArrowheads="1"/>
          </p:cNvSpPr>
          <p:nvPr/>
        </p:nvSpPr>
        <p:spPr bwMode="auto">
          <a:xfrm>
            <a:off x="1328261" y="737828"/>
            <a:ext cx="626239"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经典隶书简" pitchFamily="49" charset="-122"/>
                <a:ea typeface="经典隶书简" pitchFamily="49" charset="-122"/>
              </a:rPr>
              <a:t>贰</a:t>
            </a:r>
          </a:p>
        </p:txBody>
      </p:sp>
      <p:pic>
        <p:nvPicPr>
          <p:cNvPr id="9" name="图片 35" descr="水墨圆圈">
            <a:extLst>
              <a:ext uri="{FF2B5EF4-FFF2-40B4-BE49-F238E27FC236}">
                <a16:creationId xmlns:a16="http://schemas.microsoft.com/office/drawing/2014/main" id="{87B7CAA2-0D08-411D-A6E8-CE99C6A44D0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6567" b="48634"/>
          <a:stretch>
            <a:fillRect/>
          </a:stretch>
        </p:blipFill>
        <p:spPr bwMode="auto">
          <a:xfrm rot="5400000">
            <a:off x="1183361" y="629582"/>
            <a:ext cx="917492" cy="86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5776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13314" name="图片 14">
            <a:extLst>
              <a:ext uri="{FF2B5EF4-FFF2-40B4-BE49-F238E27FC236}">
                <a16:creationId xmlns:a16="http://schemas.microsoft.com/office/drawing/2014/main" id="{76BA2F02-C29A-4530-AFF9-61AC164CD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文本框 12">
            <a:extLst>
              <a:ext uri="{FF2B5EF4-FFF2-40B4-BE49-F238E27FC236}">
                <a16:creationId xmlns:a16="http://schemas.microsoft.com/office/drawing/2014/main" id="{C6DB445E-0E97-447D-A467-BA193D59C348}"/>
              </a:ext>
            </a:extLst>
          </p:cNvPr>
          <p:cNvSpPr txBox="1">
            <a:spLocks noChangeArrowheads="1"/>
          </p:cNvSpPr>
          <p:nvPr/>
        </p:nvSpPr>
        <p:spPr bwMode="auto">
          <a:xfrm>
            <a:off x="1954500" y="767962"/>
            <a:ext cx="3604435" cy="584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dirty="0">
                <a:latin typeface="汉仪方隶简" pitchFamily="2" charset="-122"/>
                <a:ea typeface="汉仪方隶简" pitchFamily="2" charset="-122"/>
              </a:rPr>
              <a:t>人物评价</a:t>
            </a:r>
          </a:p>
        </p:txBody>
      </p:sp>
      <p:pic>
        <p:nvPicPr>
          <p:cNvPr id="12" name="图片 32" descr="水墨圆圈">
            <a:extLst>
              <a:ext uri="{FF2B5EF4-FFF2-40B4-BE49-F238E27FC236}">
                <a16:creationId xmlns:a16="http://schemas.microsoft.com/office/drawing/2014/main" id="{0F42FD34-D3D7-4E50-848C-598BE8AF06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4404" r="52885"/>
          <a:stretch>
            <a:fillRect/>
          </a:stretch>
        </p:blipFill>
        <p:spPr bwMode="auto">
          <a:xfrm rot="17220000">
            <a:off x="1143298" y="615083"/>
            <a:ext cx="829235" cy="7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36">
            <a:extLst>
              <a:ext uri="{FF2B5EF4-FFF2-40B4-BE49-F238E27FC236}">
                <a16:creationId xmlns:a16="http://schemas.microsoft.com/office/drawing/2014/main" id="{E04EA9D4-DB9F-437A-9E4E-5C97E35B7A99}"/>
              </a:ext>
            </a:extLst>
          </p:cNvPr>
          <p:cNvSpPr txBox="1">
            <a:spLocks noChangeArrowheads="1"/>
          </p:cNvSpPr>
          <p:nvPr/>
        </p:nvSpPr>
        <p:spPr bwMode="auto">
          <a:xfrm>
            <a:off x="1247972" y="718059"/>
            <a:ext cx="411564" cy="645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3600" dirty="0">
                <a:latin typeface="汉仪方隶简" pitchFamily="2" charset="-122"/>
                <a:ea typeface="汉仪方隶简" pitchFamily="2" charset="-122"/>
              </a:rPr>
              <a:t>叁</a:t>
            </a:r>
          </a:p>
        </p:txBody>
      </p:sp>
      <p:sp>
        <p:nvSpPr>
          <p:cNvPr id="19" name="文本框 18">
            <a:extLst>
              <a:ext uri="{FF2B5EF4-FFF2-40B4-BE49-F238E27FC236}">
                <a16:creationId xmlns:a16="http://schemas.microsoft.com/office/drawing/2014/main" id="{7269BDFF-7C3A-433D-A442-113441CA17EB}"/>
              </a:ext>
            </a:extLst>
          </p:cNvPr>
          <p:cNvSpPr txBox="1"/>
          <p:nvPr/>
        </p:nvSpPr>
        <p:spPr>
          <a:xfrm>
            <a:off x="1739516" y="1503423"/>
            <a:ext cx="8712968" cy="2031325"/>
          </a:xfrm>
          <a:prstGeom prst="rect">
            <a:avLst/>
          </a:prstGeom>
          <a:noFill/>
        </p:spPr>
        <p:txBody>
          <a:bodyPr wrap="square">
            <a:spAutoFit/>
          </a:bodyPr>
          <a:lstStyle/>
          <a:p>
            <a:r>
              <a:rPr lang="zh-CN" altLang="en-US" b="0" i="0" dirty="0">
                <a:solidFill>
                  <a:srgbClr val="333333"/>
                </a:solidFill>
                <a:effectLst/>
                <a:latin typeface="PingFangSC-Regular"/>
              </a:rPr>
              <a:t>        毛泽东同志为中国新民主主义革命的胜利、社会主义革命的成功、社会主义建设的全面展开，为实现中华民族独立和振兴、中国人民解放和幸福，作出了彪炳史册的贡献。毛泽东同志毕生最突出最伟大的贡献，就是领导我们党和人民找到了新民主主义革命的正确道路，完成了反帝反封建的任务，建立了中华人民共和国，确立了社会主义基本制度，取得了社会主义建设的基础性成就，并为我们探索建设中国特色社会主义的道路积累了经验和提供了条件，为我们党和人民事业胜利发展、为中华民族阔步赶上时代发展潮流创造了根本前提，奠定了坚实的理论和实践基础。</a:t>
            </a:r>
            <a:endParaRPr lang="zh-CN" altLang="en-US" dirty="0"/>
          </a:p>
        </p:txBody>
      </p:sp>
      <p:sp>
        <p:nvSpPr>
          <p:cNvPr id="21" name="文本框 20">
            <a:extLst>
              <a:ext uri="{FF2B5EF4-FFF2-40B4-BE49-F238E27FC236}">
                <a16:creationId xmlns:a16="http://schemas.microsoft.com/office/drawing/2014/main" id="{6E394973-84C2-4B6B-8BC5-5ABE1B173D2A}"/>
              </a:ext>
            </a:extLst>
          </p:cNvPr>
          <p:cNvSpPr txBox="1"/>
          <p:nvPr/>
        </p:nvSpPr>
        <p:spPr>
          <a:xfrm>
            <a:off x="1739516" y="3523611"/>
            <a:ext cx="8712968" cy="2308324"/>
          </a:xfrm>
          <a:prstGeom prst="rect">
            <a:avLst/>
          </a:prstGeom>
          <a:noFill/>
        </p:spPr>
        <p:txBody>
          <a:bodyPr wrap="square">
            <a:spAutoFit/>
          </a:bodyPr>
          <a:lstStyle/>
          <a:p>
            <a:r>
              <a:rPr lang="zh-CN" altLang="en-US" b="0" i="0" dirty="0">
                <a:solidFill>
                  <a:srgbClr val="333333"/>
                </a:solidFill>
                <a:effectLst/>
                <a:latin typeface="PingFangSC-Regular"/>
              </a:rPr>
              <a:t>         不能否认，毛泽东同志在社会主义建设道路的探索中走过弯路，他在晚年特别是在“文化大革命”中犯了严重错误。革命领袖是人不是神。尽管他们拥有很高的理论水平、丰富的斗争经验、卓越的领导才能，但这并不意味着他们的认识和行动可以不受时代条件限制。不能因为他们伟大就把他们像神那样顶礼膜拜，不容许提出并纠正他们的失误和错误；也不能因为他们有失误和错误就全盘否定，抹杀他们的历史功绩，陷入虚无主义的泥潭。</a:t>
            </a:r>
            <a:endParaRPr lang="en-US" altLang="zh-CN" b="0" i="0" dirty="0">
              <a:solidFill>
                <a:srgbClr val="333333"/>
              </a:solidFill>
              <a:effectLst/>
              <a:latin typeface="PingFangSC-Regular"/>
            </a:endParaRPr>
          </a:p>
          <a:p>
            <a:r>
              <a:rPr lang="zh-CN" altLang="en-US" dirty="0"/>
              <a:t> </a:t>
            </a:r>
            <a:r>
              <a:rPr lang="en-US" altLang="zh-CN" dirty="0"/>
              <a:t>                </a:t>
            </a:r>
          </a:p>
          <a:p>
            <a:r>
              <a:rPr lang="en-US" altLang="zh-CN" dirty="0"/>
              <a:t>  	   ----</a:t>
            </a:r>
            <a:r>
              <a:rPr lang="zh-CN" altLang="en-US" dirty="0"/>
              <a:t>习近平</a:t>
            </a:r>
            <a:r>
              <a:rPr lang="en-US" altLang="zh-CN" dirty="0"/>
              <a:t>《</a:t>
            </a:r>
            <a:r>
              <a:rPr lang="zh-CN" altLang="en-US" b="0" dirty="0">
                <a:solidFill>
                  <a:srgbClr val="333333"/>
                </a:solidFill>
                <a:effectLst/>
                <a:latin typeface="PingFangSC-Medium"/>
              </a:rPr>
              <a:t>毛泽东是领导中国人民彻底改变命运和国家面貌的一代伟人</a:t>
            </a:r>
            <a:r>
              <a:rPr lang="en-US" altLang="zh-CN" dirty="0"/>
              <a:t>》</a:t>
            </a:r>
            <a:endParaRPr lang="zh-CN" altLang="en-US" dirty="0"/>
          </a:p>
        </p:txBody>
      </p:sp>
    </p:spTree>
    <p:custDataLst>
      <p:tags r:id="rId1"/>
    </p:custDataLst>
    <p:extLst>
      <p:ext uri="{BB962C8B-B14F-4D97-AF65-F5344CB8AC3E}">
        <p14:creationId xmlns:p14="http://schemas.microsoft.com/office/powerpoint/2010/main" val="949463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pic>
        <p:nvPicPr>
          <p:cNvPr id="23554" name="图片 9">
            <a:extLst>
              <a:ext uri="{FF2B5EF4-FFF2-40B4-BE49-F238E27FC236}">
                <a16:creationId xmlns:a16="http://schemas.microsoft.com/office/drawing/2014/main" id="{0606B764-F779-43A3-9D04-4107BE483C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38" y="-157163"/>
            <a:ext cx="12074525"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椭圆 39">
            <a:extLst>
              <a:ext uri="{FF2B5EF4-FFF2-40B4-BE49-F238E27FC236}">
                <a16:creationId xmlns:a16="http://schemas.microsoft.com/office/drawing/2014/main" id="{1F0D98A8-DBF0-41F1-B633-6EF23DB05E38}"/>
              </a:ext>
            </a:extLst>
          </p:cNvPr>
          <p:cNvSpPr/>
          <p:nvPr/>
        </p:nvSpPr>
        <p:spPr>
          <a:xfrm>
            <a:off x="8255000" y="519113"/>
            <a:ext cx="5453063" cy="5540375"/>
          </a:xfrm>
          <a:prstGeom prst="ellipse">
            <a:avLst/>
          </a:prstGeom>
          <a:blipFill rotWithShape="1">
            <a:blip r:embed="rId6">
              <a:alphaModFix amt="75000"/>
            </a:blip>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noProof="1"/>
          </a:p>
        </p:txBody>
      </p:sp>
      <p:sp>
        <p:nvSpPr>
          <p:cNvPr id="23556" name="标题 3073">
            <a:extLst>
              <a:ext uri="{FF2B5EF4-FFF2-40B4-BE49-F238E27FC236}">
                <a16:creationId xmlns:a16="http://schemas.microsoft.com/office/drawing/2014/main" id="{4D208875-444B-4D54-A57E-5BCF176A9A9A}"/>
              </a:ext>
            </a:extLst>
          </p:cNvPr>
          <p:cNvSpPr>
            <a:spLocks noGrp="1" noChangeArrowheads="1"/>
          </p:cNvSpPr>
          <p:nvPr>
            <p:ph type="ctrTitle"/>
          </p:nvPr>
        </p:nvSpPr>
        <p:spPr>
          <a:xfrm>
            <a:off x="928688" y="1992313"/>
            <a:ext cx="6794500" cy="1617662"/>
          </a:xfrm>
        </p:spPr>
        <p:txBody>
          <a:bodyPr anchor="ctr"/>
          <a:lstStyle/>
          <a:p>
            <a:pPr eaLnBrk="1" hangingPunct="1"/>
            <a:r>
              <a:rPr lang="zh-CN" altLang="en-US" sz="8800" dirty="0">
                <a:latin typeface="华文行楷" panose="02010800040101010101" pitchFamily="2" charset="-122"/>
                <a:ea typeface="华文行楷" panose="02010800040101010101" pitchFamily="2" charset="-122"/>
              </a:rPr>
              <a:t>谢 谢 观 看</a:t>
            </a:r>
          </a:p>
        </p:txBody>
      </p:sp>
      <p:pic>
        <p:nvPicPr>
          <p:cNvPr id="23557" name="图片 1" descr="水墨圆圈">
            <a:extLst>
              <a:ext uri="{FF2B5EF4-FFF2-40B4-BE49-F238E27FC236}">
                <a16:creationId xmlns:a16="http://schemas.microsoft.com/office/drawing/2014/main" id="{B072C0B3-F515-43C3-8856-7BDE43EA81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54912" r="55519"/>
          <a:stretch>
            <a:fillRect/>
          </a:stretch>
        </p:blipFill>
        <p:spPr bwMode="auto">
          <a:xfrm rot="6240000">
            <a:off x="7801769" y="367507"/>
            <a:ext cx="6226175" cy="612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2.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3.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4.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5.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6.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7.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8.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heme/theme1.xml><?xml version="1.0" encoding="utf-8"?>
<a:theme xmlns:a="http://schemas.openxmlformats.org/drawingml/2006/main" name="4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151</TotalTime>
  <Words>1094</Words>
  <Application>Microsoft Office PowerPoint</Application>
  <PresentationFormat>宽屏</PresentationFormat>
  <Paragraphs>48</Paragraphs>
  <Slides>8</Slides>
  <Notes>8</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8</vt:i4>
      </vt:variant>
    </vt:vector>
  </HeadingPairs>
  <TitlesOfParts>
    <vt:vector size="20" baseType="lpstr">
      <vt:lpstr>PingFangSC-Medium</vt:lpstr>
      <vt:lpstr>PingFangSC-Regular</vt:lpstr>
      <vt:lpstr>等线</vt:lpstr>
      <vt:lpstr>等线 Light</vt:lpstr>
      <vt:lpstr>汉仪方隶简</vt:lpstr>
      <vt:lpstr>华文行楷</vt:lpstr>
      <vt:lpstr>经典隶书简</vt:lpstr>
      <vt:lpstr>宋体</vt:lpstr>
      <vt:lpstr>Arial</vt:lpstr>
      <vt:lpstr>Calibri</vt:lpstr>
      <vt:lpstr>4_默认设计模板</vt:lpstr>
      <vt:lpstr>自定义设计方案</vt:lpstr>
      <vt:lpstr>致敬毛泽东</vt:lpstr>
      <vt:lpstr>PowerPoint 演示文稿</vt:lpstr>
      <vt:lpstr>PowerPoint 演示文稿</vt:lpstr>
      <vt:lpstr>PowerPoint 演示文稿</vt:lpstr>
      <vt:lpstr>PowerPoint 演示文稿</vt:lpstr>
      <vt:lpstr>PowerPoint 演示文稿</vt:lpstr>
      <vt:lpstr>PowerPoint 演示文稿</vt:lpstr>
      <vt:lpstr>谢 谢 观 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深圳大学</dc:title>
  <dc:creator>JOANNE</dc:creator>
  <cp:lastModifiedBy>来之 王</cp:lastModifiedBy>
  <cp:revision>81</cp:revision>
  <dcterms:created xsi:type="dcterms:W3CDTF">2019-04-19T06:29:29Z</dcterms:created>
  <dcterms:modified xsi:type="dcterms:W3CDTF">2023-11-13T10:42:55Z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2052-11.1.0.8612</vt:lpwstr>
  </property>
</Properties>
</file>