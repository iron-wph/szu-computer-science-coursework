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0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21" r:id="rId5"/>
    <p:sldMasterId id="2147483733" r:id="rId6"/>
  </p:sldMasterIdLst>
  <p:sldIdLst>
    <p:sldId id="256" r:id="rId7"/>
    <p:sldId id="258" r:id="rId8"/>
    <p:sldId id="259" r:id="rId9"/>
    <p:sldId id="257" r:id="rId10"/>
    <p:sldId id="260" r:id="rId11"/>
    <p:sldId id="261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5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0"/>
            <a:ext cx="2090737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19813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C6EEC-4B7D-4923-AD89-93242A5032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C53FA-9C6C-42BF-B0D0-BDD9F75FC9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E125A-4BDE-4C4C-934A-03B85A2160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490BD-5070-4470-AF6B-E27EDFF45A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A98E-CA9A-4806-9101-87056F1425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72045-D1F3-49EE-B33A-B300944BBB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BCCE3-A81A-4DE1-B397-BF674647B7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77AE3-DF36-495B-992D-D12CE3DD1C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1080B-3FBB-40D6-88C6-4696D49FD2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47172-8EF0-42C0-96B4-CEFD8C93BC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1600200"/>
            <a:ext cx="2078037" cy="45259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817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48ADB-1D51-4261-9D7C-7E1F93E077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C6EEC-4B7D-4923-AD89-93242A50322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C53FA-9C6C-42BF-B0D0-BDD9F75FC9A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E125A-4BDE-4C4C-934A-03B85A2160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490BD-5070-4470-AF6B-E27EDFF45AE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A98E-CA9A-4806-9101-87056F14251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72045-D1F3-49EE-B33A-B300944BBB1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BCCE3-A81A-4DE1-B397-BF674647B78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77AE3-DF36-495B-992D-D12CE3DD1C0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1080B-3FBB-40D6-88C6-4696D49FD2B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47172-8EF0-42C0-96B4-CEFD8C93BCB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0"/>
            <a:ext cx="2090737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19813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48ADB-1D51-4261-9D7C-7E1F93E0771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C6EEC-4B7D-4923-AD89-93242A5032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C53FA-9C6C-42BF-B0D0-BDD9F75FC9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E125A-4BDE-4C4C-934A-03B85A2160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490BD-5070-4470-AF6B-E27EDFF45A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A98E-CA9A-4806-9101-87056F1425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72045-D1F3-49EE-B33A-B300944BBB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BCCE3-A81A-4DE1-B397-BF674647B7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77AE3-DF36-495B-992D-D12CE3DD1C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1080B-3FBB-40D6-88C6-4696D49FD2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47172-8EF0-42C0-96B4-CEFD8C93BC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1600200"/>
            <a:ext cx="2078037" cy="45259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817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48ADB-1D51-4261-9D7C-7E1F93E077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C53FA-9C6C-42BF-B0D0-BDD9F75FC9A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E125A-4BDE-4C4C-934A-03B85A2160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490BD-5070-4470-AF6B-E27EDFF45AE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A98E-CA9A-4806-9101-87056F14251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72045-D1F3-49EE-B33A-B300944BBB1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BCCE3-A81A-4DE1-B397-BF674647B78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77AE3-DF36-495B-992D-D12CE3DD1C0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1080B-3FBB-40D6-88C6-4696D49FD2B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47172-8EF0-42C0-96B4-CEFD8C93BCB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0"/>
            <a:ext cx="2090737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19813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48ADB-1D51-4261-9D7C-7E1F93E0771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C6EEC-4B7D-4923-AD89-93242A5032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C53FA-9C6C-42BF-B0D0-BDD9F75FC9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E125A-4BDE-4C4C-934A-03B85A2160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490BD-5070-4470-AF6B-E27EDFF45A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A98E-CA9A-4806-9101-87056F1425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72045-D1F3-49EE-B33A-B300944BBB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BCCE3-A81A-4DE1-B397-BF674647B7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77AE3-DF36-495B-992D-D12CE3DD1C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1080B-3FBB-40D6-88C6-4696D49FD2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47172-8EF0-42C0-96B4-CEFD8C93BC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1600200"/>
            <a:ext cx="2078037" cy="45259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817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48ADB-1D51-4261-9D7C-7E1F93E077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12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0"/>
            <a:ext cx="8002588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50000">
              <a:srgbClr val="EE8E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420938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1FC3B1A-12E3-4DC5-B0D7-59559C0047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12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0"/>
            <a:ext cx="8002588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50000">
              <a:srgbClr val="EE8E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420938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1FC3B1A-12E3-4DC5-B0D7-59559C0047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C1593040-1E3C-40B9-AAF6-561C7FC754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12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0"/>
            <a:ext cx="8002588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fld id="{7492B58B-8A6C-44E6-93E9-D6D7EE42F47F}" type="datetimeFigureOut">
              <a:rPr lang="zh-CN" altLang="en-US" smtClean="0"/>
              <a:t>2014/3/12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50000">
              <a:srgbClr val="EE8E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420938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1FC3B1A-12E3-4DC5-B0D7-59559C0047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6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6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6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6.xml"/><Relationship Id="rId1" Type="http://schemas.openxmlformats.org/officeDocument/2006/relationships/vmlDrawing" Target="../drawings/vmlDrawing4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/>
              <a:t>组合电路补充题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例题：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40768"/>
            <a:ext cx="8229600" cy="3886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 smtClean="0"/>
              <a:t>     </a:t>
            </a:r>
            <a:r>
              <a:rPr lang="zh-CN" altLang="zh-CN" b="1" dirty="0" smtClean="0"/>
              <a:t>在</a:t>
            </a:r>
            <a:r>
              <a:rPr lang="zh-CN" altLang="zh-CN" b="1" dirty="0" smtClean="0"/>
              <a:t>某一逻辑电路的应用中有</a:t>
            </a:r>
            <a:r>
              <a:rPr lang="en-US" altLang="zh-CN" b="1" dirty="0" smtClean="0"/>
              <a:t>A</a:t>
            </a:r>
            <a:r>
              <a:rPr lang="zh-CN" altLang="zh-CN" b="1" dirty="0" smtClean="0"/>
              <a:t>、</a:t>
            </a:r>
            <a:r>
              <a:rPr lang="en-US" altLang="zh-CN" b="1" dirty="0" smtClean="0"/>
              <a:t>B</a:t>
            </a:r>
            <a:r>
              <a:rPr lang="zh-CN" altLang="zh-CN" b="1" dirty="0" smtClean="0"/>
              <a:t>、</a:t>
            </a:r>
            <a:r>
              <a:rPr lang="en-US" altLang="zh-CN" b="1" dirty="0" smtClean="0"/>
              <a:t>C</a:t>
            </a:r>
            <a:r>
              <a:rPr lang="zh-CN" altLang="zh-CN" b="1" dirty="0" smtClean="0"/>
              <a:t>三个输入端，输出端</a:t>
            </a:r>
            <a:r>
              <a:rPr lang="en-US" altLang="zh-CN" b="1" dirty="0" smtClean="0"/>
              <a:t>Y</a:t>
            </a:r>
            <a:r>
              <a:rPr lang="zh-CN" altLang="zh-CN" b="1" dirty="0" smtClean="0"/>
              <a:t>需满足如下条件：当</a:t>
            </a:r>
            <a:r>
              <a:rPr lang="en-US" altLang="zh-CN" b="1" dirty="0" smtClean="0"/>
              <a:t>A</a:t>
            </a:r>
            <a:r>
              <a:rPr lang="zh-CN" altLang="zh-CN" b="1" dirty="0" smtClean="0"/>
              <a:t>导通时</a:t>
            </a:r>
            <a:r>
              <a:rPr lang="en-US" altLang="zh-CN" b="1" dirty="0" smtClean="0"/>
              <a:t>B</a:t>
            </a:r>
            <a:r>
              <a:rPr lang="zh-CN" altLang="zh-CN" b="1" dirty="0" smtClean="0"/>
              <a:t>和</a:t>
            </a:r>
            <a:r>
              <a:rPr lang="en-US" altLang="zh-CN" b="1" dirty="0" smtClean="0"/>
              <a:t>C</a:t>
            </a:r>
            <a:r>
              <a:rPr lang="zh-CN" altLang="zh-CN" b="1" dirty="0" smtClean="0"/>
              <a:t>截止；或者当</a:t>
            </a:r>
            <a:r>
              <a:rPr lang="en-US" altLang="zh-CN" b="1" dirty="0" smtClean="0"/>
              <a:t>A</a:t>
            </a:r>
            <a:r>
              <a:rPr lang="zh-CN" altLang="zh-CN" b="1" dirty="0" smtClean="0"/>
              <a:t>和</a:t>
            </a:r>
            <a:r>
              <a:rPr lang="en-US" altLang="zh-CN" b="1" dirty="0" smtClean="0"/>
              <a:t>B</a:t>
            </a:r>
            <a:r>
              <a:rPr lang="zh-CN" altLang="zh-CN" b="1" dirty="0" smtClean="0"/>
              <a:t>截止时</a:t>
            </a:r>
            <a:r>
              <a:rPr lang="en-US" altLang="zh-CN" b="1" dirty="0" smtClean="0"/>
              <a:t>C</a:t>
            </a:r>
            <a:r>
              <a:rPr lang="zh-CN" altLang="zh-CN" b="1" dirty="0" smtClean="0"/>
              <a:t>导通；或者当</a:t>
            </a:r>
            <a:r>
              <a:rPr lang="en-US" altLang="zh-CN" b="1" dirty="0" smtClean="0"/>
              <a:t>A</a:t>
            </a:r>
            <a:r>
              <a:rPr lang="zh-CN" altLang="zh-CN" b="1" dirty="0" smtClean="0"/>
              <a:t>和</a:t>
            </a:r>
            <a:r>
              <a:rPr lang="en-US" altLang="zh-CN" b="1" dirty="0" smtClean="0"/>
              <a:t>C</a:t>
            </a:r>
            <a:r>
              <a:rPr lang="zh-CN" altLang="zh-CN" b="1" dirty="0" smtClean="0"/>
              <a:t>导通时</a:t>
            </a:r>
            <a:r>
              <a:rPr lang="en-US" altLang="zh-CN" b="1" dirty="0" smtClean="0"/>
              <a:t>B</a:t>
            </a:r>
            <a:r>
              <a:rPr lang="zh-CN" altLang="zh-CN" b="1" dirty="0" smtClean="0"/>
              <a:t>截止；或者当</a:t>
            </a:r>
            <a:r>
              <a:rPr lang="en-US" altLang="zh-CN" b="1" dirty="0" smtClean="0"/>
              <a:t>A</a:t>
            </a:r>
            <a:r>
              <a:rPr lang="zh-CN" altLang="zh-CN" b="1" dirty="0" smtClean="0"/>
              <a:t>截止时</a:t>
            </a:r>
            <a:r>
              <a:rPr lang="en-US" altLang="zh-CN" b="1" dirty="0" smtClean="0"/>
              <a:t>B</a:t>
            </a:r>
            <a:r>
              <a:rPr lang="zh-CN" altLang="zh-CN" b="1" dirty="0" smtClean="0"/>
              <a:t>和</a:t>
            </a:r>
            <a:r>
              <a:rPr lang="en-US" altLang="zh-CN" b="1" dirty="0" smtClean="0"/>
              <a:t>C</a:t>
            </a:r>
            <a:r>
              <a:rPr lang="zh-CN" altLang="zh-CN" b="1" dirty="0" smtClean="0"/>
              <a:t>导通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例题</a:t>
            </a:r>
            <a:endParaRPr lang="zh-CN" altLang="en-US" dirty="0"/>
          </a:p>
        </p:txBody>
      </p:sp>
      <p:grpSp>
        <p:nvGrpSpPr>
          <p:cNvPr id="2051" name="Group 3"/>
          <p:cNvGrpSpPr>
            <a:grpSpLocks/>
          </p:cNvGrpSpPr>
          <p:nvPr/>
        </p:nvGrpSpPr>
        <p:grpSpPr bwMode="auto">
          <a:xfrm>
            <a:off x="1043608" y="4221088"/>
            <a:ext cx="6593061" cy="2065231"/>
            <a:chOff x="1443" y="1366"/>
            <a:chExt cx="5405" cy="1294"/>
          </a:xfrm>
        </p:grpSpPr>
        <p:grpSp>
          <p:nvGrpSpPr>
            <p:cNvPr id="2052" name="Group 4"/>
            <p:cNvGrpSpPr>
              <a:grpSpLocks/>
            </p:cNvGrpSpPr>
            <p:nvPr/>
          </p:nvGrpSpPr>
          <p:grpSpPr bwMode="auto">
            <a:xfrm>
              <a:off x="1443" y="2236"/>
              <a:ext cx="5405" cy="424"/>
              <a:chOff x="1443" y="2236"/>
              <a:chExt cx="5405" cy="424"/>
            </a:xfrm>
          </p:grpSpPr>
          <p:sp>
            <p:nvSpPr>
              <p:cNvPr id="2053" name="Text Box 5"/>
              <p:cNvSpPr txBox="1">
                <a:spLocks noChangeArrowheads="1"/>
              </p:cNvSpPr>
              <p:nvPr/>
            </p:nvSpPr>
            <p:spPr bwMode="auto">
              <a:xfrm>
                <a:off x="1443" y="2236"/>
                <a:ext cx="1530" cy="40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宋体" pitchFamily="2" charset="-122"/>
                    <a:cs typeface="宋体" pitchFamily="2" charset="-122"/>
                  </a:rPr>
                  <a:t>非门 否定</a:t>
                </a:r>
                <a:endParaRPr kumimoji="0" lang="zh-CN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54" name="Text Box 6"/>
              <p:cNvSpPr txBox="1">
                <a:spLocks noChangeArrowheads="1"/>
              </p:cNvSpPr>
              <p:nvPr/>
            </p:nvSpPr>
            <p:spPr bwMode="auto">
              <a:xfrm>
                <a:off x="3251" y="2255"/>
                <a:ext cx="1635" cy="40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宋体" pitchFamily="2" charset="-122"/>
                    <a:cs typeface="宋体" pitchFamily="2" charset="-122"/>
                  </a:rPr>
                  <a:t>与门 合取</a:t>
                </a:r>
                <a:endParaRPr kumimoji="0" lang="zh-CN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55" name="Text Box 7"/>
              <p:cNvSpPr txBox="1">
                <a:spLocks noChangeArrowheads="1"/>
              </p:cNvSpPr>
              <p:nvPr/>
            </p:nvSpPr>
            <p:spPr bwMode="auto">
              <a:xfrm>
                <a:off x="5318" y="2241"/>
                <a:ext cx="1530" cy="40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宋体" pitchFamily="2" charset="-122"/>
                    <a:cs typeface="宋体" pitchFamily="2" charset="-122"/>
                  </a:rPr>
                  <a:t>或门 析取</a:t>
                </a:r>
                <a:endParaRPr kumimoji="0" lang="zh-CN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aphicFrame>
          <p:nvGraphicFramePr>
            <p:cNvPr id="2056" name="Object 8"/>
            <p:cNvGraphicFramePr>
              <a:graphicFrameLocks noChangeAspect="1"/>
            </p:cNvGraphicFramePr>
            <p:nvPr/>
          </p:nvGraphicFramePr>
          <p:xfrm>
            <a:off x="1632" y="1366"/>
            <a:ext cx="4841" cy="1038"/>
          </p:xfrm>
          <a:graphic>
            <a:graphicData uri="http://schemas.openxmlformats.org/presentationml/2006/ole">
              <p:oleObj spid="_x0000_s2056" name="Visio" r:id="rId3" imgW="4712040" imgH="1013040" progId="Visio.Drawing.11">
                <p:embed/>
              </p:oleObj>
            </a:graphicData>
          </a:graphic>
        </p:graphicFrame>
      </p:grpSp>
      <p:sp>
        <p:nvSpPr>
          <p:cNvPr id="12" name="TextBox 11"/>
          <p:cNvSpPr txBox="1"/>
          <p:nvPr/>
        </p:nvSpPr>
        <p:spPr>
          <a:xfrm>
            <a:off x="323528" y="3573016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若：</a:t>
            </a:r>
            <a:endParaRPr lang="zh-CN" altLang="en-US" sz="2800" b="1" dirty="0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251520" y="2420888"/>
          <a:ext cx="8556253" cy="397083"/>
        </p:xfrm>
        <a:graphic>
          <a:graphicData uri="http://schemas.openxmlformats.org/presentationml/2006/ole">
            <p:oleObj spid="_x0000_s2057" name="Equation" r:id="rId4" imgW="4317840" imgH="203040" progId="Equation.3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3528" y="1484784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以上</a:t>
            </a:r>
            <a:r>
              <a:rPr lang="zh-CN" altLang="zh-CN" sz="2800" b="1" dirty="0" smtClean="0"/>
              <a:t>条件可用命题公式来表示</a:t>
            </a:r>
            <a:r>
              <a:rPr lang="zh-CN" altLang="en-US" sz="2800" b="1" dirty="0" smtClean="0"/>
              <a:t>如下：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DC53FA-9C6C-42BF-B0D0-BDD9F75FC9A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87624" y="1772816"/>
          <a:ext cx="6696744" cy="4740697"/>
        </p:xfrm>
        <a:graphic>
          <a:graphicData uri="http://schemas.openxmlformats.org/presentationml/2006/ole">
            <p:oleObj spid="_x0000_s1026" name="Visio" r:id="rId3" imgW="1564577" imgH="1108617" progId="Visio.Drawing.11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3528" y="1196752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则</a:t>
            </a:r>
            <a:r>
              <a:rPr lang="zh-CN" altLang="zh-CN" sz="2800" b="1" dirty="0" smtClean="0"/>
              <a:t>逻辑电路</a:t>
            </a:r>
            <a:r>
              <a:rPr lang="zh-CN" altLang="en-US" sz="2800" b="1" dirty="0" smtClean="0"/>
              <a:t>如下：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002588" cy="1100138"/>
          </a:xfrm>
        </p:spPr>
        <p:txBody>
          <a:bodyPr/>
          <a:lstStyle/>
          <a:p>
            <a:r>
              <a:rPr lang="zh-CN" altLang="en-US" dirty="0" smtClean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84784"/>
            <a:ext cx="8229600" cy="727720"/>
          </a:xfrm>
        </p:spPr>
        <p:txBody>
          <a:bodyPr/>
          <a:lstStyle/>
          <a:p>
            <a:r>
              <a:rPr lang="zh-CN" altLang="zh-CN" dirty="0" smtClean="0"/>
              <a:t>利用等值</a:t>
            </a:r>
            <a:r>
              <a:rPr lang="zh-CN" altLang="zh-CN" dirty="0" smtClean="0"/>
              <a:t>演算进行</a:t>
            </a:r>
            <a:r>
              <a:rPr lang="zh-CN" altLang="zh-CN" dirty="0" smtClean="0"/>
              <a:t>化</a:t>
            </a:r>
            <a:r>
              <a:rPr lang="zh-CN" altLang="zh-CN" dirty="0" smtClean="0"/>
              <a:t>简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277813" y="2349500"/>
          <a:ext cx="8825736" cy="409198"/>
        </p:xfrm>
        <a:graphic>
          <a:graphicData uri="http://schemas.openxmlformats.org/presentationml/2006/ole">
            <p:oleObj spid="_x0000_s78850" name="Equation" r:id="rId3" imgW="4317840" imgH="203040" progId="Equation.3">
              <p:embed/>
            </p:oleObj>
          </a:graphicData>
        </a:graphic>
      </p:graphicFrame>
      <p:graphicFrame>
        <p:nvGraphicFramePr>
          <p:cNvPr id="78849" name="Object 1"/>
          <p:cNvGraphicFramePr>
            <a:graphicFrameLocks noChangeAspect="1"/>
          </p:cNvGraphicFramePr>
          <p:nvPr/>
        </p:nvGraphicFramePr>
        <p:xfrm>
          <a:off x="424097" y="3068960"/>
          <a:ext cx="8719903" cy="418481"/>
        </p:xfrm>
        <a:graphic>
          <a:graphicData uri="http://schemas.openxmlformats.org/presentationml/2006/ole">
            <p:oleObj spid="_x0000_s78849" name="Equation" r:id="rId4" imgW="4178160" imgH="203040" progId="Equation.3">
              <p:embed/>
            </p:oleObj>
          </a:graphicData>
        </a:graphic>
      </p:graphicFrame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0" y="400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492125" y="3644900"/>
          <a:ext cx="3721100" cy="504825"/>
        </p:xfrm>
        <a:graphic>
          <a:graphicData uri="http://schemas.openxmlformats.org/presentationml/2006/ole">
            <p:oleObj spid="_x0000_s78854" name="Equation" r:id="rId5" imgW="147312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例题：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648072"/>
          </a:xfrm>
        </p:spPr>
        <p:txBody>
          <a:bodyPr/>
          <a:lstStyle/>
          <a:p>
            <a:r>
              <a:rPr lang="zh-CN" altLang="en-US" dirty="0" smtClean="0"/>
              <a:t>则电路化简为：</a:t>
            </a:r>
            <a:endParaRPr lang="zh-CN" alt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9873" name="Object 1"/>
          <p:cNvGraphicFramePr>
            <a:graphicFrameLocks noChangeAspect="1"/>
          </p:cNvGraphicFramePr>
          <p:nvPr/>
        </p:nvGraphicFramePr>
        <p:xfrm>
          <a:off x="1259632" y="2348880"/>
          <a:ext cx="7060822" cy="3096344"/>
        </p:xfrm>
        <a:graphic>
          <a:graphicData uri="http://schemas.openxmlformats.org/presentationml/2006/ole">
            <p:oleObj spid="_x0000_s79873" name="Visio" r:id="rId3" imgW="1564577" imgH="686981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离散数学主题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Pixel">
  <a:themeElements>
    <a:clrScheme name="2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2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离散数学主题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Pixel">
  <a:themeElements>
    <a:clrScheme name="2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2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离散数学主题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Pixel">
  <a:themeElements>
    <a:clrScheme name="2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2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离散数学主题</Template>
  <TotalTime>60</TotalTime>
  <Words>114</Words>
  <Application>Microsoft Office PowerPoint</Application>
  <PresentationFormat>全屏显示(4:3)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离散数学主题</vt:lpstr>
      <vt:lpstr>2_Pixel</vt:lpstr>
      <vt:lpstr>1_离散数学主题</vt:lpstr>
      <vt:lpstr>3_Pixel</vt:lpstr>
      <vt:lpstr>2_离散数学主题</vt:lpstr>
      <vt:lpstr>4_Pixel</vt:lpstr>
      <vt:lpstr>Microsoft Visio 绘图</vt:lpstr>
      <vt:lpstr>Microsoft Equation 3.0</vt:lpstr>
      <vt:lpstr>组合电路补充题</vt:lpstr>
      <vt:lpstr>例题：</vt:lpstr>
      <vt:lpstr>例题</vt:lpstr>
      <vt:lpstr>例题</vt:lpstr>
      <vt:lpstr>例题</vt:lpstr>
      <vt:lpstr>例题：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组合电路补充题</dc:title>
  <dc:creator>Caisd</dc:creator>
  <cp:lastModifiedBy>Caisd</cp:lastModifiedBy>
  <cp:revision>7</cp:revision>
  <dcterms:created xsi:type="dcterms:W3CDTF">2014-03-12T02:09:06Z</dcterms:created>
  <dcterms:modified xsi:type="dcterms:W3CDTF">2014-03-12T03:09:24Z</dcterms:modified>
</cp:coreProperties>
</file>