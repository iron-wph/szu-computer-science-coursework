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3"/>
  </p:notesMasterIdLst>
  <p:sldIdLst>
    <p:sldId id="261" r:id="rId3"/>
    <p:sldId id="265" r:id="rId4"/>
    <p:sldId id="4386" r:id="rId5"/>
    <p:sldId id="4544" r:id="rId6"/>
    <p:sldId id="4612" r:id="rId7"/>
    <p:sldId id="4614" r:id="rId8"/>
    <p:sldId id="4615" r:id="rId9"/>
    <p:sldId id="4616" r:id="rId10"/>
    <p:sldId id="4617" r:id="rId11"/>
    <p:sldId id="4660" r:id="rId12"/>
    <p:sldId id="4618" r:id="rId13"/>
    <p:sldId id="4619" r:id="rId14"/>
    <p:sldId id="4620" r:id="rId15"/>
    <p:sldId id="4621" r:id="rId16"/>
    <p:sldId id="4622" r:id="rId17"/>
    <p:sldId id="4623" r:id="rId18"/>
    <p:sldId id="4637" r:id="rId19"/>
    <p:sldId id="4624" r:id="rId20"/>
    <p:sldId id="4661" r:id="rId21"/>
    <p:sldId id="4625" r:id="rId22"/>
    <p:sldId id="4626" r:id="rId23"/>
    <p:sldId id="4638" r:id="rId24"/>
    <p:sldId id="4627" r:id="rId25"/>
    <p:sldId id="4659" r:id="rId26"/>
    <p:sldId id="4613" r:id="rId27"/>
    <p:sldId id="4690" r:id="rId28"/>
    <p:sldId id="4657" r:id="rId29"/>
    <p:sldId id="4656" r:id="rId30"/>
    <p:sldId id="4633" r:id="rId31"/>
    <p:sldId id="4628" r:id="rId32"/>
    <p:sldId id="4629" r:id="rId33"/>
    <p:sldId id="4630" r:id="rId34"/>
    <p:sldId id="4662" r:id="rId35"/>
    <p:sldId id="4631" r:id="rId36"/>
    <p:sldId id="4632" r:id="rId37"/>
    <p:sldId id="4634" r:id="rId38"/>
    <p:sldId id="4635" r:id="rId39"/>
    <p:sldId id="4636" r:id="rId40"/>
    <p:sldId id="4658" r:id="rId41"/>
    <p:sldId id="262" r:id="rId42"/>
  </p:sldIdLst>
  <p:sldSz cx="9144000" cy="5143500" type="screen16x9"/>
  <p:notesSz cx="6858000" cy="9144000"/>
  <p:defaultTextStyle>
    <a:defPPr>
      <a:defRPr lang="zh-CN"/>
    </a:defPPr>
    <a:lvl1pPr marL="0" algn="l" defTabSz="695960" rtl="0" eaLnBrk="1" latinLnBrk="0" hangingPunct="1">
      <a:defRPr sz="1370" kern="1200">
        <a:solidFill>
          <a:schemeClr val="tx1"/>
        </a:solidFill>
        <a:latin typeface="+mn-lt"/>
        <a:ea typeface="+mn-ea"/>
        <a:cs typeface="+mn-cs"/>
      </a:defRPr>
    </a:lvl1pPr>
    <a:lvl2pPr marL="347980" algn="l" defTabSz="695960" rtl="0" eaLnBrk="1" latinLnBrk="0" hangingPunct="1">
      <a:defRPr sz="1370" kern="1200">
        <a:solidFill>
          <a:schemeClr val="tx1"/>
        </a:solidFill>
        <a:latin typeface="+mn-lt"/>
        <a:ea typeface="+mn-ea"/>
        <a:cs typeface="+mn-cs"/>
      </a:defRPr>
    </a:lvl2pPr>
    <a:lvl3pPr marL="695960" algn="l" defTabSz="695960" rtl="0" eaLnBrk="1" latinLnBrk="0" hangingPunct="1">
      <a:defRPr sz="1370" kern="1200">
        <a:solidFill>
          <a:schemeClr val="tx1"/>
        </a:solidFill>
        <a:latin typeface="+mn-lt"/>
        <a:ea typeface="+mn-ea"/>
        <a:cs typeface="+mn-cs"/>
      </a:defRPr>
    </a:lvl3pPr>
    <a:lvl4pPr marL="1044575" algn="l" defTabSz="695960" rtl="0" eaLnBrk="1" latinLnBrk="0" hangingPunct="1">
      <a:defRPr sz="1370" kern="1200">
        <a:solidFill>
          <a:schemeClr val="tx1"/>
        </a:solidFill>
        <a:latin typeface="+mn-lt"/>
        <a:ea typeface="+mn-ea"/>
        <a:cs typeface="+mn-cs"/>
      </a:defRPr>
    </a:lvl4pPr>
    <a:lvl5pPr marL="1392555" algn="l" defTabSz="695960" rtl="0" eaLnBrk="1" latinLnBrk="0" hangingPunct="1">
      <a:defRPr sz="1370" kern="1200">
        <a:solidFill>
          <a:schemeClr val="tx1"/>
        </a:solidFill>
        <a:latin typeface="+mn-lt"/>
        <a:ea typeface="+mn-ea"/>
        <a:cs typeface="+mn-cs"/>
      </a:defRPr>
    </a:lvl5pPr>
    <a:lvl6pPr marL="1740535" algn="l" defTabSz="695960" rtl="0" eaLnBrk="1" latinLnBrk="0" hangingPunct="1">
      <a:defRPr sz="1370" kern="1200">
        <a:solidFill>
          <a:schemeClr val="tx1"/>
        </a:solidFill>
        <a:latin typeface="+mn-lt"/>
        <a:ea typeface="+mn-ea"/>
        <a:cs typeface="+mn-cs"/>
      </a:defRPr>
    </a:lvl6pPr>
    <a:lvl7pPr marL="2088515" algn="l" defTabSz="695960" rtl="0" eaLnBrk="1" latinLnBrk="0" hangingPunct="1">
      <a:defRPr sz="1370" kern="1200">
        <a:solidFill>
          <a:schemeClr val="tx1"/>
        </a:solidFill>
        <a:latin typeface="+mn-lt"/>
        <a:ea typeface="+mn-ea"/>
        <a:cs typeface="+mn-cs"/>
      </a:defRPr>
    </a:lvl7pPr>
    <a:lvl8pPr marL="2436495" algn="l" defTabSz="695960" rtl="0" eaLnBrk="1" latinLnBrk="0" hangingPunct="1">
      <a:defRPr sz="1370" kern="1200">
        <a:solidFill>
          <a:schemeClr val="tx1"/>
        </a:solidFill>
        <a:latin typeface="+mn-lt"/>
        <a:ea typeface="+mn-ea"/>
        <a:cs typeface="+mn-cs"/>
      </a:defRPr>
    </a:lvl8pPr>
    <a:lvl9pPr marL="2785110" algn="l" defTabSz="695960" rtl="0" eaLnBrk="1" latinLnBrk="0" hangingPunct="1">
      <a:defRPr sz="137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ffice2016mac02389" initials="o" lastIdx="1" clrIdx="0"/>
  <p:cmAuthor id="2" name="Mary Feil-Jacobs" initials="M" lastIdx="43" clrIdx="1"/>
  <p:cmAuthor id="3" name="Monica Lueder" initials="M" lastIdx="22"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FFFFF"/>
    <a:srgbClr val="01C8DD"/>
    <a:srgbClr val="4472C4"/>
    <a:srgbClr val="1AA3AA"/>
    <a:srgbClr val="D4EEEF"/>
    <a:srgbClr val="3498DB"/>
    <a:srgbClr val="FFC000"/>
    <a:srgbClr val="ED7D31"/>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368"/>
    <p:restoredTop sz="94627"/>
  </p:normalViewPr>
  <p:slideViewPr>
    <p:cSldViewPr snapToGrid="0" snapToObjects="1">
      <p:cViewPr>
        <p:scale>
          <a:sx n="151" d="100"/>
          <a:sy n="151" d="100"/>
        </p:scale>
        <p:origin x="256" y="408"/>
      </p:cViewPr>
      <p:guideLst>
        <p:guide pos="294"/>
        <p:guide pos="3130"/>
        <p:guide pos="396"/>
        <p:guide pos="4785"/>
        <p:guide orient="horz" pos="836"/>
        <p:guide pos="5204"/>
        <p:guide pos="1140"/>
        <p:guide orient="horz" pos="2422"/>
        <p:guide orient="horz" pos="2066"/>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notesMaster" Target="notesMasters/notesMaster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image" Target="../media/image8.emf"/><Relationship Id="rId8" Type="http://schemas.openxmlformats.org/officeDocument/2006/relationships/image" Target="../media/image7.emf"/><Relationship Id="rId7" Type="http://schemas.openxmlformats.org/officeDocument/2006/relationships/image" Target="../media/image6.emf"/><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png"/><Relationship Id="rId3" Type="http://schemas.openxmlformats.org/officeDocument/2006/relationships/image" Target="../media/image2.emf"/><Relationship Id="rId2" Type="http://schemas.openxmlformats.org/officeDocument/2006/relationships/image" Target="../media/image1.emf"/><Relationship Id="rId19" Type="http://schemas.openxmlformats.org/officeDocument/2006/relationships/image" Target="../media/image18.emf"/><Relationship Id="rId18" Type="http://schemas.openxmlformats.org/officeDocument/2006/relationships/image" Target="../media/image17.emf"/><Relationship Id="rId17" Type="http://schemas.openxmlformats.org/officeDocument/2006/relationships/image" Target="../media/image16.emf"/><Relationship Id="rId16" Type="http://schemas.openxmlformats.org/officeDocument/2006/relationships/image" Target="../media/image15.emf"/><Relationship Id="rId15" Type="http://schemas.openxmlformats.org/officeDocument/2006/relationships/image" Target="../media/image14.emf"/><Relationship Id="rId14" Type="http://schemas.openxmlformats.org/officeDocument/2006/relationships/image" Target="../media/image13.emf"/><Relationship Id="rId13" Type="http://schemas.openxmlformats.org/officeDocument/2006/relationships/image" Target="../media/image12.emf"/><Relationship Id="rId12" Type="http://schemas.openxmlformats.org/officeDocument/2006/relationships/image" Target="../media/image11.emf"/><Relationship Id="rId11" Type="http://schemas.openxmlformats.org/officeDocument/2006/relationships/image" Target="../media/image10.emf"/><Relationship Id="rId10" Type="http://schemas.openxmlformats.org/officeDocument/2006/relationships/image" Target="../media/image9.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8" name="组合 7"/>
          <p:cNvGrpSpPr/>
          <p:nvPr userDrawn="1"/>
        </p:nvGrpSpPr>
        <p:grpSpPr>
          <a:xfrm>
            <a:off x="976313" y="546100"/>
            <a:ext cx="7126287" cy="4144963"/>
            <a:chOff x="976313" y="546100"/>
            <a:chExt cx="7126287" cy="4144963"/>
          </a:xfrm>
        </p:grpSpPr>
        <p:pic>
          <p:nvPicPr>
            <p:cNvPr id="9"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986088" y="641350"/>
              <a:ext cx="3127375" cy="344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449638" y="1065213"/>
              <a:ext cx="2200275" cy="245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椭圆 10"/>
            <p:cNvSpPr/>
            <p:nvPr userDrawn="1"/>
          </p:nvSpPr>
          <p:spPr bwMode="auto">
            <a:xfrm>
              <a:off x="6381750" y="1384300"/>
              <a:ext cx="463550" cy="463550"/>
            </a:xfrm>
            <a:prstGeom prst="ellipse">
              <a:avLst/>
            </a:prstGeom>
            <a:solidFill>
              <a:schemeClr val="tx1">
                <a:lumMod val="75000"/>
                <a:lumOff val="25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sp>
          <p:nvSpPr>
            <p:cNvPr id="12" name="椭圆 11"/>
            <p:cNvSpPr/>
            <p:nvPr userDrawn="1"/>
          </p:nvSpPr>
          <p:spPr bwMode="auto">
            <a:xfrm>
              <a:off x="2451100" y="1749425"/>
              <a:ext cx="184150" cy="184150"/>
            </a:xfrm>
            <a:prstGeom prst="ellipse">
              <a:avLst/>
            </a:prstGeom>
            <a:solidFill>
              <a:schemeClr val="tx1">
                <a:lumMod val="75000"/>
                <a:lumOff val="25000"/>
                <a:alpha val="80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sp>
          <p:nvSpPr>
            <p:cNvPr id="13" name="椭圆 10"/>
            <p:cNvSpPr>
              <a:spLocks noChangeArrowheads="1"/>
            </p:cNvSpPr>
            <p:nvPr userDrawn="1"/>
          </p:nvSpPr>
          <p:spPr bwMode="auto">
            <a:xfrm>
              <a:off x="5240338" y="3937000"/>
              <a:ext cx="219075" cy="219075"/>
            </a:xfrm>
            <a:prstGeom prst="ellipse">
              <a:avLst/>
            </a:prstGeom>
            <a:solidFill>
              <a:srgbClr val="C00000"/>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latin typeface="+mn-ea"/>
                <a:ea typeface="+mn-ea"/>
              </a:endParaRPr>
            </a:p>
          </p:txBody>
        </p:sp>
        <p:sp>
          <p:nvSpPr>
            <p:cNvPr id="14" name="椭圆 13"/>
            <p:cNvSpPr/>
            <p:nvPr userDrawn="1"/>
          </p:nvSpPr>
          <p:spPr bwMode="auto">
            <a:xfrm>
              <a:off x="3265488" y="1939925"/>
              <a:ext cx="128587" cy="130175"/>
            </a:xfrm>
            <a:prstGeom prst="ellipse">
              <a:avLst/>
            </a:prstGeom>
            <a:solidFill>
              <a:schemeClr val="tx1">
                <a:lumMod val="75000"/>
                <a:lumOff val="25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15" name="图片 17"/>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462338" y="1581150"/>
              <a:ext cx="21748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507163" y="1460500"/>
              <a:ext cx="21272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 name="组合 43"/>
            <p:cNvGrpSpPr/>
            <p:nvPr userDrawn="1"/>
          </p:nvGrpSpPr>
          <p:grpSpPr bwMode="auto">
            <a:xfrm>
              <a:off x="6100763" y="1751013"/>
              <a:ext cx="130175" cy="128587"/>
              <a:chOff x="6101548" y="1750326"/>
              <a:chExt cx="129654" cy="129654"/>
            </a:xfrm>
          </p:grpSpPr>
          <p:sp>
            <p:nvSpPr>
              <p:cNvPr id="50" name="椭圆 49"/>
              <p:cNvSpPr/>
              <p:nvPr/>
            </p:nvSpPr>
            <p:spPr bwMode="auto">
              <a:xfrm>
                <a:off x="6101548" y="1750326"/>
                <a:ext cx="129654" cy="129654"/>
              </a:xfrm>
              <a:prstGeom prst="ellipse">
                <a:avLst/>
              </a:prstGeom>
              <a:solidFill>
                <a:schemeClr val="tx1">
                  <a:lumMod val="75000"/>
                  <a:lumOff val="25000"/>
                  <a:alpha val="85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51"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5394" y="1772988"/>
                <a:ext cx="84329" cy="84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8" name="Picture 7"/>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5295900" y="3994150"/>
              <a:ext cx="1174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9" name="组合 41"/>
            <p:cNvGrpSpPr/>
            <p:nvPr userDrawn="1"/>
          </p:nvGrpSpPr>
          <p:grpSpPr bwMode="auto">
            <a:xfrm>
              <a:off x="3040063" y="546100"/>
              <a:ext cx="225425" cy="225425"/>
              <a:chOff x="3039900" y="545911"/>
              <a:chExt cx="225188" cy="225188"/>
            </a:xfrm>
          </p:grpSpPr>
          <p:sp>
            <p:nvSpPr>
              <p:cNvPr id="48" name="椭圆 47"/>
              <p:cNvSpPr/>
              <p:nvPr/>
            </p:nvSpPr>
            <p:spPr bwMode="auto">
              <a:xfrm>
                <a:off x="3039900" y="545911"/>
                <a:ext cx="225188" cy="225188"/>
              </a:xfrm>
              <a:prstGeom prst="ellipse">
                <a:avLst/>
              </a:prstGeom>
              <a:solidFill>
                <a:schemeClr val="tx1">
                  <a:lumMod val="75000"/>
                  <a:lumOff val="25000"/>
                  <a:alpha val="60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49"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0775" y="600432"/>
                <a:ext cx="143438" cy="11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 name="组合 37"/>
            <p:cNvGrpSpPr/>
            <p:nvPr userDrawn="1"/>
          </p:nvGrpSpPr>
          <p:grpSpPr bwMode="auto">
            <a:xfrm>
              <a:off x="2586038" y="3022600"/>
              <a:ext cx="185737" cy="185738"/>
              <a:chOff x="2586251" y="3022980"/>
              <a:chExt cx="88710" cy="88710"/>
            </a:xfrm>
            <a:solidFill>
              <a:srgbClr val="C00000"/>
            </a:solidFill>
          </p:grpSpPr>
          <p:sp>
            <p:nvSpPr>
              <p:cNvPr id="46" name="椭圆 9"/>
              <p:cNvSpPr>
                <a:spLocks noChangeArrowheads="1"/>
              </p:cNvSpPr>
              <p:nvPr/>
            </p:nvSpPr>
            <p:spPr bwMode="auto">
              <a:xfrm>
                <a:off x="2586251" y="3022980"/>
                <a:ext cx="88710" cy="8871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latin typeface="+mn-ea"/>
                  <a:ea typeface="+mn-ea"/>
                </a:endParaRPr>
              </a:p>
            </p:txBody>
          </p:sp>
          <p:pic>
            <p:nvPicPr>
              <p:cNvPr id="47" name="Picture 1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11596" y="3041493"/>
                <a:ext cx="45720" cy="5168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1" name="Picture 1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3294063" y="1974850"/>
              <a:ext cx="71437" cy="77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椭圆 21"/>
            <p:cNvSpPr/>
            <p:nvPr userDrawn="1"/>
          </p:nvSpPr>
          <p:spPr bwMode="auto">
            <a:xfrm>
              <a:off x="7113588" y="2630488"/>
              <a:ext cx="250825" cy="249237"/>
            </a:xfrm>
            <a:prstGeom prst="ellipse">
              <a:avLst/>
            </a:prstGeom>
            <a:solidFill>
              <a:schemeClr val="tx1">
                <a:lumMod val="75000"/>
                <a:lumOff val="25000"/>
                <a:alpha val="86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23" name="Picture 15"/>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7175500" y="2690813"/>
              <a:ext cx="133350" cy="12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 name="组合 46"/>
            <p:cNvGrpSpPr/>
            <p:nvPr userDrawn="1"/>
          </p:nvGrpSpPr>
          <p:grpSpPr bwMode="auto">
            <a:xfrm>
              <a:off x="2327275" y="3386138"/>
              <a:ext cx="258763" cy="258762"/>
              <a:chOff x="1798978" y="3519004"/>
              <a:chExt cx="259307" cy="259307"/>
            </a:xfrm>
          </p:grpSpPr>
          <p:sp>
            <p:nvSpPr>
              <p:cNvPr id="44" name="椭圆 43"/>
              <p:cNvSpPr/>
              <p:nvPr/>
            </p:nvSpPr>
            <p:spPr bwMode="auto">
              <a:xfrm>
                <a:off x="1798978" y="3519004"/>
                <a:ext cx="259307" cy="259307"/>
              </a:xfrm>
              <a:prstGeom prst="ellipse">
                <a:avLst/>
              </a:prstGeom>
              <a:solidFill>
                <a:schemeClr val="tx1">
                  <a:lumMod val="75000"/>
                  <a:lumOff val="25000"/>
                  <a:alpha val="73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45"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42039" y="3616294"/>
                <a:ext cx="173184" cy="85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5" name="组合 38"/>
            <p:cNvGrpSpPr/>
            <p:nvPr userDrawn="1"/>
          </p:nvGrpSpPr>
          <p:grpSpPr bwMode="auto">
            <a:xfrm>
              <a:off x="976313" y="1046163"/>
              <a:ext cx="300037" cy="300037"/>
              <a:chOff x="748396" y="764271"/>
              <a:chExt cx="300782" cy="300782"/>
            </a:xfrm>
          </p:grpSpPr>
          <p:sp>
            <p:nvSpPr>
              <p:cNvPr id="42" name="椭圆 41"/>
              <p:cNvSpPr/>
              <p:nvPr/>
            </p:nvSpPr>
            <p:spPr bwMode="auto">
              <a:xfrm>
                <a:off x="748396" y="764271"/>
                <a:ext cx="300782" cy="300782"/>
              </a:xfrm>
              <a:prstGeom prst="ellipse">
                <a:avLst/>
              </a:prstGeom>
              <a:solidFill>
                <a:schemeClr val="tx1">
                  <a:lumMod val="75000"/>
                  <a:lumOff val="25000"/>
                  <a:alpha val="4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43"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7106" y="856341"/>
                <a:ext cx="203362" cy="116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 name="组合 42"/>
            <p:cNvGrpSpPr/>
            <p:nvPr userDrawn="1"/>
          </p:nvGrpSpPr>
          <p:grpSpPr bwMode="auto">
            <a:xfrm>
              <a:off x="1763713" y="4391025"/>
              <a:ext cx="300037" cy="300038"/>
              <a:chOff x="1365228" y="4292790"/>
              <a:chExt cx="300782" cy="300782"/>
            </a:xfrm>
          </p:grpSpPr>
          <p:sp>
            <p:nvSpPr>
              <p:cNvPr id="40" name="椭圆 39"/>
              <p:cNvSpPr/>
              <p:nvPr/>
            </p:nvSpPr>
            <p:spPr bwMode="auto">
              <a:xfrm>
                <a:off x="1365228" y="4292790"/>
                <a:ext cx="300782" cy="300782"/>
              </a:xfrm>
              <a:prstGeom prst="ellipse">
                <a:avLst/>
              </a:prstGeom>
              <a:solidFill>
                <a:schemeClr val="tx1">
                  <a:lumMod val="75000"/>
                  <a:lumOff val="25000"/>
                  <a:alpha val="7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41"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17391" y="4364115"/>
                <a:ext cx="196455" cy="158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7" name="组合 1"/>
            <p:cNvGrpSpPr/>
            <p:nvPr userDrawn="1"/>
          </p:nvGrpSpPr>
          <p:grpSpPr bwMode="auto">
            <a:xfrm>
              <a:off x="1169988" y="2619375"/>
              <a:ext cx="300037" cy="300038"/>
              <a:chOff x="1169908" y="2618983"/>
              <a:chExt cx="300782" cy="300782"/>
            </a:xfrm>
          </p:grpSpPr>
          <p:sp>
            <p:nvSpPr>
              <p:cNvPr id="38" name="椭圆 37"/>
              <p:cNvSpPr/>
              <p:nvPr/>
            </p:nvSpPr>
            <p:spPr bwMode="auto">
              <a:xfrm>
                <a:off x="1169908" y="2618983"/>
                <a:ext cx="300782" cy="300782"/>
              </a:xfrm>
              <a:prstGeom prst="ellipse">
                <a:avLst/>
              </a:prstGeom>
              <a:solidFill>
                <a:schemeClr val="tx1">
                  <a:lumMod val="75000"/>
                  <a:lumOff val="25000"/>
                  <a:alpha val="80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39" name="Picture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14531" y="2690308"/>
                <a:ext cx="211536" cy="181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 name="组合 49"/>
            <p:cNvGrpSpPr/>
            <p:nvPr userDrawn="1"/>
          </p:nvGrpSpPr>
          <p:grpSpPr bwMode="auto">
            <a:xfrm>
              <a:off x="7781925" y="4046538"/>
              <a:ext cx="320675" cy="320675"/>
              <a:chOff x="7874758" y="4418464"/>
              <a:chExt cx="320722" cy="320722"/>
            </a:xfrm>
          </p:grpSpPr>
          <p:sp>
            <p:nvSpPr>
              <p:cNvPr id="36" name="椭圆 35"/>
              <p:cNvSpPr/>
              <p:nvPr/>
            </p:nvSpPr>
            <p:spPr bwMode="auto">
              <a:xfrm>
                <a:off x="7874758" y="4418464"/>
                <a:ext cx="320722" cy="320722"/>
              </a:xfrm>
              <a:prstGeom prst="ellipse">
                <a:avLst/>
              </a:prstGeom>
              <a:solidFill>
                <a:schemeClr val="tx1">
                  <a:lumMod val="75000"/>
                  <a:lumOff val="25000"/>
                  <a:alpha val="7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37" name="Picture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16542" y="4486356"/>
                <a:ext cx="237154" cy="184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9" name="Picture 9"/>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2479675" y="1773238"/>
              <a:ext cx="127000"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0" name="组合 45"/>
            <p:cNvGrpSpPr/>
            <p:nvPr userDrawn="1"/>
          </p:nvGrpSpPr>
          <p:grpSpPr bwMode="auto">
            <a:xfrm>
              <a:off x="6613525" y="3433763"/>
              <a:ext cx="258763" cy="258762"/>
              <a:chOff x="8470946" y="4206098"/>
              <a:chExt cx="259071" cy="259071"/>
            </a:xfrm>
          </p:grpSpPr>
          <p:sp>
            <p:nvSpPr>
              <p:cNvPr id="34" name="椭圆 33"/>
              <p:cNvSpPr/>
              <p:nvPr/>
            </p:nvSpPr>
            <p:spPr bwMode="auto">
              <a:xfrm>
                <a:off x="8470946" y="4206098"/>
                <a:ext cx="259071" cy="259071"/>
              </a:xfrm>
              <a:prstGeom prst="ellipse">
                <a:avLst/>
              </a:prstGeom>
              <a:solidFill>
                <a:schemeClr val="tx1">
                  <a:lumMod val="75000"/>
                  <a:lumOff val="25000"/>
                  <a:alpha val="23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35"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30841" y="4263524"/>
                <a:ext cx="145353" cy="14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1" name="组合 44"/>
            <p:cNvGrpSpPr/>
            <p:nvPr userDrawn="1"/>
          </p:nvGrpSpPr>
          <p:grpSpPr bwMode="auto">
            <a:xfrm>
              <a:off x="7308850" y="912813"/>
              <a:ext cx="322263" cy="322262"/>
              <a:chOff x="7308304" y="912172"/>
              <a:chExt cx="323068" cy="323068"/>
            </a:xfrm>
          </p:grpSpPr>
          <p:sp>
            <p:nvSpPr>
              <p:cNvPr id="32" name="椭圆 31"/>
              <p:cNvSpPr/>
              <p:nvPr/>
            </p:nvSpPr>
            <p:spPr bwMode="auto">
              <a:xfrm>
                <a:off x="7308304" y="912172"/>
                <a:ext cx="323068" cy="323068"/>
              </a:xfrm>
              <a:prstGeom prst="ellipse">
                <a:avLst/>
              </a:prstGeom>
              <a:solidFill>
                <a:schemeClr val="tx1">
                  <a:lumMod val="75000"/>
                  <a:lumOff val="25000"/>
                  <a:alpha val="31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mn-ea"/>
                  <a:ea typeface="+mn-ea"/>
                </a:endParaRPr>
              </a:p>
            </p:txBody>
          </p:sp>
          <p:pic>
            <p:nvPicPr>
              <p:cNvPr id="33" name="Picture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68238" y="989568"/>
                <a:ext cx="2032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2" name="标题 1"/>
          <p:cNvSpPr>
            <a:spLocks noGrp="1"/>
          </p:cNvSpPr>
          <p:nvPr>
            <p:ph type="ctrTitle"/>
          </p:nvPr>
        </p:nvSpPr>
        <p:spPr>
          <a:xfrm>
            <a:off x="1143000" y="841374"/>
            <a:ext cx="6858000" cy="2016125"/>
          </a:xfrm>
        </p:spPr>
        <p:txBody>
          <a:bodyPr anchor="b">
            <a:normAutofit/>
          </a:bodyPr>
          <a:lstStyle>
            <a:lvl1pPr algn="ctr">
              <a:defRPr sz="36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143000" y="3004457"/>
            <a:ext cx="6858000" cy="703385"/>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59C60F8F-4E1E-ED4E-893F-DC034FAFF654}" type="datetimeFigureOut">
              <a:rPr lang="zh-CN" altLang="en-US"/>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A768C9-4B7F-1440-B58A-1973EF2CC51E}" type="slidenum">
              <a:rPr/>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dirty="0"/>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837E4949-EF32-944B-A077-7870FB0FF53D}" type="slidenum">
              <a:rPr/>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837E4949-EF32-944B-A077-7870FB0FF53D}" type="slidenum">
              <a:rPr/>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837E4949-EF32-944B-A077-7870FB0FF53D}" type="slidenum">
              <a:rPr/>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normAutofit/>
          </a:bodyPr>
          <a:lstStyle>
            <a:lvl1pPr>
              <a:defRPr sz="3600">
                <a:solidFill>
                  <a:srgbClr val="262626"/>
                </a:solidFill>
              </a:defRPr>
            </a:lvl1p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837E4949-EF32-944B-A077-7870FB0FF53D}" type="slidenum">
              <a:rPr/>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目标">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779838" y="1450975"/>
            <a:ext cx="4735512" cy="2381250"/>
          </a:xfrm>
        </p:spPr>
        <p:txBody>
          <a:bodyPr>
            <a:normAutofit/>
          </a:bodyPr>
          <a:lstStyle>
            <a:lvl1pPr>
              <a:lnSpc>
                <a:spcPct val="200000"/>
              </a:lnSpc>
              <a:spcBef>
                <a:spcPts val="0"/>
              </a:spcBef>
              <a:buFont typeface="Wingdings" panose="05000000000000000000" pitchFamily="2" charset="2"/>
              <a:buChar char="u"/>
              <a:defRPr sz="1400" b="0" i="0">
                <a:solidFill>
                  <a:srgbClr val="262626"/>
                </a:solidFill>
                <a:latin typeface="微软雅黑" panose="020B0503020204020204" pitchFamily="34" charset="-122"/>
                <a:ea typeface="微软雅黑" panose="020B0503020204020204" pitchFamily="34" charset="-122"/>
              </a:defRPr>
            </a:lvl1pPr>
          </a:lstStyle>
          <a:p>
            <a:pPr lvl="0"/>
            <a:r>
              <a:rPr lang="zh-CN" altLang="en-US" dirty="0"/>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837E4949-EF32-944B-A077-7870FB0FF53D}" type="slidenum">
              <a:rPr/>
            </a:fld>
            <a:endParaRPr kumimoji="1" lang="zh-CN" altLang="en-US"/>
          </a:p>
        </p:txBody>
      </p:sp>
      <p:cxnSp>
        <p:nvCxnSpPr>
          <p:cNvPr id="7" name="直接连接符 2"/>
          <p:cNvCxnSpPr/>
          <p:nvPr userDrawn="1"/>
        </p:nvCxnSpPr>
        <p:spPr>
          <a:xfrm>
            <a:off x="3348038" y="1384300"/>
            <a:ext cx="0" cy="244792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8" name="椭圆 7"/>
          <p:cNvSpPr/>
          <p:nvPr userDrawn="1"/>
        </p:nvSpPr>
        <p:spPr>
          <a:xfrm>
            <a:off x="3311525" y="1347788"/>
            <a:ext cx="73025" cy="714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椭圆 8"/>
          <p:cNvSpPr/>
          <p:nvPr userDrawn="1"/>
        </p:nvSpPr>
        <p:spPr>
          <a:xfrm>
            <a:off x="3311525" y="3832225"/>
            <a:ext cx="73025" cy="714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标题占位符 1"/>
          <p:cNvSpPr txBox="1">
            <a:spLocks noChangeArrowheads="1"/>
          </p:cNvSpPr>
          <p:nvPr userDrawn="1"/>
        </p:nvSpPr>
        <p:spPr bwMode="auto">
          <a:xfrm>
            <a:off x="1042988" y="1924050"/>
            <a:ext cx="17208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90000"/>
              </a:lnSpc>
            </a:pPr>
            <a:r>
              <a:rPr lang="zh-CN" altLang="en-US" sz="3200" b="1">
                <a:solidFill>
                  <a:srgbClr val="262626"/>
                </a:solidFill>
                <a:latin typeface="微软雅黑" panose="020B0503020204020204" pitchFamily="34" charset="-122"/>
                <a:ea typeface="微软雅黑" panose="020B0503020204020204" pitchFamily="34" charset="-122"/>
              </a:rPr>
              <a:t>目标</a:t>
            </a:r>
            <a:endParaRPr lang="zh-TW" altLang="zh-CN" sz="3200" b="1">
              <a:solidFill>
                <a:srgbClr val="262626"/>
              </a:solidFill>
              <a:latin typeface="微软雅黑" panose="020B0503020204020204" pitchFamily="34" charset="-122"/>
              <a:ea typeface="微软雅黑" panose="020B0503020204020204" pitchFamily="34" charset="-122"/>
            </a:endParaRPr>
          </a:p>
        </p:txBody>
      </p:sp>
      <p:sp>
        <p:nvSpPr>
          <p:cNvPr id="11" name="标题占位符 1"/>
          <p:cNvSpPr txBox="1">
            <a:spLocks noChangeArrowheads="1"/>
          </p:cNvSpPr>
          <p:nvPr userDrawn="1"/>
        </p:nvSpPr>
        <p:spPr bwMode="auto">
          <a:xfrm>
            <a:off x="1258888" y="2573338"/>
            <a:ext cx="211613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defRPr/>
            </a:pPr>
            <a:r>
              <a:rPr lang="en-US" altLang="zh-CN" sz="2400" b="1" kern="0" dirty="0">
                <a:solidFill>
                  <a:srgbClr val="FF0000"/>
                </a:solidFill>
                <a:latin typeface="微软雅黑" panose="020B0503020204020204" pitchFamily="34" charset="-122"/>
                <a:ea typeface="微软雅黑" panose="020B0503020204020204" pitchFamily="34" charset="-122"/>
              </a:rPr>
              <a:t>TARGET</a:t>
            </a:r>
            <a:endParaRPr lang="zh-TW" altLang="zh-CN" sz="2400" b="1" kern="0" dirty="0">
              <a:solidFill>
                <a:srgbClr val="FF0000"/>
              </a:solidFill>
              <a:latin typeface="微软雅黑" panose="020B0503020204020204" pitchFamily="34" charset="-122"/>
              <a:ea typeface="微软雅黑" panose="020B0503020204020204" pitchFamily="34" charset="-122"/>
            </a:endParaRPr>
          </a:p>
        </p:txBody>
      </p:sp>
      <p:sp>
        <p:nvSpPr>
          <p:cNvPr id="15" name="矩形 14"/>
          <p:cNvSpPr/>
          <p:nvPr userDrawn="1"/>
        </p:nvSpPr>
        <p:spPr>
          <a:xfrm>
            <a:off x="331596" y="130629"/>
            <a:ext cx="411982" cy="462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492000" y="1333500"/>
            <a:ext cx="4991100" cy="2498725"/>
          </a:xfrm>
        </p:spPr>
        <p:txBody>
          <a:bodyPr>
            <a:normAutofit/>
          </a:bodyPr>
          <a:lstStyle>
            <a:lvl1pPr>
              <a:lnSpc>
                <a:spcPct val="200000"/>
              </a:lnSpc>
              <a:spcBef>
                <a:spcPts val="0"/>
              </a:spcBef>
              <a:buFont typeface="Wingdings" panose="05000000000000000000" pitchFamily="2" charset="2"/>
              <a:buChar char="u"/>
              <a:defRPr sz="1400" b="0" i="0">
                <a:solidFill>
                  <a:srgbClr val="262626"/>
                </a:solidFill>
                <a:latin typeface="微软雅黑" panose="020B0503020204020204" pitchFamily="34" charset="-122"/>
                <a:ea typeface="微软雅黑" panose="020B0503020204020204" pitchFamily="34" charset="-122"/>
              </a:defRPr>
            </a:lvl1pPr>
          </a:lstStyle>
          <a:p>
            <a:pPr lvl="0"/>
            <a:r>
              <a:rPr lang="zh-CN" altLang="en-US" dirty="0"/>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837E4949-EF32-944B-A077-7870FB0FF53D}" type="slidenum">
              <a:rPr/>
            </a:fld>
            <a:endParaRPr kumimoji="1" lang="zh-CN" altLang="en-US"/>
          </a:p>
        </p:txBody>
      </p:sp>
      <p:sp>
        <p:nvSpPr>
          <p:cNvPr id="15" name="矩形 14"/>
          <p:cNvSpPr/>
          <p:nvPr userDrawn="1"/>
        </p:nvSpPr>
        <p:spPr>
          <a:xfrm>
            <a:off x="331596" y="130629"/>
            <a:ext cx="411982" cy="462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MH_Others_1"/>
          <p:cNvSpPr txBox="1">
            <a:spLocks noChangeArrowheads="1"/>
          </p:cNvSpPr>
          <p:nvPr userDrawn="1">
            <p:custDataLst>
              <p:tags r:id="rId2"/>
            </p:custDataLst>
          </p:nvPr>
        </p:nvSpPr>
        <p:spPr bwMode="auto">
          <a:xfrm>
            <a:off x="1958975" y="1917700"/>
            <a:ext cx="644525"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lIns="68580" tIns="34290" rIns="68580" bIns="34290"/>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3600">
                <a:solidFill>
                  <a:srgbClr val="FF0000"/>
                </a:solidFill>
                <a:latin typeface="微软雅黑" panose="020B0503020204020204" pitchFamily="34" charset="-122"/>
                <a:ea typeface="微软雅黑" panose="020B0503020204020204" pitchFamily="34" charset="-122"/>
              </a:rPr>
              <a:t>Contents</a:t>
            </a:r>
            <a:endParaRPr lang="en-US" altLang="zh-CN" sz="3600">
              <a:solidFill>
                <a:srgbClr val="FF0000"/>
              </a:solidFill>
              <a:latin typeface="微软雅黑" panose="020B0503020204020204" pitchFamily="34" charset="-122"/>
              <a:ea typeface="微软雅黑" panose="020B0503020204020204" pitchFamily="34" charset="-122"/>
            </a:endParaRPr>
          </a:p>
        </p:txBody>
      </p:sp>
      <p:sp>
        <p:nvSpPr>
          <p:cNvPr id="13" name="MH_Others_2"/>
          <p:cNvSpPr>
            <a:spLocks noChangeArrowheads="1"/>
          </p:cNvSpPr>
          <p:nvPr userDrawn="1">
            <p:custDataLst>
              <p:tags r:id="rId3"/>
            </p:custDataLst>
          </p:nvPr>
        </p:nvSpPr>
        <p:spPr bwMode="auto">
          <a:xfrm>
            <a:off x="1698625" y="915988"/>
            <a:ext cx="936625" cy="935037"/>
          </a:xfrm>
          <a:prstGeom prst="ellipse">
            <a:avLst/>
          </a:prstGeom>
          <a:solidFill>
            <a:schemeClr val="tx1">
              <a:lumMod val="75000"/>
              <a:lumOff val="25000"/>
            </a:schemeClr>
          </a:solidFill>
          <a:ln w="0">
            <a:solidFill>
              <a:srgbClr val="FFFFFF">
                <a:alpha val="49000"/>
              </a:srgbClr>
            </a:solidFill>
          </a:ln>
        </p:spPr>
        <p:txBody>
          <a:bodyPr lIns="68580" tIns="34290" rIns="68580" bIns="135000"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a:lnSpc>
                <a:spcPts val="7000"/>
              </a:lnSpc>
              <a:spcBef>
                <a:spcPct val="0"/>
              </a:spcBef>
              <a:buFont typeface="Arial" panose="020B0604020202020204" pitchFamily="34" charset="0"/>
              <a:buNone/>
              <a:defRPr/>
            </a:pPr>
            <a:r>
              <a:rPr lang="zh-CN" altLang="en-US" sz="4400" b="1" dirty="0">
                <a:solidFill>
                  <a:srgbClr val="FFFFFF"/>
                </a:solidFill>
                <a:latin typeface="微软雅黑" panose="020B0503020204020204" pitchFamily="34" charset="-122"/>
                <a:ea typeface="微软雅黑" panose="020B0503020204020204" pitchFamily="34" charset="-122"/>
              </a:rPr>
              <a:t>目</a:t>
            </a:r>
            <a:endParaRPr lang="zh-CN" altLang="en-US" sz="4400" b="1" dirty="0">
              <a:solidFill>
                <a:srgbClr val="FFFFFF"/>
              </a:solidFill>
              <a:latin typeface="微软雅黑" panose="020B0503020204020204" pitchFamily="34" charset="-122"/>
              <a:ea typeface="微软雅黑" panose="020B0503020204020204" pitchFamily="34" charset="-122"/>
            </a:endParaRPr>
          </a:p>
        </p:txBody>
      </p:sp>
      <p:sp>
        <p:nvSpPr>
          <p:cNvPr id="14" name="MH_Others_3"/>
          <p:cNvSpPr>
            <a:spLocks noChangeArrowheads="1"/>
          </p:cNvSpPr>
          <p:nvPr userDrawn="1">
            <p:custDataLst>
              <p:tags r:id="rId4"/>
            </p:custDataLst>
          </p:nvPr>
        </p:nvSpPr>
        <p:spPr bwMode="auto">
          <a:xfrm>
            <a:off x="1331640" y="1759696"/>
            <a:ext cx="734366" cy="734366"/>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68580" tIns="34290" rIns="68580" bIns="34290"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 typeface="Arial" panose="020B0604020202020204" pitchFamily="34" charset="0"/>
              <a:buNone/>
              <a:defRPr/>
            </a:pPr>
            <a:r>
              <a:rPr lang="zh-CN" altLang="en-US" sz="4400" b="1" dirty="0">
                <a:ln w="3175">
                  <a:solidFill>
                    <a:srgbClr val="FFFFFF"/>
                  </a:solidFill>
                </a:ln>
                <a:solidFill>
                  <a:schemeClr val="tx1">
                    <a:lumMod val="85000"/>
                    <a:lumOff val="15000"/>
                  </a:schemeClr>
                </a:solidFill>
                <a:latin typeface="微软雅黑" panose="020B0503020204020204" pitchFamily="34" charset="-122"/>
                <a:ea typeface="微软雅黑" panose="020B0503020204020204" pitchFamily="34" charset="-122"/>
              </a:rPr>
              <a:t>录</a:t>
            </a:r>
            <a:endParaRPr lang="zh-CN" altLang="en-US" sz="4400" b="1" dirty="0">
              <a:ln w="3175">
                <a:solidFill>
                  <a:srgbClr val="FFFFFF"/>
                </a:solidFill>
              </a:ln>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思考">
    <p:spTree>
      <p:nvGrpSpPr>
        <p:cNvPr id="1" name=""/>
        <p:cNvGrpSpPr/>
        <p:nvPr/>
      </p:nvGrpSpPr>
      <p:grpSpPr>
        <a:xfrm>
          <a:off x="0" y="0"/>
          <a:ext cx="0" cy="0"/>
          <a:chOff x="0" y="0"/>
          <a:chExt cx="0" cy="0"/>
        </a:xfrm>
      </p:grpSpPr>
      <p:sp>
        <p:nvSpPr>
          <p:cNvPr id="2" name="Title 1"/>
          <p:cNvSpPr>
            <a:spLocks noGrp="1"/>
          </p:cNvSpPr>
          <p:nvPr>
            <p:ph type="title"/>
          </p:nvPr>
        </p:nvSpPr>
        <p:spPr>
          <a:xfrm>
            <a:off x="3779838" y="1296000"/>
            <a:ext cx="4406400" cy="338400"/>
          </a:xfrm>
        </p:spPr>
        <p:txBody>
          <a:bodyPr>
            <a:normAutofit/>
          </a:bodyPr>
          <a:lstStyle>
            <a:lvl1pPr>
              <a:defRPr sz="1600">
                <a:solidFill>
                  <a:srgbClr val="262626"/>
                </a:solidFill>
              </a:defRPr>
            </a:lvl1pPr>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3779838" y="1641601"/>
            <a:ext cx="4735512" cy="2076290"/>
          </a:xfrm>
        </p:spPr>
        <p:txBody>
          <a:bodyPr>
            <a:normAutofit/>
          </a:bodyPr>
          <a:lstStyle>
            <a:lvl1pPr marL="400050" indent="-400050">
              <a:lnSpc>
                <a:spcPct val="200000"/>
              </a:lnSpc>
              <a:spcBef>
                <a:spcPts val="0"/>
              </a:spcBef>
              <a:buFont typeface="+mj-lt"/>
              <a:buAutoNum type="arabicPeriod"/>
              <a:defRPr sz="1050" b="0" i="0">
                <a:latin typeface="微软雅黑" panose="020B0503020204020204" pitchFamily="34" charset="-122"/>
                <a:ea typeface="微软雅黑" panose="020B0503020204020204" pitchFamily="34" charset="-122"/>
              </a:defRPr>
            </a:lvl1pPr>
          </a:lstStyle>
          <a:p>
            <a:pPr lvl="0"/>
            <a:r>
              <a:rPr lang="zh-CN" altLang="en-US" dirty="0"/>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837E4949-EF32-944B-A077-7870FB0FF53D}" type="slidenum">
              <a:rPr/>
            </a:fld>
            <a:endParaRPr kumimoji="1" lang="zh-CN" altLang="en-US"/>
          </a:p>
        </p:txBody>
      </p:sp>
      <p:sp>
        <p:nvSpPr>
          <p:cNvPr id="8" name="Title 1"/>
          <p:cNvSpPr txBox="1"/>
          <p:nvPr userDrawn="1"/>
        </p:nvSpPr>
        <p:spPr>
          <a:xfrm>
            <a:off x="628650" y="0"/>
            <a:ext cx="3481126" cy="7920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400" b="1" i="0" kern="1200">
                <a:solidFill>
                  <a:srgbClr val="595959"/>
                </a:solidFill>
                <a:latin typeface="微软雅黑" panose="020B0503020204020204" pitchFamily="34" charset="-122"/>
                <a:ea typeface="微软雅黑" panose="020B0503020204020204" pitchFamily="34" charset="-122"/>
                <a:cs typeface="+mj-cs"/>
              </a:defRPr>
            </a:lvl1pPr>
          </a:lstStyle>
          <a:p>
            <a:r>
              <a:rPr lang="zh-CN" altLang="en-US" dirty="0"/>
              <a:t>思考</a:t>
            </a:r>
            <a:endParaRPr lang="en-US" dirty="0"/>
          </a:p>
        </p:txBody>
      </p:sp>
      <p:grpSp>
        <p:nvGrpSpPr>
          <p:cNvPr id="14" name="组合 13"/>
          <p:cNvGrpSpPr/>
          <p:nvPr userDrawn="1"/>
        </p:nvGrpSpPr>
        <p:grpSpPr>
          <a:xfrm>
            <a:off x="22225" y="1511300"/>
            <a:ext cx="3829050" cy="1552575"/>
            <a:chOff x="22225" y="1511300"/>
            <a:chExt cx="3829050" cy="1552575"/>
          </a:xfrm>
        </p:grpSpPr>
        <p:sp>
          <p:nvSpPr>
            <p:cNvPr id="11" name="矩形 10"/>
            <p:cNvSpPr/>
            <p:nvPr userDrawn="1"/>
          </p:nvSpPr>
          <p:spPr>
            <a:xfrm rot="2700000">
              <a:off x="1363663" y="1519238"/>
              <a:ext cx="1544637" cy="1544637"/>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矩形 11"/>
            <p:cNvSpPr/>
            <p:nvPr userDrawn="1"/>
          </p:nvSpPr>
          <p:spPr>
            <a:xfrm rot="2700000">
              <a:off x="1147763" y="1511300"/>
              <a:ext cx="1544638" cy="1544637"/>
            </a:xfrm>
            <a:prstGeom prst="rect">
              <a:avLst/>
            </a:prstGeom>
            <a:solidFill>
              <a:srgbClr val="FF0000"/>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标题占位符 1"/>
            <p:cNvSpPr txBox="1">
              <a:spLocks noChangeArrowheads="1"/>
            </p:cNvSpPr>
            <p:nvPr userDrawn="1"/>
          </p:nvSpPr>
          <p:spPr bwMode="auto">
            <a:xfrm>
              <a:off x="22225" y="1924050"/>
              <a:ext cx="3829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3600" kern="0" dirty="0">
                  <a:solidFill>
                    <a:schemeClr val="bg1"/>
                  </a:solidFill>
                  <a:latin typeface="微软雅黑" panose="020B0503020204020204" pitchFamily="34" charset="-122"/>
                  <a:ea typeface="微软雅黑" panose="020B0503020204020204" pitchFamily="34" charset="-122"/>
                </a:rPr>
                <a:t>思考</a:t>
              </a:r>
              <a:endParaRPr lang="zh-TW" altLang="zh-CN" sz="3600" kern="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提问">
    <p:spTree>
      <p:nvGrpSpPr>
        <p:cNvPr id="1" name=""/>
        <p:cNvGrpSpPr/>
        <p:nvPr/>
      </p:nvGrpSpPr>
      <p:grpSpPr>
        <a:xfrm>
          <a:off x="0" y="0"/>
          <a:ext cx="0" cy="0"/>
          <a:chOff x="0" y="0"/>
          <a:chExt cx="0" cy="0"/>
        </a:xfrm>
      </p:grpSpPr>
      <p:sp>
        <p:nvSpPr>
          <p:cNvPr id="2" name="Title 1"/>
          <p:cNvSpPr>
            <a:spLocks noGrp="1"/>
          </p:cNvSpPr>
          <p:nvPr>
            <p:ph type="title"/>
          </p:nvPr>
        </p:nvSpPr>
        <p:spPr>
          <a:xfrm>
            <a:off x="3779838" y="1296000"/>
            <a:ext cx="4406400" cy="338400"/>
          </a:xfrm>
        </p:spPr>
        <p:txBody>
          <a:bodyPr>
            <a:normAutofit/>
          </a:bodyPr>
          <a:lstStyle>
            <a:lvl1pPr>
              <a:defRPr sz="1600">
                <a:solidFill>
                  <a:srgbClr val="262626"/>
                </a:solidFill>
              </a:defRPr>
            </a:lvl1pPr>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3779838" y="1641601"/>
            <a:ext cx="4735512" cy="2076290"/>
          </a:xfrm>
        </p:spPr>
        <p:txBody>
          <a:bodyPr>
            <a:normAutofit/>
          </a:bodyPr>
          <a:lstStyle>
            <a:lvl1pPr marL="400050" indent="-400050">
              <a:lnSpc>
                <a:spcPct val="200000"/>
              </a:lnSpc>
              <a:spcBef>
                <a:spcPts val="0"/>
              </a:spcBef>
              <a:buFont typeface="+mj-lt"/>
              <a:buAutoNum type="arabicPeriod"/>
              <a:defRPr sz="1050" b="0" i="0">
                <a:latin typeface="微软雅黑" panose="020B0503020204020204" pitchFamily="34" charset="-122"/>
                <a:ea typeface="微软雅黑" panose="020B0503020204020204" pitchFamily="34" charset="-122"/>
              </a:defRPr>
            </a:lvl1pPr>
          </a:lstStyle>
          <a:p>
            <a:pPr lvl="0"/>
            <a:r>
              <a:rPr lang="zh-CN" altLang="en-US" dirty="0"/>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837E4949-EF32-944B-A077-7870FB0FF53D}" type="slidenum">
              <a:rPr/>
            </a:fld>
            <a:endParaRPr kumimoji="1" lang="zh-CN" altLang="en-US"/>
          </a:p>
        </p:txBody>
      </p:sp>
      <p:sp>
        <p:nvSpPr>
          <p:cNvPr id="8" name="Title 1"/>
          <p:cNvSpPr txBox="1"/>
          <p:nvPr userDrawn="1"/>
        </p:nvSpPr>
        <p:spPr>
          <a:xfrm>
            <a:off x="628650" y="0"/>
            <a:ext cx="3481126" cy="7920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400" b="1" i="0" kern="1200">
                <a:solidFill>
                  <a:srgbClr val="595959"/>
                </a:solidFill>
                <a:latin typeface="微软雅黑" panose="020B0503020204020204" pitchFamily="34" charset="-122"/>
                <a:ea typeface="微软雅黑" panose="020B0503020204020204" pitchFamily="34" charset="-122"/>
                <a:cs typeface="+mj-cs"/>
              </a:defRPr>
            </a:lvl1pPr>
          </a:lstStyle>
          <a:p>
            <a:r>
              <a:rPr lang="zh-CN" altLang="en-US" dirty="0"/>
              <a:t>提问</a:t>
            </a:r>
            <a:endParaRPr lang="en-US" dirty="0"/>
          </a:p>
        </p:txBody>
      </p:sp>
      <p:grpSp>
        <p:nvGrpSpPr>
          <p:cNvPr id="7" name="组合 6"/>
          <p:cNvGrpSpPr/>
          <p:nvPr userDrawn="1"/>
        </p:nvGrpSpPr>
        <p:grpSpPr>
          <a:xfrm>
            <a:off x="22225" y="1511300"/>
            <a:ext cx="3829050" cy="1552575"/>
            <a:chOff x="22225" y="1511300"/>
            <a:chExt cx="3829050" cy="1552575"/>
          </a:xfrm>
        </p:grpSpPr>
        <p:sp>
          <p:nvSpPr>
            <p:cNvPr id="15" name="矩形 14"/>
            <p:cNvSpPr/>
            <p:nvPr userDrawn="1"/>
          </p:nvSpPr>
          <p:spPr>
            <a:xfrm rot="2700000">
              <a:off x="1363663" y="1519238"/>
              <a:ext cx="1544637" cy="1544637"/>
            </a:xfrm>
            <a:prstGeom prst="rect">
              <a:avLst/>
            </a:prstGeom>
            <a:no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矩形 15"/>
            <p:cNvSpPr/>
            <p:nvPr userDrawn="1"/>
          </p:nvSpPr>
          <p:spPr>
            <a:xfrm rot="2700000">
              <a:off x="1147763" y="1511300"/>
              <a:ext cx="1544638" cy="1544637"/>
            </a:xfrm>
            <a:prstGeom prst="rect">
              <a:avLst/>
            </a:prstGeom>
            <a:solidFill>
              <a:srgbClr val="0070C0"/>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标题占位符 1"/>
            <p:cNvSpPr txBox="1">
              <a:spLocks noChangeArrowheads="1"/>
            </p:cNvSpPr>
            <p:nvPr userDrawn="1"/>
          </p:nvSpPr>
          <p:spPr bwMode="auto">
            <a:xfrm>
              <a:off x="22225" y="1924050"/>
              <a:ext cx="3829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90000"/>
                </a:lnSpc>
              </a:pPr>
              <a:r>
                <a:rPr lang="zh-CN" altLang="en-US" sz="3600">
                  <a:solidFill>
                    <a:schemeClr val="bg1"/>
                  </a:solidFill>
                  <a:latin typeface="微软雅黑" panose="020B0503020204020204" pitchFamily="34" charset="-122"/>
                  <a:ea typeface="微软雅黑" panose="020B0503020204020204" pitchFamily="34" charset="-122"/>
                </a:rPr>
                <a:t>提问</a:t>
              </a:r>
              <a:endParaRPr lang="en-US" altLang="zh-CN" sz="360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总结">
    <p:spTree>
      <p:nvGrpSpPr>
        <p:cNvPr id="1" name=""/>
        <p:cNvGrpSpPr/>
        <p:nvPr/>
      </p:nvGrpSpPr>
      <p:grpSpPr>
        <a:xfrm>
          <a:off x="0" y="0"/>
          <a:ext cx="0" cy="0"/>
          <a:chOff x="0" y="0"/>
          <a:chExt cx="0" cy="0"/>
        </a:xfrm>
      </p:grpSpPr>
      <p:sp>
        <p:nvSpPr>
          <p:cNvPr id="2" name="Title 1"/>
          <p:cNvSpPr>
            <a:spLocks noGrp="1"/>
          </p:cNvSpPr>
          <p:nvPr>
            <p:ph type="title"/>
          </p:nvPr>
        </p:nvSpPr>
        <p:spPr>
          <a:xfrm>
            <a:off x="3779838" y="1296000"/>
            <a:ext cx="4406400" cy="338400"/>
          </a:xfrm>
        </p:spPr>
        <p:txBody>
          <a:bodyPr>
            <a:normAutofit/>
          </a:bodyPr>
          <a:lstStyle>
            <a:lvl1pPr>
              <a:defRPr sz="1600">
                <a:solidFill>
                  <a:srgbClr val="262626"/>
                </a:solidFill>
              </a:defRPr>
            </a:lvl1pPr>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3779838" y="1641601"/>
            <a:ext cx="4735512" cy="2076290"/>
          </a:xfrm>
        </p:spPr>
        <p:txBody>
          <a:bodyPr>
            <a:normAutofit/>
          </a:bodyPr>
          <a:lstStyle>
            <a:lvl1pPr marL="400050" indent="-400050">
              <a:lnSpc>
                <a:spcPct val="200000"/>
              </a:lnSpc>
              <a:spcBef>
                <a:spcPts val="0"/>
              </a:spcBef>
              <a:buFont typeface="+mj-lt"/>
              <a:buAutoNum type="arabicPeriod"/>
              <a:defRPr sz="1050" b="0" i="0">
                <a:latin typeface="微软雅黑" panose="020B0503020204020204" pitchFamily="34" charset="-122"/>
                <a:ea typeface="微软雅黑" panose="020B0503020204020204" pitchFamily="34" charset="-122"/>
              </a:defRPr>
            </a:lvl1pPr>
          </a:lstStyle>
          <a:p>
            <a:pPr lvl="0"/>
            <a:r>
              <a:rPr lang="zh-CN" altLang="en-US" dirty="0"/>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837E4949-EF32-944B-A077-7870FB0FF53D}" type="slidenum">
              <a:rPr/>
            </a:fld>
            <a:endParaRPr kumimoji="1" lang="zh-CN" altLang="en-US"/>
          </a:p>
        </p:txBody>
      </p:sp>
      <p:sp>
        <p:nvSpPr>
          <p:cNvPr id="8" name="Title 1"/>
          <p:cNvSpPr txBox="1"/>
          <p:nvPr userDrawn="1"/>
        </p:nvSpPr>
        <p:spPr>
          <a:xfrm>
            <a:off x="628650" y="0"/>
            <a:ext cx="3481126" cy="7920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400" b="1" i="0" kern="1200">
                <a:solidFill>
                  <a:srgbClr val="595959"/>
                </a:solidFill>
                <a:latin typeface="微软雅黑" panose="020B0503020204020204" pitchFamily="34" charset="-122"/>
                <a:ea typeface="微软雅黑" panose="020B0503020204020204" pitchFamily="34" charset="-122"/>
                <a:cs typeface="+mj-cs"/>
              </a:defRPr>
            </a:lvl1pPr>
          </a:lstStyle>
          <a:p>
            <a:r>
              <a:rPr lang="zh-CN" altLang="en-US" dirty="0"/>
              <a:t>总结</a:t>
            </a:r>
            <a:endParaRPr lang="en-US" dirty="0"/>
          </a:p>
        </p:txBody>
      </p:sp>
      <p:grpSp>
        <p:nvGrpSpPr>
          <p:cNvPr id="9" name="组合 8"/>
          <p:cNvGrpSpPr/>
          <p:nvPr userDrawn="1"/>
        </p:nvGrpSpPr>
        <p:grpSpPr>
          <a:xfrm>
            <a:off x="22225" y="1511300"/>
            <a:ext cx="3829050" cy="1552575"/>
            <a:chOff x="22225" y="1511300"/>
            <a:chExt cx="3829050" cy="1552575"/>
          </a:xfrm>
        </p:grpSpPr>
        <p:sp>
          <p:nvSpPr>
            <p:cNvPr id="12" name="矩形 11"/>
            <p:cNvSpPr/>
            <p:nvPr userDrawn="1"/>
          </p:nvSpPr>
          <p:spPr>
            <a:xfrm rot="2700000">
              <a:off x="1363663" y="1519238"/>
              <a:ext cx="1544637" cy="154463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3" name="矩形 12"/>
            <p:cNvSpPr/>
            <p:nvPr userDrawn="1"/>
          </p:nvSpPr>
          <p:spPr>
            <a:xfrm rot="2700000">
              <a:off x="1147763" y="1511300"/>
              <a:ext cx="1544638" cy="1544637"/>
            </a:xfrm>
            <a:prstGeom prst="rect">
              <a:avLst/>
            </a:prstGeom>
            <a:solidFill>
              <a:schemeClr val="tx1">
                <a:lumMod val="75000"/>
                <a:lumOff val="25000"/>
              </a:schemeClr>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4" name="标题占位符 1"/>
            <p:cNvSpPr txBox="1">
              <a:spLocks noChangeArrowheads="1"/>
            </p:cNvSpPr>
            <p:nvPr userDrawn="1"/>
          </p:nvSpPr>
          <p:spPr bwMode="auto">
            <a:xfrm>
              <a:off x="22225" y="1924050"/>
              <a:ext cx="3829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3600" kern="0" dirty="0">
                  <a:solidFill>
                    <a:schemeClr val="bg1"/>
                  </a:solidFill>
                  <a:latin typeface="微软雅黑" panose="020B0503020204020204" pitchFamily="34" charset="-122"/>
                  <a:ea typeface="微软雅黑" panose="020B0503020204020204" pitchFamily="34" charset="-122"/>
                </a:rPr>
                <a:t>总结</a:t>
              </a:r>
              <a:endParaRPr lang="zh-TW" altLang="zh-CN" sz="3600" kern="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628650" y="1080000"/>
            <a:ext cx="3888000" cy="3758400"/>
          </a:xfrm>
        </p:spPr>
        <p:txBody>
          <a:bodyPr/>
          <a:lstStyle/>
          <a:p>
            <a:pPr lvl="0"/>
            <a:r>
              <a:rPr lang="zh-CN" altLang="en-US" dirty="0"/>
              <a:t>编辑母版文本样式
第二级
第三级
第四级
第五级</a:t>
            </a:r>
            <a:endParaRPr lang="en-US" dirty="0"/>
          </a:p>
        </p:txBody>
      </p:sp>
      <p:sp>
        <p:nvSpPr>
          <p:cNvPr id="4" name="Content Placeholder 3"/>
          <p:cNvSpPr>
            <a:spLocks noGrp="1"/>
          </p:cNvSpPr>
          <p:nvPr>
            <p:ph sz="half" idx="2" hasCustomPrompt="1"/>
          </p:nvPr>
        </p:nvSpPr>
        <p:spPr>
          <a:xfrm>
            <a:off x="4629150" y="1080000"/>
            <a:ext cx="3888000" cy="3758400"/>
          </a:xfrm>
        </p:spPr>
        <p:txBody>
          <a:bodyPr/>
          <a:lstStyle/>
          <a:p>
            <a:pPr lvl="0"/>
            <a:r>
              <a:rPr lang="zh-CN" altLang="en-US" dirty="0"/>
              <a:t>编辑母版文本样式
第二级
第三级
第四级
第五级</a:t>
            </a:r>
            <a:endParaRPr lang="en-US" dirty="0"/>
          </a:p>
        </p:txBody>
      </p:sp>
      <p:sp>
        <p:nvSpPr>
          <p:cNvPr id="5" name="Date Placeholder 4"/>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837E4949-EF32-944B-A077-7870FB0FF53D}" type="slidenum">
              <a:rPr/>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0"/>
            <a:ext cx="7887600" cy="792000"/>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629842" y="1080000"/>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编辑母版文本样式
第二级
第三级
第四级
第五级</a:t>
            </a:r>
            <a:endParaRPr lang="en-US" dirty="0"/>
          </a:p>
        </p:txBody>
      </p:sp>
      <p:sp>
        <p:nvSpPr>
          <p:cNvPr id="4" name="Content Placeholder 3"/>
          <p:cNvSpPr>
            <a:spLocks noGrp="1"/>
          </p:cNvSpPr>
          <p:nvPr>
            <p:ph sz="half" idx="2" hasCustomPrompt="1"/>
          </p:nvPr>
        </p:nvSpPr>
        <p:spPr>
          <a:xfrm>
            <a:off x="629842" y="1697934"/>
            <a:ext cx="3868340" cy="3069329"/>
          </a:xfrm>
        </p:spPr>
        <p:txBody>
          <a:bodyPr/>
          <a:lstStyle/>
          <a:p>
            <a:pPr lvl="0"/>
            <a:r>
              <a:rPr lang="zh-CN" altLang="en-US" dirty="0"/>
              <a:t>编辑母版文本样式
第二级
第三级
第四级
第五级</a:t>
            </a:r>
            <a:endParaRPr lang="en-US" dirty="0"/>
          </a:p>
        </p:txBody>
      </p:sp>
      <p:sp>
        <p:nvSpPr>
          <p:cNvPr id="5" name="Text Placeholder 4"/>
          <p:cNvSpPr>
            <a:spLocks noGrp="1"/>
          </p:cNvSpPr>
          <p:nvPr>
            <p:ph type="body" sz="quarter" idx="3" hasCustomPrompt="1"/>
          </p:nvPr>
        </p:nvSpPr>
        <p:spPr>
          <a:xfrm>
            <a:off x="4629150" y="1080000"/>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编辑母版文本样式
第二级
第三级
第四级
第五级</a:t>
            </a:r>
            <a:endParaRPr lang="en-US" dirty="0"/>
          </a:p>
        </p:txBody>
      </p:sp>
      <p:sp>
        <p:nvSpPr>
          <p:cNvPr id="6" name="Content Placeholder 5"/>
          <p:cNvSpPr>
            <a:spLocks noGrp="1"/>
          </p:cNvSpPr>
          <p:nvPr>
            <p:ph sz="quarter" idx="4" hasCustomPrompt="1"/>
          </p:nvPr>
        </p:nvSpPr>
        <p:spPr>
          <a:xfrm>
            <a:off x="4629150" y="1697934"/>
            <a:ext cx="3887391" cy="3069329"/>
          </a:xfrm>
        </p:spPr>
        <p:txBody>
          <a:bodyPr/>
          <a:lstStyle/>
          <a:p>
            <a:pPr lvl="0"/>
            <a:r>
              <a:rPr lang="zh-CN" altLang="en-US" dirty="0"/>
              <a:t>编辑母版文本样式
第二级
第三级
第四级
第五级</a:t>
            </a:r>
            <a:endParaRPr lang="en-US" dirty="0"/>
          </a:p>
        </p:txBody>
      </p:sp>
      <p:sp>
        <p:nvSpPr>
          <p:cNvPr id="7" name="Date Placeholder 6"/>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837E4949-EF32-944B-A077-7870FB0FF53D}" type="slidenum">
              <a:rPr/>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0"/>
            <a:ext cx="2948400" cy="792000"/>
          </a:xfrm>
        </p:spPr>
        <p:txBody>
          <a:bodyPr anchor="b"/>
          <a:lstStyle>
            <a:lvl1pPr>
              <a:defRPr sz="2400"/>
            </a:lvl1pPr>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3887391" y="740569"/>
            <a:ext cx="4629150" cy="389623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dirty="0"/>
              <a:t>编辑母版文本样式
第二级
第三级
第四级
第五级</a:t>
            </a:r>
            <a:endParaRPr lang="en-US" dirty="0"/>
          </a:p>
        </p:txBody>
      </p:sp>
      <p:sp>
        <p:nvSpPr>
          <p:cNvPr id="4" name="Text Placeholder 3"/>
          <p:cNvSpPr>
            <a:spLocks noGrp="1"/>
          </p:cNvSpPr>
          <p:nvPr>
            <p:ph type="body" sz="half" idx="2" hasCustomPrompt="1"/>
          </p:nvPr>
        </p:nvSpPr>
        <p:spPr>
          <a:xfrm>
            <a:off x="629841" y="1188000"/>
            <a:ext cx="2949178" cy="344880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编辑母版文本样式
第二级
第三级
第四级
第五级</a:t>
            </a:r>
            <a:endParaRPr lang="en-US" dirty="0"/>
          </a:p>
        </p:txBody>
      </p:sp>
      <p:sp>
        <p:nvSpPr>
          <p:cNvPr id="5" name="Date Placeholder 4"/>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837E4949-EF32-944B-A077-7870FB0FF53D}" type="slidenum">
              <a:rPr/>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0"/>
            <a:ext cx="2949178" cy="792000"/>
          </a:xfrm>
        </p:spPr>
        <p:txBody>
          <a:bodyPr anchor="b"/>
          <a:lstStyle>
            <a:lvl1pPr>
              <a:defRPr sz="2400"/>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3887391" y="740569"/>
            <a:ext cx="4629150" cy="389623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dirty="0"/>
              <a:t>单击图标添加图片</a:t>
            </a:r>
            <a:endParaRPr lang="en-US" dirty="0"/>
          </a:p>
        </p:txBody>
      </p:sp>
      <p:sp>
        <p:nvSpPr>
          <p:cNvPr id="4" name="Text Placeholder 3"/>
          <p:cNvSpPr>
            <a:spLocks noGrp="1"/>
          </p:cNvSpPr>
          <p:nvPr>
            <p:ph type="body" sz="half" idx="2" hasCustomPrompt="1"/>
          </p:nvPr>
        </p:nvSpPr>
        <p:spPr>
          <a:xfrm>
            <a:off x="629841" y="1187999"/>
            <a:ext cx="2949178" cy="344880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编辑母版文本样式
第二级
第三级
第四级
第五级</a:t>
            </a:r>
            <a:endParaRPr lang="en-US" dirty="0"/>
          </a:p>
        </p:txBody>
      </p:sp>
      <p:sp>
        <p:nvSpPr>
          <p:cNvPr id="5" name="Date Placeholder 4"/>
          <p:cNvSpPr>
            <a:spLocks noGrp="1"/>
          </p:cNvSpPr>
          <p:nvPr>
            <p:ph type="dt" sz="half" idx="10"/>
          </p:nvPr>
        </p:nvSpPr>
        <p:spPr/>
        <p:txBody>
          <a:bodyPr/>
          <a:lstStyle/>
          <a:p>
            <a:fld id="{F31F57E1-EBC0-524C-9B6C-A0200F23BED1}" type="datetimeFigureOut">
              <a:rPr lang="zh-CN" altLang="en-US"/>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837E4949-EF32-944B-A077-7870FB0FF53D}" type="slidenum">
              <a:rPr/>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
        <p:nvSpPr>
          <p:cNvPr id="10" name="矩形 9"/>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日期占位符 2"/>
          <p:cNvSpPr>
            <a:spLocks noGrp="1"/>
          </p:cNvSpPr>
          <p:nvPr>
            <p:ph type="dt" sz="half" idx="10"/>
          </p:nvPr>
        </p:nvSpPr>
        <p:spPr/>
        <p:txBody>
          <a:bodyPr/>
          <a:lstStyle/>
          <a:p>
            <a:fld id="{59C60F8F-4E1E-ED4E-893F-DC034FAFF654}" type="datetimeFigureOut">
              <a:rPr lang="zh-CN" altLang="en-US"/>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8DA768C9-4B7F-1440-B58A-1973EF2CC51E}" type="slidenum">
              <a:rPr/>
            </a:fld>
            <a:endParaRPr kumimoji="1" lang="zh-CN" altLang="en-US"/>
          </a:p>
        </p:txBody>
      </p:sp>
      <p:grpSp>
        <p:nvGrpSpPr>
          <p:cNvPr id="6" name="组合 9"/>
          <p:cNvGrpSpPr/>
          <p:nvPr userDrawn="1"/>
        </p:nvGrpSpPr>
        <p:grpSpPr bwMode="auto">
          <a:xfrm>
            <a:off x="1944688" y="1817688"/>
            <a:ext cx="5148262" cy="787400"/>
            <a:chOff x="1944836" y="1767215"/>
            <a:chExt cx="5147444" cy="787423"/>
          </a:xfrm>
        </p:grpSpPr>
        <p:pic>
          <p:nvPicPr>
            <p:cNvPr id="7"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01020" y="1767215"/>
              <a:ext cx="1907084" cy="787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8"/>
            <p:cNvCxnSpPr/>
            <p:nvPr/>
          </p:nvCxnSpPr>
          <p:spPr>
            <a:xfrm>
              <a:off x="1944836" y="2211728"/>
              <a:ext cx="165549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9"/>
            <p:cNvCxnSpPr/>
            <p:nvPr/>
          </p:nvCxnSpPr>
          <p:spPr>
            <a:xfrm>
              <a:off x="5436781" y="2211728"/>
              <a:ext cx="165549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00150"/>
            <a:ext cx="4038600" cy="33944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4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F2C4BB2-8AE1-48B8-93F2-1C90E6003F70}"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20.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18"/>
          <p:cNvGrpSpPr/>
          <p:nvPr userDrawn="1"/>
        </p:nvGrpSpPr>
        <p:grpSpPr bwMode="auto">
          <a:xfrm>
            <a:off x="493713" y="219075"/>
            <a:ext cx="92075" cy="314325"/>
            <a:chOff x="457200" y="427038"/>
            <a:chExt cx="127000" cy="431800"/>
          </a:xfrm>
        </p:grpSpPr>
        <p:sp>
          <p:nvSpPr>
            <p:cNvPr id="8" name="圆角矩形 1"/>
            <p:cNvSpPr>
              <a:spLocks noChangeArrowheads="1"/>
            </p:cNvSpPr>
            <p:nvPr/>
          </p:nvSpPr>
          <p:spPr bwMode="auto">
            <a:xfrm>
              <a:off x="457200" y="427038"/>
              <a:ext cx="127000" cy="126487"/>
            </a:xfrm>
            <a:prstGeom prst="roundRect">
              <a:avLst>
                <a:gd name="adj" fmla="val 16667"/>
              </a:avLst>
            </a:prstGeom>
            <a:solidFill>
              <a:schemeClr val="tx1">
                <a:lumMod val="75000"/>
                <a:lumOff val="25000"/>
              </a:schemeClr>
            </a:solidFill>
            <a:ln>
              <a:noFill/>
            </a:ln>
            <a:effectLst/>
          </p:spPr>
          <p:txBody>
            <a:bodyPr/>
            <a:lstStyle>
              <a:lvl1pPr>
                <a:defRPr>
                  <a:solidFill>
                    <a:schemeClr val="tx1"/>
                  </a:solidFill>
                  <a:latin typeface="Segoe UI" panose="020B0502040204020203" pitchFamily="34" charset="0"/>
                  <a:ea typeface="微软雅黑" panose="020B0503020204020204" pitchFamily="34" charset="-122"/>
                </a:defRPr>
              </a:lvl1pPr>
              <a:lvl2pPr marL="742950" indent="-285750">
                <a:defRPr>
                  <a:solidFill>
                    <a:schemeClr val="tx1"/>
                  </a:solidFill>
                  <a:latin typeface="Segoe UI" panose="020B0502040204020203" pitchFamily="34" charset="0"/>
                  <a:ea typeface="微软雅黑" panose="020B0503020204020204" pitchFamily="34" charset="-122"/>
                </a:defRPr>
              </a:lvl2pPr>
              <a:lvl3pPr marL="1143000" indent="-228600">
                <a:defRPr>
                  <a:solidFill>
                    <a:schemeClr val="tx1"/>
                  </a:solidFill>
                  <a:latin typeface="Segoe UI" panose="020B0502040204020203" pitchFamily="34" charset="0"/>
                  <a:ea typeface="微软雅黑" panose="020B0503020204020204" pitchFamily="34" charset="-122"/>
                </a:defRPr>
              </a:lvl3pPr>
              <a:lvl4pPr marL="1600200" indent="-228600">
                <a:defRPr>
                  <a:solidFill>
                    <a:schemeClr val="tx1"/>
                  </a:solidFill>
                  <a:latin typeface="Segoe UI" panose="020B0502040204020203" pitchFamily="34" charset="0"/>
                  <a:ea typeface="微软雅黑" panose="020B0503020204020204" pitchFamily="34" charset="-122"/>
                </a:defRPr>
              </a:lvl4pPr>
              <a:lvl5pPr marL="2057400" indent="-228600">
                <a:defRPr>
                  <a:solidFill>
                    <a:schemeClr val="tx1"/>
                  </a:solidFill>
                  <a:latin typeface="Segoe UI" panose="020B0502040204020203"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eaLnBrk="1" fontAlgn="auto" hangingPunct="1">
                <a:spcBef>
                  <a:spcPts val="0"/>
                </a:spcBef>
                <a:spcAft>
                  <a:spcPts val="0"/>
                </a:spcAft>
                <a:defRPr/>
              </a:pPr>
              <a:endParaRPr lang="zh-CN" altLang="en-US"/>
            </a:p>
          </p:txBody>
        </p:sp>
        <p:sp>
          <p:nvSpPr>
            <p:cNvPr id="9" name="圆角矩形 23"/>
            <p:cNvSpPr>
              <a:spLocks noChangeArrowheads="1"/>
            </p:cNvSpPr>
            <p:nvPr/>
          </p:nvSpPr>
          <p:spPr bwMode="auto">
            <a:xfrm>
              <a:off x="457200" y="579695"/>
              <a:ext cx="127000" cy="126487"/>
            </a:xfrm>
            <a:prstGeom prst="roundRect">
              <a:avLst>
                <a:gd name="adj" fmla="val 16667"/>
              </a:avLst>
            </a:pr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endParaRPr lang="zh-CN" altLang="en-US">
                <a:latin typeface="Segoe UI" panose="020B0502040204020203" pitchFamily="34" charset="0"/>
                <a:ea typeface="微软雅黑" panose="020B0503020204020204" pitchFamily="34" charset="-122"/>
              </a:endParaRPr>
            </a:p>
          </p:txBody>
        </p:sp>
        <p:sp>
          <p:nvSpPr>
            <p:cNvPr id="10" name="圆角矩形 24"/>
            <p:cNvSpPr>
              <a:spLocks noChangeArrowheads="1"/>
            </p:cNvSpPr>
            <p:nvPr/>
          </p:nvSpPr>
          <p:spPr bwMode="auto">
            <a:xfrm>
              <a:off x="457200" y="732351"/>
              <a:ext cx="127000" cy="126487"/>
            </a:xfrm>
            <a:prstGeom prst="roundRect">
              <a:avLst>
                <a:gd name="adj" fmla="val 16667"/>
              </a:avLst>
            </a:prstGeom>
            <a:solidFill>
              <a:schemeClr val="tx1">
                <a:lumMod val="75000"/>
                <a:lumOff val="25000"/>
              </a:schemeClr>
            </a:solidFill>
            <a:ln>
              <a:noFill/>
            </a:ln>
            <a:effectLst/>
          </p:spPr>
          <p:txBody>
            <a:bodyPr/>
            <a:lstStyle>
              <a:lvl1pPr>
                <a:defRPr>
                  <a:solidFill>
                    <a:schemeClr val="tx1"/>
                  </a:solidFill>
                  <a:latin typeface="Segoe UI" panose="020B0502040204020203" pitchFamily="34" charset="0"/>
                  <a:ea typeface="微软雅黑" panose="020B0503020204020204" pitchFamily="34" charset="-122"/>
                </a:defRPr>
              </a:lvl1pPr>
              <a:lvl2pPr marL="742950" indent="-285750">
                <a:defRPr>
                  <a:solidFill>
                    <a:schemeClr val="tx1"/>
                  </a:solidFill>
                  <a:latin typeface="Segoe UI" panose="020B0502040204020203" pitchFamily="34" charset="0"/>
                  <a:ea typeface="微软雅黑" panose="020B0503020204020204" pitchFamily="34" charset="-122"/>
                </a:defRPr>
              </a:lvl2pPr>
              <a:lvl3pPr marL="1143000" indent="-228600">
                <a:defRPr>
                  <a:solidFill>
                    <a:schemeClr val="tx1"/>
                  </a:solidFill>
                  <a:latin typeface="Segoe UI" panose="020B0502040204020203" pitchFamily="34" charset="0"/>
                  <a:ea typeface="微软雅黑" panose="020B0503020204020204" pitchFamily="34" charset="-122"/>
                </a:defRPr>
              </a:lvl3pPr>
              <a:lvl4pPr marL="1600200" indent="-228600">
                <a:defRPr>
                  <a:solidFill>
                    <a:schemeClr val="tx1"/>
                  </a:solidFill>
                  <a:latin typeface="Segoe UI" panose="020B0502040204020203" pitchFamily="34" charset="0"/>
                  <a:ea typeface="微软雅黑" panose="020B0503020204020204" pitchFamily="34" charset="-122"/>
                </a:defRPr>
              </a:lvl4pPr>
              <a:lvl5pPr marL="2057400" indent="-228600">
                <a:defRPr>
                  <a:solidFill>
                    <a:schemeClr val="tx1"/>
                  </a:solidFill>
                  <a:latin typeface="Segoe UI" panose="020B0502040204020203"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eaLnBrk="1" fontAlgn="auto" hangingPunct="1">
                <a:spcBef>
                  <a:spcPts val="0"/>
                </a:spcBef>
                <a:spcAft>
                  <a:spcPts val="0"/>
                </a:spcAft>
                <a:defRPr/>
              </a:pPr>
              <a:endParaRPr lang="zh-CN" altLang="en-US"/>
            </a:p>
          </p:txBody>
        </p:sp>
      </p:grpSp>
      <p:sp>
        <p:nvSpPr>
          <p:cNvPr id="11" name="矩形 10"/>
          <p:cNvSpPr/>
          <p:nvPr userDrawn="1"/>
        </p:nvSpPr>
        <p:spPr bwMode="auto">
          <a:xfrm>
            <a:off x="8167688" y="5049838"/>
            <a:ext cx="976312" cy="93662"/>
          </a:xfrm>
          <a:prstGeom prst="rect">
            <a:avLst/>
          </a:prstGeom>
          <a:solidFill>
            <a:schemeClr val="tx1">
              <a:lumMod val="75000"/>
              <a:lumOff val="25000"/>
            </a:schemeClr>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a:latin typeface="Segoe UI" panose="020B0502040204020203" pitchFamily="34" charset="0"/>
              <a:ea typeface="微软雅黑" panose="020B0503020204020204" pitchFamily="34" charset="-122"/>
            </a:endParaRPr>
          </a:p>
        </p:txBody>
      </p:sp>
      <p:grpSp>
        <p:nvGrpSpPr>
          <p:cNvPr id="12" name="组合 11"/>
          <p:cNvGrpSpPr/>
          <p:nvPr userDrawn="1"/>
        </p:nvGrpSpPr>
        <p:grpSpPr>
          <a:xfrm>
            <a:off x="7375525" y="0"/>
            <a:ext cx="1281113" cy="627063"/>
            <a:chOff x="7375525" y="-19050"/>
            <a:chExt cx="1281113" cy="627063"/>
          </a:xfrm>
        </p:grpSpPr>
        <p:sp>
          <p:nvSpPr>
            <p:cNvPr id="13" name="圆角矩形 3"/>
            <p:cNvSpPr/>
            <p:nvPr userDrawn="1"/>
          </p:nvSpPr>
          <p:spPr bwMode="auto">
            <a:xfrm>
              <a:off x="7375525" y="-19050"/>
              <a:ext cx="1281113" cy="627063"/>
            </a:xfrm>
            <a:custGeom>
              <a:avLst/>
              <a:gdLst>
                <a:gd name="T0" fmla="*/ 13706740 w 1180531"/>
                <a:gd name="T1" fmla="*/ 0 h 577560"/>
                <a:gd name="T2" fmla="*/ 13706740 w 1180531"/>
                <a:gd name="T3" fmla="*/ 5444423 h 577560"/>
                <a:gd name="T4" fmla="*/ 12365510 w 1180531"/>
                <a:gd name="T5" fmla="*/ 6805598 h 577560"/>
                <a:gd name="T6" fmla="*/ 1341216 w 1180531"/>
                <a:gd name="T7" fmla="*/ 6805598 h 577560"/>
                <a:gd name="T8" fmla="*/ 0 w 1180531"/>
                <a:gd name="T9" fmla="*/ 5444423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pic>
          <p:nvPicPr>
            <p:cNvPr id="14" name="图片 1"/>
            <p:cNvPicPr>
              <a:picLocks noChangeAspect="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7383462" y="50800"/>
              <a:ext cx="12652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矩形 22"/>
          <p:cNvSpPr>
            <a:spLocks noChangeArrowheads="1"/>
          </p:cNvSpPr>
          <p:nvPr userDrawn="1"/>
        </p:nvSpPr>
        <p:spPr bwMode="auto">
          <a:xfrm>
            <a:off x="0" y="5049838"/>
            <a:ext cx="8113713" cy="93662"/>
          </a:xfrm>
          <a:prstGeom prst="rect">
            <a:avLst/>
          </a:prstGeom>
          <a:solidFill>
            <a:srgbClr val="C00000"/>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latin typeface="Segoe UI" panose="020B0502040204020203" pitchFamily="34" charset="0"/>
              <a:ea typeface="微软雅黑" panose="020B0503020204020204" pitchFamily="34" charset="-122"/>
            </a:endParaRPr>
          </a:p>
        </p:txBody>
      </p:sp>
      <p:sp>
        <p:nvSpPr>
          <p:cNvPr id="2" name="Title Placeholder 1"/>
          <p:cNvSpPr>
            <a:spLocks noGrp="1"/>
          </p:cNvSpPr>
          <p:nvPr>
            <p:ph type="title"/>
          </p:nvPr>
        </p:nvSpPr>
        <p:spPr>
          <a:xfrm>
            <a:off x="628650" y="0"/>
            <a:ext cx="7887600" cy="7920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080000"/>
            <a:ext cx="7886700" cy="3759072"/>
          </a:xfrm>
          <a:prstGeom prst="rect">
            <a:avLst/>
          </a:prstGeom>
        </p:spPr>
        <p:txBody>
          <a:bodyPr vert="horz" lIns="91440" tIns="45720" rIns="91440" bIns="45720" rtlCol="0">
            <a:normAutofit/>
          </a:bodyPr>
          <a:lstStyle/>
          <a:p>
            <a:pPr lvl="0"/>
            <a:r>
              <a:rPr lang="zh-CN" altLang="en-US" dirty="0"/>
              <a:t>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0"/>
            <a:r>
              <a:rPr lang="zh-CN" altLang="en-US" dirty="0"/>
              <a:t>第二级
第三级
第四级
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31F57E1-EBC0-524C-9B6C-A0200F23BED1}" type="datetimeFigureOut">
              <a:rPr lang="zh-CN" altLang="en-US"/>
            </a:fld>
            <a:endParaRPr kumimoji="1"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37E4949-EF32-944B-A077-7870FB0FF53D}" type="slidenum">
              <a:rPr/>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685800" rtl="0" eaLnBrk="1" latinLnBrk="0" hangingPunct="1">
        <a:lnSpc>
          <a:spcPct val="90000"/>
        </a:lnSpc>
        <a:spcBef>
          <a:spcPct val="0"/>
        </a:spcBef>
        <a:buNone/>
        <a:defRPr sz="2400" b="1" i="0" kern="1200">
          <a:solidFill>
            <a:srgbClr val="595959"/>
          </a:solidFill>
          <a:latin typeface="微软雅黑" panose="020B0503020204020204" pitchFamily="34" charset="-122"/>
          <a:ea typeface="微软雅黑" panose="020B0503020204020204" pitchFamily="34" charset="-122"/>
          <a:cs typeface="+mj-cs"/>
        </a:defRPr>
      </a:lvl1pPr>
    </p:titleStyle>
    <p:bodyStyle>
      <a:lvl1pPr marL="400050" indent="-400050" algn="l" defTabSz="685800" rtl="0" eaLnBrk="1" latinLnBrk="0" hangingPunct="1">
        <a:lnSpc>
          <a:spcPct val="90000"/>
        </a:lnSpc>
        <a:spcBef>
          <a:spcPts val="750"/>
        </a:spcBef>
        <a:buFont typeface="+mj-ea"/>
        <a:buAutoNum type="ea1JpnChsDbPeriod"/>
        <a:defRPr sz="1800" b="0" i="0" kern="1200">
          <a:solidFill>
            <a:srgbClr val="404040"/>
          </a:solidFill>
          <a:latin typeface="微软雅黑 Light" panose="020B0502040204020203" pitchFamily="34" charset="-122"/>
          <a:ea typeface="微软雅黑 Light" panose="020B0502040204020203" pitchFamily="34" charset="-122"/>
          <a:cs typeface="+mn-cs"/>
        </a:defRPr>
      </a:lvl1pPr>
      <a:lvl2pPr marL="685800" indent="-342900" algn="l" defTabSz="685800" rtl="0" eaLnBrk="1" latinLnBrk="0" hangingPunct="1">
        <a:lnSpc>
          <a:spcPct val="90000"/>
        </a:lnSpc>
        <a:spcBef>
          <a:spcPts val="375"/>
        </a:spcBef>
        <a:buFont typeface="+mj-lt"/>
        <a:buAutoNum type="arabicPeriod"/>
        <a:defRPr sz="1400" b="0" i="0" kern="1200">
          <a:solidFill>
            <a:srgbClr val="404040"/>
          </a:solidFill>
          <a:latin typeface="微软雅黑 Light" panose="020B0502040204020203" pitchFamily="34" charset="-122"/>
          <a:ea typeface="微软雅黑 Light" panose="020B0502040204020203" pitchFamily="34" charset="-122"/>
          <a:cs typeface="+mn-cs"/>
        </a:defRPr>
      </a:lvl2pPr>
      <a:lvl3pPr marL="1028700" indent="-342900" algn="l" defTabSz="685800" rtl="0" eaLnBrk="1" latinLnBrk="0" hangingPunct="1">
        <a:lnSpc>
          <a:spcPct val="90000"/>
        </a:lnSpc>
        <a:spcBef>
          <a:spcPts val="375"/>
        </a:spcBef>
        <a:buFont typeface="+mj-ea"/>
        <a:buAutoNum type="circleNumDbPlain"/>
        <a:defRPr sz="1050" b="0" i="0" kern="1200">
          <a:solidFill>
            <a:schemeClr val="tx1"/>
          </a:solidFill>
          <a:latin typeface="微软雅黑 Light" panose="020B0502040204020203" pitchFamily="34" charset="-122"/>
          <a:ea typeface="微软雅黑 Light" panose="020B0502040204020203" pitchFamily="34" charset="-122"/>
          <a:cs typeface="+mn-cs"/>
        </a:defRPr>
      </a:lvl3pPr>
      <a:lvl4pPr marL="1200150" indent="-171450" algn="l" defTabSz="685800" rtl="0" eaLnBrk="1" latinLnBrk="0" hangingPunct="1">
        <a:lnSpc>
          <a:spcPct val="90000"/>
        </a:lnSpc>
        <a:spcBef>
          <a:spcPts val="375"/>
        </a:spcBef>
        <a:buFont typeface="Wingdings" panose="05000000000000000000" pitchFamily="2" charset="2"/>
        <a:buChar char="l"/>
        <a:defRPr sz="1050" b="0" i="0" kern="1200">
          <a:solidFill>
            <a:schemeClr val="tx1"/>
          </a:solidFill>
          <a:latin typeface="微软雅黑 Light" panose="020B0502040204020203" pitchFamily="34" charset="-122"/>
          <a:ea typeface="微软雅黑 Light" panose="020B0502040204020203" pitchFamily="34"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xml"/><Relationship Id="rId1"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7.xml"/><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9.xml"/><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0.xml"/><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1.xml"/><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12.xml"/><Relationship Id="rId2" Type="http://schemas.openxmlformats.org/officeDocument/2006/relationships/image" Target="../media/image24.png"/><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3.xml"/><Relationship Id="rId1"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4.xml"/><Relationship Id="rId1"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xml"/><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6.x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7.xml"/><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9.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2.xml"/><Relationship Id="rId1"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3.xml"/><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4.xml"/><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image" Target="../media/image32.png"/><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0.xml"/><Relationship Id="rId1"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1.xml"/><Relationship Id="rId1"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image" Target="../media/image3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5.xml"/><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6.xml"/><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7.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8.xml"/><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9.xml"/><Relationship Id="rId1" Type="http://schemas.openxmlformats.org/officeDocument/2006/relationships/image" Target="../media/image3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1143000" y="841374"/>
            <a:ext cx="6858000" cy="2016125"/>
          </a:xfrm>
        </p:spPr>
        <p:txBody>
          <a:bodyPr/>
          <a:lstStyle/>
          <a:p>
            <a:r>
              <a:rPr lang="en-US" altLang="zh-CN" dirty="0">
                <a:solidFill>
                  <a:schemeClr val="tx2"/>
                </a:solidFill>
                <a:sym typeface="+mn-ea"/>
              </a:rPr>
              <a:t>Dlib</a:t>
            </a:r>
            <a:r>
              <a:rPr lang="zh-CN" altLang="en-US" dirty="0">
                <a:solidFill>
                  <a:schemeClr val="tx2"/>
                </a:solidFill>
                <a:sym typeface="+mn-ea"/>
              </a:rPr>
              <a:t>训练</a:t>
            </a:r>
            <a:endParaRPr lang="zh-CN" altLang="en-US" dirty="0">
              <a:solidFill>
                <a:schemeClr val="tx2"/>
              </a:solidFill>
              <a:sym typeface="+mn-ea"/>
            </a:endParaRPr>
          </a:p>
        </p:txBody>
      </p:sp>
      <p:sp>
        <p:nvSpPr>
          <p:cNvPr id="2" name="文本框 1"/>
          <p:cNvSpPr txBox="1"/>
          <p:nvPr/>
        </p:nvSpPr>
        <p:spPr>
          <a:xfrm>
            <a:off x="400050" y="424180"/>
            <a:ext cx="2198370" cy="3016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p>
            <a:r>
              <a:rPr lang="zh-CN" altLang="en-US"/>
              <a:t>海量资源：</a:t>
            </a:r>
            <a:r>
              <a:rPr lang="en-US" altLang="zh-CN"/>
              <a:t>666java.com</a:t>
            </a:r>
            <a:endParaRPr lang="en-US" altLang="zh-CN"/>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3705692" y="1673768"/>
            <a:ext cx="5392083" cy="2381250"/>
          </a:xfrm>
        </p:spPr>
        <p:txBody>
          <a:bodyPr>
            <a:normAutofit/>
          </a:bodyPr>
          <a:lstStyle/>
          <a:p>
            <a:pPr>
              <a:lnSpc>
                <a:spcPct val="120000"/>
              </a:lnSpc>
            </a:pPr>
            <a:r>
              <a:rPr lang="zh-CN" altLang="en-US" dirty="0" smtClean="0">
                <a:solidFill>
                  <a:schemeClr val="tx1"/>
                </a:solidFill>
                <a:latin typeface="黑体" panose="02010609060101010101" pitchFamily="2" charset="-122"/>
                <a:ea typeface="黑体" panose="02010609060101010101" pitchFamily="2" charset="-122"/>
                <a:sym typeface="+mn-ea"/>
              </a:rPr>
              <a:t>了解数据集的制作及结构优化方法</a:t>
            </a:r>
            <a:endParaRPr lang="en-US" altLang="zh-CN" b="1" smtClean="0">
              <a:solidFill>
                <a:srgbClr val="FF3300"/>
              </a:solidFill>
              <a:latin typeface="黑体" panose="02010609060101010101" pitchFamily="2" charset="-122"/>
              <a:ea typeface="黑体" panose="02010609060101010101" pitchFamily="2" charset="-122"/>
            </a:endParaRPr>
          </a:p>
          <a:p>
            <a:pPr marL="0" indent="0">
              <a:lnSpc>
                <a:spcPct val="120000"/>
              </a:lnSpc>
              <a:buNone/>
            </a:pPr>
            <a:endParaRPr lang="zh-CN" altLang="en-US" dirty="0">
              <a:solidFill>
                <a:schemeClr val="tx1"/>
              </a:solidFill>
              <a:cs typeface="微软雅黑" panose="020B0503020204020204" pitchFamily="34" charset="-122"/>
            </a:endParaRPr>
          </a:p>
          <a:p>
            <a:pPr>
              <a:lnSpc>
                <a:spcPct val="120000"/>
              </a:lnSpc>
            </a:pPr>
            <a:r>
              <a:rPr lang="zh-CN" altLang="en-US" dirty="0" smtClean="0">
                <a:solidFill>
                  <a:schemeClr val="tx1"/>
                </a:solidFill>
                <a:latin typeface="黑体" panose="02010609060101010101" pitchFamily="2" charset="-122"/>
                <a:ea typeface="黑体" panose="02010609060101010101" pitchFamily="2" charset="-122"/>
                <a:sym typeface="+mn-ea"/>
              </a:rPr>
              <a:t>训练个性化</a:t>
            </a:r>
            <a:r>
              <a:rPr lang="en-US" altLang="zh-CN" dirty="0" smtClean="0">
                <a:solidFill>
                  <a:schemeClr val="tx1"/>
                </a:solidFill>
                <a:latin typeface="黑体" panose="02010609060101010101" pitchFamily="2" charset="-122"/>
                <a:ea typeface="黑体" panose="02010609060101010101" pitchFamily="2" charset="-122"/>
                <a:sym typeface="+mn-ea"/>
              </a:rPr>
              <a:t>Dlib</a:t>
            </a:r>
            <a:r>
              <a:rPr lang="zh-CN" altLang="en-US" dirty="0" smtClean="0">
                <a:solidFill>
                  <a:schemeClr val="tx1"/>
                </a:solidFill>
                <a:latin typeface="黑体" panose="02010609060101010101" pitchFamily="2" charset="-122"/>
                <a:ea typeface="黑体" panose="02010609060101010101" pitchFamily="2" charset="-122"/>
                <a:sym typeface="+mn-ea"/>
              </a:rPr>
              <a:t>模型及常见参数优化方向</a:t>
            </a:r>
            <a:endParaRPr lang="zh-CN" altLang="en-US" dirty="0">
              <a:solidFill>
                <a:schemeClr val="tx1"/>
              </a:solidFill>
              <a:cs typeface="微软雅黑" panose="020B0503020204020204" pitchFamily="34" charset="-122"/>
              <a:sym typeface="+mn-ea"/>
            </a:endParaRPr>
          </a:p>
          <a:p>
            <a:pPr>
              <a:lnSpc>
                <a:spcPct val="120000"/>
              </a:lnSpc>
            </a:pPr>
            <a:endParaRPr lang="zh-CN" altLang="en-US" dirty="0">
              <a:solidFill>
                <a:schemeClr val="tx1"/>
              </a:solidFill>
              <a:cs typeface="微软雅黑" panose="020B0503020204020204" pitchFamily="34" charset="-122"/>
              <a:sym typeface="+mn-ea"/>
            </a:endParaRPr>
          </a:p>
          <a:p>
            <a:pPr>
              <a:lnSpc>
                <a:spcPct val="120000"/>
              </a:lnSpc>
            </a:pPr>
            <a:r>
              <a:rPr lang="zh-CN" altLang="en-US" dirty="0">
                <a:solidFill>
                  <a:schemeClr val="tx1"/>
                </a:solidFill>
                <a:cs typeface="微软雅黑" panose="020B0503020204020204" pitchFamily="34" charset="-122"/>
              </a:rPr>
              <a:t>应用模型并测试效果</a:t>
            </a:r>
            <a:endParaRPr lang="zh-CN" altLang="en-US" dirty="0" smtClean="0">
              <a:ln w="1905"/>
              <a:solidFill>
                <a:schemeClr val="tx1"/>
              </a:solidFill>
              <a:effectLst>
                <a:innerShdw blurRad="69850" dist="43180" dir="5400000">
                  <a:srgbClr val="000000">
                    <a:alpha val="65000"/>
                  </a:srgbClr>
                </a:innerShdw>
              </a:effectLst>
              <a:latin typeface="黑体" panose="02010609060101010101" pitchFamily="2" charset="-122"/>
              <a:ea typeface="黑体" panose="02010609060101010101" pitchFamily="2"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50360" y="974725"/>
            <a:ext cx="1471930" cy="3357880"/>
            <a:chOff x="6224" y="767"/>
            <a:chExt cx="2318" cy="5288"/>
          </a:xfrm>
        </p:grpSpPr>
        <p:sp>
          <p:nvSpPr>
            <p:cNvPr id="14" name="矩形 13"/>
            <p:cNvSpPr/>
            <p:nvPr/>
          </p:nvSpPr>
          <p:spPr>
            <a:xfrm>
              <a:off x="6224" y="767"/>
              <a:ext cx="2318" cy="2179"/>
            </a:xfrm>
            <a:prstGeom prst="rect">
              <a:avLst/>
            </a:prstGeom>
          </p:spPr>
          <p:txBody>
            <a:bodyPr wrap="none">
              <a:spAutoFit/>
            </a:bodyPr>
            <a:lstStyle/>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rgbClr val="C00000"/>
                  </a:solidFill>
                  <a:latin typeface="微软雅黑" panose="020B0503020204020204" pitchFamily="34" charset="-122"/>
                  <a:ea typeface="微软雅黑" panose="020B0503020204020204" pitchFamily="34" charset="-122"/>
                  <a:sym typeface="+mn-ea"/>
                </a:rPr>
                <a:t>功能简介</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chemeClr val="tx1"/>
                  </a:solidFill>
                  <a:latin typeface="微软雅黑" panose="020B0503020204020204" pitchFamily="34" charset="-122"/>
                  <a:ea typeface="微软雅黑" panose="020B0503020204020204" pitchFamily="34" charset="-122"/>
                  <a:sym typeface="+mn-ea"/>
                </a:rPr>
                <a:t>数据集准备</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nvSpPr>
          <p:spPr>
            <a:xfrm>
              <a:off x="6224" y="3197"/>
              <a:ext cx="2318" cy="2858"/>
            </a:xfrm>
            <a:prstGeom prst="rect">
              <a:avLst/>
            </a:prstGeom>
          </p:spPr>
          <p:txBody>
            <a:bodyPr wrap="none">
              <a:spAutoFit/>
            </a:bodyPr>
            <a:lstStyle/>
            <a:p>
              <a:pPr marL="400050" indent="-400050" algn="l" defTabSz="685800">
                <a:buFont typeface="Wingdings" panose="05000000000000000000" pitchFamily="2" charset="2"/>
                <a:buChar char="u"/>
              </a:pPr>
              <a:r>
                <a:rPr lang="zh-CN" altLang="en-US" sz="1400" b="1" dirty="0">
                  <a:latin typeface="微软雅黑" panose="020B0503020204020204" pitchFamily="34" charset="-122"/>
                  <a:ea typeface="微软雅黑" panose="020B0503020204020204" pitchFamily="34" charset="-122"/>
                  <a:sym typeface="+mn-ea"/>
                </a:rPr>
                <a:t>模型训练</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latin typeface="微软雅黑" panose="020B0503020204020204" pitchFamily="34" charset="-122"/>
                  <a:ea typeface="微软雅黑" panose="020B0503020204020204" pitchFamily="34" charset="-122"/>
                  <a:sym typeface="+mn-ea"/>
                </a:rPr>
                <a:t>测试与应用</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 </a:t>
            </a:r>
            <a:r>
              <a:rPr lang="zh-CN" altLang="en-US"/>
              <a:t>功能简介</a:t>
            </a:r>
            <a:endParaRPr lang="zh-CN" altLang="en-US"/>
          </a:p>
        </p:txBody>
      </p:sp>
      <p:sp>
        <p:nvSpPr>
          <p:cNvPr id="6" name="文本框 5"/>
          <p:cNvSpPr txBox="1"/>
          <p:nvPr/>
        </p:nvSpPr>
        <p:spPr>
          <a:xfrm>
            <a:off x="918210" y="1842770"/>
            <a:ext cx="6221730" cy="2620010"/>
          </a:xfrm>
          <a:prstGeom prst="rect">
            <a:avLst/>
          </a:prstGeom>
          <a:noFill/>
        </p:spPr>
        <p:txBody>
          <a:bodyPr wrap="square" rtlCol="0" anchor="t">
            <a:spAutoFit/>
          </a:bodyPr>
          <a:p>
            <a:pPr fontAlgn="auto">
              <a:lnSpc>
                <a:spcPct val="150000"/>
              </a:lnSpc>
            </a:pPr>
            <a:r>
              <a:rPr lang="en-US" altLang="zh-CN"/>
              <a:t>1</a:t>
            </a:r>
            <a:r>
              <a:rPr lang="zh-CN" altLang="en-US"/>
              <a:t>，了解iBUG 300-W数据集，该数据集是用于训练形状预测器的通用数据集，该预测器用于定位人脸的特定位置（即面部标志）。</a:t>
            </a:r>
            <a:endParaRPr lang="zh-CN" altLang="en-US"/>
          </a:p>
          <a:p>
            <a:pPr fontAlgn="auto">
              <a:lnSpc>
                <a:spcPct val="150000"/>
              </a:lnSpc>
            </a:pPr>
            <a:endParaRPr lang="zh-CN" altLang="en-US"/>
          </a:p>
          <a:p>
            <a:pPr fontAlgn="auto">
              <a:lnSpc>
                <a:spcPct val="150000"/>
              </a:lnSpc>
            </a:pPr>
            <a:r>
              <a:rPr lang="en-US" altLang="zh-CN"/>
              <a:t>2</a:t>
            </a:r>
            <a:r>
              <a:rPr lang="zh-CN" altLang="en-US"/>
              <a:t>，</a:t>
            </a:r>
            <a:r>
              <a:rPr lang="zh-CN" altLang="en-US"/>
              <a:t>练自己的自定义dlib形状预测器，从而生成一个可以平衡速度，准确性和模型大小的模型。</a:t>
            </a:r>
            <a:endParaRPr lang="zh-CN" altLang="en-US"/>
          </a:p>
          <a:p>
            <a:pPr fontAlgn="auto">
              <a:lnSpc>
                <a:spcPct val="150000"/>
              </a:lnSpc>
            </a:pPr>
            <a:endParaRPr lang="zh-CN" altLang="en-US"/>
          </a:p>
          <a:p>
            <a:pPr fontAlgn="auto">
              <a:lnSpc>
                <a:spcPct val="150000"/>
              </a:lnSpc>
            </a:pPr>
            <a:r>
              <a:rPr lang="en-US" altLang="zh-CN"/>
              <a:t>3</a:t>
            </a:r>
            <a:r>
              <a:rPr lang="zh-CN" altLang="en-US"/>
              <a:t>，</a:t>
            </a:r>
            <a:r>
              <a:rPr lang="zh-CN" altLang="en-US"/>
              <a:t>最后，我们将形状预测器进行测试并将其应用于一组输入的图像/视频流，这表明我们的形状预测器能够实时运行。</a:t>
            </a: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 </a:t>
            </a:r>
            <a:r>
              <a:rPr lang="zh-CN" altLang="en-US">
                <a:sym typeface="+mn-ea"/>
              </a:rPr>
              <a:t>功能简介</a:t>
            </a:r>
            <a:endParaRPr lang="zh-CN" altLang="en-US"/>
          </a:p>
        </p:txBody>
      </p:sp>
      <p:pic>
        <p:nvPicPr>
          <p:cNvPr id="3" name="图片 2"/>
          <p:cNvPicPr>
            <a:picLocks noChangeAspect="1"/>
          </p:cNvPicPr>
          <p:nvPr/>
        </p:nvPicPr>
        <p:blipFill>
          <a:blip r:embed="rId1"/>
          <a:stretch>
            <a:fillRect/>
          </a:stretch>
        </p:blipFill>
        <p:spPr>
          <a:xfrm>
            <a:off x="3814445" y="1186815"/>
            <a:ext cx="5242560" cy="3870960"/>
          </a:xfrm>
          <a:prstGeom prst="rect">
            <a:avLst/>
          </a:prstGeom>
        </p:spPr>
      </p:pic>
      <p:sp>
        <p:nvSpPr>
          <p:cNvPr id="4" name="文本框 3"/>
          <p:cNvSpPr txBox="1"/>
          <p:nvPr/>
        </p:nvSpPr>
        <p:spPr>
          <a:xfrm>
            <a:off x="269875" y="1186815"/>
            <a:ext cx="3366135" cy="3884295"/>
          </a:xfrm>
          <a:prstGeom prst="rect">
            <a:avLst/>
          </a:prstGeom>
          <a:noFill/>
        </p:spPr>
        <p:txBody>
          <a:bodyPr wrap="square" rtlCol="0" anchor="t">
            <a:spAutoFit/>
          </a:bodyPr>
          <a:p>
            <a:pPr fontAlgn="auto">
              <a:lnSpc>
                <a:spcPct val="150000"/>
              </a:lnSpc>
            </a:pPr>
            <a:r>
              <a:rPr lang="zh-CN" altLang="en-US"/>
              <a:t>Shape/landmark predictor</a:t>
            </a:r>
            <a:r>
              <a:rPr lang="zh-CN" altLang="en-US" sz="1365">
                <a:sym typeface="+mn-ea"/>
              </a:rPr>
              <a:t>用于</a:t>
            </a:r>
            <a:r>
              <a:rPr lang="zh-CN" altLang="en-US"/>
              <a:t>预测在输入“形状”上定位特定（x，y）坐标。 “形状”一词是任意的，但假定形状本质上是结构性的。</a:t>
            </a:r>
            <a:endParaRPr lang="zh-CN" altLang="en-US"/>
          </a:p>
          <a:p>
            <a:pPr fontAlgn="auto">
              <a:lnSpc>
                <a:spcPct val="150000"/>
              </a:lnSpc>
            </a:pPr>
            <a:r>
              <a:rPr lang="zh-CN" altLang="en-US"/>
              <a:t>结构形状的示例包括：</a:t>
            </a:r>
            <a:endParaRPr lang="zh-CN" altLang="en-US"/>
          </a:p>
          <a:p>
            <a:pPr fontAlgn="auto">
              <a:lnSpc>
                <a:spcPct val="150000"/>
              </a:lnSpc>
            </a:pPr>
            <a:r>
              <a:rPr lang="zh-CN" altLang="en-US"/>
              <a:t>面孔  手  手指  脚趾等等</a:t>
            </a:r>
            <a:endParaRPr lang="zh-CN" altLang="en-US"/>
          </a:p>
          <a:p>
            <a:pPr fontAlgn="auto">
              <a:lnSpc>
                <a:spcPct val="150000"/>
              </a:lnSpc>
            </a:pPr>
            <a:r>
              <a:rPr lang="zh-CN" altLang="en-US"/>
              <a:t>例如，面孔的形状和大小各不相同，并且都具有共同的结构特征-眼睛在鼻子上方，鼻子在嘴上方等。</a:t>
            </a:r>
            <a:endParaRPr lang="zh-CN" altLang="en-US"/>
          </a:p>
          <a:p>
            <a:pPr fontAlgn="auto">
              <a:lnSpc>
                <a:spcPct val="150000"/>
              </a:lnSpc>
            </a:pPr>
            <a:r>
              <a:rPr lang="zh-CN" altLang="en-US"/>
              <a:t>形状/地标预测器的目标是利用这种结构知识，并在获得足够训练数据的基础上，学习如何自动。</a:t>
            </a:r>
            <a:endParaRPr lang="zh-CN" altLang="en-US"/>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 </a:t>
            </a:r>
            <a:r>
              <a:rPr lang="zh-CN" altLang="en-US">
                <a:sym typeface="+mn-ea"/>
              </a:rPr>
              <a:t>功能简介</a:t>
            </a:r>
            <a:endParaRPr lang="zh-CN" altLang="en-US"/>
          </a:p>
        </p:txBody>
      </p:sp>
      <p:pic>
        <p:nvPicPr>
          <p:cNvPr id="4" name="图片 3"/>
          <p:cNvPicPr>
            <a:picLocks noChangeAspect="1"/>
          </p:cNvPicPr>
          <p:nvPr/>
        </p:nvPicPr>
        <p:blipFill>
          <a:blip r:embed="rId1"/>
          <a:stretch>
            <a:fillRect/>
          </a:stretch>
        </p:blipFill>
        <p:spPr>
          <a:xfrm>
            <a:off x="2805430" y="651510"/>
            <a:ext cx="6338570" cy="4380230"/>
          </a:xfrm>
          <a:prstGeom prst="rect">
            <a:avLst/>
          </a:prstGeom>
        </p:spPr>
      </p:pic>
      <p:sp>
        <p:nvSpPr>
          <p:cNvPr id="5" name="文本框 4"/>
          <p:cNvSpPr txBox="1"/>
          <p:nvPr/>
        </p:nvSpPr>
        <p:spPr>
          <a:xfrm>
            <a:off x="256540" y="3429000"/>
            <a:ext cx="2548890" cy="1353185"/>
          </a:xfrm>
          <a:prstGeom prst="rect">
            <a:avLst/>
          </a:prstGeom>
          <a:noFill/>
        </p:spPr>
        <p:txBody>
          <a:bodyPr wrap="square" rtlCol="0" anchor="t">
            <a:spAutoFit/>
          </a:bodyPr>
          <a:p>
            <a:r>
              <a:rPr lang="zh-CN" altLang="en-US"/>
              <a:t>https://ibug.doc.ic.ac.uk/resources/300-W/</a:t>
            </a:r>
            <a:endParaRPr lang="zh-CN" altLang="en-US"/>
          </a:p>
          <a:p>
            <a:endParaRPr lang="zh-CN" altLang="en-US"/>
          </a:p>
          <a:p>
            <a:r>
              <a:rPr lang="zh-CN" altLang="en-US"/>
              <a:t>http://dlib.net/files/data/ibug_300W_large_face_landmark_dataset.tar.gz</a:t>
            </a:r>
            <a:endParaRPr lang="zh-CN" altLang="en-US"/>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 </a:t>
            </a:r>
            <a:r>
              <a:rPr lang="zh-CN" altLang="en-US">
                <a:sym typeface="+mn-ea"/>
              </a:rPr>
              <a:t>功能简介</a:t>
            </a:r>
            <a:endParaRPr lang="zh-CN" altLang="en-US"/>
          </a:p>
        </p:txBody>
      </p:sp>
      <p:sp>
        <p:nvSpPr>
          <p:cNvPr id="3" name="文本框 2"/>
          <p:cNvSpPr txBox="1"/>
          <p:nvPr/>
        </p:nvSpPr>
        <p:spPr>
          <a:xfrm>
            <a:off x="2524760" y="1757680"/>
            <a:ext cx="4636135" cy="2303780"/>
          </a:xfrm>
          <a:prstGeom prst="rect">
            <a:avLst/>
          </a:prstGeom>
          <a:noFill/>
        </p:spPr>
        <p:txBody>
          <a:bodyPr wrap="square" rtlCol="0" anchor="t">
            <a:spAutoFit/>
          </a:bodyPr>
          <a:p>
            <a:pPr fontAlgn="auto">
              <a:lnSpc>
                <a:spcPct val="150000"/>
              </a:lnSpc>
            </a:pPr>
            <a:r>
              <a:rPr lang="zh-CN" altLang="en-US"/>
              <a:t>The pip install :</a:t>
            </a:r>
            <a:endParaRPr lang="zh-CN" altLang="en-US"/>
          </a:p>
          <a:p>
            <a:pPr fontAlgn="auto">
              <a:lnSpc>
                <a:spcPct val="150000"/>
              </a:lnSpc>
            </a:pPr>
            <a:endParaRPr lang="zh-CN" altLang="en-US"/>
          </a:p>
          <a:p>
            <a:pPr fontAlgn="auto">
              <a:lnSpc>
                <a:spcPct val="150000"/>
              </a:lnSpc>
            </a:pPr>
            <a:r>
              <a:rPr lang="zh-CN" altLang="en-US"/>
              <a:t>Training a custom dlib shape predictor</a:t>
            </a:r>
            <a:endParaRPr lang="zh-CN" altLang="en-US"/>
          </a:p>
          <a:p>
            <a:pPr fontAlgn="auto">
              <a:lnSpc>
                <a:spcPct val="150000"/>
              </a:lnSpc>
            </a:pPr>
            <a:r>
              <a:rPr lang="zh-CN" altLang="en-US"/>
              <a:t>$ workon &lt;env-name&gt;</a:t>
            </a:r>
            <a:endParaRPr lang="zh-CN" altLang="en-US"/>
          </a:p>
          <a:p>
            <a:pPr fontAlgn="auto">
              <a:lnSpc>
                <a:spcPct val="150000"/>
              </a:lnSpc>
            </a:pPr>
            <a:r>
              <a:rPr lang="zh-CN" altLang="en-US"/>
              <a:t>$ pip install dlib</a:t>
            </a:r>
            <a:endParaRPr lang="zh-CN" altLang="en-US"/>
          </a:p>
          <a:p>
            <a:pPr fontAlgn="auto">
              <a:lnSpc>
                <a:spcPct val="150000"/>
              </a:lnSpc>
            </a:pPr>
            <a:r>
              <a:rPr lang="zh-CN" altLang="en-US"/>
              <a:t>$ pip install opencv-contrib-python</a:t>
            </a:r>
            <a:endParaRPr lang="zh-CN" altLang="en-US"/>
          </a:p>
          <a:p>
            <a:pPr fontAlgn="auto">
              <a:lnSpc>
                <a:spcPct val="150000"/>
              </a:lnSpc>
            </a:pPr>
            <a:r>
              <a:rPr lang="zh-CN" altLang="en-US"/>
              <a:t>$ pip install imutils</a:t>
            </a:r>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 </a:t>
            </a:r>
            <a:r>
              <a:rPr lang="zh-CN" altLang="en-US">
                <a:sym typeface="+mn-ea"/>
              </a:rPr>
              <a:t>功能简介</a:t>
            </a:r>
            <a:endParaRPr lang="zh-CN" altLang="en-US"/>
          </a:p>
        </p:txBody>
      </p:sp>
      <p:sp>
        <p:nvSpPr>
          <p:cNvPr id="3" name="文本框 2"/>
          <p:cNvSpPr txBox="1"/>
          <p:nvPr/>
        </p:nvSpPr>
        <p:spPr>
          <a:xfrm>
            <a:off x="198755" y="2666365"/>
            <a:ext cx="4274820" cy="301625"/>
          </a:xfrm>
          <a:prstGeom prst="rect">
            <a:avLst/>
          </a:prstGeom>
          <a:noFill/>
        </p:spPr>
        <p:txBody>
          <a:bodyPr wrap="square" rtlCol="0" anchor="t">
            <a:spAutoFit/>
          </a:bodyPr>
          <a:p>
            <a:r>
              <a:rPr lang="zh-CN" altLang="en-US"/>
              <a:t>$ tar -xvf ibug_300W_large_face_landmark_dataset.tar.gz</a:t>
            </a:r>
            <a:endParaRPr lang="zh-CN" altLang="en-US"/>
          </a:p>
        </p:txBody>
      </p:sp>
      <p:pic>
        <p:nvPicPr>
          <p:cNvPr id="4" name="图片 3"/>
          <p:cNvPicPr>
            <a:picLocks noChangeAspect="1"/>
          </p:cNvPicPr>
          <p:nvPr/>
        </p:nvPicPr>
        <p:blipFill>
          <a:blip r:embed="rId1"/>
          <a:stretch>
            <a:fillRect/>
          </a:stretch>
        </p:blipFill>
        <p:spPr>
          <a:xfrm>
            <a:off x="4473575" y="1276985"/>
            <a:ext cx="4610100" cy="3695700"/>
          </a:xfrm>
          <a:prstGeom prst="rect">
            <a:avLst/>
          </a:prstGeom>
        </p:spPr>
      </p:pic>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 </a:t>
            </a:r>
            <a:r>
              <a:rPr lang="zh-CN" altLang="en-US">
                <a:sym typeface="+mn-ea"/>
              </a:rPr>
              <a:t>功能简介</a:t>
            </a:r>
            <a:endParaRPr lang="zh-CN" altLang="en-US"/>
          </a:p>
        </p:txBody>
      </p:sp>
      <p:sp>
        <p:nvSpPr>
          <p:cNvPr id="3" name="文本框 2"/>
          <p:cNvSpPr txBox="1"/>
          <p:nvPr/>
        </p:nvSpPr>
        <p:spPr>
          <a:xfrm>
            <a:off x="628650" y="1748155"/>
            <a:ext cx="3556635" cy="2936240"/>
          </a:xfrm>
          <a:prstGeom prst="rect">
            <a:avLst/>
          </a:prstGeom>
          <a:noFill/>
        </p:spPr>
        <p:txBody>
          <a:bodyPr wrap="square" rtlCol="0" anchor="t">
            <a:spAutoFit/>
          </a:bodyPr>
          <a:p>
            <a:pPr fontAlgn="auto">
              <a:lnSpc>
                <a:spcPct val="150000"/>
              </a:lnSpc>
            </a:pPr>
            <a:r>
              <a:rPr lang="zh-CN" altLang="en-US"/>
              <a:t>parse_xml.py：分析训练/测试XML数据集文件以获取仅眼睛的界标坐标。</a:t>
            </a:r>
            <a:endParaRPr lang="zh-CN" altLang="en-US"/>
          </a:p>
          <a:p>
            <a:pPr fontAlgn="auto">
              <a:lnSpc>
                <a:spcPct val="150000"/>
              </a:lnSpc>
            </a:pPr>
            <a:r>
              <a:rPr lang="zh-CN" altLang="en-US"/>
              <a:t>train_shape_predictor.py：接受解析的XML文件以使用dlib训练我们的形状预测器。</a:t>
            </a:r>
            <a:endParaRPr lang="zh-CN" altLang="en-US"/>
          </a:p>
          <a:p>
            <a:pPr fontAlgn="auto">
              <a:lnSpc>
                <a:spcPct val="150000"/>
              </a:lnSpc>
            </a:pPr>
            <a:r>
              <a:rPr lang="zh-CN" altLang="en-US"/>
              <a:t>Evaluation_shape_predictor.py：计算自定义形状预测器的平均误差（MAE）。</a:t>
            </a:r>
            <a:endParaRPr lang="zh-CN" altLang="en-US"/>
          </a:p>
          <a:p>
            <a:pPr fontAlgn="auto">
              <a:lnSpc>
                <a:spcPct val="150000"/>
              </a:lnSpc>
            </a:pPr>
            <a:r>
              <a:rPr lang="zh-CN" altLang="en-US"/>
              <a:t>Forecast_eyes.py：使用我们的自定义dlib形状预测器执行形状预测，该预测器经过训练只能识别眼睛界标。</a:t>
            </a:r>
            <a:endParaRPr lang="zh-CN" altLang="en-US"/>
          </a:p>
        </p:txBody>
      </p:sp>
      <p:pic>
        <p:nvPicPr>
          <p:cNvPr id="4" name="图片 3"/>
          <p:cNvPicPr>
            <a:picLocks noChangeAspect="1"/>
          </p:cNvPicPr>
          <p:nvPr/>
        </p:nvPicPr>
        <p:blipFill>
          <a:blip r:embed="rId1"/>
          <a:stretch>
            <a:fillRect/>
          </a:stretch>
        </p:blipFill>
        <p:spPr>
          <a:xfrm>
            <a:off x="4473575" y="1276985"/>
            <a:ext cx="4610100" cy="3695700"/>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50360" y="974725"/>
            <a:ext cx="1471930" cy="3357880"/>
            <a:chOff x="6224" y="767"/>
            <a:chExt cx="2318" cy="5288"/>
          </a:xfrm>
        </p:grpSpPr>
        <p:sp>
          <p:nvSpPr>
            <p:cNvPr id="14" name="矩形 13"/>
            <p:cNvSpPr/>
            <p:nvPr/>
          </p:nvSpPr>
          <p:spPr>
            <a:xfrm>
              <a:off x="6224" y="767"/>
              <a:ext cx="2318" cy="2179"/>
            </a:xfrm>
            <a:prstGeom prst="rect">
              <a:avLst/>
            </a:prstGeom>
          </p:spPr>
          <p:txBody>
            <a:bodyPr wrap="none">
              <a:spAutoFit/>
            </a:bodyPr>
            <a:lstStyle/>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chemeClr val="tx1"/>
                  </a:solidFill>
                  <a:latin typeface="微软雅黑" panose="020B0503020204020204" pitchFamily="34" charset="-122"/>
                  <a:ea typeface="微软雅黑" panose="020B0503020204020204" pitchFamily="34" charset="-122"/>
                  <a:sym typeface="+mn-ea"/>
                </a:rPr>
                <a:t>功能简介</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rgbClr val="C00000"/>
                  </a:solidFill>
                  <a:latin typeface="微软雅黑" panose="020B0503020204020204" pitchFamily="34" charset="-122"/>
                  <a:ea typeface="微软雅黑" panose="020B0503020204020204" pitchFamily="34" charset="-122"/>
                  <a:sym typeface="+mn-ea"/>
                </a:rPr>
                <a:t>数据集准备</a:t>
              </a:r>
              <a:endParaRPr lang="zh-CN" altLang="en-US" sz="1400" b="1" dirty="0">
                <a:solidFill>
                  <a:srgbClr val="C00000"/>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rgbClr val="C00000"/>
                </a:solidFill>
                <a:latin typeface="微软雅黑" panose="020B0503020204020204" pitchFamily="34" charset="-122"/>
                <a:ea typeface="微软雅黑" panose="020B0503020204020204" pitchFamily="34" charset="-122"/>
                <a:sym typeface="+mn-ea"/>
              </a:endParaRPr>
            </a:p>
          </p:txBody>
        </p:sp>
        <p:sp>
          <p:nvSpPr>
            <p:cNvPr id="15" name="矩形 14"/>
            <p:cNvSpPr/>
            <p:nvPr/>
          </p:nvSpPr>
          <p:spPr>
            <a:xfrm>
              <a:off x="6224" y="3197"/>
              <a:ext cx="2318" cy="2858"/>
            </a:xfrm>
            <a:prstGeom prst="rect">
              <a:avLst/>
            </a:prstGeom>
          </p:spPr>
          <p:txBody>
            <a:bodyPr wrap="none">
              <a:spAutoFit/>
            </a:bodyPr>
            <a:lstStyle/>
            <a:p>
              <a:pPr marL="400050" indent="-400050" algn="l" defTabSz="685800">
                <a:buFont typeface="Wingdings" panose="05000000000000000000" pitchFamily="2" charset="2"/>
                <a:buChar char="u"/>
              </a:pPr>
              <a:r>
                <a:rPr lang="zh-CN" altLang="en-US" sz="1400" b="1" dirty="0">
                  <a:latin typeface="微软雅黑" panose="020B0503020204020204" pitchFamily="34" charset="-122"/>
                  <a:ea typeface="微软雅黑" panose="020B0503020204020204" pitchFamily="34" charset="-122"/>
                  <a:sym typeface="+mn-ea"/>
                </a:rPr>
                <a:t>模型训练</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latin typeface="微软雅黑" panose="020B0503020204020204" pitchFamily="34" charset="-122"/>
                  <a:ea typeface="微软雅黑" panose="020B0503020204020204" pitchFamily="34" charset="-122"/>
                  <a:sym typeface="+mn-ea"/>
                </a:rPr>
                <a:t>测试与应用</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 </a:t>
            </a:r>
            <a:r>
              <a:rPr lang="zh-CN" altLang="en-US"/>
              <a:t>数据集准备</a:t>
            </a:r>
            <a:endParaRPr lang="zh-CN" altLang="en-US"/>
          </a:p>
        </p:txBody>
      </p:sp>
      <p:sp>
        <p:nvSpPr>
          <p:cNvPr id="3" name="文本框 2"/>
          <p:cNvSpPr txBox="1"/>
          <p:nvPr/>
        </p:nvSpPr>
        <p:spPr>
          <a:xfrm>
            <a:off x="1225550" y="2535555"/>
            <a:ext cx="2540000" cy="1355725"/>
          </a:xfrm>
          <a:prstGeom prst="rect">
            <a:avLst/>
          </a:prstGeom>
          <a:noFill/>
        </p:spPr>
        <p:txBody>
          <a:bodyPr wrap="square" rtlCol="0" anchor="t">
            <a:spAutoFit/>
          </a:bodyPr>
          <a:p>
            <a:pPr fontAlgn="auto">
              <a:lnSpc>
                <a:spcPct val="150000"/>
              </a:lnSpc>
            </a:pPr>
            <a:r>
              <a:rPr lang="zh-CN" altLang="en-US"/>
              <a:t>top：边界框的起始y坐标。</a:t>
            </a:r>
            <a:endParaRPr lang="zh-CN" altLang="en-US"/>
          </a:p>
          <a:p>
            <a:pPr fontAlgn="auto">
              <a:lnSpc>
                <a:spcPct val="150000"/>
              </a:lnSpc>
            </a:pPr>
            <a:r>
              <a:rPr lang="en-US" altLang="zh-CN"/>
              <a:t>left</a:t>
            </a:r>
            <a:r>
              <a:rPr lang="zh-CN" altLang="en-US"/>
              <a:t>：边界框的起始x坐标。</a:t>
            </a:r>
            <a:endParaRPr lang="zh-CN" altLang="en-US"/>
          </a:p>
          <a:p>
            <a:pPr fontAlgn="auto">
              <a:lnSpc>
                <a:spcPct val="150000"/>
              </a:lnSpc>
            </a:pPr>
            <a:r>
              <a:rPr lang="zh-CN" altLang="en-US"/>
              <a:t>width：边框的宽度。</a:t>
            </a:r>
            <a:endParaRPr lang="zh-CN" altLang="en-US"/>
          </a:p>
          <a:p>
            <a:pPr fontAlgn="auto">
              <a:lnSpc>
                <a:spcPct val="150000"/>
              </a:lnSpc>
            </a:pPr>
            <a:r>
              <a:rPr lang="zh-CN" altLang="en-US"/>
              <a:t>height：边框的高度。</a:t>
            </a:r>
            <a:endParaRPr lang="zh-CN" altLang="en-US"/>
          </a:p>
        </p:txBody>
      </p:sp>
      <p:pic>
        <p:nvPicPr>
          <p:cNvPr id="4" name="图片 3"/>
          <p:cNvPicPr>
            <a:picLocks noChangeAspect="1"/>
          </p:cNvPicPr>
          <p:nvPr/>
        </p:nvPicPr>
        <p:blipFill>
          <a:blip r:embed="rId1"/>
          <a:srcRect t="997" r="3966"/>
          <a:stretch>
            <a:fillRect/>
          </a:stretch>
        </p:blipFill>
        <p:spPr>
          <a:xfrm>
            <a:off x="4284980" y="1383665"/>
            <a:ext cx="4859020" cy="3658870"/>
          </a:xfrm>
          <a:prstGeom prst="rect">
            <a:avLst/>
          </a:prstGeom>
        </p:spPr>
      </p:pic>
      <p:sp>
        <p:nvSpPr>
          <p:cNvPr id="5" name="文本框 4"/>
          <p:cNvSpPr txBox="1"/>
          <p:nvPr/>
        </p:nvSpPr>
        <p:spPr>
          <a:xfrm>
            <a:off x="4968875" y="1000125"/>
            <a:ext cx="2540000" cy="301625"/>
          </a:xfrm>
          <a:prstGeom prst="rect">
            <a:avLst/>
          </a:prstGeom>
          <a:noFill/>
        </p:spPr>
        <p:txBody>
          <a:bodyPr wrap="square" rtlCol="0" anchor="t">
            <a:spAutoFit/>
          </a:bodyPr>
          <a:p>
            <a:r>
              <a:rPr lang="zh-CN" altLang="en-US"/>
              <a:t>labels_ibug_300W_train.xml</a:t>
            </a:r>
            <a:endParaRPr lang="zh-CN" altLang="en-US"/>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 </a:t>
            </a:r>
            <a:r>
              <a:rPr lang="zh-CN" altLang="en-US">
                <a:sym typeface="+mn-ea"/>
              </a:rPr>
              <a:t>数据集准备</a:t>
            </a:r>
            <a:endParaRPr lang="zh-CN" altLang="en-US"/>
          </a:p>
        </p:txBody>
      </p:sp>
      <p:pic>
        <p:nvPicPr>
          <p:cNvPr id="3" name="图片 2"/>
          <p:cNvPicPr>
            <a:picLocks noChangeAspect="1"/>
          </p:cNvPicPr>
          <p:nvPr/>
        </p:nvPicPr>
        <p:blipFill>
          <a:blip r:embed="rId1"/>
          <a:stretch>
            <a:fillRect/>
          </a:stretch>
        </p:blipFill>
        <p:spPr>
          <a:xfrm>
            <a:off x="158115" y="1767205"/>
            <a:ext cx="4065270" cy="3275330"/>
          </a:xfrm>
          <a:prstGeom prst="rect">
            <a:avLst/>
          </a:prstGeom>
        </p:spPr>
      </p:pic>
      <p:pic>
        <p:nvPicPr>
          <p:cNvPr id="4" name="图片 3"/>
          <p:cNvPicPr>
            <a:picLocks noChangeAspect="1"/>
          </p:cNvPicPr>
          <p:nvPr/>
        </p:nvPicPr>
        <p:blipFill>
          <a:blip r:embed="rId2"/>
          <a:srcRect t="997" r="3966"/>
          <a:stretch>
            <a:fillRect/>
          </a:stretch>
        </p:blipFill>
        <p:spPr>
          <a:xfrm>
            <a:off x="4284980" y="1383665"/>
            <a:ext cx="4859020" cy="3658870"/>
          </a:xfrm>
          <a:prstGeom prst="rect">
            <a:avLst/>
          </a:prstGeom>
        </p:spPr>
      </p:pic>
      <p:sp>
        <p:nvSpPr>
          <p:cNvPr id="5" name="文本框 4"/>
          <p:cNvSpPr txBox="1"/>
          <p:nvPr/>
        </p:nvSpPr>
        <p:spPr>
          <a:xfrm>
            <a:off x="4968875" y="1000125"/>
            <a:ext cx="2540000" cy="301625"/>
          </a:xfrm>
          <a:prstGeom prst="rect">
            <a:avLst/>
          </a:prstGeom>
          <a:noFill/>
        </p:spPr>
        <p:txBody>
          <a:bodyPr wrap="square" rtlCol="0" anchor="t">
            <a:spAutoFit/>
          </a:bodyPr>
          <a:p>
            <a:r>
              <a:rPr lang="zh-CN" altLang="en-US"/>
              <a:t>labels_ibug_300W_train.xml</a:t>
            </a:r>
            <a:endParaRPr lang="zh-CN"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 </a:t>
            </a:r>
            <a:r>
              <a:rPr lang="zh-CN" altLang="en-US">
                <a:sym typeface="+mn-ea"/>
              </a:rPr>
              <a:t>数据集准备</a:t>
            </a:r>
            <a:endParaRPr lang="zh-CN" altLang="en-US"/>
          </a:p>
        </p:txBody>
      </p:sp>
      <p:sp>
        <p:nvSpPr>
          <p:cNvPr id="3" name="文本框 2"/>
          <p:cNvSpPr txBox="1"/>
          <p:nvPr/>
        </p:nvSpPr>
        <p:spPr>
          <a:xfrm>
            <a:off x="873760" y="2138680"/>
            <a:ext cx="1931670" cy="2303780"/>
          </a:xfrm>
          <a:prstGeom prst="rect">
            <a:avLst/>
          </a:prstGeom>
          <a:noFill/>
        </p:spPr>
        <p:txBody>
          <a:bodyPr wrap="square" rtlCol="0" anchor="t">
            <a:spAutoFit/>
          </a:bodyPr>
          <a:p>
            <a:pPr fontAlgn="auto">
              <a:lnSpc>
                <a:spcPct val="150000"/>
              </a:lnSpc>
            </a:pPr>
            <a:r>
              <a:rPr lang="zh-CN" altLang="en-US"/>
              <a:t>mouth [48, 68].</a:t>
            </a:r>
            <a:endParaRPr lang="zh-CN" altLang="en-US"/>
          </a:p>
          <a:p>
            <a:pPr fontAlgn="auto">
              <a:lnSpc>
                <a:spcPct val="150000"/>
              </a:lnSpc>
            </a:pPr>
            <a:r>
              <a:rPr lang="zh-CN" altLang="en-US"/>
              <a:t>right eyebrow [17, 22].</a:t>
            </a:r>
            <a:endParaRPr lang="zh-CN" altLang="en-US"/>
          </a:p>
          <a:p>
            <a:pPr fontAlgn="auto">
              <a:lnSpc>
                <a:spcPct val="150000"/>
              </a:lnSpc>
            </a:pPr>
            <a:r>
              <a:rPr lang="zh-CN" altLang="en-US"/>
              <a:t>left eyebrow  [22, 27].</a:t>
            </a:r>
            <a:endParaRPr lang="zh-CN" altLang="en-US"/>
          </a:p>
          <a:p>
            <a:pPr fontAlgn="auto">
              <a:lnSpc>
                <a:spcPct val="150000"/>
              </a:lnSpc>
            </a:pPr>
            <a:r>
              <a:rPr lang="zh-CN" altLang="en-US"/>
              <a:t>right eye [36, 42].</a:t>
            </a:r>
            <a:endParaRPr lang="zh-CN" altLang="en-US"/>
          </a:p>
          <a:p>
            <a:pPr fontAlgn="auto">
              <a:lnSpc>
                <a:spcPct val="150000"/>
              </a:lnSpc>
            </a:pPr>
            <a:r>
              <a:rPr lang="zh-CN" altLang="en-US"/>
              <a:t>left eye  [42, 48].</a:t>
            </a:r>
            <a:endParaRPr lang="zh-CN" altLang="en-US"/>
          </a:p>
          <a:p>
            <a:pPr fontAlgn="auto">
              <a:lnSpc>
                <a:spcPct val="150000"/>
              </a:lnSpc>
            </a:pPr>
            <a:r>
              <a:rPr lang="zh-CN" altLang="en-US"/>
              <a:t>nose  [27, 35].</a:t>
            </a:r>
            <a:endParaRPr lang="zh-CN" altLang="en-US"/>
          </a:p>
          <a:p>
            <a:pPr fontAlgn="auto">
              <a:lnSpc>
                <a:spcPct val="150000"/>
              </a:lnSpc>
            </a:pPr>
            <a:r>
              <a:rPr lang="zh-CN" altLang="en-US"/>
              <a:t>jaw [0, 17].</a:t>
            </a:r>
            <a:endParaRPr lang="zh-CN" altLang="en-US"/>
          </a:p>
        </p:txBody>
      </p:sp>
      <p:pic>
        <p:nvPicPr>
          <p:cNvPr id="4" name="图片 3"/>
          <p:cNvPicPr>
            <a:picLocks noChangeAspect="1"/>
          </p:cNvPicPr>
          <p:nvPr/>
        </p:nvPicPr>
        <p:blipFill>
          <a:blip r:embed="rId1"/>
          <a:stretch>
            <a:fillRect/>
          </a:stretch>
        </p:blipFill>
        <p:spPr>
          <a:xfrm>
            <a:off x="3505835" y="990600"/>
            <a:ext cx="4918710" cy="3963035"/>
          </a:xfrm>
          <a:prstGeom prst="rect">
            <a:avLst/>
          </a:prstGeom>
        </p:spPr>
      </p:pic>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 </a:t>
            </a:r>
            <a:r>
              <a:rPr lang="zh-CN" altLang="en-US">
                <a:sym typeface="+mn-ea"/>
              </a:rPr>
              <a:t>数据集准备</a:t>
            </a:r>
            <a:endParaRPr lang="zh-CN" altLang="en-US"/>
          </a:p>
        </p:txBody>
      </p:sp>
      <p:sp>
        <p:nvSpPr>
          <p:cNvPr id="4" name="文本框 3"/>
          <p:cNvSpPr txBox="1"/>
          <p:nvPr/>
        </p:nvSpPr>
        <p:spPr>
          <a:xfrm>
            <a:off x="2718435" y="1590675"/>
            <a:ext cx="1986915" cy="301625"/>
          </a:xfrm>
          <a:prstGeom prst="rect">
            <a:avLst/>
          </a:prstGeom>
          <a:noFill/>
        </p:spPr>
        <p:txBody>
          <a:bodyPr wrap="square" rtlCol="0" anchor="t">
            <a:spAutoFit/>
          </a:bodyPr>
          <a:p>
            <a:r>
              <a:rPr lang="zh-CN" altLang="en-US"/>
              <a:t>parse_xml.py</a:t>
            </a:r>
            <a:r>
              <a:rPr lang="en-US" altLang="zh-CN"/>
              <a:t>(</a:t>
            </a:r>
            <a:r>
              <a:rPr lang="zh-CN" altLang="en-US" sz="1365">
                <a:sym typeface="+mn-ea"/>
              </a:rPr>
              <a:t>eyes only</a:t>
            </a:r>
            <a:r>
              <a:rPr lang="en-US" altLang="zh-CN"/>
              <a:t>)</a:t>
            </a:r>
            <a:endParaRPr lang="en-US" altLang="zh-CN"/>
          </a:p>
        </p:txBody>
      </p:sp>
      <p:pic>
        <p:nvPicPr>
          <p:cNvPr id="5" name="图片 4"/>
          <p:cNvPicPr>
            <a:picLocks noChangeAspect="1"/>
          </p:cNvPicPr>
          <p:nvPr/>
        </p:nvPicPr>
        <p:blipFill>
          <a:blip r:embed="rId1"/>
          <a:stretch>
            <a:fillRect/>
          </a:stretch>
        </p:blipFill>
        <p:spPr>
          <a:xfrm>
            <a:off x="784225" y="1851025"/>
            <a:ext cx="7007225" cy="2409190"/>
          </a:xfrm>
          <a:prstGeom prst="rect">
            <a:avLst/>
          </a:prstGeom>
        </p:spPr>
      </p:pic>
      <p:sp>
        <p:nvSpPr>
          <p:cNvPr id="6" name="文本框 5"/>
          <p:cNvSpPr txBox="1"/>
          <p:nvPr/>
        </p:nvSpPr>
        <p:spPr>
          <a:xfrm>
            <a:off x="784225" y="4260215"/>
            <a:ext cx="7179945" cy="723265"/>
          </a:xfrm>
          <a:prstGeom prst="rect">
            <a:avLst/>
          </a:prstGeom>
          <a:noFill/>
        </p:spPr>
        <p:txBody>
          <a:bodyPr wrap="square" rtlCol="0" anchor="t">
            <a:spAutoFit/>
          </a:bodyPr>
          <a:p>
            <a:pPr fontAlgn="auto">
              <a:lnSpc>
                <a:spcPct val="150000"/>
              </a:lnSpc>
            </a:pPr>
            <a:r>
              <a:rPr lang="zh-CN" altLang="en-US"/>
              <a:t>--input : The path to our input data split XML file (i.e. from the iBug 300-W dataset).</a:t>
            </a:r>
            <a:endParaRPr lang="zh-CN" altLang="en-US"/>
          </a:p>
          <a:p>
            <a:pPr fontAlgn="auto">
              <a:lnSpc>
                <a:spcPct val="150000"/>
              </a:lnSpc>
            </a:pPr>
            <a:r>
              <a:rPr lang="zh-CN" altLang="en-US"/>
              <a:t>--output : The path to our output eyes-only XML file.</a:t>
            </a:r>
            <a:endParaRPr lang="zh-CN" altLang="en-US"/>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 </a:t>
            </a:r>
            <a:r>
              <a:rPr lang="zh-CN" altLang="en-US">
                <a:sym typeface="+mn-ea"/>
              </a:rPr>
              <a:t>数据集准备</a:t>
            </a:r>
            <a:endParaRPr lang="zh-CN" altLang="en-US"/>
          </a:p>
        </p:txBody>
      </p:sp>
      <p:pic>
        <p:nvPicPr>
          <p:cNvPr id="3" name="图片 2"/>
          <p:cNvPicPr>
            <a:picLocks noChangeAspect="1"/>
          </p:cNvPicPr>
          <p:nvPr/>
        </p:nvPicPr>
        <p:blipFill>
          <a:blip r:embed="rId1"/>
          <a:stretch>
            <a:fillRect/>
          </a:stretch>
        </p:blipFill>
        <p:spPr>
          <a:xfrm>
            <a:off x="1056640" y="2200275"/>
            <a:ext cx="6210300" cy="1630680"/>
          </a:xfrm>
          <a:prstGeom prst="rect">
            <a:avLst/>
          </a:prstGeom>
        </p:spPr>
      </p:pic>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 </a:t>
            </a:r>
            <a:r>
              <a:rPr lang="zh-CN" altLang="en-US">
                <a:sym typeface="+mn-ea"/>
              </a:rPr>
              <a:t>数据集准备</a:t>
            </a:r>
            <a:endParaRPr lang="zh-CN" altLang="en-US"/>
          </a:p>
        </p:txBody>
      </p:sp>
      <p:pic>
        <p:nvPicPr>
          <p:cNvPr id="3" name="图片 2"/>
          <p:cNvPicPr>
            <a:picLocks noChangeAspect="1"/>
          </p:cNvPicPr>
          <p:nvPr/>
        </p:nvPicPr>
        <p:blipFill>
          <a:blip r:embed="rId1"/>
          <a:stretch>
            <a:fillRect/>
          </a:stretch>
        </p:blipFill>
        <p:spPr>
          <a:xfrm>
            <a:off x="3124200" y="743585"/>
            <a:ext cx="6019800" cy="4290060"/>
          </a:xfrm>
          <a:prstGeom prst="rect">
            <a:avLst/>
          </a:prstGeom>
        </p:spPr>
      </p:pic>
      <p:sp>
        <p:nvSpPr>
          <p:cNvPr id="4" name="文本框 3"/>
          <p:cNvSpPr txBox="1"/>
          <p:nvPr/>
        </p:nvSpPr>
        <p:spPr>
          <a:xfrm>
            <a:off x="85090" y="2300605"/>
            <a:ext cx="3222625" cy="2620010"/>
          </a:xfrm>
          <a:prstGeom prst="rect">
            <a:avLst/>
          </a:prstGeom>
          <a:noFill/>
        </p:spPr>
        <p:txBody>
          <a:bodyPr wrap="square" rtlCol="0" anchor="t">
            <a:spAutoFit/>
          </a:bodyPr>
          <a:p>
            <a:pPr fontAlgn="auto">
              <a:lnSpc>
                <a:spcPct val="150000"/>
              </a:lnSpc>
            </a:pPr>
            <a:r>
              <a:rPr lang="zh-CN" altLang="en-US"/>
              <a:t>第31行在输入XML文件的各行上开始循环。在循环内部，我们执行以下任务：</a:t>
            </a:r>
            <a:endParaRPr lang="zh-CN" altLang="en-US"/>
          </a:p>
          <a:p>
            <a:pPr fontAlgn="auto">
              <a:lnSpc>
                <a:spcPct val="150000"/>
              </a:lnSpc>
            </a:pPr>
            <a:r>
              <a:rPr lang="zh-CN" altLang="en-US"/>
              <a:t>通过正则表达式匹配（第34行）确定当前行是否包含part元素。</a:t>
            </a:r>
            <a:endParaRPr lang="zh-CN" altLang="en-US"/>
          </a:p>
          <a:p>
            <a:pPr fontAlgn="auto">
              <a:lnSpc>
                <a:spcPct val="150000"/>
              </a:lnSpc>
            </a:pPr>
            <a:r>
              <a:rPr lang="zh-CN" altLang="en-US"/>
              <a:t>如果它不包含part元素，则将该行写回到文件中（第39和40行）。</a:t>
            </a:r>
            <a:endParaRPr lang="zh-CN" altLang="en-US"/>
          </a:p>
          <a:p>
            <a:pPr fontAlgn="auto">
              <a:lnSpc>
                <a:spcPct val="150000"/>
              </a:lnSpc>
            </a:pPr>
            <a:r>
              <a:rPr lang="zh-CN" altLang="en-US"/>
              <a:t>如果它确实包含part元素，则需要进一步解析它（第43-53行）。</a:t>
            </a:r>
            <a:endParaRPr lang="zh-CN" altLang="en-US"/>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 </a:t>
            </a:r>
            <a:r>
              <a:rPr lang="zh-CN" altLang="en-US">
                <a:sym typeface="+mn-ea"/>
              </a:rPr>
              <a:t>数据集准备</a:t>
            </a:r>
            <a:endParaRPr lang="zh-CN" altLang="en-US"/>
          </a:p>
        </p:txBody>
      </p:sp>
      <p:pic>
        <p:nvPicPr>
          <p:cNvPr id="3" name="图片 2"/>
          <p:cNvPicPr>
            <a:picLocks noChangeAspect="1"/>
          </p:cNvPicPr>
          <p:nvPr/>
        </p:nvPicPr>
        <p:blipFill>
          <a:blip r:embed="rId1"/>
          <a:stretch>
            <a:fillRect/>
          </a:stretch>
        </p:blipFill>
        <p:spPr>
          <a:xfrm>
            <a:off x="3124200" y="743585"/>
            <a:ext cx="6019800" cy="4290060"/>
          </a:xfrm>
          <a:prstGeom prst="rect">
            <a:avLst/>
          </a:prstGeom>
        </p:spPr>
      </p:pic>
      <p:sp>
        <p:nvSpPr>
          <p:cNvPr id="4" name="文本框 3"/>
          <p:cNvSpPr txBox="1"/>
          <p:nvPr/>
        </p:nvSpPr>
        <p:spPr>
          <a:xfrm>
            <a:off x="64770" y="2413635"/>
            <a:ext cx="3222625" cy="2620010"/>
          </a:xfrm>
          <a:prstGeom prst="rect">
            <a:avLst/>
          </a:prstGeom>
          <a:noFill/>
        </p:spPr>
        <p:txBody>
          <a:bodyPr wrap="square" rtlCol="0" anchor="t">
            <a:spAutoFit/>
          </a:bodyPr>
          <a:p>
            <a:pPr fontAlgn="auto">
              <a:lnSpc>
                <a:spcPct val="150000"/>
              </a:lnSpc>
            </a:pPr>
            <a:r>
              <a:rPr lang="zh-CN" altLang="en-US"/>
              <a:t>在这里，我们从文</a:t>
            </a:r>
            <a:r>
              <a:rPr lang="zh-CN" altLang="en-US"/>
              <a:t>件中提取名称属性。</a:t>
            </a:r>
            <a:endParaRPr lang="zh-CN" altLang="en-US"/>
          </a:p>
          <a:p>
            <a:pPr fontAlgn="auto">
              <a:lnSpc>
                <a:spcPct val="150000"/>
              </a:lnSpc>
            </a:pPr>
            <a:r>
              <a:rPr lang="zh-CN" altLang="en-US"/>
              <a:t>然后检查名称是否存在于我们要训练形状预测器进行本地化的地标中。如果是这样，我们会将行写回到磁盘上（否则我们将忽略特定名称，因为它不是我们要本地化的地标）。</a:t>
            </a:r>
            <a:endParaRPr lang="zh-CN" altLang="en-US"/>
          </a:p>
          <a:p>
            <a:pPr fontAlgn="auto">
              <a:lnSpc>
                <a:spcPct val="150000"/>
              </a:lnSpc>
            </a:pPr>
            <a:r>
              <a:rPr lang="zh-CN" altLang="en-US"/>
              <a:t>通过关闭输出XML文件来结束脚本（第56行）。</a:t>
            </a:r>
            <a:endParaRPr lang="zh-CN" altLang="en-US"/>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 </a:t>
            </a:r>
            <a:r>
              <a:rPr lang="zh-CN" altLang="en-US">
                <a:sym typeface="+mn-ea"/>
              </a:rPr>
              <a:t>数据集准备</a:t>
            </a:r>
            <a:endParaRPr lang="zh-CN" altLang="en-US"/>
          </a:p>
        </p:txBody>
      </p:sp>
      <p:sp>
        <p:nvSpPr>
          <p:cNvPr id="3" name="文本框 2"/>
          <p:cNvSpPr txBox="1"/>
          <p:nvPr/>
        </p:nvSpPr>
        <p:spPr>
          <a:xfrm>
            <a:off x="681990" y="1574165"/>
            <a:ext cx="7781290" cy="2936240"/>
          </a:xfrm>
          <a:prstGeom prst="rect">
            <a:avLst/>
          </a:prstGeom>
          <a:noFill/>
        </p:spPr>
        <p:txBody>
          <a:bodyPr wrap="square" rtlCol="0" anchor="t">
            <a:spAutoFit/>
          </a:bodyPr>
          <a:p>
            <a:pPr fontAlgn="auto">
              <a:lnSpc>
                <a:spcPct val="150000"/>
              </a:lnSpc>
            </a:pPr>
            <a:r>
              <a:rPr lang="zh-CN" altLang="en-US"/>
              <a:t>$ python parse_xml.py \</a:t>
            </a:r>
            <a:endParaRPr lang="zh-CN" altLang="en-US"/>
          </a:p>
          <a:p>
            <a:pPr fontAlgn="auto">
              <a:lnSpc>
                <a:spcPct val="150000"/>
              </a:lnSpc>
            </a:pPr>
            <a:r>
              <a:rPr lang="zh-CN" altLang="en-US"/>
              <a:t>	--input ibug_300W_large_face_landmark_dataset/labels_ibug_300W_train.xml \</a:t>
            </a:r>
            <a:endParaRPr lang="zh-CN" altLang="en-US"/>
          </a:p>
          <a:p>
            <a:pPr fontAlgn="auto">
              <a:lnSpc>
                <a:spcPct val="150000"/>
              </a:lnSpc>
            </a:pPr>
            <a:r>
              <a:rPr lang="zh-CN" altLang="en-US"/>
              <a:t>	--output ibug_300W_large_face_landmark_dataset/labels_ibug_300W_train_eyes.xml</a:t>
            </a:r>
            <a:endParaRPr lang="zh-CN" altLang="en-US"/>
          </a:p>
          <a:p>
            <a:pPr fontAlgn="auto">
              <a:lnSpc>
                <a:spcPct val="150000"/>
              </a:lnSpc>
            </a:pPr>
            <a:r>
              <a:rPr lang="zh-CN" altLang="en-US"/>
              <a:t>[INFO] parsing data split XML file...</a:t>
            </a:r>
            <a:endParaRPr lang="zh-CN" altLang="en-US"/>
          </a:p>
          <a:p>
            <a:pPr fontAlgn="auto">
              <a:lnSpc>
                <a:spcPct val="150000"/>
              </a:lnSpc>
            </a:pPr>
            <a:endParaRPr lang="zh-CN" altLang="en-US"/>
          </a:p>
          <a:p>
            <a:pPr fontAlgn="auto">
              <a:lnSpc>
                <a:spcPct val="150000"/>
              </a:lnSpc>
            </a:pPr>
            <a:r>
              <a:rPr lang="zh-CN" altLang="en-US"/>
              <a:t>$ python parse_xml.py \</a:t>
            </a:r>
            <a:endParaRPr lang="zh-CN" altLang="en-US"/>
          </a:p>
          <a:p>
            <a:pPr fontAlgn="auto">
              <a:lnSpc>
                <a:spcPct val="150000"/>
              </a:lnSpc>
            </a:pPr>
            <a:r>
              <a:rPr lang="zh-CN" altLang="en-US"/>
              <a:t>	--input ibug_300W_large_face_landmark_dataset/labels_ibug_300W_test.xml \</a:t>
            </a:r>
            <a:endParaRPr lang="zh-CN" altLang="en-US"/>
          </a:p>
          <a:p>
            <a:pPr fontAlgn="auto">
              <a:lnSpc>
                <a:spcPct val="150000"/>
              </a:lnSpc>
            </a:pPr>
            <a:r>
              <a:rPr lang="zh-CN" altLang="en-US"/>
              <a:t>	--output ibug_300W_large_face_landmark_dataset/labels_ibug_300W_test_eyes.xml</a:t>
            </a:r>
            <a:endParaRPr lang="zh-CN" altLang="en-US"/>
          </a:p>
          <a:p>
            <a:pPr fontAlgn="auto">
              <a:lnSpc>
                <a:spcPct val="150000"/>
              </a:lnSpc>
            </a:pPr>
            <a:r>
              <a:rPr lang="zh-CN" altLang="en-US"/>
              <a:t>[INFO] parsing data split XML file...</a:t>
            </a:r>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50360" y="974725"/>
            <a:ext cx="1471930" cy="3357880"/>
            <a:chOff x="6224" y="767"/>
            <a:chExt cx="2318" cy="5288"/>
          </a:xfrm>
        </p:grpSpPr>
        <p:sp>
          <p:nvSpPr>
            <p:cNvPr id="14" name="矩形 13"/>
            <p:cNvSpPr/>
            <p:nvPr/>
          </p:nvSpPr>
          <p:spPr>
            <a:xfrm>
              <a:off x="6224" y="767"/>
              <a:ext cx="2318" cy="2179"/>
            </a:xfrm>
            <a:prstGeom prst="rect">
              <a:avLst/>
            </a:prstGeom>
          </p:spPr>
          <p:txBody>
            <a:bodyPr wrap="none">
              <a:spAutoFit/>
            </a:bodyPr>
            <a:lstStyle/>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chemeClr val="tx1"/>
                  </a:solidFill>
                  <a:latin typeface="微软雅黑" panose="020B0503020204020204" pitchFamily="34" charset="-122"/>
                  <a:ea typeface="微软雅黑" panose="020B0503020204020204" pitchFamily="34" charset="-122"/>
                  <a:sym typeface="+mn-ea"/>
                </a:rPr>
                <a:t>功能简介</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chemeClr val="tx1"/>
                  </a:solidFill>
                  <a:latin typeface="微软雅黑" panose="020B0503020204020204" pitchFamily="34" charset="-122"/>
                  <a:ea typeface="微软雅黑" panose="020B0503020204020204" pitchFamily="34" charset="-122"/>
                  <a:sym typeface="+mn-ea"/>
                </a:rPr>
                <a:t>数据集准备</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nvSpPr>
          <p:spPr>
            <a:xfrm>
              <a:off x="6224" y="3197"/>
              <a:ext cx="2318" cy="2858"/>
            </a:xfrm>
            <a:prstGeom prst="rect">
              <a:avLst/>
            </a:prstGeom>
          </p:spPr>
          <p:txBody>
            <a:bodyPr wrap="none">
              <a:spAutoFit/>
            </a:bodyPr>
            <a:lstStyle/>
            <a:p>
              <a:pPr marL="400050" indent="-400050" algn="l" defTabSz="685800">
                <a:buFont typeface="Wingdings" panose="05000000000000000000" pitchFamily="2" charset="2"/>
                <a:buChar char="u"/>
              </a:pPr>
              <a:r>
                <a:rPr lang="zh-CN" altLang="en-US" sz="1400" b="1" dirty="0">
                  <a:solidFill>
                    <a:srgbClr val="C00000"/>
                  </a:solidFill>
                  <a:latin typeface="微软雅黑" panose="020B0503020204020204" pitchFamily="34" charset="-122"/>
                  <a:ea typeface="微软雅黑" panose="020B0503020204020204" pitchFamily="34" charset="-122"/>
                  <a:sym typeface="+mn-ea"/>
                </a:rPr>
                <a:t>模型训练</a:t>
              </a:r>
              <a:endParaRPr lang="zh-CN" altLang="en-US" sz="1400" b="1" dirty="0">
                <a:solidFill>
                  <a:srgbClr val="C00000"/>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latin typeface="微软雅黑" panose="020B0503020204020204" pitchFamily="34" charset="-122"/>
                  <a:ea typeface="微软雅黑" panose="020B0503020204020204" pitchFamily="34" charset="-122"/>
                  <a:sym typeface="+mn-ea"/>
                </a:rPr>
                <a:t>测试与应用</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 </a:t>
            </a:r>
            <a:r>
              <a:rPr lang="zh-CN" altLang="en-US"/>
              <a:t>模型训练</a:t>
            </a:r>
            <a:endParaRPr lang="zh-CN" altLang="en-US"/>
          </a:p>
        </p:txBody>
      </p:sp>
      <p:pic>
        <p:nvPicPr>
          <p:cNvPr id="3" name="图片 2"/>
          <p:cNvPicPr>
            <a:picLocks noChangeAspect="1"/>
          </p:cNvPicPr>
          <p:nvPr/>
        </p:nvPicPr>
        <p:blipFill>
          <a:blip r:embed="rId1"/>
          <a:stretch>
            <a:fillRect/>
          </a:stretch>
        </p:blipFill>
        <p:spPr>
          <a:xfrm>
            <a:off x="1675130" y="1217295"/>
            <a:ext cx="6926580" cy="2857500"/>
          </a:xfrm>
          <a:prstGeom prst="rect">
            <a:avLst/>
          </a:prstGeom>
        </p:spPr>
      </p:pic>
      <p:sp>
        <p:nvSpPr>
          <p:cNvPr id="4" name="文本框 3"/>
          <p:cNvSpPr txBox="1"/>
          <p:nvPr/>
        </p:nvSpPr>
        <p:spPr>
          <a:xfrm>
            <a:off x="1786255" y="3976370"/>
            <a:ext cx="6884035" cy="1039495"/>
          </a:xfrm>
          <a:prstGeom prst="rect">
            <a:avLst/>
          </a:prstGeom>
          <a:noFill/>
        </p:spPr>
        <p:txBody>
          <a:bodyPr wrap="square" rtlCol="0" anchor="t">
            <a:spAutoFit/>
          </a:bodyPr>
          <a:p>
            <a:pPr fontAlgn="auto">
              <a:lnSpc>
                <a:spcPct val="150000"/>
              </a:lnSpc>
            </a:pPr>
            <a:r>
              <a:rPr lang="zh-CN" altLang="en-US"/>
              <a:t>--training : The path to our input training XML file. We will use the eyes-only XML file generated by the previous two sections.</a:t>
            </a:r>
            <a:endParaRPr lang="zh-CN" altLang="en-US"/>
          </a:p>
          <a:p>
            <a:pPr fontAlgn="auto">
              <a:lnSpc>
                <a:spcPct val="150000"/>
              </a:lnSpc>
            </a:pPr>
            <a:r>
              <a:rPr lang="zh-CN" altLang="en-US"/>
              <a:t>--model : The path to the serialized dlib shape predictor output file.</a:t>
            </a:r>
            <a:endParaRPr lang="zh-CN" altLang="en-US"/>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sp>
        <p:nvSpPr>
          <p:cNvPr id="3" name="文本框 2"/>
          <p:cNvSpPr txBox="1"/>
          <p:nvPr/>
        </p:nvSpPr>
        <p:spPr>
          <a:xfrm>
            <a:off x="3985260" y="1571625"/>
            <a:ext cx="4445000" cy="2620010"/>
          </a:xfrm>
          <a:prstGeom prst="rect">
            <a:avLst/>
          </a:prstGeom>
          <a:noFill/>
        </p:spPr>
        <p:txBody>
          <a:bodyPr wrap="square" rtlCol="0" anchor="t">
            <a:spAutoFit/>
          </a:bodyPr>
          <a:p>
            <a:pPr fontAlgn="auto">
              <a:lnSpc>
                <a:spcPct val="150000"/>
              </a:lnSpc>
            </a:pPr>
            <a:r>
              <a:rPr lang="zh-CN" altLang="en-US"/>
              <a:t>需要在训练形状预测器之前设置选项（即超参数）</a:t>
            </a:r>
            <a:r>
              <a:rPr lang="en-US" altLang="zh-CN"/>
              <a:t>:</a:t>
            </a:r>
            <a:endParaRPr lang="en-US" altLang="zh-CN"/>
          </a:p>
          <a:p>
            <a:pPr fontAlgn="auto">
              <a:lnSpc>
                <a:spcPct val="150000"/>
              </a:lnSpc>
            </a:pPr>
            <a:r>
              <a:rPr lang="en-US" altLang="zh-CN"/>
              <a:t>tree_depth</a:t>
            </a:r>
            <a:endParaRPr lang="en-US" altLang="zh-CN"/>
          </a:p>
          <a:p>
            <a:pPr fontAlgn="auto">
              <a:lnSpc>
                <a:spcPct val="150000"/>
              </a:lnSpc>
            </a:pPr>
            <a:r>
              <a:rPr lang="en-US" altLang="zh-CN"/>
              <a:t>nu</a:t>
            </a:r>
            <a:endParaRPr lang="en-US" altLang="zh-CN"/>
          </a:p>
          <a:p>
            <a:pPr fontAlgn="auto">
              <a:lnSpc>
                <a:spcPct val="150000"/>
              </a:lnSpc>
            </a:pPr>
            <a:r>
              <a:rPr lang="en-US" altLang="zh-CN"/>
              <a:t>cascade_depth</a:t>
            </a:r>
            <a:endParaRPr lang="en-US" altLang="zh-CN"/>
          </a:p>
          <a:p>
            <a:pPr fontAlgn="auto">
              <a:lnSpc>
                <a:spcPct val="150000"/>
              </a:lnSpc>
            </a:pPr>
            <a:r>
              <a:rPr lang="en-US" altLang="zh-CN"/>
              <a:t>feature_pool_size</a:t>
            </a:r>
            <a:endParaRPr lang="en-US" altLang="zh-CN"/>
          </a:p>
          <a:p>
            <a:pPr fontAlgn="auto">
              <a:lnSpc>
                <a:spcPct val="150000"/>
              </a:lnSpc>
            </a:pPr>
            <a:r>
              <a:rPr lang="en-US" altLang="zh-CN"/>
              <a:t>num_test_splits</a:t>
            </a:r>
            <a:endParaRPr lang="en-US" altLang="zh-CN"/>
          </a:p>
          <a:p>
            <a:pPr fontAlgn="auto">
              <a:lnSpc>
                <a:spcPct val="150000"/>
              </a:lnSpc>
            </a:pPr>
            <a:r>
              <a:rPr lang="en-US" altLang="zh-CN"/>
              <a:t>oversampling_amount</a:t>
            </a:r>
            <a:endParaRPr lang="en-US" altLang="zh-CN"/>
          </a:p>
          <a:p>
            <a:pPr fontAlgn="auto">
              <a:lnSpc>
                <a:spcPct val="150000"/>
              </a:lnSpc>
            </a:pPr>
            <a:r>
              <a:rPr lang="en-US" altLang="zh-CN"/>
              <a:t>oversampling_translation_jitter</a:t>
            </a:r>
            <a:endParaRPr lang="en-US" altLang="zh-CN"/>
          </a:p>
        </p:txBody>
      </p:sp>
      <p:sp>
        <p:nvSpPr>
          <p:cNvPr id="4" name="文本框 3"/>
          <p:cNvSpPr txBox="1"/>
          <p:nvPr/>
        </p:nvSpPr>
        <p:spPr>
          <a:xfrm>
            <a:off x="1754505" y="2421255"/>
            <a:ext cx="1789430" cy="301625"/>
          </a:xfrm>
          <a:prstGeom prst="rect">
            <a:avLst/>
          </a:prstGeom>
          <a:noFill/>
        </p:spPr>
        <p:txBody>
          <a:bodyPr wrap="square" rtlCol="0" anchor="t">
            <a:spAutoFit/>
          </a:bodyPr>
          <a:p>
            <a:r>
              <a:rPr lang="zh-CN" altLang="en-US"/>
              <a:t>2</a:t>
            </a:r>
            <a:r>
              <a:rPr lang="zh-CN" altLang="en-US" sz="1300" baseline="30000">
                <a:solidFill>
                  <a:schemeClr val="tx1"/>
                </a:solidFill>
                <a:uFillTx/>
              </a:rPr>
              <a:t>tree_depth</a:t>
            </a:r>
            <a:r>
              <a:rPr lang="zh-CN" altLang="en-US" sz="1300">
                <a:solidFill>
                  <a:schemeClr val="tx1"/>
                </a:solidFill>
                <a:uFillTx/>
              </a:rPr>
              <a:t> leaves</a:t>
            </a:r>
            <a:endParaRPr lang="zh-CN" altLang="en-US" sz="1300">
              <a:solidFill>
                <a:schemeClr val="tx1"/>
              </a:solidFill>
              <a:uFillTx/>
            </a:endParaRPr>
          </a:p>
        </p:txBody>
      </p:sp>
      <p:sp>
        <p:nvSpPr>
          <p:cNvPr id="5" name="矩形 4"/>
          <p:cNvSpPr/>
          <p:nvPr/>
        </p:nvSpPr>
        <p:spPr>
          <a:xfrm>
            <a:off x="1754505" y="2420620"/>
            <a:ext cx="1789430" cy="30162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3985260" y="1959610"/>
            <a:ext cx="1789430" cy="30162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6184900" y="1959610"/>
            <a:ext cx="1099185" cy="301625"/>
          </a:xfrm>
          <a:prstGeom prst="rect">
            <a:avLst/>
          </a:prstGeom>
          <a:noFill/>
        </p:spPr>
        <p:txBody>
          <a:bodyPr wrap="square" rtlCol="0" anchor="t">
            <a:spAutoFit/>
          </a:bodyPr>
          <a:p>
            <a:r>
              <a:rPr lang="zh-CN" altLang="en-US"/>
              <a:t> [2, 8]</a:t>
            </a:r>
            <a:endParaRPr lang="zh-CN" altLang="en-US"/>
          </a:p>
        </p:txBody>
      </p:sp>
      <p:sp>
        <p:nvSpPr>
          <p:cNvPr id="8" name="矩形 7"/>
          <p:cNvSpPr/>
          <p:nvPr/>
        </p:nvSpPr>
        <p:spPr>
          <a:xfrm>
            <a:off x="6120130" y="1959610"/>
            <a:ext cx="1051560" cy="30162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sp>
        <p:nvSpPr>
          <p:cNvPr id="3" name="文本框 2"/>
          <p:cNvSpPr txBox="1"/>
          <p:nvPr/>
        </p:nvSpPr>
        <p:spPr>
          <a:xfrm>
            <a:off x="3985260" y="1571625"/>
            <a:ext cx="4445000" cy="2620010"/>
          </a:xfrm>
          <a:prstGeom prst="rect">
            <a:avLst/>
          </a:prstGeom>
          <a:noFill/>
        </p:spPr>
        <p:txBody>
          <a:bodyPr wrap="square" rtlCol="0" anchor="t">
            <a:spAutoFit/>
          </a:bodyPr>
          <a:p>
            <a:pPr fontAlgn="auto">
              <a:lnSpc>
                <a:spcPct val="150000"/>
              </a:lnSpc>
            </a:pPr>
            <a:r>
              <a:rPr lang="zh-CN" altLang="en-US"/>
              <a:t>需要在训练形状预测器之前设置选项（即超参数）</a:t>
            </a:r>
            <a:r>
              <a:rPr lang="en-US" altLang="zh-CN"/>
              <a:t>:</a:t>
            </a:r>
            <a:endParaRPr lang="en-US" altLang="zh-CN"/>
          </a:p>
          <a:p>
            <a:pPr fontAlgn="auto">
              <a:lnSpc>
                <a:spcPct val="150000"/>
              </a:lnSpc>
            </a:pPr>
            <a:r>
              <a:rPr lang="en-US" altLang="zh-CN"/>
              <a:t>tree_depth</a:t>
            </a:r>
            <a:endParaRPr lang="en-US" altLang="zh-CN"/>
          </a:p>
          <a:p>
            <a:pPr fontAlgn="auto">
              <a:lnSpc>
                <a:spcPct val="150000"/>
              </a:lnSpc>
            </a:pPr>
            <a:r>
              <a:rPr lang="en-US" altLang="zh-CN"/>
              <a:t>nu</a:t>
            </a:r>
            <a:endParaRPr lang="en-US" altLang="zh-CN"/>
          </a:p>
          <a:p>
            <a:pPr fontAlgn="auto">
              <a:lnSpc>
                <a:spcPct val="150000"/>
              </a:lnSpc>
            </a:pPr>
            <a:r>
              <a:rPr lang="en-US" altLang="zh-CN"/>
              <a:t>cascade_depth</a:t>
            </a:r>
            <a:endParaRPr lang="en-US" altLang="zh-CN"/>
          </a:p>
          <a:p>
            <a:pPr fontAlgn="auto">
              <a:lnSpc>
                <a:spcPct val="150000"/>
              </a:lnSpc>
            </a:pPr>
            <a:r>
              <a:rPr lang="en-US" altLang="zh-CN"/>
              <a:t>feature_pool_size</a:t>
            </a:r>
            <a:endParaRPr lang="en-US" altLang="zh-CN"/>
          </a:p>
          <a:p>
            <a:pPr fontAlgn="auto">
              <a:lnSpc>
                <a:spcPct val="150000"/>
              </a:lnSpc>
            </a:pPr>
            <a:r>
              <a:rPr lang="en-US" altLang="zh-CN"/>
              <a:t>num_test_splits</a:t>
            </a:r>
            <a:endParaRPr lang="en-US" altLang="zh-CN"/>
          </a:p>
          <a:p>
            <a:pPr fontAlgn="auto">
              <a:lnSpc>
                <a:spcPct val="150000"/>
              </a:lnSpc>
            </a:pPr>
            <a:r>
              <a:rPr lang="en-US" altLang="zh-CN"/>
              <a:t>oversampling_amount</a:t>
            </a:r>
            <a:endParaRPr lang="en-US" altLang="zh-CN"/>
          </a:p>
          <a:p>
            <a:pPr fontAlgn="auto">
              <a:lnSpc>
                <a:spcPct val="150000"/>
              </a:lnSpc>
            </a:pPr>
            <a:r>
              <a:rPr lang="en-US" altLang="zh-CN"/>
              <a:t>oversampling_translation_jitter</a:t>
            </a:r>
            <a:endParaRPr lang="en-US" altLang="zh-CN"/>
          </a:p>
        </p:txBody>
      </p:sp>
      <p:sp>
        <p:nvSpPr>
          <p:cNvPr id="9" name="矩形 8"/>
          <p:cNvSpPr/>
          <p:nvPr/>
        </p:nvSpPr>
        <p:spPr>
          <a:xfrm>
            <a:off x="3985260" y="2287270"/>
            <a:ext cx="1789430" cy="30162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6149975" y="2287270"/>
            <a:ext cx="982345" cy="301625"/>
          </a:xfrm>
          <a:prstGeom prst="rect">
            <a:avLst/>
          </a:prstGeom>
          <a:noFill/>
        </p:spPr>
        <p:txBody>
          <a:bodyPr wrap="square" rtlCol="0" anchor="t">
            <a:spAutoFit/>
          </a:bodyPr>
          <a:p>
            <a:r>
              <a:rPr lang="zh-CN" altLang="en-US"/>
              <a:t>float[0, 1]</a:t>
            </a:r>
            <a:endParaRPr lang="zh-CN" altLang="en-US"/>
          </a:p>
        </p:txBody>
      </p:sp>
      <p:sp>
        <p:nvSpPr>
          <p:cNvPr id="4" name="文本框 3"/>
          <p:cNvSpPr txBox="1"/>
          <p:nvPr/>
        </p:nvSpPr>
        <p:spPr>
          <a:xfrm>
            <a:off x="1070610" y="1571625"/>
            <a:ext cx="2540000" cy="3252470"/>
          </a:xfrm>
          <a:prstGeom prst="rect">
            <a:avLst/>
          </a:prstGeom>
          <a:noFill/>
          <a:ln w="19050">
            <a:solidFill>
              <a:schemeClr val="accent1"/>
            </a:solidFill>
          </a:ln>
        </p:spPr>
        <p:txBody>
          <a:bodyPr wrap="square" rtlCol="0" anchor="t">
            <a:spAutoFit/>
          </a:bodyPr>
          <a:p>
            <a:pPr fontAlgn="auto">
              <a:lnSpc>
                <a:spcPct val="150000"/>
              </a:lnSpc>
            </a:pPr>
            <a:r>
              <a:rPr lang="zh-CN" altLang="en-US"/>
              <a:t>Values closer to 1 will make our model fit the training data closer, but could potentially lead to overfitting. </a:t>
            </a:r>
            <a:endParaRPr lang="zh-CN" altLang="en-US"/>
          </a:p>
          <a:p>
            <a:pPr fontAlgn="auto">
              <a:lnSpc>
                <a:spcPct val="150000"/>
              </a:lnSpc>
            </a:pPr>
            <a:r>
              <a:rPr lang="zh-CN" altLang="en-US"/>
              <a:t>Values closer to  0 will help our model generalize; however, there is a caveat to the generalization power — the closer nu is to  0, the more training data you’ll need.</a:t>
            </a:r>
            <a:endParaRPr lang="zh-CN" altLang="en-US"/>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sp>
        <p:nvSpPr>
          <p:cNvPr id="4" name="文本框 3"/>
          <p:cNvSpPr txBox="1"/>
          <p:nvPr/>
        </p:nvSpPr>
        <p:spPr>
          <a:xfrm>
            <a:off x="4450080" y="855345"/>
            <a:ext cx="4445000" cy="2620010"/>
          </a:xfrm>
          <a:prstGeom prst="rect">
            <a:avLst/>
          </a:prstGeom>
          <a:noFill/>
        </p:spPr>
        <p:txBody>
          <a:bodyPr wrap="square" rtlCol="0" anchor="t">
            <a:spAutoFit/>
          </a:bodyPr>
          <a:p>
            <a:pPr fontAlgn="auto">
              <a:lnSpc>
                <a:spcPct val="150000"/>
              </a:lnSpc>
            </a:pPr>
            <a:r>
              <a:rPr lang="zh-CN" altLang="en-US"/>
              <a:t>需要在训练形状预测器之前设置选项（即超参数）</a:t>
            </a:r>
            <a:r>
              <a:rPr lang="en-US" altLang="zh-CN"/>
              <a:t>:</a:t>
            </a:r>
            <a:endParaRPr lang="en-US" altLang="zh-CN"/>
          </a:p>
          <a:p>
            <a:pPr fontAlgn="auto">
              <a:lnSpc>
                <a:spcPct val="150000"/>
              </a:lnSpc>
            </a:pPr>
            <a:r>
              <a:rPr lang="en-US" altLang="zh-CN"/>
              <a:t>tree_depth</a:t>
            </a:r>
            <a:endParaRPr lang="en-US" altLang="zh-CN"/>
          </a:p>
          <a:p>
            <a:pPr fontAlgn="auto">
              <a:lnSpc>
                <a:spcPct val="150000"/>
              </a:lnSpc>
            </a:pPr>
            <a:r>
              <a:rPr lang="en-US" altLang="zh-CN"/>
              <a:t>nu</a:t>
            </a:r>
            <a:endParaRPr lang="en-US" altLang="zh-CN"/>
          </a:p>
          <a:p>
            <a:pPr fontAlgn="auto">
              <a:lnSpc>
                <a:spcPct val="150000"/>
              </a:lnSpc>
            </a:pPr>
            <a:r>
              <a:rPr lang="en-US" altLang="zh-CN"/>
              <a:t>cascade_depth</a:t>
            </a:r>
            <a:endParaRPr lang="en-US" altLang="zh-CN"/>
          </a:p>
          <a:p>
            <a:pPr fontAlgn="auto">
              <a:lnSpc>
                <a:spcPct val="150000"/>
              </a:lnSpc>
            </a:pPr>
            <a:r>
              <a:rPr lang="en-US" altLang="zh-CN"/>
              <a:t>feature_pool_size</a:t>
            </a:r>
            <a:endParaRPr lang="en-US" altLang="zh-CN"/>
          </a:p>
          <a:p>
            <a:pPr fontAlgn="auto">
              <a:lnSpc>
                <a:spcPct val="150000"/>
              </a:lnSpc>
            </a:pPr>
            <a:r>
              <a:rPr lang="en-US" altLang="zh-CN"/>
              <a:t>num_test_splits</a:t>
            </a:r>
            <a:endParaRPr lang="en-US" altLang="zh-CN"/>
          </a:p>
          <a:p>
            <a:pPr fontAlgn="auto">
              <a:lnSpc>
                <a:spcPct val="150000"/>
              </a:lnSpc>
            </a:pPr>
            <a:r>
              <a:rPr lang="en-US" altLang="zh-CN"/>
              <a:t>oversampling_amount</a:t>
            </a:r>
            <a:endParaRPr lang="en-US" altLang="zh-CN"/>
          </a:p>
          <a:p>
            <a:pPr fontAlgn="auto">
              <a:lnSpc>
                <a:spcPct val="150000"/>
              </a:lnSpc>
            </a:pPr>
            <a:r>
              <a:rPr lang="en-US" altLang="zh-CN"/>
              <a:t>oversampling_translation_jitter</a:t>
            </a:r>
            <a:endParaRPr lang="en-US" altLang="zh-CN"/>
          </a:p>
        </p:txBody>
      </p:sp>
      <p:grpSp>
        <p:nvGrpSpPr>
          <p:cNvPr id="7" name="组合 6"/>
          <p:cNvGrpSpPr/>
          <p:nvPr/>
        </p:nvGrpSpPr>
        <p:grpSpPr>
          <a:xfrm>
            <a:off x="4450080" y="1925320"/>
            <a:ext cx="3049270" cy="300990"/>
            <a:chOff x="7008" y="3032"/>
            <a:chExt cx="4802" cy="474"/>
          </a:xfrm>
        </p:grpSpPr>
        <p:sp>
          <p:nvSpPr>
            <p:cNvPr id="3" name="文本框 2"/>
            <p:cNvSpPr txBox="1"/>
            <p:nvPr/>
          </p:nvSpPr>
          <p:spPr>
            <a:xfrm>
              <a:off x="9826" y="3032"/>
              <a:ext cx="1984" cy="475"/>
            </a:xfrm>
            <a:prstGeom prst="rect">
              <a:avLst/>
            </a:prstGeom>
            <a:noFill/>
          </p:spPr>
          <p:txBody>
            <a:bodyPr wrap="square" rtlCol="0" anchor="t">
              <a:spAutoFit/>
            </a:bodyPr>
            <a:p>
              <a:r>
                <a:rPr lang="zh-CN" altLang="en-US"/>
                <a:t>回归树的级数</a:t>
              </a:r>
              <a:endParaRPr lang="zh-CN" altLang="en-US"/>
            </a:p>
          </p:txBody>
        </p:sp>
        <p:sp>
          <p:nvSpPr>
            <p:cNvPr id="9" name="矩形 8"/>
            <p:cNvSpPr/>
            <p:nvPr/>
          </p:nvSpPr>
          <p:spPr>
            <a:xfrm>
              <a:off x="7008" y="3032"/>
              <a:ext cx="2818" cy="47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5" name="文本框 4"/>
          <p:cNvSpPr txBox="1"/>
          <p:nvPr/>
        </p:nvSpPr>
        <p:spPr>
          <a:xfrm>
            <a:off x="2197100" y="1635760"/>
            <a:ext cx="2204085" cy="723265"/>
          </a:xfrm>
          <a:prstGeom prst="rect">
            <a:avLst/>
          </a:prstGeom>
          <a:noFill/>
        </p:spPr>
        <p:txBody>
          <a:bodyPr wrap="square" rtlCol="0" anchor="t">
            <a:spAutoFit/>
          </a:bodyPr>
          <a:p>
            <a:pPr fontAlgn="auto">
              <a:lnSpc>
                <a:spcPct val="150000"/>
              </a:lnSpc>
            </a:pPr>
            <a:r>
              <a:rPr lang="zh-CN" altLang="en-US"/>
              <a:t> 对accuracy和模型大小都有影响</a:t>
            </a:r>
            <a:endParaRPr lang="zh-CN" altLang="en-US"/>
          </a:p>
        </p:txBody>
      </p:sp>
      <p:pic>
        <p:nvPicPr>
          <p:cNvPr id="6" name="图片 5"/>
          <p:cNvPicPr>
            <a:picLocks noChangeAspect="1"/>
          </p:cNvPicPr>
          <p:nvPr/>
        </p:nvPicPr>
        <p:blipFill>
          <a:blip r:embed="rId1"/>
          <a:stretch>
            <a:fillRect/>
          </a:stretch>
        </p:blipFill>
        <p:spPr>
          <a:xfrm>
            <a:off x="125730" y="3474720"/>
            <a:ext cx="7461250" cy="1554480"/>
          </a:xfrm>
          <a:prstGeom prst="rect">
            <a:avLst/>
          </a:prstGeom>
        </p:spPr>
      </p:pic>
      <p:sp>
        <p:nvSpPr>
          <p:cNvPr id="8" name="文本框 7"/>
          <p:cNvSpPr txBox="1"/>
          <p:nvPr/>
        </p:nvSpPr>
        <p:spPr>
          <a:xfrm>
            <a:off x="2349500" y="2420620"/>
            <a:ext cx="772795" cy="301625"/>
          </a:xfrm>
          <a:prstGeom prst="rect">
            <a:avLst/>
          </a:prstGeom>
          <a:noFill/>
        </p:spPr>
        <p:txBody>
          <a:bodyPr wrap="square" rtlCol="0" anchor="t">
            <a:spAutoFit/>
          </a:bodyPr>
          <a:p>
            <a:r>
              <a:rPr lang="zh-CN" altLang="en-US"/>
              <a:t> [6, 18]</a:t>
            </a:r>
            <a:endParaRPr lang="zh-CN" altLang="en-US"/>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sp>
        <p:nvSpPr>
          <p:cNvPr id="4" name="文本框 3"/>
          <p:cNvSpPr txBox="1"/>
          <p:nvPr/>
        </p:nvSpPr>
        <p:spPr>
          <a:xfrm>
            <a:off x="391795" y="2239645"/>
            <a:ext cx="4627245" cy="1039495"/>
          </a:xfrm>
          <a:prstGeom prst="rect">
            <a:avLst/>
          </a:prstGeom>
          <a:noFill/>
        </p:spPr>
        <p:txBody>
          <a:bodyPr wrap="square" rtlCol="0" anchor="t">
            <a:spAutoFit/>
          </a:bodyPr>
          <a:p>
            <a:pPr fontAlgn="auto">
              <a:lnSpc>
                <a:spcPct val="150000"/>
              </a:lnSpc>
            </a:pPr>
            <a:r>
              <a:rPr lang="zh-CN" altLang="en-US"/>
              <a:t>$ python predict_eyes.py --shape-predictor eye_predictor.dat</a:t>
            </a:r>
            <a:endParaRPr lang="zh-CN" altLang="en-US"/>
          </a:p>
          <a:p>
            <a:pPr fontAlgn="auto">
              <a:lnSpc>
                <a:spcPct val="150000"/>
              </a:lnSpc>
            </a:pPr>
            <a:r>
              <a:rPr lang="zh-CN" altLang="en-US"/>
              <a:t>[INFO] loading facial landmark predictor...</a:t>
            </a:r>
            <a:endParaRPr lang="zh-CN" altLang="en-US"/>
          </a:p>
          <a:p>
            <a:pPr fontAlgn="auto">
              <a:lnSpc>
                <a:spcPct val="150000"/>
              </a:lnSpc>
            </a:pPr>
            <a:r>
              <a:rPr lang="zh-CN" altLang="en-US"/>
              <a:t>[INFO] camera sensor warming up...</a:t>
            </a:r>
            <a:endParaRPr lang="zh-CN" altLang="en-US"/>
          </a:p>
        </p:txBody>
      </p:sp>
      <p:pic>
        <p:nvPicPr>
          <p:cNvPr id="5" name="图片 4"/>
          <p:cNvPicPr>
            <a:picLocks noChangeAspect="1"/>
          </p:cNvPicPr>
          <p:nvPr/>
        </p:nvPicPr>
        <p:blipFill>
          <a:blip r:embed="rId1"/>
          <a:stretch>
            <a:fillRect/>
          </a:stretch>
        </p:blipFill>
        <p:spPr>
          <a:xfrm>
            <a:off x="391795" y="1398270"/>
            <a:ext cx="7307580" cy="3368040"/>
          </a:xfrm>
          <a:prstGeom prst="rect">
            <a:avLst/>
          </a:prstGeom>
        </p:spPr>
      </p:pic>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pic>
        <p:nvPicPr>
          <p:cNvPr id="3" name="图片 2"/>
          <p:cNvPicPr>
            <a:picLocks noChangeAspect="1"/>
          </p:cNvPicPr>
          <p:nvPr/>
        </p:nvPicPr>
        <p:blipFill>
          <a:blip r:embed="rId1"/>
          <a:stretch>
            <a:fillRect/>
          </a:stretch>
        </p:blipFill>
        <p:spPr>
          <a:xfrm>
            <a:off x="1763395" y="1221105"/>
            <a:ext cx="5066665" cy="3609975"/>
          </a:xfrm>
          <a:prstGeom prst="rect">
            <a:avLst/>
          </a:prstGeom>
        </p:spPr>
      </p:pic>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custDataLst>
              <p:tags r:id="rId1"/>
            </p:custDataLst>
          </p:nvPr>
        </p:nvPicPr>
        <p:blipFill>
          <a:blip r:embed="rId2"/>
          <a:stretch>
            <a:fillRect/>
          </a:stretch>
        </p:blipFill>
        <p:spPr>
          <a:xfrm>
            <a:off x="418465" y="3312160"/>
            <a:ext cx="2183765" cy="1555750"/>
          </a:xfrm>
          <a:prstGeom prst="rect">
            <a:avLst/>
          </a:prstGeom>
        </p:spPr>
      </p:pic>
      <p:pic>
        <p:nvPicPr>
          <p:cNvPr id="4" name="图片 3"/>
          <p:cNvPicPr>
            <a:picLocks noChangeAspect="1"/>
          </p:cNvPicPr>
          <p:nvPr>
            <p:custDataLst>
              <p:tags r:id="rId3"/>
            </p:custDataLst>
          </p:nvPr>
        </p:nvPicPr>
        <p:blipFill>
          <a:blip r:embed="rId2"/>
          <a:stretch>
            <a:fillRect/>
          </a:stretch>
        </p:blipFill>
        <p:spPr>
          <a:xfrm>
            <a:off x="3101975" y="3312160"/>
            <a:ext cx="2183765" cy="1555750"/>
          </a:xfrm>
          <a:prstGeom prst="rect">
            <a:avLst/>
          </a:prstGeom>
        </p:spPr>
      </p:pic>
      <p:pic>
        <p:nvPicPr>
          <p:cNvPr id="5" name="图片 4"/>
          <p:cNvPicPr>
            <a:picLocks noChangeAspect="1"/>
          </p:cNvPicPr>
          <p:nvPr>
            <p:custDataLst>
              <p:tags r:id="rId4"/>
            </p:custDataLst>
          </p:nvPr>
        </p:nvPicPr>
        <p:blipFill>
          <a:blip r:embed="rId2"/>
          <a:stretch>
            <a:fillRect/>
          </a:stretch>
        </p:blipFill>
        <p:spPr>
          <a:xfrm>
            <a:off x="6181725" y="3312160"/>
            <a:ext cx="2183765" cy="1555750"/>
          </a:xfrm>
          <a:prstGeom prst="rect">
            <a:avLst/>
          </a:prstGeom>
        </p:spPr>
      </p:pic>
      <p:sp>
        <p:nvSpPr>
          <p:cNvPr id="6" name="文本框 5"/>
          <p:cNvSpPr txBox="1"/>
          <p:nvPr/>
        </p:nvSpPr>
        <p:spPr>
          <a:xfrm>
            <a:off x="878840" y="2760345"/>
            <a:ext cx="1562735" cy="301625"/>
          </a:xfrm>
          <a:prstGeom prst="rect">
            <a:avLst/>
          </a:prstGeom>
          <a:noFill/>
        </p:spPr>
        <p:txBody>
          <a:bodyPr wrap="square" rtlCol="0">
            <a:spAutoFit/>
          </a:bodyPr>
          <a:p>
            <a:r>
              <a:rPr lang="en-US" altLang="zh-CN"/>
              <a:t>60/100</a:t>
            </a:r>
            <a:endParaRPr lang="en-US" altLang="zh-CN"/>
          </a:p>
        </p:txBody>
      </p:sp>
      <p:sp>
        <p:nvSpPr>
          <p:cNvPr id="7" name="文本框 6"/>
          <p:cNvSpPr txBox="1"/>
          <p:nvPr/>
        </p:nvSpPr>
        <p:spPr>
          <a:xfrm>
            <a:off x="3478530" y="2760345"/>
            <a:ext cx="1562735" cy="301625"/>
          </a:xfrm>
          <a:prstGeom prst="rect">
            <a:avLst/>
          </a:prstGeom>
          <a:noFill/>
        </p:spPr>
        <p:txBody>
          <a:bodyPr wrap="square" rtlCol="0">
            <a:spAutoFit/>
          </a:bodyPr>
          <a:p>
            <a:r>
              <a:rPr lang="en-US" altLang="zh-CN"/>
              <a:t>30/40</a:t>
            </a:r>
            <a:endParaRPr lang="en-US" altLang="zh-CN"/>
          </a:p>
        </p:txBody>
      </p:sp>
      <p:sp>
        <p:nvSpPr>
          <p:cNvPr id="8" name="文本框 7"/>
          <p:cNvSpPr txBox="1"/>
          <p:nvPr/>
        </p:nvSpPr>
        <p:spPr>
          <a:xfrm>
            <a:off x="6570980" y="2903220"/>
            <a:ext cx="1562735" cy="301625"/>
          </a:xfrm>
          <a:prstGeom prst="rect">
            <a:avLst/>
          </a:prstGeom>
          <a:noFill/>
        </p:spPr>
        <p:txBody>
          <a:bodyPr wrap="square" rtlCol="0">
            <a:spAutoFit/>
          </a:bodyPr>
          <a:p>
            <a:r>
              <a:rPr lang="en-US" altLang="zh-CN"/>
              <a:t>8/10</a:t>
            </a:r>
            <a:endParaRPr lang="en-US" altLang="zh-CN"/>
          </a:p>
        </p:txBody>
      </p:sp>
      <p:sp>
        <p:nvSpPr>
          <p:cNvPr id="9" name="文本框 8"/>
          <p:cNvSpPr txBox="1"/>
          <p:nvPr/>
        </p:nvSpPr>
        <p:spPr>
          <a:xfrm>
            <a:off x="3290570" y="1856740"/>
            <a:ext cx="2336800" cy="511810"/>
          </a:xfrm>
          <a:prstGeom prst="rect">
            <a:avLst/>
          </a:prstGeom>
          <a:noFill/>
        </p:spPr>
        <p:txBody>
          <a:bodyPr wrap="square" rtlCol="0">
            <a:spAutoFit/>
          </a:bodyPr>
          <a:p>
            <a:r>
              <a:rPr lang="en-US" altLang="zh-CN"/>
              <a:t>60+30+8=98</a:t>
            </a:r>
            <a:endParaRPr lang="en-US" altLang="zh-CN"/>
          </a:p>
          <a:p>
            <a:r>
              <a:rPr lang="zh-CN" altLang="en-US"/>
              <a:t>差值只有</a:t>
            </a:r>
            <a:r>
              <a:rPr lang="en-US" altLang="zh-CN"/>
              <a:t>2</a:t>
            </a:r>
            <a:endParaRPr lang="en-US" altLang="zh-CN"/>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sp>
        <p:nvSpPr>
          <p:cNvPr id="4" name="文本框 3"/>
          <p:cNvSpPr txBox="1"/>
          <p:nvPr/>
        </p:nvSpPr>
        <p:spPr>
          <a:xfrm>
            <a:off x="4450080" y="855345"/>
            <a:ext cx="4445000" cy="2620010"/>
          </a:xfrm>
          <a:prstGeom prst="rect">
            <a:avLst/>
          </a:prstGeom>
          <a:noFill/>
        </p:spPr>
        <p:txBody>
          <a:bodyPr wrap="square" rtlCol="0" anchor="t">
            <a:spAutoFit/>
          </a:bodyPr>
          <a:p>
            <a:pPr fontAlgn="auto">
              <a:lnSpc>
                <a:spcPct val="150000"/>
              </a:lnSpc>
            </a:pPr>
            <a:r>
              <a:rPr lang="zh-CN" altLang="en-US"/>
              <a:t>需要在训练形状预测器之前设置选项（即超参数）</a:t>
            </a:r>
            <a:r>
              <a:rPr lang="en-US" altLang="zh-CN"/>
              <a:t>:</a:t>
            </a:r>
            <a:endParaRPr lang="en-US" altLang="zh-CN"/>
          </a:p>
          <a:p>
            <a:pPr fontAlgn="auto">
              <a:lnSpc>
                <a:spcPct val="150000"/>
              </a:lnSpc>
            </a:pPr>
            <a:r>
              <a:rPr lang="en-US" altLang="zh-CN"/>
              <a:t>tree_depth</a:t>
            </a:r>
            <a:endParaRPr lang="en-US" altLang="zh-CN"/>
          </a:p>
          <a:p>
            <a:pPr fontAlgn="auto">
              <a:lnSpc>
                <a:spcPct val="150000"/>
              </a:lnSpc>
            </a:pPr>
            <a:r>
              <a:rPr lang="en-US" altLang="zh-CN"/>
              <a:t>nu</a:t>
            </a:r>
            <a:endParaRPr lang="en-US" altLang="zh-CN"/>
          </a:p>
          <a:p>
            <a:pPr fontAlgn="auto">
              <a:lnSpc>
                <a:spcPct val="150000"/>
              </a:lnSpc>
            </a:pPr>
            <a:r>
              <a:rPr lang="en-US" altLang="zh-CN"/>
              <a:t>cascade_depth</a:t>
            </a:r>
            <a:endParaRPr lang="en-US" altLang="zh-CN"/>
          </a:p>
          <a:p>
            <a:pPr fontAlgn="auto">
              <a:lnSpc>
                <a:spcPct val="150000"/>
              </a:lnSpc>
            </a:pPr>
            <a:r>
              <a:rPr lang="en-US" altLang="zh-CN"/>
              <a:t>feature_pool_size</a:t>
            </a:r>
            <a:endParaRPr lang="en-US" altLang="zh-CN"/>
          </a:p>
          <a:p>
            <a:pPr fontAlgn="auto">
              <a:lnSpc>
                <a:spcPct val="150000"/>
              </a:lnSpc>
            </a:pPr>
            <a:r>
              <a:rPr lang="en-US" altLang="zh-CN"/>
              <a:t>num_test_splits</a:t>
            </a:r>
            <a:endParaRPr lang="en-US" altLang="zh-CN"/>
          </a:p>
          <a:p>
            <a:pPr fontAlgn="auto">
              <a:lnSpc>
                <a:spcPct val="150000"/>
              </a:lnSpc>
            </a:pPr>
            <a:r>
              <a:rPr lang="en-US" altLang="zh-CN"/>
              <a:t>oversampling_amount</a:t>
            </a:r>
            <a:endParaRPr lang="en-US" altLang="zh-CN"/>
          </a:p>
          <a:p>
            <a:pPr fontAlgn="auto">
              <a:lnSpc>
                <a:spcPct val="150000"/>
              </a:lnSpc>
            </a:pPr>
            <a:r>
              <a:rPr lang="en-US" altLang="zh-CN"/>
              <a:t>oversampling_translation_jitter</a:t>
            </a:r>
            <a:endParaRPr lang="en-US" altLang="zh-CN"/>
          </a:p>
        </p:txBody>
      </p:sp>
      <p:sp>
        <p:nvSpPr>
          <p:cNvPr id="9" name="矩形 8"/>
          <p:cNvSpPr/>
          <p:nvPr/>
        </p:nvSpPr>
        <p:spPr>
          <a:xfrm>
            <a:off x="4541520" y="3173730"/>
            <a:ext cx="2330450" cy="30162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6997700" y="3173730"/>
            <a:ext cx="749935" cy="301625"/>
          </a:xfrm>
          <a:prstGeom prst="rect">
            <a:avLst/>
          </a:prstGeom>
          <a:noFill/>
        </p:spPr>
        <p:txBody>
          <a:bodyPr wrap="square" rtlCol="0" anchor="t">
            <a:spAutoFit/>
          </a:bodyPr>
          <a:p>
            <a:r>
              <a:rPr lang="zh-CN" altLang="en-US"/>
              <a:t>[0, 0.5]</a:t>
            </a:r>
            <a:endParaRPr lang="zh-CN" altLang="en-US"/>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grpSp>
        <p:nvGrpSpPr>
          <p:cNvPr id="5" name="组合 4"/>
          <p:cNvGrpSpPr/>
          <p:nvPr/>
        </p:nvGrpSpPr>
        <p:grpSpPr>
          <a:xfrm>
            <a:off x="727710" y="1499235"/>
            <a:ext cx="7689850" cy="3441700"/>
            <a:chOff x="1146" y="2001"/>
            <a:chExt cx="12110" cy="5420"/>
          </a:xfrm>
        </p:grpSpPr>
        <p:pic>
          <p:nvPicPr>
            <p:cNvPr id="3" name="图片 2"/>
            <p:cNvPicPr>
              <a:picLocks noChangeAspect="1"/>
            </p:cNvPicPr>
            <p:nvPr/>
          </p:nvPicPr>
          <p:blipFill>
            <a:blip r:embed="rId1"/>
            <a:srcRect b="62249"/>
            <a:stretch>
              <a:fillRect/>
            </a:stretch>
          </p:blipFill>
          <p:spPr>
            <a:xfrm>
              <a:off x="1146" y="2001"/>
              <a:ext cx="12110" cy="5420"/>
            </a:xfrm>
            <a:prstGeom prst="rect">
              <a:avLst/>
            </a:prstGeom>
          </p:spPr>
        </p:pic>
        <p:sp>
          <p:nvSpPr>
            <p:cNvPr id="4" name="文本框 3"/>
            <p:cNvSpPr txBox="1"/>
            <p:nvPr/>
          </p:nvSpPr>
          <p:spPr>
            <a:xfrm>
              <a:off x="10240" y="5480"/>
              <a:ext cx="1253" cy="475"/>
            </a:xfrm>
            <a:prstGeom prst="rect">
              <a:avLst/>
            </a:prstGeom>
            <a:noFill/>
          </p:spPr>
          <p:txBody>
            <a:bodyPr wrap="square" rtlCol="0" anchor="t">
              <a:spAutoFit/>
            </a:bodyPr>
            <a:p>
              <a:r>
                <a:rPr lang="zh-CN" altLang="en-US"/>
                <a:t> [0, 50]  </a:t>
              </a:r>
              <a:endParaRPr lang="zh-CN" altLang="en-US"/>
            </a:p>
          </p:txBody>
        </p:sp>
      </p:gr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pic>
        <p:nvPicPr>
          <p:cNvPr id="3" name="图片 2"/>
          <p:cNvPicPr>
            <a:picLocks noChangeAspect="1"/>
          </p:cNvPicPr>
          <p:nvPr/>
        </p:nvPicPr>
        <p:blipFill>
          <a:blip r:embed="rId1"/>
          <a:srcRect t="37262" b="2398"/>
          <a:stretch>
            <a:fillRect/>
          </a:stretch>
        </p:blipFill>
        <p:spPr>
          <a:xfrm>
            <a:off x="2859405" y="791845"/>
            <a:ext cx="5878195" cy="4205605"/>
          </a:xfrm>
          <a:prstGeom prst="rect">
            <a:avLst/>
          </a:prstGeom>
        </p:spPr>
      </p:pic>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sp>
        <p:nvSpPr>
          <p:cNvPr id="3" name="文本框 2"/>
          <p:cNvSpPr txBox="1"/>
          <p:nvPr/>
        </p:nvSpPr>
        <p:spPr>
          <a:xfrm>
            <a:off x="324485" y="2176780"/>
            <a:ext cx="8739505" cy="2183765"/>
          </a:xfrm>
          <a:prstGeom prst="rect">
            <a:avLst/>
          </a:prstGeom>
          <a:noFill/>
        </p:spPr>
        <p:txBody>
          <a:bodyPr wrap="square" rtlCol="0" anchor="t">
            <a:spAutoFit/>
          </a:bodyPr>
          <a:p>
            <a:r>
              <a:rPr lang="zh-CN" altLang="en-US" sz="1800"/>
              <a:t>options.</a:t>
            </a:r>
            <a:r>
              <a:rPr lang="zh-CN" altLang="en-US" sz="1800" b="1"/>
              <a:t>be_verbose</a:t>
            </a:r>
            <a:r>
              <a:rPr lang="zh-CN" altLang="en-US" sz="1800"/>
              <a:t> = True</a:t>
            </a:r>
            <a:endParaRPr lang="zh-CN" altLang="en-US" sz="1800"/>
          </a:p>
          <a:p>
            <a:endParaRPr lang="zh-CN" altLang="en-US" sz="1800"/>
          </a:p>
          <a:p>
            <a:r>
              <a:rPr lang="zh-CN" altLang="en-US" sz="1800"/>
              <a:t>options.</a:t>
            </a:r>
            <a:r>
              <a:rPr lang="zh-CN" altLang="en-US" sz="1800" b="1"/>
              <a:t>num_threads</a:t>
            </a:r>
            <a:r>
              <a:rPr lang="zh-CN" altLang="en-US" sz="1800"/>
              <a:t> = multiprocessing.cpu_count()</a:t>
            </a:r>
            <a:endParaRPr lang="zh-CN" altLang="en-US" sz="1800"/>
          </a:p>
          <a:p>
            <a:endParaRPr lang="zh-CN" altLang="en-US" sz="1800"/>
          </a:p>
          <a:p>
            <a:r>
              <a:rPr lang="zh-CN" altLang="en-US" sz="1600"/>
              <a:t>训练：</a:t>
            </a:r>
            <a:endParaRPr lang="zh-CN" altLang="en-US" sz="1600"/>
          </a:p>
          <a:p>
            <a:r>
              <a:rPr lang="zh-CN" altLang="en-US" sz="1600"/>
              <a:t>$ python train_shape_predictor.py \</a:t>
            </a:r>
            <a:endParaRPr lang="zh-CN" altLang="en-US" sz="1600"/>
          </a:p>
          <a:p>
            <a:r>
              <a:rPr lang="zh-CN" altLang="en-US" sz="1600"/>
              <a:t>	--training ibug_300W_large_face_landmark_dataset/labels_ibug_300W_train_eyes.xml \</a:t>
            </a:r>
            <a:endParaRPr lang="zh-CN" altLang="en-US" sz="1600"/>
          </a:p>
          <a:p>
            <a:r>
              <a:rPr lang="zh-CN" altLang="en-US" sz="1600"/>
              <a:t>	--model eye_predictor.dat</a:t>
            </a:r>
            <a:endParaRPr lang="zh-CN" altLang="en-US" sz="1600"/>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pic>
        <p:nvPicPr>
          <p:cNvPr id="3" name="图片 2" descr="_QUBS22MM2$[%BBBH(Z}IA8"/>
          <p:cNvPicPr>
            <a:picLocks noChangeAspect="1"/>
          </p:cNvPicPr>
          <p:nvPr/>
        </p:nvPicPr>
        <p:blipFill>
          <a:blip r:embed="rId1"/>
          <a:stretch>
            <a:fillRect/>
          </a:stretch>
        </p:blipFill>
        <p:spPr>
          <a:xfrm>
            <a:off x="0" y="1106170"/>
            <a:ext cx="9143365" cy="3951605"/>
          </a:xfrm>
          <a:prstGeom prst="rect">
            <a:avLst/>
          </a:prstGeom>
        </p:spPr>
      </p:pic>
      <p:sp>
        <p:nvSpPr>
          <p:cNvPr id="4" name="左箭头 3"/>
          <p:cNvSpPr/>
          <p:nvPr/>
        </p:nvSpPr>
        <p:spPr>
          <a:xfrm>
            <a:off x="4084320" y="1255395"/>
            <a:ext cx="739140" cy="137160"/>
          </a:xfrm>
          <a:prstGeom prst="lef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 </a:t>
            </a:r>
            <a:r>
              <a:rPr lang="zh-CN" altLang="en-US">
                <a:sym typeface="+mn-ea"/>
              </a:rPr>
              <a:t>模型训练</a:t>
            </a:r>
            <a:endParaRPr lang="zh-CN" altLang="en-US"/>
          </a:p>
        </p:txBody>
      </p:sp>
      <p:sp>
        <p:nvSpPr>
          <p:cNvPr id="4" name="文本框 3"/>
          <p:cNvSpPr txBox="1"/>
          <p:nvPr/>
        </p:nvSpPr>
        <p:spPr>
          <a:xfrm>
            <a:off x="848995" y="1963420"/>
            <a:ext cx="7277735" cy="1983740"/>
          </a:xfrm>
          <a:prstGeom prst="rect">
            <a:avLst/>
          </a:prstGeom>
          <a:noFill/>
        </p:spPr>
        <p:txBody>
          <a:bodyPr wrap="square" rtlCol="0" anchor="t">
            <a:spAutoFit/>
          </a:bodyPr>
          <a:p>
            <a:r>
              <a:rPr lang="zh-CN" altLang="en-US"/>
              <a:t>$ python evaluate_shape_predictor.py --predictor eye_predictor.dat \</a:t>
            </a:r>
            <a:endParaRPr lang="zh-CN" altLang="en-US"/>
          </a:p>
          <a:p>
            <a:r>
              <a:rPr lang="zh-CN" altLang="en-US"/>
              <a:t>	--xml ibug_300W_large_face_landmark_dataset/labels_ibug_300W_train_eyes.xml</a:t>
            </a:r>
            <a:endParaRPr lang="zh-CN" altLang="en-US"/>
          </a:p>
          <a:p>
            <a:r>
              <a:rPr lang="zh-CN" altLang="en-US"/>
              <a:t>[INFO] evaluating shape predictor...</a:t>
            </a:r>
            <a:endParaRPr lang="zh-CN" altLang="en-US"/>
          </a:p>
          <a:p>
            <a:r>
              <a:rPr lang="zh-CN" altLang="en-US"/>
              <a:t>[INFO] error: 3.631152776257545</a:t>
            </a:r>
            <a:endParaRPr lang="zh-CN" altLang="en-US"/>
          </a:p>
          <a:p>
            <a:endParaRPr lang="zh-CN" altLang="en-US"/>
          </a:p>
          <a:p>
            <a:r>
              <a:rPr lang="zh-CN" altLang="en-US"/>
              <a:t>$ python evaluate_shape_predictor.py --predictor eye_predictor.dat \</a:t>
            </a:r>
            <a:endParaRPr lang="zh-CN" altLang="en-US"/>
          </a:p>
          <a:p>
            <a:r>
              <a:rPr lang="zh-CN" altLang="en-US"/>
              <a:t>	--xml ibug_300W_large_face_landmark_dataset/labels_ibug_300W_test_eyes.xml</a:t>
            </a:r>
            <a:endParaRPr lang="zh-CN" altLang="en-US"/>
          </a:p>
          <a:p>
            <a:r>
              <a:rPr lang="zh-CN" altLang="en-US"/>
              <a:t>[INFO] evaluating shape predictor...</a:t>
            </a:r>
            <a:endParaRPr lang="zh-CN" altLang="en-US"/>
          </a:p>
          <a:p>
            <a:r>
              <a:rPr lang="zh-CN" altLang="en-US"/>
              <a:t>[INFO] error: 7.568211111799696</a:t>
            </a:r>
            <a:endParaRPr lang="zh-CN" altLang="en-US"/>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50360" y="974725"/>
            <a:ext cx="1471930" cy="3357880"/>
            <a:chOff x="6224" y="767"/>
            <a:chExt cx="2318" cy="5288"/>
          </a:xfrm>
        </p:grpSpPr>
        <p:sp>
          <p:nvSpPr>
            <p:cNvPr id="14" name="矩形 13"/>
            <p:cNvSpPr/>
            <p:nvPr/>
          </p:nvSpPr>
          <p:spPr>
            <a:xfrm>
              <a:off x="6224" y="767"/>
              <a:ext cx="2318" cy="2179"/>
            </a:xfrm>
            <a:prstGeom prst="rect">
              <a:avLst/>
            </a:prstGeom>
          </p:spPr>
          <p:txBody>
            <a:bodyPr wrap="none">
              <a:spAutoFit/>
            </a:bodyPr>
            <a:lstStyle/>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chemeClr val="tx1"/>
                  </a:solidFill>
                  <a:latin typeface="微软雅黑" panose="020B0503020204020204" pitchFamily="34" charset="-122"/>
                  <a:ea typeface="微软雅黑" panose="020B0503020204020204" pitchFamily="34" charset="-122"/>
                  <a:sym typeface="+mn-ea"/>
                </a:rPr>
                <a:t>功能简介</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chemeClr val="tx1"/>
                  </a:solidFill>
                  <a:latin typeface="微软雅黑" panose="020B0503020204020204" pitchFamily="34" charset="-122"/>
                  <a:ea typeface="微软雅黑" panose="020B0503020204020204" pitchFamily="34" charset="-122"/>
                  <a:sym typeface="+mn-ea"/>
                </a:rPr>
                <a:t>数据集准备</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nvSpPr>
          <p:spPr>
            <a:xfrm>
              <a:off x="6224" y="3197"/>
              <a:ext cx="2318" cy="2858"/>
            </a:xfrm>
            <a:prstGeom prst="rect">
              <a:avLst/>
            </a:prstGeom>
          </p:spPr>
          <p:txBody>
            <a:bodyPr wrap="none">
              <a:spAutoFit/>
            </a:bodyPr>
            <a:lstStyle/>
            <a:p>
              <a:pPr marL="400050" indent="-400050" algn="l" defTabSz="685800">
                <a:buFont typeface="Wingdings" panose="05000000000000000000" pitchFamily="2" charset="2"/>
                <a:buChar char="u"/>
              </a:pPr>
              <a:r>
                <a:rPr lang="zh-CN" altLang="en-US" sz="1400" b="1" dirty="0">
                  <a:solidFill>
                    <a:schemeClr val="tx1"/>
                  </a:solidFill>
                  <a:latin typeface="微软雅黑" panose="020B0503020204020204" pitchFamily="34" charset="-122"/>
                  <a:ea typeface="微软雅黑" panose="020B0503020204020204" pitchFamily="34" charset="-122"/>
                  <a:sym typeface="+mn-ea"/>
                </a:rPr>
                <a:t>模型训练</a:t>
              </a: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r>
                <a:rPr lang="zh-CN" altLang="en-US" sz="1400" b="1" dirty="0">
                  <a:solidFill>
                    <a:srgbClr val="C00000"/>
                  </a:solidFill>
                  <a:latin typeface="微软雅黑" panose="020B0503020204020204" pitchFamily="34" charset="-122"/>
                  <a:ea typeface="微软雅黑" panose="020B0503020204020204" pitchFamily="34" charset="-122"/>
                  <a:sym typeface="+mn-ea"/>
                </a:rPr>
                <a:t>测试与应用</a:t>
              </a:r>
              <a:endParaRPr lang="zh-CN" altLang="en-US" sz="1400" b="1" dirty="0">
                <a:solidFill>
                  <a:srgbClr val="C00000"/>
                </a:solidFill>
                <a:latin typeface="微软雅黑" panose="020B0503020204020204" pitchFamily="34" charset="-122"/>
                <a:ea typeface="微软雅黑" panose="020B0503020204020204" pitchFamily="34" charset="-122"/>
                <a:sym typeface="+mn-ea"/>
              </a:endParaRPr>
            </a:p>
            <a:p>
              <a:pPr indent="0" algn="l" defTabSz="685800">
                <a:buFont typeface="Wingdings" panose="05000000000000000000" pitchFamily="2" charset="2"/>
                <a:buNone/>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a:p>
              <a:pPr marL="400050" indent="-400050" algn="l" defTabSz="685800">
                <a:buFont typeface="Wingdings" panose="05000000000000000000" pitchFamily="2" charset="2"/>
                <a:buChar char="u"/>
              </a:pPr>
              <a:endParaRPr lang="zh-CN" altLang="en-US" sz="1400" b="1" dirty="0">
                <a:solidFill>
                  <a:schemeClr val="tx1"/>
                </a:solidFill>
                <a:latin typeface="微软雅黑" panose="020B0503020204020204" pitchFamily="34" charset="-122"/>
                <a:ea typeface="微软雅黑" panose="020B0503020204020204" pitchFamily="34" charset="-122"/>
                <a:sym typeface="+mn-ea"/>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 </a:t>
            </a:r>
            <a:r>
              <a:rPr lang="zh-CN" altLang="en-US"/>
              <a:t>测试与应用</a:t>
            </a:r>
            <a:endParaRPr lang="zh-CN" altLang="en-US"/>
          </a:p>
        </p:txBody>
      </p:sp>
      <p:sp>
        <p:nvSpPr>
          <p:cNvPr id="3" name="文本框 2"/>
          <p:cNvSpPr txBox="1"/>
          <p:nvPr/>
        </p:nvSpPr>
        <p:spPr>
          <a:xfrm>
            <a:off x="3423920" y="1254760"/>
            <a:ext cx="2540000" cy="301625"/>
          </a:xfrm>
          <a:prstGeom prst="rect">
            <a:avLst/>
          </a:prstGeom>
          <a:noFill/>
        </p:spPr>
        <p:txBody>
          <a:bodyPr wrap="square" rtlCol="0" anchor="t">
            <a:spAutoFit/>
          </a:bodyPr>
          <a:p>
            <a:r>
              <a:rPr lang="zh-CN" altLang="en-US"/>
              <a:t>predict_eyes.py</a:t>
            </a:r>
            <a:endParaRPr lang="zh-CN" altLang="en-US"/>
          </a:p>
        </p:txBody>
      </p:sp>
      <p:pic>
        <p:nvPicPr>
          <p:cNvPr id="4" name="图片 3"/>
          <p:cNvPicPr>
            <a:picLocks noChangeAspect="1"/>
          </p:cNvPicPr>
          <p:nvPr/>
        </p:nvPicPr>
        <p:blipFill>
          <a:blip r:embed="rId1"/>
          <a:srcRect b="2455"/>
          <a:stretch>
            <a:fillRect/>
          </a:stretch>
        </p:blipFill>
        <p:spPr>
          <a:xfrm>
            <a:off x="941070" y="1710690"/>
            <a:ext cx="7505700" cy="3329940"/>
          </a:xfrm>
          <a:prstGeom prst="rect">
            <a:avLst/>
          </a:prstGeom>
        </p:spPr>
      </p:pic>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4 </a:t>
            </a:r>
            <a:r>
              <a:rPr lang="zh-CN" altLang="en-US">
                <a:sym typeface="+mn-ea"/>
              </a:rPr>
              <a:t>测试与应用</a:t>
            </a:r>
            <a:endParaRPr lang="zh-CN" altLang="en-US"/>
          </a:p>
        </p:txBody>
      </p:sp>
      <p:pic>
        <p:nvPicPr>
          <p:cNvPr id="3" name="图片 2"/>
          <p:cNvPicPr>
            <a:picLocks noChangeAspect="1"/>
          </p:cNvPicPr>
          <p:nvPr/>
        </p:nvPicPr>
        <p:blipFill>
          <a:blip r:embed="rId1"/>
          <a:stretch>
            <a:fillRect/>
          </a:stretch>
        </p:blipFill>
        <p:spPr>
          <a:xfrm>
            <a:off x="160655" y="2289810"/>
            <a:ext cx="8823960" cy="2103120"/>
          </a:xfrm>
          <a:prstGeom prst="rect">
            <a:avLst/>
          </a:prstGeom>
        </p:spPr>
      </p:pic>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4 </a:t>
            </a:r>
            <a:r>
              <a:rPr lang="zh-CN" altLang="en-US">
                <a:sym typeface="+mn-ea"/>
              </a:rPr>
              <a:t>测试与应用</a:t>
            </a:r>
            <a:endParaRPr lang="zh-CN" altLang="en-US"/>
          </a:p>
        </p:txBody>
      </p:sp>
      <p:pic>
        <p:nvPicPr>
          <p:cNvPr id="3" name="图片 2"/>
          <p:cNvPicPr>
            <a:picLocks noChangeAspect="1"/>
          </p:cNvPicPr>
          <p:nvPr/>
        </p:nvPicPr>
        <p:blipFill>
          <a:blip r:embed="rId1"/>
          <a:stretch>
            <a:fillRect/>
          </a:stretch>
        </p:blipFill>
        <p:spPr>
          <a:xfrm>
            <a:off x="431165" y="2305050"/>
            <a:ext cx="8282940" cy="2438400"/>
          </a:xfrm>
          <a:prstGeom prst="rect">
            <a:avLst/>
          </a:prstGeom>
        </p:spPr>
      </p:pic>
    </p:spTree>
    <p:custDataLst>
      <p:tags r:id="rId2"/>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4 </a:t>
            </a:r>
            <a:r>
              <a:rPr lang="zh-CN" altLang="en-US">
                <a:sym typeface="+mn-ea"/>
              </a:rPr>
              <a:t>测试与应用</a:t>
            </a:r>
            <a:endParaRPr lang="zh-CN" altLang="en-US"/>
          </a:p>
        </p:txBody>
      </p:sp>
      <p:pic>
        <p:nvPicPr>
          <p:cNvPr id="3" name="图片 2"/>
          <p:cNvPicPr>
            <a:picLocks noChangeAspect="1"/>
          </p:cNvPicPr>
          <p:nvPr/>
        </p:nvPicPr>
        <p:blipFill>
          <a:blip r:embed="rId1"/>
          <a:stretch>
            <a:fillRect/>
          </a:stretch>
        </p:blipFill>
        <p:spPr>
          <a:xfrm>
            <a:off x="628650" y="1323975"/>
            <a:ext cx="7825740" cy="3696970"/>
          </a:xfrm>
          <a:prstGeom prst="rect">
            <a:avLst/>
          </a:prstGeom>
        </p:spPr>
      </p:pic>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4 </a:t>
            </a:r>
            <a:r>
              <a:rPr lang="zh-CN" altLang="en-US">
                <a:sym typeface="+mn-ea"/>
              </a:rPr>
              <a:t>测试与应用</a:t>
            </a:r>
            <a:endParaRPr lang="zh-CN" altLang="en-US"/>
          </a:p>
        </p:txBody>
      </p:sp>
      <p:pic>
        <p:nvPicPr>
          <p:cNvPr id="3" name="图片 2"/>
          <p:cNvPicPr>
            <a:picLocks noChangeAspect="1"/>
          </p:cNvPicPr>
          <p:nvPr/>
        </p:nvPicPr>
        <p:blipFill>
          <a:blip r:embed="rId1"/>
          <a:stretch>
            <a:fillRect/>
          </a:stretch>
        </p:blipFill>
        <p:spPr>
          <a:xfrm>
            <a:off x="1028700" y="2160270"/>
            <a:ext cx="7086600" cy="2849880"/>
          </a:xfrm>
          <a:prstGeom prst="rect">
            <a:avLst/>
          </a:prstGeom>
        </p:spPr>
      </p:pic>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4 </a:t>
            </a:r>
            <a:r>
              <a:rPr lang="zh-CN" altLang="en-US">
                <a:sym typeface="+mn-ea"/>
              </a:rPr>
              <a:t>测试与应用</a:t>
            </a:r>
            <a:endParaRPr lang="zh-CN" altLang="en-US"/>
          </a:p>
        </p:txBody>
      </p:sp>
      <p:sp>
        <p:nvSpPr>
          <p:cNvPr id="4" name="文本框 3"/>
          <p:cNvSpPr txBox="1"/>
          <p:nvPr/>
        </p:nvSpPr>
        <p:spPr>
          <a:xfrm>
            <a:off x="1344295" y="2331085"/>
            <a:ext cx="5975985" cy="1337945"/>
          </a:xfrm>
          <a:prstGeom prst="rect">
            <a:avLst/>
          </a:prstGeom>
          <a:noFill/>
        </p:spPr>
        <p:txBody>
          <a:bodyPr wrap="square" rtlCol="0" anchor="t">
            <a:spAutoFit/>
          </a:bodyPr>
          <a:p>
            <a:pPr fontAlgn="auto">
              <a:lnSpc>
                <a:spcPct val="150000"/>
              </a:lnSpc>
            </a:pPr>
            <a:r>
              <a:rPr lang="zh-CN" altLang="en-US" sz="1800"/>
              <a:t>$ python predict_eyes.py --shape-predictor eye_predictor.dat</a:t>
            </a:r>
            <a:endParaRPr lang="zh-CN" altLang="en-US" sz="1800"/>
          </a:p>
          <a:p>
            <a:pPr fontAlgn="auto">
              <a:lnSpc>
                <a:spcPct val="150000"/>
              </a:lnSpc>
            </a:pPr>
            <a:r>
              <a:rPr lang="zh-CN" altLang="en-US" sz="1800"/>
              <a:t>[INFO] loading facial landmark predictor...</a:t>
            </a:r>
            <a:endParaRPr lang="zh-CN" altLang="en-US" sz="1800"/>
          </a:p>
          <a:p>
            <a:pPr fontAlgn="auto">
              <a:lnSpc>
                <a:spcPct val="150000"/>
              </a:lnSpc>
            </a:pPr>
            <a:r>
              <a:rPr lang="zh-CN" altLang="en-US" sz="1800"/>
              <a:t>[INFO] camera sensor warming up...</a:t>
            </a:r>
            <a:endParaRPr lang="zh-CN" altLang="en-US" sz="1800"/>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MH" val="20180905155037"/>
  <p:tag name="MH_LIBRARY" val="CONTENTS"/>
  <p:tag name="MH_TYPE" val="OTHERS"/>
  <p:tag name="ID" val="545836"/>
</p:tagLst>
</file>

<file path=ppt/tags/tag2.xml><?xml version="1.0" encoding="utf-8"?>
<p:tagLst xmlns:p="http://schemas.openxmlformats.org/presentationml/2006/main">
  <p:tag name="MH" val="20180905155037"/>
  <p:tag name="MH_LIBRARY" val="CONTENTS"/>
  <p:tag name="MH_TYPE" val="OTHERS"/>
  <p:tag name="ID" val="545836"/>
</p:tagLst>
</file>

<file path=ppt/tags/tag3.xml><?xml version="1.0" encoding="utf-8"?>
<p:tagLst xmlns:p="http://schemas.openxmlformats.org/presentationml/2006/main">
  <p:tag name="MH" val="20180905155037"/>
  <p:tag name="MH_LIBRARY" val="CONTENTS"/>
  <p:tag name="MH_TYPE" val="OTHERS"/>
  <p:tag name="ID" val="545836"/>
</p:tagLst>
</file>

<file path=ppt/tags/tag4.xml><?xml version="1.0" encoding="utf-8"?>
<p:tagLst xmlns:p="http://schemas.openxmlformats.org/presentationml/2006/main">
  <p:tag name="KSO_WM_SLIDE_MODEL_TYPE" val="cover"/>
</p:tagLst>
</file>

<file path=ppt/tags/tag5.xml><?xml version="1.0" encoding="utf-8"?>
<p:tagLst xmlns:p="http://schemas.openxmlformats.org/presentationml/2006/main">
  <p:tag name="KSO_WM_BEAUTIFY_FLAG" val="#wm#"/>
  <p:tag name="KSO_WM_TEMPLATE_CATEGORY" val="custom"/>
  <p:tag name="KSO_WM_TEMPLATE_INDEX" val="20187308"/>
</p:tagLst>
</file>

<file path=ppt/tags/tag6.xml><?xml version="1.0" encoding="utf-8"?>
<p:tagLst xmlns:p="http://schemas.openxmlformats.org/presentationml/2006/main">
  <p:tag name="KSO_WM_BEAUTIFY_FLAG" val="#wm#"/>
  <p:tag name="KSO_WM_TEMPLATE_CATEGORY" val="custom"/>
  <p:tag name="KSO_WM_TEMPLATE_INDEX" val="20187308"/>
</p:tagLst>
</file>

<file path=ppt/tags/tag7.xml><?xml version="1.0" encoding="utf-8"?>
<p:tagLst xmlns:p="http://schemas.openxmlformats.org/presentationml/2006/main">
  <p:tag name="KSO_WM_BEAUTIFY_FLAG" val="#wm#"/>
  <p:tag name="KSO_WM_TEMPLATE_CATEGORY" val="custom"/>
  <p:tag name="KSO_WM_TEMPLATE_INDEX" val="20187308"/>
</p:tagLst>
</file>

<file path=ppt/tags/tag8.xml><?xml version="1.0" encoding="utf-8"?>
<p:tagLst xmlns:p="http://schemas.openxmlformats.org/presentationml/2006/main">
  <p:tag name="KSO_WM_BEAUTIFY_FLAG" val="#wm#"/>
  <p:tag name="KSO_WM_TEMPLATE_CATEGORY" val="custom"/>
  <p:tag name="KSO_WM_TEMPLATE_INDEX" val="20187308"/>
</p:tagLst>
</file>

<file path=ppt/tags/tag9.xml><?xml version="1.0" encoding="utf-8"?>
<p:tagLst xmlns:p="http://schemas.openxmlformats.org/presentationml/2006/main">
  <p:tag name="KSO_WM_BEAUTIFY_FLAG" val="#wm#"/>
  <p:tag name="KSO_WM_TEMPLATE_CATEGORY" val="custom"/>
  <p:tag name="KSO_WM_TEMPLATE_INDEX" val="20187308"/>
</p:tagLst>
</file>

<file path=ppt/tags/tag10.xml><?xml version="1.0" encoding="utf-8"?>
<p:tagLst xmlns:p="http://schemas.openxmlformats.org/presentationml/2006/main">
  <p:tag name="KSO_WM_BEAUTIFY_FLAG" val="#wm#"/>
  <p:tag name="KSO_WM_TEMPLATE_CATEGORY" val="custom"/>
  <p:tag name="KSO_WM_TEMPLATE_INDEX" val="20187308"/>
</p:tagLst>
</file>

<file path=ppt/tags/tag11.xml><?xml version="1.0" encoding="utf-8"?>
<p:tagLst xmlns:p="http://schemas.openxmlformats.org/presentationml/2006/main">
  <p:tag name="KSO_WM_BEAUTIFY_FLAG" val="#wm#"/>
  <p:tag name="KSO_WM_TEMPLATE_CATEGORY" val="custom"/>
  <p:tag name="KSO_WM_TEMPLATE_INDEX" val="20187308"/>
</p:tagLst>
</file>

<file path=ppt/tags/tag12.xml><?xml version="1.0" encoding="utf-8"?>
<p:tagLst xmlns:p="http://schemas.openxmlformats.org/presentationml/2006/main">
  <p:tag name="KSO_WM_BEAUTIFY_FLAG" val="#wm#"/>
  <p:tag name="KSO_WM_TEMPLATE_CATEGORY" val="custom"/>
  <p:tag name="KSO_WM_TEMPLATE_INDEX" val="20187308"/>
</p:tagLst>
</file>

<file path=ppt/tags/tag13.xml><?xml version="1.0" encoding="utf-8"?>
<p:tagLst xmlns:p="http://schemas.openxmlformats.org/presentationml/2006/main">
  <p:tag name="KSO_WM_BEAUTIFY_FLAG" val="#wm#"/>
  <p:tag name="KSO_WM_TEMPLATE_CATEGORY" val="custom"/>
  <p:tag name="KSO_WM_TEMPLATE_INDEX" val="20187308"/>
</p:tagLst>
</file>

<file path=ppt/tags/tag14.xml><?xml version="1.0" encoding="utf-8"?>
<p:tagLst xmlns:p="http://schemas.openxmlformats.org/presentationml/2006/main">
  <p:tag name="KSO_WM_BEAUTIFY_FLAG" val="#wm#"/>
  <p:tag name="KSO_WM_TEMPLATE_CATEGORY" val="custom"/>
  <p:tag name="KSO_WM_TEMPLATE_INDEX" val="20187308"/>
</p:tagLst>
</file>

<file path=ppt/tags/tag15.xml><?xml version="1.0" encoding="utf-8"?>
<p:tagLst xmlns:p="http://schemas.openxmlformats.org/presentationml/2006/main">
  <p:tag name="KSO_WM_BEAUTIFY_FLAG" val="#wm#"/>
  <p:tag name="KSO_WM_TEMPLATE_CATEGORY" val="custom"/>
  <p:tag name="KSO_WM_TEMPLATE_INDEX" val="20187308"/>
</p:tagLst>
</file>

<file path=ppt/tags/tag16.xml><?xml version="1.0" encoding="utf-8"?>
<p:tagLst xmlns:p="http://schemas.openxmlformats.org/presentationml/2006/main">
  <p:tag name="KSO_WM_BEAUTIFY_FLAG" val="#wm#"/>
  <p:tag name="KSO_WM_TEMPLATE_CATEGORY" val="custom"/>
  <p:tag name="KSO_WM_TEMPLATE_INDEX" val="20187308"/>
</p:tagLst>
</file>

<file path=ppt/tags/tag17.xml><?xml version="1.0" encoding="utf-8"?>
<p:tagLst xmlns:p="http://schemas.openxmlformats.org/presentationml/2006/main">
  <p:tag name="KSO_WM_BEAUTIFY_FLAG" val="#wm#"/>
  <p:tag name="KSO_WM_TEMPLATE_CATEGORY" val="custom"/>
  <p:tag name="KSO_WM_TEMPLATE_INDEX" val="20187308"/>
</p:tagLst>
</file>

<file path=ppt/tags/tag18.xml><?xml version="1.0" encoding="utf-8"?>
<p:tagLst xmlns:p="http://schemas.openxmlformats.org/presentationml/2006/main">
  <p:tag name="KSO_WM_BEAUTIFY_FLAG" val="#wm#"/>
  <p:tag name="KSO_WM_TEMPLATE_CATEGORY" val="custom"/>
  <p:tag name="KSO_WM_TEMPLATE_INDEX" val="20187308"/>
</p:tagLst>
</file>

<file path=ppt/tags/tag19.xml><?xml version="1.0" encoding="utf-8"?>
<p:tagLst xmlns:p="http://schemas.openxmlformats.org/presentationml/2006/main">
  <p:tag name="KSO_WM_BEAUTIFY_FLAG" val="#wm#"/>
  <p:tag name="KSO_WM_TEMPLATE_CATEGORY" val="custom"/>
  <p:tag name="KSO_WM_TEMPLATE_INDEX" val="20187308"/>
</p:tagLst>
</file>

<file path=ppt/tags/tag20.xml><?xml version="1.0" encoding="utf-8"?>
<p:tagLst xmlns:p="http://schemas.openxmlformats.org/presentationml/2006/main">
  <p:tag name="KSO_WM_BEAUTIFY_FLAG" val="#wm#"/>
  <p:tag name="KSO_WM_TEMPLATE_CATEGORY" val="custom"/>
  <p:tag name="KSO_WM_TEMPLATE_INDEX" val="20187308"/>
</p:tagLst>
</file>

<file path=ppt/tags/tag21.xml><?xml version="1.0" encoding="utf-8"?>
<p:tagLst xmlns:p="http://schemas.openxmlformats.org/presentationml/2006/main">
  <p:tag name="KSO_WM_BEAUTIFY_FLAG" val="#wm#"/>
  <p:tag name="KSO_WM_TEMPLATE_CATEGORY" val="custom"/>
  <p:tag name="KSO_WM_TEMPLATE_INDEX" val="20187308"/>
</p:tagLst>
</file>

<file path=ppt/tags/tag22.xml><?xml version="1.0" encoding="utf-8"?>
<p:tagLst xmlns:p="http://schemas.openxmlformats.org/presentationml/2006/main">
  <p:tag name="KSO_WM_BEAUTIFY_FLAG" val="#wm#"/>
  <p:tag name="KSO_WM_TEMPLATE_CATEGORY" val="custom"/>
  <p:tag name="KSO_WM_TEMPLATE_INDEX" val="20187308"/>
</p:tagLst>
</file>

<file path=ppt/tags/tag23.xml><?xml version="1.0" encoding="utf-8"?>
<p:tagLst xmlns:p="http://schemas.openxmlformats.org/presentationml/2006/main">
  <p:tag name="KSO_WM_BEAUTIFY_FLAG" val="#wm#"/>
  <p:tag name="KSO_WM_TEMPLATE_CATEGORY" val="custom"/>
  <p:tag name="KSO_WM_TEMPLATE_INDEX" val="20187308"/>
</p:tagLst>
</file>

<file path=ppt/tags/tag24.xml><?xml version="1.0" encoding="utf-8"?>
<p:tagLst xmlns:p="http://schemas.openxmlformats.org/presentationml/2006/main">
  <p:tag name="KSO_WM_BEAUTIFY_FLAG" val="#wm#"/>
  <p:tag name="KSO_WM_TEMPLATE_CATEGORY" val="custom"/>
  <p:tag name="KSO_WM_TEMPLATE_INDEX" val="20187308"/>
</p:tagLst>
</file>

<file path=ppt/tags/tag25.xml><?xml version="1.0" encoding="utf-8"?>
<p:tagLst xmlns:p="http://schemas.openxmlformats.org/presentationml/2006/main">
  <p:tag name="KSO_WM_UNIT_PLACING_PICTURE_USER_VIEWPORT" val="{&quot;height&quot;:5685,&quot;width&quot;:7979}"/>
</p:tagLst>
</file>

<file path=ppt/tags/tag26.xml><?xml version="1.0" encoding="utf-8"?>
<p:tagLst xmlns:p="http://schemas.openxmlformats.org/presentationml/2006/main">
  <p:tag name="KSO_WM_UNIT_PLACING_PICTURE_USER_VIEWPORT" val="{&quot;height&quot;:5685,&quot;width&quot;:7979}"/>
</p:tagLst>
</file>

<file path=ppt/tags/tag27.xml><?xml version="1.0" encoding="utf-8"?>
<p:tagLst xmlns:p="http://schemas.openxmlformats.org/presentationml/2006/main">
  <p:tag name="KSO_WM_UNIT_PLACING_PICTURE_USER_VIEWPORT" val="{&quot;height&quot;:5685,&quot;width&quot;:7979}"/>
</p:tagLst>
</file>

<file path=ppt/tags/tag28.xml><?xml version="1.0" encoding="utf-8"?>
<p:tagLst xmlns:p="http://schemas.openxmlformats.org/presentationml/2006/main">
  <p:tag name="KSO_WM_BEAUTIFY_FLAG" val="#wm#"/>
  <p:tag name="KSO_WM_TEMPLATE_CATEGORY" val="custom"/>
  <p:tag name="KSO_WM_TEMPLATE_INDEX" val="20187308"/>
</p:tagLst>
</file>

<file path=ppt/tags/tag29.xml><?xml version="1.0" encoding="utf-8"?>
<p:tagLst xmlns:p="http://schemas.openxmlformats.org/presentationml/2006/main">
  <p:tag name="KSO_WM_BEAUTIFY_FLAG" val="#wm#"/>
  <p:tag name="KSO_WM_TEMPLATE_CATEGORY" val="custom"/>
  <p:tag name="KSO_WM_TEMPLATE_INDEX" val="20187308"/>
</p:tagLst>
</file>

<file path=ppt/tags/tag30.xml><?xml version="1.0" encoding="utf-8"?>
<p:tagLst xmlns:p="http://schemas.openxmlformats.org/presentationml/2006/main">
  <p:tag name="KSO_WM_BEAUTIFY_FLAG" val="#wm#"/>
  <p:tag name="KSO_WM_TEMPLATE_CATEGORY" val="custom"/>
  <p:tag name="KSO_WM_TEMPLATE_INDEX" val="20187308"/>
</p:tagLst>
</file>

<file path=ppt/tags/tag31.xml><?xml version="1.0" encoding="utf-8"?>
<p:tagLst xmlns:p="http://schemas.openxmlformats.org/presentationml/2006/main">
  <p:tag name="KSO_WM_BEAUTIFY_FLAG" val="#wm#"/>
  <p:tag name="KSO_WM_TEMPLATE_CATEGORY" val="custom"/>
  <p:tag name="KSO_WM_TEMPLATE_INDEX" val="20187308"/>
</p:tagLst>
</file>

<file path=ppt/tags/tag32.xml><?xml version="1.0" encoding="utf-8"?>
<p:tagLst xmlns:p="http://schemas.openxmlformats.org/presentationml/2006/main">
  <p:tag name="KSO_WM_BEAUTIFY_FLAG" val="#wm#"/>
  <p:tag name="KSO_WM_TEMPLATE_CATEGORY" val="custom"/>
  <p:tag name="KSO_WM_TEMPLATE_INDEX" val="20187308"/>
</p:tagLst>
</file>

<file path=ppt/tags/tag33.xml><?xml version="1.0" encoding="utf-8"?>
<p:tagLst xmlns:p="http://schemas.openxmlformats.org/presentationml/2006/main">
  <p:tag name="KSO_WM_BEAUTIFY_FLAG" val="#wm#"/>
  <p:tag name="KSO_WM_TEMPLATE_CATEGORY" val="custom"/>
  <p:tag name="KSO_WM_TEMPLATE_INDEX" val="20187308"/>
</p:tagLst>
</file>

<file path=ppt/tags/tag34.xml><?xml version="1.0" encoding="utf-8"?>
<p:tagLst xmlns:p="http://schemas.openxmlformats.org/presentationml/2006/main">
  <p:tag name="KSO_WM_BEAUTIFY_FLAG" val="#wm#"/>
  <p:tag name="KSO_WM_TEMPLATE_CATEGORY" val="custom"/>
  <p:tag name="KSO_WM_TEMPLATE_INDEX" val="20187308"/>
</p:tagLst>
</file>

<file path=ppt/tags/tag35.xml><?xml version="1.0" encoding="utf-8"?>
<p:tagLst xmlns:p="http://schemas.openxmlformats.org/presentationml/2006/main">
  <p:tag name="KSO_WM_BEAUTIFY_FLAG" val="#wm#"/>
  <p:tag name="KSO_WM_TEMPLATE_CATEGORY" val="custom"/>
  <p:tag name="KSO_WM_TEMPLATE_INDEX" val="20187308"/>
</p:tagLst>
</file>

<file path=ppt/tags/tag36.xml><?xml version="1.0" encoding="utf-8"?>
<p:tagLst xmlns:p="http://schemas.openxmlformats.org/presentationml/2006/main">
  <p:tag name="KSO_WM_BEAUTIFY_FLAG" val="#wm#"/>
  <p:tag name="KSO_WM_TEMPLATE_CATEGORY" val="custom"/>
  <p:tag name="KSO_WM_TEMPLATE_INDEX" val="20187308"/>
</p:tagLst>
</file>

<file path=ppt/tags/tag37.xml><?xml version="1.0" encoding="utf-8"?>
<p:tagLst xmlns:p="http://schemas.openxmlformats.org/presentationml/2006/main">
  <p:tag name="KSO_WM_BEAUTIFY_FLAG" val="#wm#"/>
  <p:tag name="KSO_WM_TEMPLATE_CATEGORY" val="custom"/>
  <p:tag name="KSO_WM_TEMPLATE_INDEX" val="20187308"/>
</p:tagLst>
</file>

<file path=ppt/tags/tag38.xml><?xml version="1.0" encoding="utf-8"?>
<p:tagLst xmlns:p="http://schemas.openxmlformats.org/presentationml/2006/main">
  <p:tag name="KSO_WM_BEAUTIFY_FLAG" val="#wm#"/>
  <p:tag name="KSO_WM_TEMPLATE_CATEGORY" val="custom"/>
  <p:tag name="KSO_WM_TEMPLATE_INDEX" val="20187308"/>
</p:tagLst>
</file>

<file path=ppt/tags/tag39.xml><?xml version="1.0" encoding="utf-8"?>
<p:tagLst xmlns:p="http://schemas.openxmlformats.org/presentationml/2006/main">
  <p:tag name="KSO_WM_BEAUTIFY_FLAG" val="#wm#"/>
  <p:tag name="KSO_WM_TEMPLATE_CATEGORY" val="custom"/>
  <p:tag name="KSO_WM_TEMPLATE_INDEX" val="20187308"/>
</p:tagLst>
</file>

<file path=ppt/tags/tag40.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黑马程序员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4329</Words>
  <Application>WPS 演示</Application>
  <PresentationFormat>全屏显示(16:9)</PresentationFormat>
  <Paragraphs>302</Paragraphs>
  <Slides>40</Slides>
  <Notes>13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40</vt:i4>
      </vt:variant>
    </vt:vector>
  </HeadingPairs>
  <TitlesOfParts>
    <vt:vector size="52" baseType="lpstr">
      <vt:lpstr>Arial</vt:lpstr>
      <vt:lpstr>宋体</vt:lpstr>
      <vt:lpstr>Wingdings</vt:lpstr>
      <vt:lpstr>Segoe UI</vt:lpstr>
      <vt:lpstr>微软雅黑</vt:lpstr>
      <vt:lpstr>Calibri</vt:lpstr>
      <vt:lpstr>微软雅黑 Light</vt:lpstr>
      <vt:lpstr>Segoe UI Light</vt:lpstr>
      <vt:lpstr>黑体</vt:lpstr>
      <vt:lpstr>Arial Unicode MS</vt:lpstr>
      <vt:lpstr>等线</vt:lpstr>
      <vt:lpstr>黑马程序员主题​​</vt:lpstr>
      <vt:lpstr>Dlib训练</vt:lpstr>
      <vt:lpstr>PowerPoint 演示文稿</vt:lpstr>
      <vt:lpstr>PowerPoint 演示文稿</vt:lpstr>
      <vt:lpstr>1 功能简介</vt:lpstr>
      <vt:lpstr>1 功能简介</vt:lpstr>
      <vt:lpstr>1 功能简介</vt:lpstr>
      <vt:lpstr>1 功能简介</vt:lpstr>
      <vt:lpstr>1 功能简介</vt:lpstr>
      <vt:lpstr>1 功能简介</vt:lpstr>
      <vt:lpstr>PowerPoint 演示文稿</vt:lpstr>
      <vt:lpstr>2 数据集准备</vt:lpstr>
      <vt:lpstr>2 数据集准备</vt:lpstr>
      <vt:lpstr>2 数据集准备</vt:lpstr>
      <vt:lpstr>2 数据集准备</vt:lpstr>
      <vt:lpstr>2 数据集准备</vt:lpstr>
      <vt:lpstr>2 数据集准备</vt:lpstr>
      <vt:lpstr>2 数据集准备</vt:lpstr>
      <vt:lpstr>2 数据集准备</vt:lpstr>
      <vt:lpstr>PowerPoint 演示文稿</vt:lpstr>
      <vt:lpstr>3 模型训练</vt:lpstr>
      <vt:lpstr>3 模型训练</vt:lpstr>
      <vt:lpstr>3 模型训练</vt:lpstr>
      <vt:lpstr>3 模型训练</vt:lpstr>
      <vt:lpstr>3 模型训练</vt:lpstr>
      <vt:lpstr>3 模型训练</vt:lpstr>
      <vt:lpstr>PowerPoint 演示文稿</vt:lpstr>
      <vt:lpstr>3 模型训练</vt:lpstr>
      <vt:lpstr>3 模型训练</vt:lpstr>
      <vt:lpstr>3 模型训练</vt:lpstr>
      <vt:lpstr>3 模型训练</vt:lpstr>
      <vt:lpstr>3 模型训练</vt:lpstr>
      <vt:lpstr>3 模型训练</vt:lpstr>
      <vt:lpstr>PowerPoint 演示文稿</vt:lpstr>
      <vt:lpstr>4 测试与应用</vt:lpstr>
      <vt:lpstr>4 测试与应用</vt:lpstr>
      <vt:lpstr>4 测试与应用</vt:lpstr>
      <vt:lpstr>4 测试与应用</vt:lpstr>
      <vt:lpstr>4 测试与应用</vt:lpstr>
      <vt:lpstr>4 测试与应用</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Fan</dc:creator>
  <cp:lastModifiedBy>只喝汤</cp:lastModifiedBy>
  <cp:revision>378</cp:revision>
  <dcterms:created xsi:type="dcterms:W3CDTF">2018-10-05T21:01:00Z</dcterms:created>
  <dcterms:modified xsi:type="dcterms:W3CDTF">2022-07-21T02:36:17Z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2052-11.1.0.11753</vt:lpwstr>
  </property>
  <property fmtid="{D5CDD505-2E9C-101B-9397-08002B2CF9AE}" pid="3" name="ICV">
    <vt:lpwstr>BB6C327618274F009A4B913EB9D6C2D9</vt:lpwstr>
  </property>
</Properties>
</file>