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65" r:id="rId4"/>
    <p:sldId id="307" r:id="rId5"/>
    <p:sldId id="306" r:id="rId6"/>
    <p:sldId id="259" r:id="rId7"/>
    <p:sldId id="266" r:id="rId8"/>
    <p:sldId id="260" r:id="rId9"/>
    <p:sldId id="282" r:id="rId10"/>
    <p:sldId id="316" r:id="rId11"/>
    <p:sldId id="318" r:id="rId12"/>
    <p:sldId id="283" r:id="rId13"/>
    <p:sldId id="317" r:id="rId14"/>
    <p:sldId id="284" r:id="rId15"/>
    <p:sldId id="319" r:id="rId16"/>
    <p:sldId id="285" r:id="rId17"/>
    <p:sldId id="261" r:id="rId18"/>
    <p:sldId id="268" r:id="rId19"/>
    <p:sldId id="286" r:id="rId20"/>
    <p:sldId id="287" r:id="rId21"/>
    <p:sldId id="288" r:id="rId22"/>
    <p:sldId id="289" r:id="rId23"/>
    <p:sldId id="262" r:id="rId24"/>
    <p:sldId id="269" r:id="rId25"/>
    <p:sldId id="272" r:id="rId26"/>
    <p:sldId id="314" r:id="rId27"/>
    <p:sldId id="309" r:id="rId28"/>
    <p:sldId id="277" r:id="rId29"/>
    <p:sldId id="304" r:id="rId30"/>
    <p:sldId id="320" r:id="rId31"/>
    <p:sldId id="315" r:id="rId32"/>
    <p:sldId id="313" r:id="rId33"/>
    <p:sldId id="310" r:id="rId34"/>
    <p:sldId id="303" r:id="rId35"/>
    <p:sldId id="305" r:id="rId36"/>
    <p:sldId id="263" r:id="rId37"/>
    <p:sldId id="300" r:id="rId38"/>
    <p:sldId id="299" r:id="rId39"/>
    <p:sldId id="273" r:id="rId40"/>
    <p:sldId id="275" r:id="rId41"/>
    <p:sldId id="276" r:id="rId42"/>
    <p:sldId id="264" r:id="rId43"/>
    <p:sldId id="296" r:id="rId44"/>
    <p:sldId id="302" r:id="rId45"/>
    <p:sldId id="278" r:id="rId46"/>
    <p:sldId id="290" r:id="rId47"/>
    <p:sldId id="291" r:id="rId48"/>
    <p:sldId id="292" r:id="rId49"/>
    <p:sldId id="293" r:id="rId50"/>
    <p:sldId id="294" r:id="rId51"/>
    <p:sldId id="29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72" autoAdjust="0"/>
  </p:normalViewPr>
  <p:slideViewPr>
    <p:cSldViewPr>
      <p:cViewPr>
        <p:scale>
          <a:sx n="75" d="100"/>
          <a:sy n="75" d="100"/>
        </p:scale>
        <p:origin x="-2664" y="-5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ke" userId="f48425db970607a4" providerId="LiveId" clId="{E1AD54A5-4BD1-4C5D-9524-7A37E976700E}"/>
    <pc:docChg chg="undo custSel addSld delSld modSld sldOrd">
      <pc:chgData name="Weike" userId="f48425db970607a4" providerId="LiveId" clId="{E1AD54A5-4BD1-4C5D-9524-7A37E976700E}" dt="2023-08-03T00:25:50.742" v="345" actId="108"/>
      <pc:docMkLst>
        <pc:docMk/>
      </pc:docMkLst>
      <pc:sldChg chg="modSp del mod">
        <pc:chgData name="Weike" userId="f48425db970607a4" providerId="LiveId" clId="{E1AD54A5-4BD1-4C5D-9524-7A37E976700E}" dt="2023-07-31T23:54:43.293" v="128" actId="47"/>
        <pc:sldMkLst>
          <pc:docMk/>
          <pc:sldMk cId="4175757502" sldId="270"/>
        </pc:sldMkLst>
        <pc:spChg chg="mod">
          <ac:chgData name="Weike" userId="f48425db970607a4" providerId="LiveId" clId="{E1AD54A5-4BD1-4C5D-9524-7A37E976700E}" dt="2023-07-31T23:49:33.178" v="42" actId="20577"/>
          <ac:spMkLst>
            <pc:docMk/>
            <pc:sldMk cId="4175757502" sldId="270"/>
            <ac:spMk id="2" creationId="{00000000-0000-0000-0000-000000000000}"/>
          </ac:spMkLst>
        </pc:spChg>
      </pc:sldChg>
      <pc:sldChg chg="delSp modSp mod ord">
        <pc:chgData name="Weike" userId="f48425db970607a4" providerId="LiveId" clId="{E1AD54A5-4BD1-4C5D-9524-7A37E976700E}" dt="2023-07-31T23:59:45.196" v="185" actId="207"/>
        <pc:sldMkLst>
          <pc:docMk/>
          <pc:sldMk cId="1954255896" sldId="277"/>
        </pc:sldMkLst>
        <pc:spChg chg="mod">
          <ac:chgData name="Weike" userId="f48425db970607a4" providerId="LiveId" clId="{E1AD54A5-4BD1-4C5D-9524-7A37E976700E}" dt="2023-07-31T23:55:09.099" v="133" actId="6549"/>
          <ac:spMkLst>
            <pc:docMk/>
            <pc:sldMk cId="1954255896" sldId="277"/>
            <ac:spMk id="2" creationId="{00000000-0000-0000-0000-000000000000}"/>
          </ac:spMkLst>
        </pc:spChg>
        <pc:spChg chg="mod">
          <ac:chgData name="Weike" userId="f48425db970607a4" providerId="LiveId" clId="{E1AD54A5-4BD1-4C5D-9524-7A37E976700E}" dt="2023-07-31T23:59:45.196" v="185" actId="207"/>
          <ac:spMkLst>
            <pc:docMk/>
            <pc:sldMk cId="1954255896" sldId="277"/>
            <ac:spMk id="3" creationId="{00000000-0000-0000-0000-000000000000}"/>
          </ac:spMkLst>
        </pc:spChg>
        <pc:spChg chg="del">
          <ac:chgData name="Weike" userId="f48425db970607a4" providerId="LiveId" clId="{E1AD54A5-4BD1-4C5D-9524-7A37E976700E}" dt="2023-07-31T23:55:11.706" v="134" actId="478"/>
          <ac:spMkLst>
            <pc:docMk/>
            <pc:sldMk cId="1954255896" sldId="277"/>
            <ac:spMk id="5" creationId="{8B97587F-D54E-46D5-A7EB-4F357EAE8777}"/>
          </ac:spMkLst>
        </pc:spChg>
      </pc:sldChg>
      <pc:sldChg chg="modSp mod">
        <pc:chgData name="Weike" userId="f48425db970607a4" providerId="LiveId" clId="{E1AD54A5-4BD1-4C5D-9524-7A37E976700E}" dt="2023-08-03T00:23:48.163" v="338"/>
        <pc:sldMkLst>
          <pc:docMk/>
          <pc:sldMk cId="3027155877" sldId="282"/>
        </pc:sldMkLst>
        <pc:spChg chg="mod">
          <ac:chgData name="Weike" userId="f48425db970607a4" providerId="LiveId" clId="{E1AD54A5-4BD1-4C5D-9524-7A37E976700E}" dt="2023-08-03T00:23:48.163" v="338"/>
          <ac:spMkLst>
            <pc:docMk/>
            <pc:sldMk cId="3027155877" sldId="282"/>
            <ac:spMk id="3" creationId="{00000000-0000-0000-0000-000000000000}"/>
          </ac:spMkLst>
        </pc:spChg>
      </pc:sldChg>
      <pc:sldChg chg="modSp mod">
        <pc:chgData name="Weike" userId="f48425db970607a4" providerId="LiveId" clId="{E1AD54A5-4BD1-4C5D-9524-7A37E976700E}" dt="2023-08-03T00:22:46.077" v="292" actId="20577"/>
        <pc:sldMkLst>
          <pc:docMk/>
          <pc:sldMk cId="2380355577" sldId="283"/>
        </pc:sldMkLst>
        <pc:spChg chg="mod">
          <ac:chgData name="Weike" userId="f48425db970607a4" providerId="LiveId" clId="{E1AD54A5-4BD1-4C5D-9524-7A37E976700E}" dt="2023-08-03T00:22:46.077" v="292" actId="20577"/>
          <ac:spMkLst>
            <pc:docMk/>
            <pc:sldMk cId="2380355577" sldId="283"/>
            <ac:spMk id="3" creationId="{00000000-0000-0000-0000-000000000000}"/>
          </ac:spMkLst>
        </pc:spChg>
      </pc:sldChg>
      <pc:sldChg chg="modSp mod">
        <pc:chgData name="Weike" userId="f48425db970607a4" providerId="LiveId" clId="{E1AD54A5-4BD1-4C5D-9524-7A37E976700E}" dt="2023-08-03T00:23:03.296" v="321" actId="20577"/>
        <pc:sldMkLst>
          <pc:docMk/>
          <pc:sldMk cId="1270577257" sldId="284"/>
        </pc:sldMkLst>
        <pc:spChg chg="mod">
          <ac:chgData name="Weike" userId="f48425db970607a4" providerId="LiveId" clId="{E1AD54A5-4BD1-4C5D-9524-7A37E976700E}" dt="2023-08-03T00:23:03.296" v="321" actId="20577"/>
          <ac:spMkLst>
            <pc:docMk/>
            <pc:sldMk cId="1270577257" sldId="284"/>
            <ac:spMk id="3" creationId="{00000000-0000-0000-0000-000000000000}"/>
          </ac:spMkLst>
        </pc:spChg>
      </pc:sldChg>
      <pc:sldChg chg="modSp mod">
        <pc:chgData name="Weike" userId="f48425db970607a4" providerId="LiveId" clId="{E1AD54A5-4BD1-4C5D-9524-7A37E976700E}" dt="2023-08-03T00:25:50.742" v="345" actId="108"/>
        <pc:sldMkLst>
          <pc:docMk/>
          <pc:sldMk cId="2867806736" sldId="285"/>
        </pc:sldMkLst>
        <pc:spChg chg="mod">
          <ac:chgData name="Weike" userId="f48425db970607a4" providerId="LiveId" clId="{E1AD54A5-4BD1-4C5D-9524-7A37E976700E}" dt="2023-08-03T00:25:50.742" v="345" actId="108"/>
          <ac:spMkLst>
            <pc:docMk/>
            <pc:sldMk cId="2867806736" sldId="285"/>
            <ac:spMk id="3" creationId="{00000000-0000-0000-0000-000000000000}"/>
          </ac:spMkLst>
        </pc:spChg>
      </pc:sldChg>
      <pc:sldChg chg="delSp modSp mod">
        <pc:chgData name="Weike" userId="f48425db970607a4" providerId="LiveId" clId="{E1AD54A5-4BD1-4C5D-9524-7A37E976700E}" dt="2023-08-01T00:00:02.668" v="190" actId="478"/>
        <pc:sldMkLst>
          <pc:docMk/>
          <pc:sldMk cId="1814311522" sldId="303"/>
        </pc:sldMkLst>
        <pc:spChg chg="mod">
          <ac:chgData name="Weike" userId="f48425db970607a4" providerId="LiveId" clId="{E1AD54A5-4BD1-4C5D-9524-7A37E976700E}" dt="2023-07-31T23:51:04.744" v="64" actId="6549"/>
          <ac:spMkLst>
            <pc:docMk/>
            <pc:sldMk cId="1814311522" sldId="303"/>
            <ac:spMk id="2" creationId="{00000000-0000-0000-0000-000000000000}"/>
          </ac:spMkLst>
        </pc:spChg>
        <pc:spChg chg="del">
          <ac:chgData name="Weike" userId="f48425db970607a4" providerId="LiveId" clId="{E1AD54A5-4BD1-4C5D-9524-7A37E976700E}" dt="2023-08-01T00:00:02.668" v="190" actId="478"/>
          <ac:spMkLst>
            <pc:docMk/>
            <pc:sldMk cId="1814311522" sldId="303"/>
            <ac:spMk id="8" creationId="{F7A65C03-6672-460F-BF34-437BC76A595E}"/>
          </ac:spMkLst>
        </pc:spChg>
      </pc:sldChg>
      <pc:sldChg chg="delSp modSp mod ord">
        <pc:chgData name="Weike" userId="f48425db970607a4" providerId="LiveId" clId="{E1AD54A5-4BD1-4C5D-9524-7A37E976700E}" dt="2023-07-31T23:59:48.705" v="187" actId="207"/>
        <pc:sldMkLst>
          <pc:docMk/>
          <pc:sldMk cId="1693079870" sldId="304"/>
        </pc:sldMkLst>
        <pc:spChg chg="mod">
          <ac:chgData name="Weike" userId="f48425db970607a4" providerId="LiveId" clId="{E1AD54A5-4BD1-4C5D-9524-7A37E976700E}" dt="2023-07-31T23:59:36.336" v="181" actId="20577"/>
          <ac:spMkLst>
            <pc:docMk/>
            <pc:sldMk cId="1693079870" sldId="304"/>
            <ac:spMk id="2" creationId="{00000000-0000-0000-0000-000000000000}"/>
          </ac:spMkLst>
        </pc:spChg>
        <pc:spChg chg="mod">
          <ac:chgData name="Weike" userId="f48425db970607a4" providerId="LiveId" clId="{E1AD54A5-4BD1-4C5D-9524-7A37E976700E}" dt="2023-07-31T23:59:48.705" v="187" actId="207"/>
          <ac:spMkLst>
            <pc:docMk/>
            <pc:sldMk cId="1693079870" sldId="304"/>
            <ac:spMk id="3" creationId="{00000000-0000-0000-0000-000000000000}"/>
          </ac:spMkLst>
        </pc:spChg>
        <pc:spChg chg="del">
          <ac:chgData name="Weike" userId="f48425db970607a4" providerId="LiveId" clId="{E1AD54A5-4BD1-4C5D-9524-7A37E976700E}" dt="2023-07-31T23:56:41.625" v="167" actId="478"/>
          <ac:spMkLst>
            <pc:docMk/>
            <pc:sldMk cId="1693079870" sldId="304"/>
            <ac:spMk id="5" creationId="{11BF8F7F-D5E8-41FA-B44E-E4CD43583932}"/>
          </ac:spMkLst>
        </pc:spChg>
        <pc:picChg chg="mod">
          <ac:chgData name="Weike" userId="f48425db970607a4" providerId="LiveId" clId="{E1AD54A5-4BD1-4C5D-9524-7A37E976700E}" dt="2023-07-31T23:56:58.328" v="176" actId="1035"/>
          <ac:picMkLst>
            <pc:docMk/>
            <pc:sldMk cId="1693079870" sldId="304"/>
            <ac:picMk id="3074" creationId="{00000000-0000-0000-0000-000000000000}"/>
          </ac:picMkLst>
        </pc:picChg>
      </pc:sldChg>
      <pc:sldChg chg="delSp mod">
        <pc:chgData name="Weike" userId="f48425db970607a4" providerId="LiveId" clId="{E1AD54A5-4BD1-4C5D-9524-7A37E976700E}" dt="2023-08-01T00:00:05.323" v="191" actId="478"/>
        <pc:sldMkLst>
          <pc:docMk/>
          <pc:sldMk cId="1093591793" sldId="305"/>
        </pc:sldMkLst>
        <pc:spChg chg="del">
          <ac:chgData name="Weike" userId="f48425db970607a4" providerId="LiveId" clId="{E1AD54A5-4BD1-4C5D-9524-7A37E976700E}" dt="2023-08-01T00:00:05.323" v="191" actId="478"/>
          <ac:spMkLst>
            <pc:docMk/>
            <pc:sldMk cId="1093591793" sldId="305"/>
            <ac:spMk id="10" creationId="{3DC9495F-AC55-4258-9575-7DB4D2759809}"/>
          </ac:spMkLst>
        </pc:spChg>
      </pc:sldChg>
      <pc:sldChg chg="modSp mod">
        <pc:chgData name="Weike" userId="f48425db970607a4" providerId="LiveId" clId="{E1AD54A5-4BD1-4C5D-9524-7A37E976700E}" dt="2023-08-03T00:17:34.020" v="214" actId="207"/>
        <pc:sldMkLst>
          <pc:docMk/>
          <pc:sldMk cId="3199175971" sldId="307"/>
        </pc:sldMkLst>
        <pc:spChg chg="mod">
          <ac:chgData name="Weike" userId="f48425db970607a4" providerId="LiveId" clId="{E1AD54A5-4BD1-4C5D-9524-7A37E976700E}" dt="2023-08-03T00:17:34.020" v="214" actId="207"/>
          <ac:spMkLst>
            <pc:docMk/>
            <pc:sldMk cId="3199175971" sldId="307"/>
            <ac:spMk id="3" creationId="{00000000-0000-0000-0000-000000000000}"/>
          </ac:spMkLst>
        </pc:spChg>
      </pc:sldChg>
      <pc:sldChg chg="modSp del mod">
        <pc:chgData name="Weike" userId="f48425db970607a4" providerId="LiveId" clId="{E1AD54A5-4BD1-4C5D-9524-7A37E976700E}" dt="2023-07-31T23:53:58.426" v="92" actId="47"/>
        <pc:sldMkLst>
          <pc:docMk/>
          <pc:sldMk cId="3163793363" sldId="308"/>
        </pc:sldMkLst>
        <pc:spChg chg="mod">
          <ac:chgData name="Weike" userId="f48425db970607a4" providerId="LiveId" clId="{E1AD54A5-4BD1-4C5D-9524-7A37E976700E}" dt="2023-07-31T23:49:19.769" v="18" actId="20577"/>
          <ac:spMkLst>
            <pc:docMk/>
            <pc:sldMk cId="3163793363" sldId="308"/>
            <ac:spMk id="2" creationId="{00000000-0000-0000-0000-000000000000}"/>
          </ac:spMkLst>
        </pc:spChg>
        <pc:spChg chg="mod">
          <ac:chgData name="Weike" userId="f48425db970607a4" providerId="LiveId" clId="{E1AD54A5-4BD1-4C5D-9524-7A37E976700E}" dt="2023-07-31T23:44:20.155" v="0" actId="20577"/>
          <ac:spMkLst>
            <pc:docMk/>
            <pc:sldMk cId="3163793363" sldId="308"/>
            <ac:spMk id="18" creationId="{DC03C634-93E6-4517-83AC-B50A21D72D9B}"/>
          </ac:spMkLst>
        </pc:spChg>
      </pc:sldChg>
      <pc:sldChg chg="delSp modSp mod ord">
        <pc:chgData name="Weike" userId="f48425db970607a4" providerId="LiveId" clId="{E1AD54A5-4BD1-4C5D-9524-7A37E976700E}" dt="2023-07-31T23:59:42.018" v="183" actId="207"/>
        <pc:sldMkLst>
          <pc:docMk/>
          <pc:sldMk cId="28797985" sldId="309"/>
        </pc:sldMkLst>
        <pc:spChg chg="mod">
          <ac:chgData name="Weike" userId="f48425db970607a4" providerId="LiveId" clId="{E1AD54A5-4BD1-4C5D-9524-7A37E976700E}" dt="2023-07-31T23:54:21.232" v="98" actId="20577"/>
          <ac:spMkLst>
            <pc:docMk/>
            <pc:sldMk cId="28797985" sldId="309"/>
            <ac:spMk id="2" creationId="{00000000-0000-0000-0000-000000000000}"/>
          </ac:spMkLst>
        </pc:spChg>
        <pc:spChg chg="mod">
          <ac:chgData name="Weike" userId="f48425db970607a4" providerId="LiveId" clId="{E1AD54A5-4BD1-4C5D-9524-7A37E976700E}" dt="2023-07-31T23:59:42.018" v="183" actId="207"/>
          <ac:spMkLst>
            <pc:docMk/>
            <pc:sldMk cId="28797985" sldId="309"/>
            <ac:spMk id="3" creationId="{00000000-0000-0000-0000-000000000000}"/>
          </ac:spMkLst>
        </pc:spChg>
        <pc:spChg chg="del">
          <ac:chgData name="Weike" userId="f48425db970607a4" providerId="LiveId" clId="{E1AD54A5-4BD1-4C5D-9524-7A37E976700E}" dt="2023-07-31T23:59:07.582" v="179" actId="478"/>
          <ac:spMkLst>
            <pc:docMk/>
            <pc:sldMk cId="28797985" sldId="309"/>
            <ac:spMk id="6" creationId="{2D441255-5C35-4722-97B8-7CFDA81CCB30}"/>
          </ac:spMkLst>
        </pc:spChg>
      </pc:sldChg>
      <pc:sldChg chg="delSp modSp mod">
        <pc:chgData name="Weike" userId="f48425db970607a4" providerId="LiveId" clId="{E1AD54A5-4BD1-4C5D-9524-7A37E976700E}" dt="2023-08-01T00:00:00.746" v="189" actId="478"/>
        <pc:sldMkLst>
          <pc:docMk/>
          <pc:sldMk cId="3926955118" sldId="310"/>
        </pc:sldMkLst>
        <pc:spChg chg="mod">
          <ac:chgData name="Weike" userId="f48425db970607a4" providerId="LiveId" clId="{E1AD54A5-4BD1-4C5D-9524-7A37E976700E}" dt="2023-07-31T23:50:59.807" v="56"/>
          <ac:spMkLst>
            <pc:docMk/>
            <pc:sldMk cId="3926955118" sldId="310"/>
            <ac:spMk id="2" creationId="{00000000-0000-0000-0000-000000000000}"/>
          </ac:spMkLst>
        </pc:spChg>
        <pc:spChg chg="del">
          <ac:chgData name="Weike" userId="f48425db970607a4" providerId="LiveId" clId="{E1AD54A5-4BD1-4C5D-9524-7A37E976700E}" dt="2023-08-01T00:00:00.746" v="189" actId="478"/>
          <ac:spMkLst>
            <pc:docMk/>
            <pc:sldMk cId="3926955118" sldId="310"/>
            <ac:spMk id="15" creationId="{68F632E5-AAC5-4612-85E6-EE9BA6AB1C2F}"/>
          </ac:spMkLst>
        </pc:spChg>
      </pc:sldChg>
      <pc:sldChg chg="modSp del mod">
        <pc:chgData name="Weike" userId="f48425db970607a4" providerId="LiveId" clId="{E1AD54A5-4BD1-4C5D-9524-7A37E976700E}" dt="2023-07-31T23:53:42.736" v="91" actId="47"/>
        <pc:sldMkLst>
          <pc:docMk/>
          <pc:sldMk cId="1573718407" sldId="311"/>
        </pc:sldMkLst>
        <pc:spChg chg="mod">
          <ac:chgData name="Weike" userId="f48425db970607a4" providerId="LiveId" clId="{E1AD54A5-4BD1-4C5D-9524-7A37E976700E}" dt="2023-07-31T23:48:42.475" v="7" actId="20577"/>
          <ac:spMkLst>
            <pc:docMk/>
            <pc:sldMk cId="1573718407" sldId="311"/>
            <ac:spMk id="2" creationId="{00000000-0000-0000-0000-000000000000}"/>
          </ac:spMkLst>
        </pc:spChg>
      </pc:sldChg>
      <pc:sldChg chg="delSp modSp mod">
        <pc:chgData name="Weike" userId="f48425db970607a4" providerId="LiveId" clId="{E1AD54A5-4BD1-4C5D-9524-7A37E976700E}" dt="2023-07-31T23:59:58.810" v="188" actId="478"/>
        <pc:sldMkLst>
          <pc:docMk/>
          <pc:sldMk cId="1319914065" sldId="313"/>
        </pc:sldMkLst>
        <pc:spChg chg="mod">
          <ac:chgData name="Weike" userId="f48425db970607a4" providerId="LiveId" clId="{E1AD54A5-4BD1-4C5D-9524-7A37E976700E}" dt="2023-07-31T23:50:54.969" v="55" actId="20577"/>
          <ac:spMkLst>
            <pc:docMk/>
            <pc:sldMk cId="1319914065" sldId="313"/>
            <ac:spMk id="2" creationId="{00000000-0000-0000-0000-000000000000}"/>
          </ac:spMkLst>
        </pc:spChg>
        <pc:spChg chg="del">
          <ac:chgData name="Weike" userId="f48425db970607a4" providerId="LiveId" clId="{E1AD54A5-4BD1-4C5D-9524-7A37E976700E}" dt="2023-07-31T23:59:58.810" v="188" actId="478"/>
          <ac:spMkLst>
            <pc:docMk/>
            <pc:sldMk cId="1319914065" sldId="313"/>
            <ac:spMk id="15" creationId="{68F632E5-AAC5-4612-85E6-EE9BA6AB1C2F}"/>
          </ac:spMkLst>
        </pc:spChg>
      </pc:sldChg>
      <pc:sldChg chg="addSp delSp modSp add mod">
        <pc:chgData name="Weike" userId="f48425db970607a4" providerId="LiveId" clId="{E1AD54A5-4BD1-4C5D-9524-7A37E976700E}" dt="2023-07-31T23:54:17.445" v="97" actId="207"/>
        <pc:sldMkLst>
          <pc:docMk/>
          <pc:sldMk cId="667973485" sldId="314"/>
        </pc:sldMkLst>
        <pc:spChg chg="mod">
          <ac:chgData name="Weike" userId="f48425db970607a4" providerId="LiveId" clId="{E1AD54A5-4BD1-4C5D-9524-7A37E976700E}" dt="2023-07-31T23:54:13.547" v="95" actId="6549"/>
          <ac:spMkLst>
            <pc:docMk/>
            <pc:sldMk cId="667973485" sldId="314"/>
            <ac:spMk id="2" creationId="{00000000-0000-0000-0000-000000000000}"/>
          </ac:spMkLst>
        </pc:spChg>
        <pc:spChg chg="mod">
          <ac:chgData name="Weike" userId="f48425db970607a4" providerId="LiveId" clId="{E1AD54A5-4BD1-4C5D-9524-7A37E976700E}" dt="2023-07-31T23:51:52.812" v="68" actId="6549"/>
          <ac:spMkLst>
            <pc:docMk/>
            <pc:sldMk cId="667973485" sldId="314"/>
            <ac:spMk id="3" creationId="{00000000-0000-0000-0000-000000000000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5" creationId="{E882B3ED-51DC-446F-A671-B1230406055E}"/>
          </ac:spMkLst>
        </pc:spChg>
        <pc:spChg chg="mod">
          <ac:chgData name="Weike" userId="f48425db970607a4" providerId="LiveId" clId="{E1AD54A5-4BD1-4C5D-9524-7A37E976700E}" dt="2023-07-31T23:54:17.445" v="97" actId="207"/>
          <ac:spMkLst>
            <pc:docMk/>
            <pc:sldMk cId="667973485" sldId="314"/>
            <ac:spMk id="6" creationId="{B7E921C3-51FE-42FC-AB3E-278BECF84E55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8" creationId="{00000000-0000-0000-0000-000000000000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9" creationId="{00000000-0000-0000-0000-000000000000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10" creationId="{00000000-0000-0000-0000-000000000000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11" creationId="{00000000-0000-0000-0000-000000000000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12" creationId="{00000000-0000-0000-0000-000000000000}"/>
          </ac:spMkLst>
        </pc:spChg>
        <pc:spChg chg="mod">
          <ac:chgData name="Weike" userId="f48425db970607a4" providerId="LiveId" clId="{E1AD54A5-4BD1-4C5D-9524-7A37E976700E}" dt="2023-07-31T23:52:51.898" v="82" actId="1035"/>
          <ac:spMkLst>
            <pc:docMk/>
            <pc:sldMk cId="667973485" sldId="314"/>
            <ac:spMk id="16" creationId="{00000000-0000-0000-0000-000000000000}"/>
          </ac:spMkLst>
        </pc:spChg>
        <pc:spChg chg="del">
          <ac:chgData name="Weike" userId="f48425db970607a4" providerId="LiveId" clId="{E1AD54A5-4BD1-4C5D-9524-7A37E976700E}" dt="2023-07-31T23:52:38.716" v="74" actId="478"/>
          <ac:spMkLst>
            <pc:docMk/>
            <pc:sldMk cId="667973485" sldId="314"/>
            <ac:spMk id="17" creationId="{00000000-0000-0000-0000-000000000000}"/>
          </ac:spMkLst>
        </pc:spChg>
        <pc:spChg chg="del">
          <ac:chgData name="Weike" userId="f48425db970607a4" providerId="LiveId" clId="{E1AD54A5-4BD1-4C5D-9524-7A37E976700E}" dt="2023-07-31T23:51:31.249" v="66" actId="478"/>
          <ac:spMkLst>
            <pc:docMk/>
            <pc:sldMk cId="667973485" sldId="314"/>
            <ac:spMk id="18" creationId="{DC03C634-93E6-4517-83AC-B50A21D72D9B}"/>
          </ac:spMkLst>
        </pc:spChg>
        <pc:picChg chg="add mod">
          <ac:chgData name="Weike" userId="f48425db970607a4" providerId="LiveId" clId="{E1AD54A5-4BD1-4C5D-9524-7A37E976700E}" dt="2023-07-31T23:53:07.962" v="88" actId="1036"/>
          <ac:picMkLst>
            <pc:docMk/>
            <pc:sldMk cId="667973485" sldId="314"/>
            <ac:picMk id="7" creationId="{95B6C6DE-F0FD-1C7D-50C1-44E243E55C0E}"/>
          </ac:picMkLst>
        </pc:picChg>
        <pc:picChg chg="del">
          <ac:chgData name="Weike" userId="f48425db970607a4" providerId="LiveId" clId="{E1AD54A5-4BD1-4C5D-9524-7A37E976700E}" dt="2023-07-31T23:52:35.242" v="71" actId="478"/>
          <ac:picMkLst>
            <pc:docMk/>
            <pc:sldMk cId="667973485" sldId="314"/>
            <ac:picMk id="14" creationId="{3861B2C9-CFB7-6633-0372-4FDB3FA5F8D8}"/>
          </ac:picMkLst>
        </pc:picChg>
      </pc:sldChg>
      <pc:sldChg chg="addSp delSp modSp add mod">
        <pc:chgData name="Weike" userId="f48425db970607a4" providerId="LiveId" clId="{E1AD54A5-4BD1-4C5D-9524-7A37E976700E}" dt="2023-08-01T00:03:34.588" v="213" actId="20577"/>
        <pc:sldMkLst>
          <pc:docMk/>
          <pc:sldMk cId="304520881" sldId="315"/>
        </pc:sldMkLst>
        <pc:spChg chg="mod">
          <ac:chgData name="Weike" userId="f48425db970607a4" providerId="LiveId" clId="{E1AD54A5-4BD1-4C5D-9524-7A37E976700E}" dt="2023-08-01T00:03:34.588" v="213" actId="20577"/>
          <ac:spMkLst>
            <pc:docMk/>
            <pc:sldMk cId="304520881" sldId="315"/>
            <ac:spMk id="2" creationId="{00000000-0000-0000-0000-000000000000}"/>
          </ac:spMkLst>
        </pc:spChg>
        <pc:picChg chg="del">
          <ac:chgData name="Weike" userId="f48425db970607a4" providerId="LiveId" clId="{E1AD54A5-4BD1-4C5D-9524-7A37E976700E}" dt="2023-08-01T00:01:04.683" v="195" actId="478"/>
          <ac:picMkLst>
            <pc:docMk/>
            <pc:sldMk cId="304520881" sldId="315"/>
            <ac:picMk id="5" creationId="{EF7AC808-6E4A-A56E-6475-4FFC7E62A8B8}"/>
          </ac:picMkLst>
        </pc:picChg>
        <pc:picChg chg="add del mod">
          <ac:chgData name="Weike" userId="f48425db970607a4" providerId="LiveId" clId="{E1AD54A5-4BD1-4C5D-9524-7A37E976700E}" dt="2023-08-01T00:01:07.038" v="197"/>
          <ac:picMkLst>
            <pc:docMk/>
            <pc:sldMk cId="304520881" sldId="315"/>
            <ac:picMk id="6" creationId="{0E6864F5-E8B2-302F-DA54-157654B84EFA}"/>
          </ac:picMkLst>
        </pc:picChg>
        <pc:picChg chg="del">
          <ac:chgData name="Weike" userId="f48425db970607a4" providerId="LiveId" clId="{E1AD54A5-4BD1-4C5D-9524-7A37E976700E}" dt="2023-08-01T00:02:31.370" v="202" actId="478"/>
          <ac:picMkLst>
            <pc:docMk/>
            <pc:sldMk cId="304520881" sldId="315"/>
            <ac:picMk id="8" creationId="{BFDD741C-C7AA-03EA-97FD-4D9E21228B09}"/>
          </ac:picMkLst>
        </pc:picChg>
        <pc:picChg chg="add mod">
          <ac:chgData name="Weike" userId="f48425db970607a4" providerId="LiveId" clId="{E1AD54A5-4BD1-4C5D-9524-7A37E976700E}" dt="2023-08-01T00:01:27.921" v="201" actId="1076"/>
          <ac:picMkLst>
            <pc:docMk/>
            <pc:sldMk cId="304520881" sldId="315"/>
            <ac:picMk id="9" creationId="{7E878F03-C3CE-C5B0-2168-E5FDF7F92CA9}"/>
          </ac:picMkLst>
        </pc:picChg>
        <pc:picChg chg="add mod">
          <ac:chgData name="Weike" userId="f48425db970607a4" providerId="LiveId" clId="{E1AD54A5-4BD1-4C5D-9524-7A37E976700E}" dt="2023-08-01T00:02:37.274" v="211" actId="1036"/>
          <ac:picMkLst>
            <pc:docMk/>
            <pc:sldMk cId="304520881" sldId="315"/>
            <ac:picMk id="11" creationId="{37179BCF-90AD-D561-0BA7-5E03FD5FEBAE}"/>
          </ac:picMkLst>
        </pc:picChg>
      </pc:sldChg>
    </pc:docChg>
  </pc:docChgLst>
  <pc:docChgLst>
    <pc:chgData name="Pan Weike" userId="f48425db970607a4" providerId="LiveId" clId="{458F1619-7F14-4119-B086-FD65067B8D9A}"/>
    <pc:docChg chg="undo custSel addSld delSld modSld">
      <pc:chgData name="Pan Weike" userId="f48425db970607a4" providerId="LiveId" clId="{458F1619-7F14-4119-B086-FD65067B8D9A}" dt="2020-09-12T07:05:45.760" v="601" actId="6549"/>
      <pc:docMkLst>
        <pc:docMk/>
      </pc:docMkLst>
      <pc:sldChg chg="modSp">
        <pc:chgData name="Pan Weike" userId="f48425db970607a4" providerId="LiveId" clId="{458F1619-7F14-4119-B086-FD65067B8D9A}" dt="2020-09-12T06:58:52.698" v="432" actId="207"/>
        <pc:sldMkLst>
          <pc:docMk/>
          <pc:sldMk cId="1274336098" sldId="266"/>
        </pc:sldMkLst>
        <pc:spChg chg="mod">
          <ac:chgData name="Pan Weike" userId="f48425db970607a4" providerId="LiveId" clId="{458F1619-7F14-4119-B086-FD65067B8D9A}" dt="2020-09-12T06:58:52.698" v="432" actId="207"/>
          <ac:spMkLst>
            <pc:docMk/>
            <pc:sldMk cId="1274336098" sldId="266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458F1619-7F14-4119-B086-FD65067B8D9A}" dt="2020-09-12T07:05:32.053" v="596"/>
        <pc:sldMkLst>
          <pc:docMk/>
          <pc:sldMk cId="4175757502" sldId="270"/>
        </pc:sldMkLst>
        <pc:spChg chg="mod">
          <ac:chgData name="Pan Weike" userId="f48425db970607a4" providerId="LiveId" clId="{458F1619-7F14-4119-B086-FD65067B8D9A}" dt="2020-09-12T07:05:32.053" v="596"/>
          <ac:spMkLst>
            <pc:docMk/>
            <pc:sldMk cId="4175757502" sldId="270"/>
            <ac:spMk id="2" creationId="{00000000-0000-0000-0000-000000000000}"/>
          </ac:spMkLst>
        </pc:spChg>
        <pc:spChg chg="mod">
          <ac:chgData name="Pan Weike" userId="f48425db970607a4" providerId="LiveId" clId="{458F1619-7F14-4119-B086-FD65067B8D9A}" dt="2020-09-12T07:05:06.752" v="595" actId="20577"/>
          <ac:spMkLst>
            <pc:docMk/>
            <pc:sldMk cId="4175757502" sldId="270"/>
            <ac:spMk id="3" creationId="{00000000-0000-0000-0000-000000000000}"/>
          </ac:spMkLst>
        </pc:spChg>
        <pc:spChg chg="add mod">
          <ac:chgData name="Pan Weike" userId="f48425db970607a4" providerId="LiveId" clId="{458F1619-7F14-4119-B086-FD65067B8D9A}" dt="2020-09-11T13:43:54.320" v="170" actId="12789"/>
          <ac:spMkLst>
            <pc:docMk/>
            <pc:sldMk cId="4175757502" sldId="270"/>
            <ac:spMk id="5" creationId="{E882B3ED-51DC-446F-A671-B1230406055E}"/>
          </ac:spMkLst>
        </pc:spChg>
        <pc:spChg chg="add mod">
          <ac:chgData name="Pan Weike" userId="f48425db970607a4" providerId="LiveId" clId="{458F1619-7F14-4119-B086-FD65067B8D9A}" dt="2020-09-11T13:44:02.531" v="174" actId="1035"/>
          <ac:spMkLst>
            <pc:docMk/>
            <pc:sldMk cId="4175757502" sldId="270"/>
            <ac:spMk id="6" creationId="{B7E921C3-51FE-42FC-AB3E-278BECF84E55}"/>
          </ac:spMkLst>
        </pc:spChg>
        <pc:spChg chg="mod">
          <ac:chgData name="Pan Weike" userId="f48425db970607a4" providerId="LiveId" clId="{458F1619-7F14-4119-B086-FD65067B8D9A}" dt="2020-09-11T13:43:49.888" v="169" actId="12789"/>
          <ac:spMkLst>
            <pc:docMk/>
            <pc:sldMk cId="4175757502" sldId="270"/>
            <ac:spMk id="8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9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10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11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12" creationId="{00000000-0000-0000-0000-000000000000}"/>
          </ac:spMkLst>
        </pc:spChg>
        <pc:spChg chg="del">
          <ac:chgData name="Pan Weike" userId="f48425db970607a4" providerId="LiveId" clId="{458F1619-7F14-4119-B086-FD65067B8D9A}" dt="2020-09-11T13:41:43.763" v="101" actId="478"/>
          <ac:spMkLst>
            <pc:docMk/>
            <pc:sldMk cId="4175757502" sldId="270"/>
            <ac:spMk id="13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11.719" v="181" actId="1035"/>
          <ac:spMkLst>
            <pc:docMk/>
            <pc:sldMk cId="4175757502" sldId="270"/>
            <ac:spMk id="16" creationId="{00000000-0000-0000-0000-000000000000}"/>
          </ac:spMkLst>
        </pc:spChg>
        <pc:spChg chg="mod ord">
          <ac:chgData name="Pan Weike" userId="f48425db970607a4" providerId="LiveId" clId="{458F1619-7F14-4119-B086-FD65067B8D9A}" dt="2020-09-11T13:44:47.122" v="194" actId="1038"/>
          <ac:spMkLst>
            <pc:docMk/>
            <pc:sldMk cId="4175757502" sldId="270"/>
            <ac:spMk id="17" creationId="{00000000-0000-0000-0000-000000000000}"/>
          </ac:spMkLst>
        </pc:spChg>
        <pc:picChg chg="del">
          <ac:chgData name="Pan Weike" userId="f48425db970607a4" providerId="LiveId" clId="{458F1619-7F14-4119-B086-FD65067B8D9A}" dt="2020-09-11T13:35:55.593" v="2" actId="478"/>
          <ac:picMkLst>
            <pc:docMk/>
            <pc:sldMk cId="4175757502" sldId="270"/>
            <ac:picMk id="4" creationId="{00000000-0000-0000-0000-000000000000}"/>
          </ac:picMkLst>
        </pc:picChg>
        <pc:picChg chg="add mod">
          <ac:chgData name="Pan Weike" userId="f48425db970607a4" providerId="LiveId" clId="{458F1619-7F14-4119-B086-FD65067B8D9A}" dt="2020-09-11T13:44:26.298" v="183" actId="14100"/>
          <ac:picMkLst>
            <pc:docMk/>
            <pc:sldMk cId="4175757502" sldId="270"/>
            <ac:picMk id="14" creationId="{5C8F3C4E-42DA-4429-8D8B-B17E2AE7D8D6}"/>
          </ac:picMkLst>
        </pc:picChg>
        <pc:picChg chg="del">
          <ac:chgData name="Pan Weike" userId="f48425db970607a4" providerId="LiveId" clId="{458F1619-7F14-4119-B086-FD65067B8D9A}" dt="2020-09-11T13:37:05.028" v="25" actId="478"/>
          <ac:picMkLst>
            <pc:docMk/>
            <pc:sldMk cId="4175757502" sldId="270"/>
            <ac:picMk id="1026" creationId="{00000000-0000-0000-0000-000000000000}"/>
          </ac:picMkLst>
        </pc:picChg>
        <pc:picChg chg="del">
          <ac:chgData name="Pan Weike" userId="f48425db970607a4" providerId="LiveId" clId="{458F1619-7F14-4119-B086-FD65067B8D9A}" dt="2020-09-11T13:39:57.603" v="67" actId="478"/>
          <ac:picMkLst>
            <pc:docMk/>
            <pc:sldMk cId="4175757502" sldId="270"/>
            <ac:picMk id="1027" creationId="{00000000-0000-0000-0000-000000000000}"/>
          </ac:picMkLst>
        </pc:picChg>
      </pc:sldChg>
      <pc:sldChg chg="modSp add mod">
        <pc:chgData name="Pan Weike" userId="f48425db970607a4" providerId="LiveId" clId="{458F1619-7F14-4119-B086-FD65067B8D9A}" dt="2020-09-12T07:05:43.616" v="600" actId="6549"/>
        <pc:sldMkLst>
          <pc:docMk/>
          <pc:sldMk cId="256366896" sldId="272"/>
        </pc:sldMkLst>
        <pc:spChg chg="mod">
          <ac:chgData name="Pan Weike" userId="f48425db970607a4" providerId="LiveId" clId="{458F1619-7F14-4119-B086-FD65067B8D9A}" dt="2020-09-12T07:05:43.616" v="600" actId="6549"/>
          <ac:spMkLst>
            <pc:docMk/>
            <pc:sldMk cId="256366896" sldId="272"/>
            <ac:spMk id="2" creationId="{00000000-0000-0000-0000-000000000000}"/>
          </ac:spMkLst>
        </pc:spChg>
      </pc:sldChg>
      <pc:sldChg chg="del">
        <pc:chgData name="Pan Weike" userId="f48425db970607a4" providerId="LiveId" clId="{458F1619-7F14-4119-B086-FD65067B8D9A}" dt="2020-09-11T14:08:59.521" v="283" actId="47"/>
        <pc:sldMkLst>
          <pc:docMk/>
          <pc:sldMk cId="1814311522" sldId="272"/>
        </pc:sldMkLst>
      </pc:sldChg>
      <pc:sldChg chg="addSp delSp modSp mod modNotesTx">
        <pc:chgData name="Pan Weike" userId="f48425db970607a4" providerId="LiveId" clId="{458F1619-7F14-4119-B086-FD65067B8D9A}" dt="2020-09-12T07:05:33.874" v="597" actId="6549"/>
        <pc:sldMkLst>
          <pc:docMk/>
          <pc:sldMk cId="1954255896" sldId="277"/>
        </pc:sldMkLst>
        <pc:spChg chg="mod">
          <ac:chgData name="Pan Weike" userId="f48425db970607a4" providerId="LiveId" clId="{458F1619-7F14-4119-B086-FD65067B8D9A}" dt="2020-09-12T07:05:33.874" v="597" actId="6549"/>
          <ac:spMkLst>
            <pc:docMk/>
            <pc:sldMk cId="1954255896" sldId="277"/>
            <ac:spMk id="2" creationId="{00000000-0000-0000-0000-000000000000}"/>
          </ac:spMkLst>
        </pc:spChg>
        <pc:spChg chg="mod">
          <ac:chgData name="Pan Weike" userId="f48425db970607a4" providerId="LiveId" clId="{458F1619-7F14-4119-B086-FD65067B8D9A}" dt="2020-09-11T14:00:49.442" v="247" actId="113"/>
          <ac:spMkLst>
            <pc:docMk/>
            <pc:sldMk cId="1954255896" sldId="277"/>
            <ac:spMk id="3" creationId="{00000000-0000-0000-0000-000000000000}"/>
          </ac:spMkLst>
        </pc:spChg>
        <pc:picChg chg="add del mod">
          <ac:chgData name="Pan Weike" userId="f48425db970607a4" providerId="LiveId" clId="{458F1619-7F14-4119-B086-FD65067B8D9A}" dt="2020-09-11T13:59:02.252" v="208" actId="478"/>
          <ac:picMkLst>
            <pc:docMk/>
            <pc:sldMk cId="1954255896" sldId="277"/>
            <ac:picMk id="5" creationId="{3F39C425-05C1-459F-862F-18E200E0E4E1}"/>
          </ac:picMkLst>
        </pc:picChg>
        <pc:picChg chg="add mod">
          <ac:chgData name="Pan Weike" userId="f48425db970607a4" providerId="LiveId" clId="{458F1619-7F14-4119-B086-FD65067B8D9A}" dt="2020-09-11T14:00:32.776" v="245" actId="1036"/>
          <ac:picMkLst>
            <pc:docMk/>
            <pc:sldMk cId="1954255896" sldId="277"/>
            <ac:picMk id="7" creationId="{8EC2D590-07AA-4003-9B42-5E8C2EAE252F}"/>
          </ac:picMkLst>
        </pc:picChg>
        <pc:picChg chg="del">
          <ac:chgData name="Pan Weike" userId="f48425db970607a4" providerId="LiveId" clId="{458F1619-7F14-4119-B086-FD65067B8D9A}" dt="2020-09-11T13:59:04.121" v="209" actId="478"/>
          <ac:picMkLst>
            <pc:docMk/>
            <pc:sldMk cId="1954255896" sldId="277"/>
            <ac:picMk id="3074" creationId="{00000000-0000-0000-0000-000000000000}"/>
          </ac:picMkLst>
        </pc:picChg>
      </pc:sldChg>
      <pc:sldChg chg="modSp mod">
        <pc:chgData name="Pan Weike" userId="f48425db970607a4" providerId="LiveId" clId="{458F1619-7F14-4119-B086-FD65067B8D9A}" dt="2020-09-12T06:58:13.905" v="430" actId="20577"/>
        <pc:sldMkLst>
          <pc:docMk/>
          <pc:sldMk cId="3027155877" sldId="282"/>
        </pc:sldMkLst>
        <pc:spChg chg="mod">
          <ac:chgData name="Pan Weike" userId="f48425db970607a4" providerId="LiveId" clId="{458F1619-7F14-4119-B086-FD65067B8D9A}" dt="2020-09-12T06:58:13.905" v="430" actId="20577"/>
          <ac:spMkLst>
            <pc:docMk/>
            <pc:sldMk cId="3027155877" sldId="282"/>
            <ac:spMk id="3" creationId="{00000000-0000-0000-0000-000000000000}"/>
          </ac:spMkLst>
        </pc:spChg>
      </pc:sldChg>
      <pc:sldChg chg="modSp">
        <pc:chgData name="Pan Weike" userId="f48425db970607a4" providerId="LiveId" clId="{458F1619-7F14-4119-B086-FD65067B8D9A}" dt="2020-09-12T06:59:03.538" v="433" actId="207"/>
        <pc:sldMkLst>
          <pc:docMk/>
          <pc:sldMk cId="2380355577" sldId="283"/>
        </pc:sldMkLst>
        <pc:spChg chg="mod">
          <ac:chgData name="Pan Weike" userId="f48425db970607a4" providerId="LiveId" clId="{458F1619-7F14-4119-B086-FD65067B8D9A}" dt="2020-09-12T06:59:03.538" v="433" actId="207"/>
          <ac:spMkLst>
            <pc:docMk/>
            <pc:sldMk cId="2380355577" sldId="283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6:59:40.113" v="445" actId="20577"/>
        <pc:sldMkLst>
          <pc:docMk/>
          <pc:sldMk cId="1270577257" sldId="284"/>
        </pc:sldMkLst>
        <pc:spChg chg="mod">
          <ac:chgData name="Pan Weike" userId="f48425db970607a4" providerId="LiveId" clId="{458F1619-7F14-4119-B086-FD65067B8D9A}" dt="2020-09-12T06:59:40.113" v="445" actId="20577"/>
          <ac:spMkLst>
            <pc:docMk/>
            <pc:sldMk cId="1270577257" sldId="284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7:01:48.432" v="538" actId="20577"/>
        <pc:sldMkLst>
          <pc:docMk/>
          <pc:sldMk cId="2867806736" sldId="285"/>
        </pc:sldMkLst>
        <pc:spChg chg="mod">
          <ac:chgData name="Pan Weike" userId="f48425db970607a4" providerId="LiveId" clId="{458F1619-7F14-4119-B086-FD65067B8D9A}" dt="2020-09-12T07:01:48.432" v="538" actId="20577"/>
          <ac:spMkLst>
            <pc:docMk/>
            <pc:sldMk cId="2867806736" sldId="285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7:02:25.127" v="569" actId="6549"/>
        <pc:sldMkLst>
          <pc:docMk/>
          <pc:sldMk cId="2021335086" sldId="287"/>
        </pc:sldMkLst>
        <pc:spChg chg="mod">
          <ac:chgData name="Pan Weike" userId="f48425db970607a4" providerId="LiveId" clId="{458F1619-7F14-4119-B086-FD65067B8D9A}" dt="2020-09-12T07:02:25.127" v="569" actId="6549"/>
          <ac:spMkLst>
            <pc:docMk/>
            <pc:sldMk cId="2021335086" sldId="287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7:04:22.206" v="590"/>
        <pc:sldMkLst>
          <pc:docMk/>
          <pc:sldMk cId="377756720" sldId="288"/>
        </pc:sldMkLst>
        <pc:spChg chg="mod">
          <ac:chgData name="Pan Weike" userId="f48425db970607a4" providerId="LiveId" clId="{458F1619-7F14-4119-B086-FD65067B8D9A}" dt="2020-09-12T07:04:22.206" v="590"/>
          <ac:spMkLst>
            <pc:docMk/>
            <pc:sldMk cId="377756720" sldId="288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458F1619-7F14-4119-B086-FD65067B8D9A}" dt="2020-09-12T07:05:35.493" v="598" actId="6549"/>
        <pc:sldMkLst>
          <pc:docMk/>
          <pc:sldMk cId="1814311522" sldId="303"/>
        </pc:sldMkLst>
        <pc:spChg chg="mod">
          <ac:chgData name="Pan Weike" userId="f48425db970607a4" providerId="LiveId" clId="{458F1619-7F14-4119-B086-FD65067B8D9A}" dt="2020-09-12T07:05:35.493" v="598" actId="6549"/>
          <ac:spMkLst>
            <pc:docMk/>
            <pc:sldMk cId="1814311522" sldId="303"/>
            <ac:spMk id="2" creationId="{00000000-0000-0000-0000-000000000000}"/>
          </ac:spMkLst>
        </pc:spChg>
        <pc:spChg chg="mod">
          <ac:chgData name="Pan Weike" userId="f48425db970607a4" providerId="LiveId" clId="{458F1619-7F14-4119-B086-FD65067B8D9A}" dt="2020-09-11T14:21:37.623" v="398"/>
          <ac:spMkLst>
            <pc:docMk/>
            <pc:sldMk cId="1814311522" sldId="303"/>
            <ac:spMk id="3" creationId="{00000000-0000-0000-0000-000000000000}"/>
          </ac:spMkLst>
        </pc:spChg>
        <pc:spChg chg="del">
          <ac:chgData name="Pan Weike" userId="f48425db970607a4" providerId="LiveId" clId="{458F1619-7F14-4119-B086-FD65067B8D9A}" dt="2020-09-11T14:05:26.600" v="269" actId="478"/>
          <ac:spMkLst>
            <pc:docMk/>
            <pc:sldMk cId="1814311522" sldId="303"/>
            <ac:spMk id="11" creationId="{00000000-0000-0000-0000-000000000000}"/>
          </ac:spMkLst>
        </pc:spChg>
        <pc:spChg chg="del">
          <ac:chgData name="Pan Weike" userId="f48425db970607a4" providerId="LiveId" clId="{458F1619-7F14-4119-B086-FD65067B8D9A}" dt="2020-09-11T14:05:50.825" v="282" actId="478"/>
          <ac:spMkLst>
            <pc:docMk/>
            <pc:sldMk cId="1814311522" sldId="303"/>
            <ac:spMk id="15" creationId="{00000000-0000-0000-0000-000000000000}"/>
          </ac:spMkLst>
        </pc:spChg>
        <pc:picChg chg="add mod">
          <ac:chgData name="Pan Weike" userId="f48425db970607a4" providerId="LiveId" clId="{458F1619-7F14-4119-B086-FD65067B8D9A}" dt="2020-09-11T14:05:10.343" v="265" actId="1037"/>
          <ac:picMkLst>
            <pc:docMk/>
            <pc:sldMk cId="1814311522" sldId="303"/>
            <ac:picMk id="5" creationId="{4D4D6FD3-F9F4-4648-9EC7-2E46DC8526AA}"/>
          </ac:picMkLst>
        </pc:picChg>
        <pc:picChg chg="add mod">
          <ac:chgData name="Pan Weike" userId="f48425db970607a4" providerId="LiveId" clId="{458F1619-7F14-4119-B086-FD65067B8D9A}" dt="2020-09-11T14:05:41.208" v="280" actId="1035"/>
          <ac:picMkLst>
            <pc:docMk/>
            <pc:sldMk cId="1814311522" sldId="303"/>
            <ac:picMk id="7" creationId="{D416919A-D9EF-4188-8CF0-642F045EEA7C}"/>
          </ac:picMkLst>
        </pc:picChg>
        <pc:picChg chg="add mod">
          <ac:chgData name="Pan Weike" userId="f48425db970607a4" providerId="LiveId" clId="{458F1619-7F14-4119-B086-FD65067B8D9A}" dt="2020-09-11T14:21:40.307" v="402" actId="1037"/>
          <ac:picMkLst>
            <pc:docMk/>
            <pc:sldMk cId="1814311522" sldId="303"/>
            <ac:picMk id="10" creationId="{DDD5C1D3-4D40-4DAF-8C67-5DBD4398BFF2}"/>
          </ac:picMkLst>
        </pc:picChg>
        <pc:picChg chg="del">
          <ac:chgData name="Pan Weike" userId="f48425db970607a4" providerId="LiveId" clId="{458F1619-7F14-4119-B086-FD65067B8D9A}" dt="2020-09-11T14:02:05.139" v="248" actId="478"/>
          <ac:picMkLst>
            <pc:docMk/>
            <pc:sldMk cId="1814311522" sldId="303"/>
            <ac:picMk id="4098" creationId="{00000000-0000-0000-0000-000000000000}"/>
          </ac:picMkLst>
        </pc:picChg>
        <pc:picChg chg="del">
          <ac:chgData name="Pan Weike" userId="f48425db970607a4" providerId="LiveId" clId="{458F1619-7F14-4119-B086-FD65067B8D9A}" dt="2020-09-11T14:05:21.352" v="266" actId="478"/>
          <ac:picMkLst>
            <pc:docMk/>
            <pc:sldMk cId="1814311522" sldId="303"/>
            <ac:picMk id="4100" creationId="{00000000-0000-0000-0000-000000000000}"/>
          </ac:picMkLst>
        </pc:picChg>
        <pc:cxnChg chg="del">
          <ac:chgData name="Pan Weike" userId="f48425db970607a4" providerId="LiveId" clId="{458F1619-7F14-4119-B086-FD65067B8D9A}" dt="2020-09-11T14:05:46.008" v="281" actId="478"/>
          <ac:cxnSpMkLst>
            <pc:docMk/>
            <pc:sldMk cId="1814311522" sldId="303"/>
            <ac:cxnSpMk id="9" creationId="{00000000-0000-0000-0000-000000000000}"/>
          </ac:cxnSpMkLst>
        </pc:cxnChg>
      </pc:sldChg>
      <pc:sldChg chg="addSp delSp modSp add mod">
        <pc:chgData name="Pan Weike" userId="f48425db970607a4" providerId="LiveId" clId="{458F1619-7F14-4119-B086-FD65067B8D9A}" dt="2020-09-12T07:05:41.889" v="599" actId="6549"/>
        <pc:sldMkLst>
          <pc:docMk/>
          <pc:sldMk cId="1693079870" sldId="304"/>
        </pc:sldMkLst>
        <pc:spChg chg="mod">
          <ac:chgData name="Pan Weike" userId="f48425db970607a4" providerId="LiveId" clId="{458F1619-7F14-4119-B086-FD65067B8D9A}" dt="2020-09-12T07:05:41.889" v="599" actId="6549"/>
          <ac:spMkLst>
            <pc:docMk/>
            <pc:sldMk cId="1693079870" sldId="304"/>
            <ac:spMk id="2" creationId="{00000000-0000-0000-0000-000000000000}"/>
          </ac:spMkLst>
        </pc:spChg>
        <pc:picChg chg="add del mod">
          <ac:chgData name="Pan Weike" userId="f48425db970607a4" providerId="LiveId" clId="{458F1619-7F14-4119-B086-FD65067B8D9A}" dt="2020-09-11T14:22:02.590" v="404" actId="478"/>
          <ac:picMkLst>
            <pc:docMk/>
            <pc:sldMk cId="1693079870" sldId="304"/>
            <ac:picMk id="3074" creationId="{00000000-0000-0000-0000-000000000000}"/>
          </ac:picMkLst>
        </pc:picChg>
      </pc:sldChg>
      <pc:sldChg chg="modSp add mod">
        <pc:chgData name="Pan Weike" userId="f48425db970607a4" providerId="LiveId" clId="{458F1619-7F14-4119-B086-FD65067B8D9A}" dt="2020-09-12T07:05:45.760" v="601" actId="6549"/>
        <pc:sldMkLst>
          <pc:docMk/>
          <pc:sldMk cId="1093591793" sldId="305"/>
        </pc:sldMkLst>
        <pc:spChg chg="mod">
          <ac:chgData name="Pan Weike" userId="f48425db970607a4" providerId="LiveId" clId="{458F1619-7F14-4119-B086-FD65067B8D9A}" dt="2020-09-12T07:05:45.760" v="601" actId="6549"/>
          <ac:spMkLst>
            <pc:docMk/>
            <pc:sldMk cId="1093591793" sldId="305"/>
            <ac:spMk id="2" creationId="{00000000-0000-0000-0000-000000000000}"/>
          </ac:spMkLst>
        </pc:spChg>
      </pc:sldChg>
    </pc:docChg>
  </pc:docChgLst>
  <pc:docChgLst>
    <pc:chgData name="Pan Weike" userId="f48425db970607a4" providerId="LiveId" clId="{5E161FE8-4E41-4D75-B0BE-59461114AF6A}"/>
    <pc:docChg chg="custSel addSld delSld modSld">
      <pc:chgData name="Pan Weike" userId="f48425db970607a4" providerId="LiveId" clId="{5E161FE8-4E41-4D75-B0BE-59461114AF6A}" dt="2021-09-12T11:04:49.598" v="282"/>
      <pc:docMkLst>
        <pc:docMk/>
      </pc:docMkLst>
      <pc:sldChg chg="modSp mod">
        <pc:chgData name="Pan Weike" userId="f48425db970607a4" providerId="LiveId" clId="{5E161FE8-4E41-4D75-B0BE-59461114AF6A}" dt="2021-09-09T01:26:13.845" v="0" actId="113"/>
        <pc:sldMkLst>
          <pc:docMk/>
          <pc:sldMk cId="3199175971" sldId="265"/>
        </pc:sldMkLst>
        <pc:spChg chg="mod">
          <ac:chgData name="Pan Weike" userId="f48425db970607a4" providerId="LiveId" clId="{5E161FE8-4E41-4D75-B0BE-59461114AF6A}" dt="2021-09-09T01:26:13.845" v="0" actId="113"/>
          <ac:spMkLst>
            <pc:docMk/>
            <pc:sldMk cId="3199175971" sldId="265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29:40.893" v="17" actId="20577"/>
        <pc:sldMkLst>
          <pc:docMk/>
          <pc:sldMk cId="1274336098" sldId="266"/>
        </pc:sldMkLst>
        <pc:spChg chg="mod">
          <ac:chgData name="Pan Weike" userId="f48425db970607a4" providerId="LiveId" clId="{5E161FE8-4E41-4D75-B0BE-59461114AF6A}" dt="2021-09-09T01:29:40.893" v="17" actId="20577"/>
          <ac:spMkLst>
            <pc:docMk/>
            <pc:sldMk cId="1274336098" sldId="266"/>
            <ac:spMk id="3" creationId="{00000000-0000-0000-0000-000000000000}"/>
          </ac:spMkLst>
        </pc:spChg>
      </pc:sldChg>
      <pc:sldChg chg="modNotesTx">
        <pc:chgData name="Pan Weike" userId="f48425db970607a4" providerId="LiveId" clId="{5E161FE8-4E41-4D75-B0BE-59461114AF6A}" dt="2021-09-09T01:46:48.735" v="240" actId="6549"/>
        <pc:sldMkLst>
          <pc:docMk/>
          <pc:sldMk cId="4175757502" sldId="270"/>
        </pc:sldMkLst>
      </pc:sldChg>
      <pc:sldChg chg="del">
        <pc:chgData name="Pan Weike" userId="f48425db970607a4" providerId="LiveId" clId="{5E161FE8-4E41-4D75-B0BE-59461114AF6A}" dt="2021-09-09T01:49:10.997" v="241" actId="2696"/>
        <pc:sldMkLst>
          <pc:docMk/>
          <pc:sldMk cId="256366896" sldId="272"/>
        </pc:sldMkLst>
      </pc:sldChg>
      <pc:sldChg chg="delSp modSp add mod">
        <pc:chgData name="Pan Weike" userId="f48425db970607a4" providerId="LiveId" clId="{5E161FE8-4E41-4D75-B0BE-59461114AF6A}" dt="2021-09-09T01:49:34.028" v="244" actId="478"/>
        <pc:sldMkLst>
          <pc:docMk/>
          <pc:sldMk cId="3044460906" sldId="272"/>
        </pc:sldMkLst>
        <pc:spChg chg="mod">
          <ac:chgData name="Pan Weike" userId="f48425db970607a4" providerId="LiveId" clId="{5E161FE8-4E41-4D75-B0BE-59461114AF6A}" dt="2021-09-09T01:49:31.340" v="243" actId="21"/>
          <ac:spMkLst>
            <pc:docMk/>
            <pc:sldMk cId="3044460906" sldId="272"/>
            <ac:spMk id="2" creationId="{00000000-0000-0000-0000-000000000000}"/>
          </ac:spMkLst>
        </pc:spChg>
        <pc:spChg chg="del">
          <ac:chgData name="Pan Weike" userId="f48425db970607a4" providerId="LiveId" clId="{5E161FE8-4E41-4D75-B0BE-59461114AF6A}" dt="2021-09-09T01:49:34.028" v="244" actId="478"/>
          <ac:spMkLst>
            <pc:docMk/>
            <pc:sldMk cId="3044460906" sldId="272"/>
            <ac:spMk id="8" creationId="{DAFE0E9B-0F14-4752-8442-68D7B56AF5AB}"/>
          </ac:spMkLst>
        </pc:spChg>
      </pc:sldChg>
      <pc:sldChg chg="modSp mod">
        <pc:chgData name="Pan Weike" userId="f48425db970607a4" providerId="LiveId" clId="{5E161FE8-4E41-4D75-B0BE-59461114AF6A}" dt="2021-09-09T02:05:30.235" v="278"/>
        <pc:sldMkLst>
          <pc:docMk/>
          <pc:sldMk cId="3208267418" sldId="278"/>
        </pc:sldMkLst>
        <pc:spChg chg="mod">
          <ac:chgData name="Pan Weike" userId="f48425db970607a4" providerId="LiveId" clId="{5E161FE8-4E41-4D75-B0BE-59461114AF6A}" dt="2021-09-09T02:05:30.235" v="278"/>
          <ac:spMkLst>
            <pc:docMk/>
            <pc:sldMk cId="3208267418" sldId="278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2:55.399" v="76" actId="6549"/>
        <pc:sldMkLst>
          <pc:docMk/>
          <pc:sldMk cId="3027155877" sldId="282"/>
        </pc:sldMkLst>
        <pc:spChg chg="mod">
          <ac:chgData name="Pan Weike" userId="f48425db970607a4" providerId="LiveId" clId="{5E161FE8-4E41-4D75-B0BE-59461114AF6A}" dt="2021-09-09T01:32:55.399" v="76" actId="6549"/>
          <ac:spMkLst>
            <pc:docMk/>
            <pc:sldMk cId="3027155877" sldId="282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6:08.775" v="79" actId="20577"/>
        <pc:sldMkLst>
          <pc:docMk/>
          <pc:sldMk cId="2380355577" sldId="283"/>
        </pc:sldMkLst>
        <pc:spChg chg="mod">
          <ac:chgData name="Pan Weike" userId="f48425db970607a4" providerId="LiveId" clId="{5E161FE8-4E41-4D75-B0BE-59461114AF6A}" dt="2021-09-09T01:36:08.775" v="79" actId="20577"/>
          <ac:spMkLst>
            <pc:docMk/>
            <pc:sldMk cId="2380355577" sldId="283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7:39.471" v="123" actId="20577"/>
        <pc:sldMkLst>
          <pc:docMk/>
          <pc:sldMk cId="1270577257" sldId="284"/>
        </pc:sldMkLst>
        <pc:spChg chg="mod">
          <ac:chgData name="Pan Weike" userId="f48425db970607a4" providerId="LiveId" clId="{5E161FE8-4E41-4D75-B0BE-59461114AF6A}" dt="2021-09-09T01:37:39.471" v="123" actId="20577"/>
          <ac:spMkLst>
            <pc:docMk/>
            <pc:sldMk cId="1270577257" sldId="284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9:25.965" v="151" actId="5793"/>
        <pc:sldMkLst>
          <pc:docMk/>
          <pc:sldMk cId="2867806736" sldId="285"/>
        </pc:sldMkLst>
        <pc:spChg chg="mod">
          <ac:chgData name="Pan Weike" userId="f48425db970607a4" providerId="LiveId" clId="{5E161FE8-4E41-4D75-B0BE-59461114AF6A}" dt="2021-09-09T01:39:25.965" v="151" actId="5793"/>
          <ac:spMkLst>
            <pc:docMk/>
            <pc:sldMk cId="2867806736" sldId="285"/>
            <ac:spMk id="3" creationId="{00000000-0000-0000-0000-000000000000}"/>
          </ac:spMkLst>
        </pc:spChg>
      </pc:sldChg>
      <pc:sldChg chg="modSp mod modNotesTx">
        <pc:chgData name="Pan Weike" userId="f48425db970607a4" providerId="LiveId" clId="{5E161FE8-4E41-4D75-B0BE-59461114AF6A}" dt="2021-09-09T01:41:48.361" v="220" actId="20577"/>
        <pc:sldMkLst>
          <pc:docMk/>
          <pc:sldMk cId="2834109325" sldId="286"/>
        </pc:sldMkLst>
        <pc:spChg chg="mod">
          <ac:chgData name="Pan Weike" userId="f48425db970607a4" providerId="LiveId" clId="{5E161FE8-4E41-4D75-B0BE-59461114AF6A}" dt="2021-09-09T01:41:12.587" v="153" actId="6549"/>
          <ac:spMkLst>
            <pc:docMk/>
            <pc:sldMk cId="2834109325" sldId="286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42:25.591" v="221" actId="113"/>
        <pc:sldMkLst>
          <pc:docMk/>
          <pc:sldMk cId="2021335086" sldId="287"/>
        </pc:sldMkLst>
        <pc:spChg chg="mod">
          <ac:chgData name="Pan Weike" userId="f48425db970607a4" providerId="LiveId" clId="{5E161FE8-4E41-4D75-B0BE-59461114AF6A}" dt="2021-09-09T01:42:25.591" v="221" actId="113"/>
          <ac:spMkLst>
            <pc:docMk/>
            <pc:sldMk cId="2021335086" sldId="287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43:20.679" v="225" actId="207"/>
        <pc:sldMkLst>
          <pc:docMk/>
          <pc:sldMk cId="377756720" sldId="288"/>
        </pc:sldMkLst>
        <pc:spChg chg="mod">
          <ac:chgData name="Pan Weike" userId="f48425db970607a4" providerId="LiveId" clId="{5E161FE8-4E41-4D75-B0BE-59461114AF6A}" dt="2021-09-09T01:43:20.679" v="225" actId="207"/>
          <ac:spMkLst>
            <pc:docMk/>
            <pc:sldMk cId="377756720" sldId="288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44:21.048" v="239"/>
        <pc:sldMkLst>
          <pc:docMk/>
          <pc:sldMk cId="2542254538" sldId="289"/>
        </pc:sldMkLst>
        <pc:spChg chg="mod">
          <ac:chgData name="Pan Weike" userId="f48425db970607a4" providerId="LiveId" clId="{5E161FE8-4E41-4D75-B0BE-59461114AF6A}" dt="2021-09-09T01:44:21.048" v="239"/>
          <ac:spMkLst>
            <pc:docMk/>
            <pc:sldMk cId="2542254538" sldId="289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2:07:19.785" v="279" actId="6549"/>
        <pc:sldMkLst>
          <pc:docMk/>
          <pc:sldMk cId="189373220" sldId="290"/>
        </pc:sldMkLst>
        <pc:spChg chg="mod">
          <ac:chgData name="Pan Weike" userId="f48425db970607a4" providerId="LiveId" clId="{5E161FE8-4E41-4D75-B0BE-59461114AF6A}" dt="2021-09-09T02:07:19.785" v="279" actId="6549"/>
          <ac:spMkLst>
            <pc:docMk/>
            <pc:sldMk cId="189373220" sldId="290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27:24.759" v="15"/>
        <pc:sldMkLst>
          <pc:docMk/>
          <pc:sldMk cId="3199175971" sldId="306"/>
        </pc:sldMkLst>
        <pc:spChg chg="mod">
          <ac:chgData name="Pan Weike" userId="f48425db970607a4" providerId="LiveId" clId="{5E161FE8-4E41-4D75-B0BE-59461114AF6A}" dt="2021-09-09T01:27:24.759" v="15"/>
          <ac:spMkLst>
            <pc:docMk/>
            <pc:sldMk cId="3199175971" sldId="306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12T11:04:49.598" v="282"/>
        <pc:sldMkLst>
          <pc:docMk/>
          <pc:sldMk cId="28797985" sldId="309"/>
        </pc:sldMkLst>
        <pc:spChg chg="mod">
          <ac:chgData name="Pan Weike" userId="f48425db970607a4" providerId="LiveId" clId="{5E161FE8-4E41-4D75-B0BE-59461114AF6A}" dt="2021-09-12T11:04:49.598" v="282"/>
          <ac:spMkLst>
            <pc:docMk/>
            <pc:sldMk cId="28797985" sldId="30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2023/9/2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53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141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57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FF"/>
                </a:solidFill>
              </a:rPr>
              <a:t>备注：不同</a:t>
            </a:r>
            <a:r>
              <a:rPr lang="en-US" altLang="zh-CN" sz="1200" dirty="0">
                <a:solidFill>
                  <a:srgbClr val="0000FF"/>
                </a:solidFill>
              </a:rPr>
              <a:t>Windows</a:t>
            </a:r>
            <a:r>
              <a:rPr lang="zh-CN" altLang="en-US" sz="1200" dirty="0">
                <a:solidFill>
                  <a:srgbClr val="0000FF"/>
                </a:solidFill>
              </a:rPr>
              <a:t>系统设置可能略有不同。在</a:t>
            </a:r>
            <a:r>
              <a:rPr lang="en-US" altLang="zh-CN" sz="1200" dirty="0">
                <a:solidFill>
                  <a:srgbClr val="0000FF"/>
                </a:solidFill>
              </a:rPr>
              <a:t>Windows 10</a:t>
            </a:r>
            <a:r>
              <a:rPr lang="zh-CN" altLang="en-US" sz="1200" dirty="0">
                <a:solidFill>
                  <a:srgbClr val="0000FF"/>
                </a:solidFill>
              </a:rPr>
              <a:t>专业版中，不设置</a:t>
            </a:r>
            <a:r>
              <a:rPr lang="en-US" altLang="zh-CN" sz="1200" dirty="0">
                <a:solidFill>
                  <a:srgbClr val="0000FF"/>
                </a:solidFill>
              </a:rPr>
              <a:t>JAVA_HOME, Path, CLASSPATH</a:t>
            </a:r>
            <a:r>
              <a:rPr lang="zh-CN" altLang="en-US" sz="1200" dirty="0">
                <a:solidFill>
                  <a:srgbClr val="0000FF"/>
                </a:solidFill>
              </a:rPr>
              <a:t>，也能在命令行下正常执行</a:t>
            </a:r>
            <a:r>
              <a:rPr lang="en-US" altLang="zh-CN" sz="1200" dirty="0">
                <a:solidFill>
                  <a:srgbClr val="0000FF"/>
                </a:solidFill>
              </a:rPr>
              <a:t>java -version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82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4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oracle.com/java/technologies/downloads/#jdk20-windows" TargetMode="External"/><Relationship Id="rId4" Type="http://schemas.openxmlformats.org/officeDocument/2006/relationships/hyperlink" Target="https://www.oracle.com/java/technologies/javase-downloads.htm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0/docs/api/index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lipse.org/downloads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://en.wikipedia.org/wiki/James_Gosling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://en.wikipedia.org/wiki/Joshua_Bloch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://en.wikipedia.org/wiki/Bill_Joy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://en.wikipedia.org/wiki/Scott_McNealy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://en.wikipedia.org/wiki/Doug_Lea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://en.wikipedia.org/wiki/Bruce_Ecke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+mn-lt"/>
              </a:rPr>
              <a:t>JAVA</a:t>
            </a:r>
            <a:r>
              <a:rPr lang="zh-CN" altLang="en-US" sz="48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潘微科</a:t>
            </a:r>
            <a:endParaRPr lang="en-US" altLang="zh-CN"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35496" y="6172200"/>
            <a:ext cx="8784976" cy="64633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dirty="0">
                <a:ea typeface="仿宋" panose="02010609060101010101" pitchFamily="49" charset="-122"/>
              </a:rPr>
              <a:t>Java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作者和其他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老师提供</a:t>
            </a:r>
            <a:r>
              <a:rPr lang="en-US" altLang="zh-CN" dirty="0">
                <a:ea typeface="仿宋" panose="02010609060101010101" pitchFamily="49" charset="-122"/>
              </a:rPr>
              <a:t>PowerPoint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zh-CN" altLang="en-US" dirty="0"/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说明：本课程所使用的所有讲义，都是在以上资料上修改的。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1.1 Java</a:t>
            </a:r>
            <a:r>
              <a:rPr lang="zh-CN" altLang="en-US" sz="2000" dirty="0">
                <a:solidFill>
                  <a:srgbClr val="FF0000"/>
                </a:solidFill>
              </a:rPr>
              <a:t>语言的诞生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186465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1.1 Java</a:t>
            </a:r>
            <a:r>
              <a:rPr lang="zh-CN" altLang="en-US" sz="3200" dirty="0"/>
              <a:t>语言的诞生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制造者、</a:t>
            </a:r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使用者和</a:t>
            </a:r>
            <a:r>
              <a:rPr lang="zh-CN" altLang="en-US" sz="2000" dirty="0">
                <a:solidFill>
                  <a:srgbClr val="FF0000"/>
                </a:solidFill>
              </a:rPr>
              <a:t>软件</a:t>
            </a:r>
            <a:r>
              <a:rPr lang="zh-CN" altLang="en-US" sz="2000" dirty="0"/>
              <a:t>编写者往往隶属于不同的公司。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软件编写者必须针对新的芯片</a:t>
            </a:r>
            <a:r>
              <a:rPr lang="zh-CN" altLang="en-US" sz="2000" b="1" dirty="0">
                <a:solidFill>
                  <a:srgbClr val="FF0000"/>
                </a:solidFill>
              </a:rPr>
              <a:t>重新编译</a:t>
            </a:r>
            <a:r>
              <a:rPr lang="zh-CN" altLang="en-US" sz="2000" dirty="0"/>
              <a:t>源程序，甚至需要对源程序</a:t>
            </a:r>
            <a:r>
              <a:rPr lang="zh-CN" altLang="en-US" sz="2000" dirty="0">
                <a:solidFill>
                  <a:srgbClr val="FF0000"/>
                </a:solidFill>
              </a:rPr>
              <a:t>进行必要的修改</a:t>
            </a:r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9175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1.1 Java</a:t>
            </a:r>
            <a:r>
              <a:rPr lang="zh-CN" altLang="en-US" sz="3200" dirty="0"/>
              <a:t>语言的诞生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诞生于</a:t>
            </a:r>
            <a:r>
              <a:rPr lang="en-US" altLang="zh-CN" sz="2000" dirty="0">
                <a:solidFill>
                  <a:srgbClr val="FF0000"/>
                </a:solidFill>
              </a:rPr>
              <a:t>1995</a:t>
            </a:r>
            <a:r>
              <a:rPr lang="zh-CN" altLang="en-US" sz="2000" dirty="0" smtClean="0"/>
              <a:t>年（</a:t>
            </a:r>
            <a:r>
              <a:rPr lang="zh-CN" altLang="en-US" sz="2000" dirty="0">
                <a:solidFill>
                  <a:srgbClr val="0000FF"/>
                </a:solidFill>
              </a:rPr>
              <a:t>注：</a:t>
            </a:r>
            <a:r>
              <a:rPr lang="en-US" altLang="zh-CN" sz="2000" dirty="0">
                <a:solidFill>
                  <a:srgbClr val="0000FF"/>
                </a:solidFill>
              </a:rPr>
              <a:t>1996</a:t>
            </a:r>
            <a:r>
              <a:rPr lang="zh-CN" altLang="en-US" sz="2000" dirty="0">
                <a:solidFill>
                  <a:srgbClr val="0000FF"/>
                </a:solidFill>
              </a:rPr>
              <a:t>发布</a:t>
            </a:r>
            <a:r>
              <a:rPr lang="en-US" altLang="zh-CN" sz="2000" dirty="0">
                <a:solidFill>
                  <a:srgbClr val="0000FF"/>
                </a:solidFill>
              </a:rPr>
              <a:t>Java 1.0</a:t>
            </a:r>
            <a:r>
              <a:rPr lang="zh-CN" altLang="en-US" sz="2000" dirty="0"/>
              <a:t>），是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公司组织开发的编程语言，主要贡献者是</a:t>
            </a:r>
            <a:r>
              <a:rPr lang="en-US" altLang="zh-CN" sz="2000" dirty="0">
                <a:solidFill>
                  <a:srgbClr val="FF0000"/>
                </a:solidFill>
              </a:rPr>
              <a:t>James </a:t>
            </a:r>
            <a:r>
              <a:rPr lang="en-US" altLang="zh-CN" sz="2000" dirty="0" smtClean="0">
                <a:solidFill>
                  <a:srgbClr val="FF0000"/>
                </a:solidFill>
              </a:rPr>
              <a:t>Gosling</a:t>
            </a:r>
            <a:r>
              <a:rPr lang="zh-CN" altLang="en-US" sz="2000" dirty="0" smtClean="0">
                <a:solidFill>
                  <a:srgbClr val="FF0000"/>
                </a:solidFill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</a:rPr>
              <a:t>Java</a:t>
            </a:r>
            <a:r>
              <a:rPr lang="zh-CN" altLang="en-US" sz="2000" dirty="0" smtClean="0">
                <a:solidFill>
                  <a:srgbClr val="FF0000"/>
                </a:solidFill>
              </a:rPr>
              <a:t>之父）</a:t>
            </a:r>
            <a:r>
              <a:rPr lang="zh-CN" altLang="en-US" sz="2000" dirty="0" smtClean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1990</a:t>
            </a:r>
            <a:r>
              <a:rPr lang="zh-CN" altLang="en-US" sz="2000" dirty="0"/>
              <a:t>年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公司成立了由</a:t>
            </a:r>
            <a:r>
              <a:rPr lang="en-US" altLang="zh-CN" sz="2000" dirty="0"/>
              <a:t>James Gosling</a:t>
            </a:r>
            <a:r>
              <a:rPr lang="zh-CN" altLang="en-US" sz="2000" dirty="0"/>
              <a:t>领导的开发小组，开始致力于开发一种</a:t>
            </a:r>
            <a:r>
              <a:rPr lang="zh-CN" altLang="en-US" sz="2000" dirty="0">
                <a:solidFill>
                  <a:srgbClr val="FF0000"/>
                </a:solidFill>
              </a:rPr>
              <a:t>可移植</a:t>
            </a:r>
            <a:r>
              <a:rPr lang="zh-CN" altLang="en-US" sz="2000" dirty="0"/>
              <a:t>的、</a:t>
            </a:r>
            <a:r>
              <a:rPr lang="zh-CN" altLang="en-US" sz="2000" dirty="0">
                <a:solidFill>
                  <a:srgbClr val="FF0000"/>
                </a:solidFill>
              </a:rPr>
              <a:t>跨平台</a:t>
            </a:r>
            <a:r>
              <a:rPr lang="zh-CN" altLang="en-US" sz="2000" dirty="0"/>
              <a:t>的语言，该语言能生成正确运行于各种</a:t>
            </a:r>
            <a:r>
              <a:rPr lang="zh-CN" altLang="en-US" sz="2000" dirty="0">
                <a:solidFill>
                  <a:srgbClr val="FF0000"/>
                </a:solidFill>
              </a:rPr>
              <a:t>操作系统</a:t>
            </a:r>
            <a:r>
              <a:rPr lang="zh-CN" altLang="en-US" sz="2000" dirty="0"/>
              <a:t>、各种</a:t>
            </a:r>
            <a:r>
              <a:rPr lang="en-US" altLang="zh-CN" sz="2000" dirty="0">
                <a:solidFill>
                  <a:srgbClr val="FF0000"/>
                </a:solidFill>
              </a:rPr>
              <a:t>CPU</a:t>
            </a:r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上的代码。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他们的钻研和努力促成了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语言的诞生。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的发展得利于</a:t>
            </a:r>
            <a:r>
              <a:rPr lang="en-US" altLang="zh-CN" sz="2000" dirty="0"/>
              <a:t>Internet</a:t>
            </a:r>
            <a:r>
              <a:rPr lang="zh-CN" altLang="en-US" sz="2000" dirty="0"/>
              <a:t>和</a:t>
            </a:r>
            <a:r>
              <a:rPr lang="en-US" altLang="zh-CN" sz="2000" dirty="0"/>
              <a:t>Web</a:t>
            </a:r>
            <a:r>
              <a:rPr lang="zh-CN" altLang="en-US" sz="2000" dirty="0"/>
              <a:t>的出现，</a:t>
            </a:r>
            <a:r>
              <a:rPr lang="en-US" altLang="zh-CN" sz="2000" dirty="0"/>
              <a:t>Internet</a:t>
            </a:r>
            <a:r>
              <a:rPr lang="zh-CN" altLang="en-US" sz="2000" dirty="0"/>
              <a:t>上有各种不同的计算机，它们可能使用完全不同的</a:t>
            </a:r>
            <a:r>
              <a:rPr lang="zh-CN" altLang="en-US" sz="2000" dirty="0">
                <a:solidFill>
                  <a:srgbClr val="FF0000"/>
                </a:solidFill>
              </a:rPr>
              <a:t>操作系统</a:t>
            </a:r>
            <a:r>
              <a:rPr lang="zh-CN" altLang="en-US" sz="2000" dirty="0"/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CPU</a:t>
            </a:r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，但仍希望运行相同的程序，</a:t>
            </a:r>
            <a:r>
              <a:rPr lang="en-US" altLang="zh-CN" sz="2000" dirty="0"/>
              <a:t>Java</a:t>
            </a:r>
            <a:r>
              <a:rPr lang="zh-CN" altLang="en-US" sz="2000" dirty="0"/>
              <a:t>的出现标志着</a:t>
            </a:r>
            <a:r>
              <a:rPr lang="zh-CN" altLang="en-US" sz="2000" dirty="0">
                <a:solidFill>
                  <a:srgbClr val="FF0000"/>
                </a:solidFill>
              </a:rPr>
              <a:t>真正的分布式系统</a:t>
            </a:r>
            <a:r>
              <a:rPr lang="zh-CN" altLang="en-US" sz="2000" dirty="0"/>
              <a:t>的到来。</a:t>
            </a:r>
          </a:p>
        </p:txBody>
      </p:sp>
    </p:spTree>
    <p:extLst>
      <p:ext uri="{BB962C8B-B14F-4D97-AF65-F5344CB8AC3E}">
        <p14:creationId xmlns:p14="http://schemas.microsoft.com/office/powerpoint/2010/main" val="319917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1.1 Java</a:t>
            </a:r>
            <a:r>
              <a:rPr lang="zh-CN" altLang="en-US" sz="3200" dirty="0"/>
              <a:t>语言的诞生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James Gosling</a:t>
            </a:r>
            <a:r>
              <a:rPr lang="zh-CN" altLang="en-US" sz="2000" dirty="0"/>
              <a:t>的办公室外面有一棵大橡树，他最初将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语言命名为</a:t>
            </a:r>
            <a:r>
              <a:rPr lang="en-US" altLang="zh-CN" sz="2000" dirty="0"/>
              <a:t>oak</a:t>
            </a:r>
            <a:r>
              <a:rPr lang="zh-CN" altLang="en-US" sz="2000" dirty="0"/>
              <a:t>（橡树），后来发现已经有一种计算机语言的名字叫</a:t>
            </a:r>
            <a:r>
              <a:rPr lang="en-US" altLang="zh-CN" sz="2000" dirty="0"/>
              <a:t>oak</a:t>
            </a:r>
            <a:r>
              <a:rPr lang="zh-CN" altLang="en-US" sz="2000" dirty="0"/>
              <a:t>，最后决定为这种语言起名为</a:t>
            </a:r>
            <a:r>
              <a:rPr lang="en-US" altLang="zh-CN" sz="2000" dirty="0"/>
              <a:t>Java</a:t>
            </a:r>
            <a:r>
              <a:rPr lang="zh-CN" altLang="en-US" sz="2000" dirty="0"/>
              <a:t>，其寓意是</a:t>
            </a:r>
            <a:r>
              <a:rPr lang="zh-CN" altLang="en-US" sz="2000" dirty="0">
                <a:solidFill>
                  <a:srgbClr val="FF0000"/>
                </a:solidFill>
              </a:rPr>
              <a:t>为世人端上一杯热咖啡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“</a:t>
            </a:r>
            <a:r>
              <a:rPr lang="en-US" altLang="zh-CN" sz="2000" dirty="0"/>
              <a:t>Java</a:t>
            </a:r>
            <a:r>
              <a:rPr lang="zh-CN" altLang="en-US" sz="2000" dirty="0"/>
              <a:t>”是印度尼西亚</a:t>
            </a:r>
            <a:r>
              <a:rPr lang="zh-CN" altLang="en-US" sz="2000" dirty="0">
                <a:solidFill>
                  <a:srgbClr val="FF0000"/>
                </a:solidFill>
              </a:rPr>
              <a:t>一个盛产咖啡的岛屿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pic>
        <p:nvPicPr>
          <p:cNvPr id="4" name="Picture 2" descr="http://upload.wikimedia.org/wikipedia/commons/thumb/a/a4/Java_logo_and_wordmark.svg/300px-Java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018" y="3429000"/>
            <a:ext cx="955964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17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1.2 </a:t>
            </a:r>
            <a:r>
              <a:rPr lang="zh-CN" altLang="en-US" sz="2000" dirty="0">
                <a:solidFill>
                  <a:srgbClr val="FF0000"/>
                </a:solidFill>
              </a:rPr>
              <a:t>学习</a:t>
            </a:r>
            <a:r>
              <a:rPr lang="en-US" altLang="zh-CN" sz="2000" dirty="0">
                <a:solidFill>
                  <a:srgbClr val="FF0000"/>
                </a:solidFill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的必要性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53092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1.2 </a:t>
            </a:r>
            <a:r>
              <a:rPr lang="zh-CN" altLang="en-US" sz="3200" dirty="0"/>
              <a:t>学习</a:t>
            </a:r>
            <a:r>
              <a:rPr lang="en-US" altLang="zh-CN" sz="3200" dirty="0"/>
              <a:t>Java</a:t>
            </a:r>
            <a:r>
              <a:rPr lang="zh-CN" altLang="en-US" sz="3200" dirty="0"/>
              <a:t>的必要性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不仅可以用来开发大型的桌面应用程序，而且特别适合于</a:t>
            </a:r>
            <a:r>
              <a:rPr lang="en-US" altLang="zh-CN" sz="2000" dirty="0"/>
              <a:t>Internet</a:t>
            </a:r>
            <a:r>
              <a:rPr lang="zh-CN" altLang="en-US" sz="2000" dirty="0"/>
              <a:t>的应用开发。</a:t>
            </a:r>
            <a:endParaRPr lang="en-US" altLang="zh-CN" sz="2000" dirty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目前</a:t>
            </a:r>
            <a:r>
              <a:rPr lang="zh-CN" altLang="en-US" sz="2000" dirty="0"/>
              <a:t>，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语言不仅是一门正在被广泛使用的编程语言，而且</a:t>
            </a:r>
            <a:r>
              <a:rPr lang="zh-CN" altLang="en-US" sz="2000" dirty="0">
                <a:solidFill>
                  <a:srgbClr val="FF0000"/>
                </a:solidFill>
              </a:rPr>
              <a:t>已成为软件设计开发者应当掌握的一门基础语言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Java</a:t>
            </a:r>
            <a:r>
              <a:rPr lang="zh-CN" altLang="en-US" sz="2000" dirty="0"/>
              <a:t>语言是</a:t>
            </a:r>
            <a:r>
              <a:rPr lang="zh-CN" altLang="en-US" sz="2000" dirty="0">
                <a:solidFill>
                  <a:srgbClr val="FF0000"/>
                </a:solidFill>
              </a:rPr>
              <a:t>面向对象编程</a:t>
            </a:r>
            <a:r>
              <a:rPr lang="zh-CN" altLang="en-US" sz="2000" dirty="0"/>
              <a:t>的，并涉及到</a:t>
            </a:r>
            <a:r>
              <a:rPr lang="zh-CN" altLang="en-US" sz="2000" dirty="0">
                <a:solidFill>
                  <a:srgbClr val="FF0000"/>
                </a:solidFill>
              </a:rPr>
              <a:t>网络</a:t>
            </a:r>
            <a:r>
              <a:rPr lang="zh-CN" altLang="en-US" sz="2000" dirty="0" smtClean="0">
                <a:solidFill>
                  <a:srgbClr val="FF0000"/>
                </a:solidFill>
              </a:rPr>
              <a:t>、数据库、多</a:t>
            </a:r>
            <a:r>
              <a:rPr lang="zh-CN" altLang="en-US" sz="2000" dirty="0">
                <a:solidFill>
                  <a:srgbClr val="FF0000"/>
                </a:solidFill>
              </a:rPr>
              <a:t>线程</a:t>
            </a:r>
            <a:r>
              <a:rPr lang="zh-CN" altLang="en-US" sz="2000" dirty="0"/>
              <a:t>等重要的基础知识，而且很多新的技术领域都涉及到了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语言，因此，学习和掌握</a:t>
            </a:r>
            <a:r>
              <a:rPr lang="en-US" altLang="zh-CN" sz="2000" dirty="0"/>
              <a:t>Java</a:t>
            </a:r>
            <a:r>
              <a:rPr lang="zh-CN" altLang="en-US" sz="2000" dirty="0"/>
              <a:t>已成为</a:t>
            </a:r>
            <a:r>
              <a:rPr lang="zh-CN" altLang="en-US" sz="2000" dirty="0">
                <a:solidFill>
                  <a:srgbClr val="FF0000"/>
                </a:solidFill>
              </a:rPr>
              <a:t>共识</a:t>
            </a:r>
            <a:r>
              <a:rPr lang="zh-CN" altLang="en-US" sz="2000" dirty="0"/>
              <a:t>。国内外许多大学已将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语言列入了本科教学计划；</a:t>
            </a:r>
            <a:r>
              <a:rPr lang="en-US" altLang="zh-CN" sz="2000" dirty="0"/>
              <a:t>IT</a:t>
            </a:r>
            <a:r>
              <a:rPr lang="zh-CN" altLang="en-US" sz="2000" dirty="0"/>
              <a:t>行业对</a:t>
            </a:r>
            <a:r>
              <a:rPr lang="en-US" altLang="zh-CN" sz="2000" dirty="0"/>
              <a:t>Java</a:t>
            </a:r>
            <a:r>
              <a:rPr lang="zh-CN" altLang="en-US" sz="2000" dirty="0"/>
              <a:t>人才的</a:t>
            </a:r>
            <a:r>
              <a:rPr lang="zh-CN" altLang="en-US" sz="2000" dirty="0" smtClean="0"/>
              <a:t>需求</a:t>
            </a:r>
            <a:r>
              <a:rPr lang="zh-CN" altLang="en-US" sz="2000" dirty="0" smtClean="0"/>
              <a:t>较大</a:t>
            </a:r>
            <a:r>
              <a:rPr lang="zh-CN" altLang="en-US" sz="2000" dirty="0" smtClean="0"/>
              <a:t>。</a:t>
            </a:r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27433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1.3 Java</a:t>
            </a:r>
            <a:r>
              <a:rPr lang="zh-CN" altLang="en-US" sz="2000" dirty="0">
                <a:solidFill>
                  <a:srgbClr val="FF0000"/>
                </a:solidFill>
              </a:rPr>
              <a:t>的特点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49921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简单易学（</a:t>
            </a:r>
            <a:r>
              <a:rPr lang="en-US" altLang="zh-CN" sz="2000" b="1" dirty="0"/>
              <a:t>Simple</a:t>
            </a:r>
            <a:r>
              <a:rPr lang="zh-CN" altLang="en-US" sz="2000" b="1" dirty="0"/>
              <a:t>）</a:t>
            </a:r>
          </a:p>
          <a:p>
            <a:pPr lvl="1"/>
            <a:r>
              <a:rPr lang="zh-CN" altLang="en-US" sz="2000" dirty="0"/>
              <a:t>风格</a:t>
            </a:r>
            <a:r>
              <a:rPr lang="zh-CN" altLang="en-US" sz="2000" dirty="0" smtClean="0"/>
              <a:t>类似于</a:t>
            </a:r>
            <a:r>
              <a:rPr lang="en-US" altLang="zh-CN" sz="2000" dirty="0" smtClean="0"/>
              <a:t>C/</a:t>
            </a:r>
            <a:r>
              <a:rPr lang="en-US" altLang="zh-CN" sz="2000" dirty="0" smtClean="0"/>
              <a:t>C</a:t>
            </a:r>
            <a:r>
              <a:rPr lang="en-US" altLang="zh-CN" sz="2000" dirty="0"/>
              <a:t>++</a:t>
            </a:r>
            <a:r>
              <a:rPr lang="zh-CN" altLang="en-US" sz="2000" dirty="0"/>
              <a:t>，基本语法与</a:t>
            </a:r>
            <a:r>
              <a:rPr lang="en-US" altLang="zh-CN" sz="2000" dirty="0" smtClean="0"/>
              <a:t>C/C++</a:t>
            </a:r>
            <a:r>
              <a:rPr lang="zh-CN" altLang="en-US" sz="2000" dirty="0"/>
              <a:t>语法</a:t>
            </a:r>
            <a:r>
              <a:rPr lang="zh-CN" altLang="en-US" sz="2000" dirty="0" smtClean="0"/>
              <a:t>类似；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摒弃了</a:t>
            </a:r>
            <a:r>
              <a:rPr lang="en-US" altLang="zh-CN" sz="2000" dirty="0" smtClean="0"/>
              <a:t>C/C</a:t>
            </a:r>
            <a:r>
              <a:rPr lang="en-US" altLang="zh-CN" sz="2000" dirty="0"/>
              <a:t>++</a:t>
            </a:r>
            <a:r>
              <a:rPr lang="zh-CN" altLang="en-US" sz="2000" dirty="0"/>
              <a:t>中容易引发程序错误的地方，如</a:t>
            </a:r>
            <a:r>
              <a:rPr lang="zh-CN" altLang="en-US" sz="2000" dirty="0">
                <a:solidFill>
                  <a:srgbClr val="FF0000"/>
                </a:solidFill>
              </a:rPr>
              <a:t>指针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内存管理（垃圾回收机制）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提供</a:t>
            </a:r>
            <a:r>
              <a:rPr lang="zh-CN" altLang="en-US" sz="2000" dirty="0"/>
              <a:t>了</a:t>
            </a:r>
            <a:r>
              <a:rPr lang="zh-CN" altLang="en-US" sz="2000" dirty="0">
                <a:solidFill>
                  <a:srgbClr val="FF0000"/>
                </a:solidFill>
              </a:rPr>
              <a:t>丰富的类库（</a:t>
            </a:r>
            <a:r>
              <a:rPr lang="en-US" altLang="zh-CN" sz="2000" dirty="0">
                <a:solidFill>
                  <a:srgbClr val="FF0000"/>
                </a:solidFill>
              </a:rPr>
              <a:t>API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。</a:t>
            </a:r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27155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 smtClean="0"/>
              <a:t>平台</a:t>
            </a:r>
            <a:r>
              <a:rPr lang="zh-CN" altLang="en-US" sz="2000" b="1" dirty="0"/>
              <a:t>无关性（</a:t>
            </a:r>
            <a:r>
              <a:rPr lang="en-US" altLang="zh-CN" sz="2000" b="1" dirty="0"/>
              <a:t>Platform Independent</a:t>
            </a:r>
            <a:r>
              <a:rPr lang="zh-CN" altLang="en-US" sz="2000" b="1" dirty="0"/>
              <a:t>）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源程序被编译成一种与机器</a:t>
            </a:r>
            <a:r>
              <a:rPr lang="en-US" altLang="zh-CN" sz="2000" dirty="0"/>
              <a:t>/</a:t>
            </a:r>
            <a:r>
              <a:rPr lang="zh-CN" altLang="en-US" sz="2000" dirty="0"/>
              <a:t>平台无关的</a:t>
            </a:r>
            <a:r>
              <a:rPr lang="zh-CN" altLang="en-US" sz="2000" dirty="0">
                <a:solidFill>
                  <a:srgbClr val="FF0000"/>
                </a:solidFill>
              </a:rPr>
              <a:t>字节码（</a:t>
            </a:r>
            <a:r>
              <a:rPr lang="en-US" altLang="zh-CN" sz="2000" dirty="0" err="1">
                <a:solidFill>
                  <a:srgbClr val="FF0000"/>
                </a:solidFill>
              </a:rPr>
              <a:t>bytecode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，</a:t>
            </a:r>
            <a:r>
              <a:rPr lang="en-US" altLang="zh-CN" sz="2000" dirty="0"/>
              <a:t> </a:t>
            </a:r>
            <a:r>
              <a:rPr lang="zh-CN" altLang="en-US" sz="2000" dirty="0"/>
              <a:t>被设计在</a:t>
            </a:r>
            <a:r>
              <a:rPr lang="en-US" altLang="zh-CN" sz="2000" dirty="0">
                <a:solidFill>
                  <a:srgbClr val="FF0000"/>
                </a:solidFill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虚拟机</a:t>
            </a:r>
            <a:r>
              <a:rPr lang="zh-CN" altLang="en-US" sz="2000" dirty="0"/>
              <a:t>上运行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Java</a:t>
            </a:r>
            <a:r>
              <a:rPr lang="zh-CN" altLang="en-US" sz="2000" dirty="0"/>
              <a:t>语言和其他语言相比，最大的优势就是平台（</a:t>
            </a:r>
            <a:r>
              <a:rPr lang="zh-CN" altLang="en-US" sz="2000" dirty="0">
                <a:solidFill>
                  <a:srgbClr val="FF0000"/>
                </a:solidFill>
              </a:rPr>
              <a:t>操作系统和</a:t>
            </a:r>
            <a:r>
              <a:rPr lang="en-US" altLang="zh-CN" sz="2000" dirty="0" smtClean="0">
                <a:solidFill>
                  <a:srgbClr val="FF0000"/>
                </a:solidFill>
              </a:rPr>
              <a:t>CPU</a:t>
            </a:r>
            <a:r>
              <a:rPr lang="zh-CN" altLang="en-US" sz="2000" dirty="0" smtClean="0">
                <a:solidFill>
                  <a:srgbClr val="FF0000"/>
                </a:solidFill>
              </a:rPr>
              <a:t>芯片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无关性，这也是</a:t>
            </a:r>
            <a:r>
              <a:rPr lang="en-US" altLang="zh-CN" sz="2000" dirty="0"/>
              <a:t>Java</a:t>
            </a:r>
            <a:r>
              <a:rPr lang="zh-CN" altLang="en-US" sz="2000" dirty="0"/>
              <a:t>风靡全球的主要原因。</a:t>
            </a:r>
            <a:r>
              <a:rPr lang="en-US" altLang="zh-CN" sz="2000" dirty="0"/>
              <a:t> </a:t>
            </a:r>
            <a:endParaRPr lang="en-US" altLang="zh-CN" sz="2000" dirty="0" smtClean="0"/>
          </a:p>
          <a:p>
            <a:pPr lvl="1"/>
            <a:r>
              <a:rPr lang="en-US" altLang="zh-CN" sz="2000" dirty="0" smtClean="0">
                <a:solidFill>
                  <a:srgbClr val="FF0000"/>
                </a:solidFill>
              </a:rPr>
              <a:t>"</a:t>
            </a:r>
            <a:r>
              <a:rPr lang="en-US" altLang="zh-CN" sz="2000" dirty="0">
                <a:solidFill>
                  <a:srgbClr val="FF0000"/>
                </a:solidFill>
              </a:rPr>
              <a:t>write once, run anywhere" (WORA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  <a:r>
              <a:rPr lang="en-US" altLang="zh-CN" sz="2000" dirty="0" smtClean="0"/>
              <a:t>.</a:t>
            </a:r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  <a:p>
            <a:pPr lvl="1"/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7819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可移植（</a:t>
            </a:r>
            <a:r>
              <a:rPr lang="en-US" altLang="zh-CN" sz="2000" b="1" dirty="0"/>
              <a:t>Portable</a:t>
            </a:r>
            <a:r>
              <a:rPr lang="zh-CN" altLang="en-US" sz="2000" b="1" dirty="0"/>
              <a:t>）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应用程序可以在配备了</a:t>
            </a:r>
            <a:r>
              <a:rPr lang="en-US" altLang="zh-CN" sz="2000" dirty="0"/>
              <a:t>Java</a:t>
            </a:r>
            <a:r>
              <a:rPr lang="zh-CN" altLang="en-US" sz="2000" dirty="0"/>
              <a:t>解释器（</a:t>
            </a:r>
            <a:r>
              <a:rPr lang="en-US" altLang="zh-CN" sz="2000" dirty="0"/>
              <a:t>interpreter</a:t>
            </a:r>
            <a:r>
              <a:rPr lang="zh-CN" altLang="en-US" sz="2000" dirty="0"/>
              <a:t>，即</a:t>
            </a:r>
            <a:r>
              <a:rPr lang="en-US" altLang="zh-CN" sz="2000" dirty="0"/>
              <a:t>java.exe</a:t>
            </a:r>
            <a:r>
              <a:rPr lang="zh-CN" altLang="en-US" sz="2000" dirty="0"/>
              <a:t>）和</a:t>
            </a:r>
            <a:r>
              <a:rPr lang="en-US" altLang="zh-CN" sz="2000" dirty="0"/>
              <a:t>Java</a:t>
            </a:r>
            <a:r>
              <a:rPr lang="zh-CN" altLang="en-US" sz="2000" dirty="0"/>
              <a:t>运行环境（</a:t>
            </a:r>
            <a:r>
              <a:rPr lang="en-US" altLang="zh-CN" sz="2000" dirty="0"/>
              <a:t>JRE</a:t>
            </a:r>
            <a:r>
              <a:rPr lang="zh-CN" altLang="en-US" sz="2000" dirty="0"/>
              <a:t>）的任何计算机系统上运行，通过定义</a:t>
            </a:r>
            <a:r>
              <a:rPr lang="zh-CN" altLang="en-US" sz="2000" b="1" dirty="0">
                <a:solidFill>
                  <a:srgbClr val="FF0000"/>
                </a:solidFill>
              </a:rPr>
              <a:t>独立于平台</a:t>
            </a:r>
            <a:r>
              <a:rPr lang="zh-CN" altLang="en-US" sz="2000" dirty="0"/>
              <a:t>的基本</a:t>
            </a:r>
            <a:r>
              <a:rPr lang="zh-CN" altLang="en-US" sz="2000" b="1" dirty="0">
                <a:solidFill>
                  <a:srgbClr val="FF0000"/>
                </a:solidFill>
              </a:rPr>
              <a:t>数据类型</a:t>
            </a:r>
            <a:r>
              <a:rPr lang="zh-CN" altLang="en-US" sz="2000" dirty="0"/>
              <a:t>及其运算，</a:t>
            </a:r>
            <a:r>
              <a:rPr lang="en-US" altLang="zh-CN" sz="2000" dirty="0"/>
              <a:t>Java</a:t>
            </a:r>
            <a:r>
              <a:rPr lang="zh-CN" altLang="en-US" sz="2000" dirty="0"/>
              <a:t>数据得以在任何硬件平台上保持一致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1503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面向对象（</a:t>
            </a:r>
            <a:r>
              <a:rPr lang="en-US" altLang="zh-CN" sz="2000" b="1" dirty="0"/>
              <a:t>Object Oriented</a:t>
            </a:r>
            <a:r>
              <a:rPr lang="zh-CN" altLang="en-US" sz="2000" b="1" dirty="0"/>
              <a:t>）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面向对象编程</a:t>
            </a:r>
            <a:r>
              <a:rPr lang="zh-CN" altLang="en-US" sz="2000" dirty="0"/>
              <a:t>是一种先进的编程思想，更加容易解决复杂的问题。支持静态和动态风格的代码继承及重用，是</a:t>
            </a:r>
            <a:r>
              <a:rPr lang="zh-CN" altLang="en-US" sz="2000" b="1" u="sng" dirty="0">
                <a:solidFill>
                  <a:srgbClr val="FF0000"/>
                </a:solidFill>
              </a:rPr>
              <a:t>完全</a:t>
            </a:r>
            <a:r>
              <a:rPr lang="zh-CN" altLang="en-US" sz="2000" dirty="0">
                <a:solidFill>
                  <a:srgbClr val="FF0000"/>
                </a:solidFill>
              </a:rPr>
              <a:t>面向对象</a:t>
            </a:r>
            <a:r>
              <a:rPr lang="zh-CN" altLang="en-US" sz="2000" dirty="0"/>
              <a:t>的，它</a:t>
            </a:r>
            <a:r>
              <a:rPr lang="zh-CN" altLang="en-US" sz="2000" b="1" u="sng" dirty="0">
                <a:solidFill>
                  <a:srgbClr val="FF0000"/>
                </a:solidFill>
              </a:rPr>
              <a:t>不支持</a:t>
            </a:r>
            <a:r>
              <a:rPr lang="zh-CN" altLang="en-US" sz="2000" dirty="0"/>
              <a:t>类似</a:t>
            </a:r>
            <a:r>
              <a:rPr lang="en-US" altLang="zh-CN" sz="2000" dirty="0"/>
              <a:t>C</a:t>
            </a:r>
            <a:r>
              <a:rPr lang="zh-CN" altLang="en-US" sz="2000" dirty="0"/>
              <a:t>语言那样的</a:t>
            </a:r>
            <a:r>
              <a:rPr lang="zh-CN" altLang="en-US" sz="2000" dirty="0">
                <a:solidFill>
                  <a:srgbClr val="FF0000"/>
                </a:solidFill>
              </a:rPr>
              <a:t>面向过程</a:t>
            </a:r>
            <a:r>
              <a:rPr lang="zh-CN" altLang="en-US" sz="2000" dirty="0"/>
              <a:t>的程序设计技术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  <a:p>
            <a:endParaRPr lang="en-US" altLang="zh-CN" sz="2000" dirty="0" smtClean="0"/>
          </a:p>
          <a:p>
            <a:pPr lvl="1"/>
            <a:r>
              <a:rPr lang="zh-CN" altLang="en-US" sz="2000" dirty="0" smtClean="0"/>
              <a:t>注：</a:t>
            </a:r>
            <a:r>
              <a:rPr lang="en-US" altLang="zh-CN" sz="2000" dirty="0" smtClean="0"/>
              <a:t>C++</a:t>
            </a:r>
            <a:r>
              <a:rPr lang="zh-CN" altLang="en-US" sz="2000" dirty="0" smtClean="0"/>
              <a:t>语言也支持面向对象编程，但是有一些重要区别，例如，</a:t>
            </a:r>
            <a:r>
              <a:rPr lang="en-US" altLang="zh-CN" sz="2000" dirty="0" smtClean="0">
                <a:solidFill>
                  <a:srgbClr val="0000FF"/>
                </a:solidFill>
              </a:rPr>
              <a:t>Java</a:t>
            </a:r>
            <a:r>
              <a:rPr lang="zh-CN" altLang="en-US" sz="2000" dirty="0" smtClean="0">
                <a:solidFill>
                  <a:srgbClr val="0000FF"/>
                </a:solidFill>
              </a:rPr>
              <a:t>不支持</a:t>
            </a:r>
            <a:r>
              <a:rPr lang="zh-CN" altLang="en-US" sz="2000" dirty="0">
                <a:solidFill>
                  <a:srgbClr val="0000FF"/>
                </a:solidFill>
              </a:rPr>
              <a:t>多重</a:t>
            </a:r>
            <a:r>
              <a:rPr lang="zh-CN" altLang="en-US" sz="2000" dirty="0" smtClean="0">
                <a:solidFill>
                  <a:srgbClr val="0000FF"/>
                </a:solidFill>
              </a:rPr>
              <a:t>继承</a:t>
            </a:r>
            <a:r>
              <a:rPr lang="zh-CN" altLang="en-US" sz="2000" dirty="0" smtClean="0"/>
              <a:t>，取而代之的是更简单的接口的概念。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803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 smtClean="0"/>
              <a:t>多</a:t>
            </a:r>
            <a:r>
              <a:rPr lang="zh-CN" altLang="en-US" sz="2000" b="1" dirty="0"/>
              <a:t>线程（</a:t>
            </a:r>
            <a:r>
              <a:rPr lang="en-US" altLang="zh-CN" sz="2000" b="1" dirty="0"/>
              <a:t>Multithreaded</a:t>
            </a:r>
            <a:r>
              <a:rPr lang="zh-CN" altLang="en-US" sz="2000" b="1" dirty="0"/>
              <a:t>）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内置对多线程的支持。多线程允许同时完成多个任务，使人产生多个任务同时执行的</a:t>
            </a:r>
            <a:r>
              <a:rPr lang="zh-CN" altLang="en-US" sz="2000" b="1" dirty="0">
                <a:solidFill>
                  <a:srgbClr val="FF0000"/>
                </a:solidFill>
              </a:rPr>
              <a:t>错觉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2000" dirty="0"/>
              <a:t>多线程带来的好处是可以有更好的</a:t>
            </a:r>
            <a:r>
              <a:rPr lang="zh-CN" altLang="en-US" sz="2000" dirty="0">
                <a:solidFill>
                  <a:srgbClr val="FF0000"/>
                </a:solidFill>
              </a:rPr>
              <a:t>交互性能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实时控制性能</a:t>
            </a:r>
            <a:r>
              <a:rPr lang="zh-CN" altLang="en-US" sz="2000" dirty="0"/>
              <a:t>。 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0000FF"/>
                </a:solidFill>
              </a:rPr>
              <a:t>C++</a:t>
            </a:r>
            <a:r>
              <a:rPr lang="zh-CN" altLang="en-US" sz="2000" dirty="0">
                <a:solidFill>
                  <a:srgbClr val="0000FF"/>
                </a:solidFill>
              </a:rPr>
              <a:t>没有内置的多线程机制</a:t>
            </a:r>
            <a:r>
              <a:rPr lang="zh-CN" altLang="en-US" sz="2000" dirty="0"/>
              <a:t>，因此必须调用操作系统的多线程功能来进行多线程程序的设计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0754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 smtClean="0"/>
              <a:t>健壮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Robust</a:t>
            </a:r>
            <a:r>
              <a:rPr lang="zh-CN" altLang="en-US" sz="2000" b="1" dirty="0"/>
              <a:t>）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致力于检查程序在编译和运行时的错误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zh-CN" altLang="en-US" sz="2000" b="1" dirty="0" smtClean="0">
                <a:solidFill>
                  <a:srgbClr val="FF0000"/>
                </a:solidFill>
              </a:rPr>
              <a:t>类型</a:t>
            </a:r>
            <a:r>
              <a:rPr lang="zh-CN" altLang="en-US" sz="2000" b="1" dirty="0">
                <a:solidFill>
                  <a:srgbClr val="FF0000"/>
                </a:solidFill>
              </a:rPr>
              <a:t>检查</a:t>
            </a:r>
            <a:r>
              <a:rPr lang="zh-CN" altLang="en-US" sz="2000" dirty="0"/>
              <a:t>帮助检查出许多</a:t>
            </a:r>
            <a:r>
              <a:rPr lang="zh-CN" altLang="en-US" sz="2000" dirty="0">
                <a:solidFill>
                  <a:srgbClr val="FF0000"/>
                </a:solidFill>
              </a:rPr>
              <a:t>开发早期（编译阶段）</a:t>
            </a:r>
            <a:r>
              <a:rPr lang="zh-CN" altLang="en-US" sz="2000" dirty="0"/>
              <a:t>出现的错误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Java</a:t>
            </a:r>
            <a:r>
              <a:rPr lang="zh-CN" altLang="en-US" sz="2000" dirty="0" smtClean="0"/>
              <a:t>自已（而非程序员）操纵</a:t>
            </a:r>
            <a:r>
              <a:rPr lang="zh-CN" altLang="en-US" sz="2000" dirty="0"/>
              <a:t>内存，</a:t>
            </a:r>
            <a:r>
              <a:rPr lang="zh-CN" altLang="en-US" sz="2000" b="1" dirty="0">
                <a:solidFill>
                  <a:srgbClr val="FF0000"/>
                </a:solidFill>
              </a:rPr>
              <a:t>减少了内存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出错</a:t>
            </a:r>
            <a:r>
              <a:rPr lang="zh-CN" altLang="en-US" sz="2000" dirty="0" smtClean="0"/>
              <a:t>（例如，重写内存和损坏数据）的</a:t>
            </a:r>
            <a:r>
              <a:rPr lang="zh-CN" altLang="en-US" sz="2000" dirty="0"/>
              <a:t>可能性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7057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安全（</a:t>
            </a:r>
            <a:r>
              <a:rPr lang="en-US" altLang="zh-CN" sz="2000" b="1" dirty="0"/>
              <a:t>Secure</a:t>
            </a:r>
            <a:r>
              <a:rPr lang="zh-CN" altLang="en-US" sz="2000" b="1" dirty="0"/>
              <a:t>）</a:t>
            </a:r>
          </a:p>
          <a:p>
            <a:pPr lvl="1"/>
            <a:r>
              <a:rPr lang="en-US" altLang="zh-CN" sz="2000" dirty="0" smtClean="0"/>
              <a:t>Java</a:t>
            </a:r>
            <a:r>
              <a:rPr lang="zh-CN" altLang="en-US" sz="2000" dirty="0" smtClean="0"/>
              <a:t>要适用于网络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分布式环境。使用</a:t>
            </a:r>
            <a:r>
              <a:rPr lang="en-US" altLang="zh-CN" sz="2000" dirty="0" smtClean="0"/>
              <a:t>Java</a:t>
            </a:r>
            <a:r>
              <a:rPr lang="zh-CN" altLang="en-US" sz="2000" dirty="0" smtClean="0"/>
              <a:t>可以构建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防病毒、防篡改</a:t>
            </a:r>
            <a:r>
              <a:rPr lang="zh-CN" altLang="en-US" sz="2000" dirty="0" smtClean="0"/>
              <a:t>的系统。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65823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 smtClean="0"/>
              <a:t>动态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Dynamic</a:t>
            </a:r>
            <a:r>
              <a:rPr lang="zh-CN" altLang="en-US" sz="2000" b="1" dirty="0"/>
              <a:t>）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的动态特性是其面向对象设计方法的拓展，它允许程序动态地装入</a:t>
            </a:r>
            <a:r>
              <a:rPr lang="zh-CN" altLang="en-US" sz="2000" dirty="0">
                <a:solidFill>
                  <a:srgbClr val="FF0000"/>
                </a:solidFill>
              </a:rPr>
              <a:t>运行过程中所需要的类</a:t>
            </a:r>
            <a:r>
              <a:rPr lang="zh-CN" altLang="en-US" sz="2000" dirty="0"/>
              <a:t>（例如，继承中的多态性）。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…</a:t>
            </a:r>
            <a:endParaRPr lang="en-US" altLang="zh-CN" sz="2000" dirty="0"/>
          </a:p>
          <a:p>
            <a:pPr marL="342900" lvl="1" indent="-342900">
              <a:buFont typeface="Arial" pitchFamily="34" charset="0"/>
              <a:buChar char="•"/>
            </a:pPr>
            <a:endParaRPr lang="en-US" altLang="zh-CN" sz="2000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CN" sz="2000" b="1" dirty="0" smtClean="0"/>
              <a:t>…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6780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1.4 Java</a:t>
            </a:r>
            <a:r>
              <a:rPr lang="zh-CN" altLang="en-US" sz="2000" dirty="0">
                <a:solidFill>
                  <a:srgbClr val="FF0000"/>
                </a:solidFill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</a:rPr>
              <a:t>C/C++</a:t>
            </a:r>
            <a:r>
              <a:rPr lang="zh-CN" altLang="en-US" sz="2000" dirty="0">
                <a:solidFill>
                  <a:srgbClr val="FF0000"/>
                </a:solidFill>
              </a:rPr>
              <a:t>之关系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3549593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从</a:t>
            </a:r>
            <a:r>
              <a:rPr lang="en-US" altLang="zh-CN" sz="2000" dirty="0"/>
              <a:t>C</a:t>
            </a:r>
            <a:r>
              <a:rPr lang="zh-CN" altLang="en-US" sz="2000" dirty="0"/>
              <a:t>语言和</a:t>
            </a:r>
            <a:r>
              <a:rPr lang="en-US" altLang="zh-CN" sz="2000" dirty="0"/>
              <a:t>C++</a:t>
            </a:r>
            <a:r>
              <a:rPr lang="zh-CN" altLang="en-US" sz="2000" dirty="0"/>
              <a:t>语言继承了许多成分，</a:t>
            </a:r>
            <a:r>
              <a:rPr lang="en-US" altLang="zh-CN" sz="2000" dirty="0"/>
              <a:t>Java</a:t>
            </a:r>
            <a:r>
              <a:rPr lang="zh-CN" altLang="en-US" sz="2000" dirty="0"/>
              <a:t>是由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语言发展和衍生的产物。比如，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语言在</a:t>
            </a:r>
            <a:r>
              <a:rPr lang="zh-CN" altLang="en-US" sz="2000" dirty="0">
                <a:solidFill>
                  <a:srgbClr val="FF0000"/>
                </a:solidFill>
              </a:rPr>
              <a:t>变量声明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操作符形式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参数传递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流程控制</a:t>
            </a:r>
            <a:r>
              <a:rPr lang="zh-CN" altLang="en-US" sz="2000" dirty="0"/>
              <a:t>等方面和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语言相通。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但是，</a:t>
            </a:r>
            <a:r>
              <a:rPr lang="en-US" altLang="zh-CN" sz="2000" dirty="0"/>
              <a:t>Java</a:t>
            </a:r>
            <a:r>
              <a:rPr lang="zh-CN" altLang="en-US" sz="2000" dirty="0"/>
              <a:t>和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语言又有许多</a:t>
            </a:r>
            <a:r>
              <a:rPr lang="zh-CN" altLang="en-US" sz="2000" b="1" dirty="0">
                <a:solidFill>
                  <a:srgbClr val="0000FF"/>
                </a:solidFill>
              </a:rPr>
              <a:t>差别</a:t>
            </a:r>
            <a:r>
              <a:rPr lang="zh-CN" altLang="en-US" sz="2000" dirty="0"/>
              <a:t>。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789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中对内存的分配是</a:t>
            </a:r>
            <a:r>
              <a:rPr lang="zh-CN" altLang="en-US" sz="2000" dirty="0">
                <a:solidFill>
                  <a:srgbClr val="FF0000"/>
                </a:solidFill>
              </a:rPr>
              <a:t>动态</a:t>
            </a:r>
            <a:r>
              <a:rPr lang="zh-CN" altLang="en-US" sz="2000" dirty="0"/>
              <a:t>的，它采用面向对象的机制，采用</a:t>
            </a:r>
            <a:r>
              <a:rPr lang="en-US" altLang="zh-CN" sz="2000" dirty="0">
                <a:solidFill>
                  <a:srgbClr val="FF0000"/>
                </a:solidFill>
              </a:rPr>
              <a:t>new</a:t>
            </a:r>
            <a:r>
              <a:rPr lang="zh-CN" altLang="en-US" sz="2000" dirty="0"/>
              <a:t>为每个对象分配内存空间，而且内存还会随程序运行情况而改变。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C</a:t>
            </a:r>
            <a:r>
              <a:rPr lang="zh-CN" altLang="en-US" sz="2000" dirty="0"/>
              <a:t>语言通过</a:t>
            </a:r>
            <a:r>
              <a:rPr lang="en-US" altLang="zh-CN" sz="2000" dirty="0" err="1">
                <a:solidFill>
                  <a:srgbClr val="FF0000"/>
                </a:solidFill>
              </a:rPr>
              <a:t>malloc</a:t>
            </a:r>
            <a:r>
              <a:rPr lang="en-US" altLang="zh-CN" sz="2000" dirty="0">
                <a:solidFill>
                  <a:srgbClr val="FF0000"/>
                </a:solidFill>
              </a:rPr>
              <a:t>()</a:t>
            </a:r>
            <a:r>
              <a:rPr lang="zh-CN" altLang="en-US" sz="2000" dirty="0"/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free()</a:t>
            </a:r>
            <a:r>
              <a:rPr lang="zh-CN" altLang="en-US" sz="2000" dirty="0"/>
              <a:t>这两个库函数分别实现分配内存和释放内存空间。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C</a:t>
            </a:r>
            <a:r>
              <a:rPr lang="en-US" altLang="zh-CN" sz="2000" dirty="0" smtClean="0"/>
              <a:t>++</a:t>
            </a:r>
            <a:r>
              <a:rPr lang="zh-CN" altLang="en-US" sz="2000" dirty="0"/>
              <a:t>语言通过</a:t>
            </a:r>
            <a:r>
              <a:rPr lang="en-US" altLang="zh-CN" sz="2000" dirty="0">
                <a:solidFill>
                  <a:srgbClr val="FF0000"/>
                </a:solidFill>
              </a:rPr>
              <a:t>new</a:t>
            </a:r>
            <a:r>
              <a:rPr lang="zh-CN" altLang="en-US" sz="2000" dirty="0"/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delete</a:t>
            </a:r>
            <a:r>
              <a:rPr lang="zh-CN" altLang="en-US" sz="2000" dirty="0"/>
              <a:t>来分配内存及释放内存空间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区别：</a:t>
            </a:r>
            <a:r>
              <a:rPr lang="en-US" altLang="zh-CN" sz="2000" dirty="0">
                <a:solidFill>
                  <a:srgbClr val="0000FF"/>
                </a:solidFill>
              </a:rPr>
              <a:t>Java</a:t>
            </a:r>
            <a:r>
              <a:rPr lang="zh-CN" altLang="en-US" sz="2000" dirty="0">
                <a:solidFill>
                  <a:srgbClr val="0000FF"/>
                </a:solidFill>
              </a:rPr>
              <a:t>语言没有释放内存空间的操作</a:t>
            </a:r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4109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不在所有类之外定义全局变量，而是在某个类中定义一种</a:t>
            </a:r>
            <a:r>
              <a:rPr lang="zh-CN" altLang="en-US" sz="2000" dirty="0">
                <a:solidFill>
                  <a:srgbClr val="FF0000"/>
                </a:solidFill>
              </a:rPr>
              <a:t>公用静态变量</a:t>
            </a:r>
            <a:r>
              <a:rPr lang="zh-CN" altLang="en-US" sz="2000" dirty="0"/>
              <a:t>来完成全局变量的功能。比如：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在</a:t>
            </a:r>
            <a:r>
              <a:rPr lang="en-US" altLang="zh-CN" sz="2000" dirty="0" err="1"/>
              <a:t>GlobalVar</a:t>
            </a:r>
            <a:r>
              <a:rPr lang="zh-CN" altLang="en-US" sz="2000" dirty="0"/>
              <a:t>这个类中，定义了一个公用静态变量</a:t>
            </a:r>
            <a:r>
              <a:rPr lang="en-US" altLang="zh-CN" sz="2000" dirty="0" err="1"/>
              <a:t>global_var</a:t>
            </a:r>
            <a:r>
              <a:rPr lang="zh-CN" altLang="en-US" sz="2000" dirty="0"/>
              <a:t>，其他类可以访问或修改这个变量，所以，</a:t>
            </a:r>
            <a:r>
              <a:rPr lang="zh-CN" altLang="en-US" sz="2000" dirty="0">
                <a:solidFill>
                  <a:srgbClr val="FF0000"/>
                </a:solidFill>
              </a:rPr>
              <a:t>公用静态变量</a:t>
            </a:r>
            <a:r>
              <a:rPr lang="zh-CN" altLang="en-US" sz="2000" dirty="0"/>
              <a:t>起到了</a:t>
            </a:r>
            <a:r>
              <a:rPr lang="zh-CN" altLang="en-US" sz="2000" dirty="0">
                <a:solidFill>
                  <a:srgbClr val="FF0000"/>
                </a:solidFill>
              </a:rPr>
              <a:t>全局变量</a:t>
            </a:r>
            <a:r>
              <a:rPr lang="zh-CN" altLang="en-US" sz="2000" dirty="0"/>
              <a:t>的作用。</a:t>
            </a:r>
            <a:r>
              <a:rPr lang="en-US" altLang="zh-CN" sz="2000" dirty="0" err="1"/>
              <a:t>GlobalVar</a:t>
            </a:r>
            <a:r>
              <a:rPr lang="zh-CN" altLang="en-US" sz="2000" dirty="0"/>
              <a:t>这个类进行了较好的</a:t>
            </a:r>
            <a:r>
              <a:rPr lang="zh-CN" altLang="en-US" sz="2000" b="1" dirty="0">
                <a:solidFill>
                  <a:srgbClr val="0000FF"/>
                </a:solidFill>
              </a:rPr>
              <a:t>封装</a:t>
            </a:r>
            <a:r>
              <a:rPr lang="zh-CN" altLang="en-US" sz="2000" dirty="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25151" y="2420888"/>
            <a:ext cx="3318857" cy="1477328"/>
          </a:xfrm>
          <a:prstGeom prst="rect">
            <a:avLst/>
          </a:prstGeom>
          <a:solidFill>
            <a:srgbClr val="CCFFFF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class </a:t>
            </a:r>
            <a:r>
              <a:rPr lang="en-US" altLang="zh-CN" dirty="0" err="1"/>
              <a:t>GlobalVar</a:t>
            </a:r>
            <a:endParaRPr lang="en-US" altLang="zh-CN" dirty="0"/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public static </a:t>
            </a:r>
            <a:r>
              <a:rPr lang="en-US" altLang="zh-CN" dirty="0" err="1"/>
              <a:t>global_var</a:t>
            </a:r>
            <a:r>
              <a:rPr lang="en-US" altLang="zh-CN" dirty="0"/>
              <a:t>;</a:t>
            </a:r>
            <a:endParaRPr lang="zh-CN" altLang="en-US" dirty="0"/>
          </a:p>
          <a:p>
            <a:r>
              <a:rPr lang="en-US" altLang="zh-CN" dirty="0"/>
              <a:t>	...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1335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不用</a:t>
            </a:r>
            <a:r>
              <a:rPr lang="en-US" altLang="zh-CN" sz="2000" dirty="0" err="1">
                <a:solidFill>
                  <a:srgbClr val="FF0000"/>
                </a:solidFill>
              </a:rPr>
              <a:t>goto</a:t>
            </a:r>
            <a:r>
              <a:rPr lang="zh-CN" altLang="en-US" sz="2000" dirty="0">
                <a:solidFill>
                  <a:srgbClr val="FF0000"/>
                </a:solidFill>
              </a:rPr>
              <a:t>语句</a:t>
            </a:r>
            <a:r>
              <a:rPr lang="zh-CN" altLang="en-US" sz="2000" dirty="0"/>
              <a:t>，而用</a:t>
            </a:r>
            <a:r>
              <a:rPr lang="en-US" altLang="zh-CN" sz="2000" dirty="0"/>
              <a:t>try-catch-finally</a:t>
            </a:r>
            <a:r>
              <a:rPr lang="zh-CN" altLang="en-US" sz="2000" b="1" dirty="0">
                <a:solidFill>
                  <a:srgbClr val="0000FF"/>
                </a:solidFill>
              </a:rPr>
              <a:t>异常处理</a:t>
            </a:r>
            <a:r>
              <a:rPr lang="zh-CN" altLang="en-US" sz="2000" dirty="0"/>
              <a:t>语句来代替</a:t>
            </a:r>
            <a:r>
              <a:rPr lang="en-US" altLang="zh-CN" sz="2000" dirty="0" err="1"/>
              <a:t>goto</a:t>
            </a:r>
            <a:r>
              <a:rPr lang="zh-CN" altLang="en-US" sz="2000" dirty="0"/>
              <a:t>语句和处理出错的功能。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不支持头文件</a:t>
            </a:r>
            <a:r>
              <a:rPr lang="zh-CN" altLang="en-US" sz="2000" dirty="0"/>
              <a:t>，而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语言中都用头文件来定义类的原型、全局变量、库函数等。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不支持</a:t>
            </a:r>
            <a:r>
              <a:rPr lang="zh-CN" altLang="en-US" sz="2000" dirty="0">
                <a:solidFill>
                  <a:srgbClr val="FF0000"/>
                </a:solidFill>
              </a:rPr>
              <a:t>宏定义（在</a:t>
            </a:r>
            <a:r>
              <a:rPr lang="en-US" altLang="zh-CN" sz="2000" dirty="0">
                <a:solidFill>
                  <a:srgbClr val="FF0000"/>
                </a:solidFill>
              </a:rPr>
              <a:t>C/C++</a:t>
            </a:r>
            <a:r>
              <a:rPr lang="zh-CN" altLang="en-US" sz="2000" dirty="0">
                <a:solidFill>
                  <a:srgbClr val="FF0000"/>
                </a:solidFill>
              </a:rPr>
              <a:t>中：</a:t>
            </a:r>
            <a:r>
              <a:rPr lang="en-US" altLang="zh-CN" sz="2000" dirty="0">
                <a:solidFill>
                  <a:srgbClr val="FF0000"/>
                </a:solidFill>
              </a:rPr>
              <a:t>#define PI 3.1415926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，而用关键字</a:t>
            </a:r>
            <a:r>
              <a:rPr lang="en-US" altLang="zh-CN" sz="2000" dirty="0">
                <a:solidFill>
                  <a:srgbClr val="FF0000"/>
                </a:solidFill>
              </a:rPr>
              <a:t>final</a:t>
            </a:r>
            <a:r>
              <a:rPr lang="zh-CN" altLang="en-US" sz="2000" dirty="0"/>
              <a:t>来定义</a:t>
            </a:r>
            <a:r>
              <a:rPr lang="zh-CN" altLang="en-US" sz="2000" b="1" dirty="0">
                <a:solidFill>
                  <a:srgbClr val="0000FF"/>
                </a:solidFill>
              </a:rPr>
              <a:t>常量</a:t>
            </a:r>
            <a:r>
              <a:rPr lang="zh-CN" altLang="en-US" sz="2000" dirty="0"/>
              <a:t>，在</a:t>
            </a:r>
            <a:r>
              <a:rPr lang="en-US" altLang="zh-CN" sz="2000" dirty="0"/>
              <a:t>C++</a:t>
            </a:r>
            <a:r>
              <a:rPr lang="zh-CN" altLang="en-US" sz="2000" dirty="0"/>
              <a:t>中则采用宏定义来实现常量定义。</a:t>
            </a:r>
            <a:endParaRPr lang="en-US" altLang="zh-CN" sz="2000" dirty="0"/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756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对每种数据类型都分配</a:t>
            </a:r>
            <a:r>
              <a:rPr lang="zh-CN" altLang="en-US" sz="2000" dirty="0">
                <a:solidFill>
                  <a:srgbClr val="FF0000"/>
                </a:solidFill>
              </a:rPr>
              <a:t>固定长度</a:t>
            </a:r>
            <a:r>
              <a:rPr lang="zh-CN" altLang="en-US" sz="2000" dirty="0"/>
              <a:t>。例如，在</a:t>
            </a:r>
            <a:r>
              <a:rPr lang="en-US" altLang="zh-CN" sz="2000" dirty="0"/>
              <a:t>Java</a:t>
            </a:r>
            <a:r>
              <a:rPr lang="zh-CN" altLang="en-US" sz="2000" dirty="0"/>
              <a:t>中，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总是</a:t>
            </a:r>
            <a:r>
              <a:rPr lang="en-US" altLang="zh-CN" sz="2000" dirty="0"/>
              <a:t>32</a:t>
            </a:r>
            <a:r>
              <a:rPr lang="zh-CN" altLang="en-US" sz="2000" dirty="0"/>
              <a:t>位的；而在</a:t>
            </a:r>
            <a:r>
              <a:rPr lang="en-US" altLang="zh-CN" sz="2000" dirty="0"/>
              <a:t>C/C++</a:t>
            </a:r>
            <a:r>
              <a:rPr lang="zh-CN" altLang="en-US" sz="2000" dirty="0"/>
              <a:t>中，对于不同的平台，同一个数据类型分配不同的字节数，同样是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，在</a:t>
            </a:r>
            <a:r>
              <a:rPr lang="en-US" altLang="zh-CN" sz="2000" dirty="0"/>
              <a:t>PC</a:t>
            </a:r>
            <a:r>
              <a:rPr lang="zh-CN" altLang="en-US" sz="2000" dirty="0"/>
              <a:t>机中为</a:t>
            </a:r>
            <a:r>
              <a:rPr lang="en-US" altLang="zh-CN" sz="2000" dirty="0"/>
              <a:t>2</a:t>
            </a:r>
            <a:r>
              <a:rPr lang="zh-CN" altLang="en-US" sz="2000" dirty="0"/>
              <a:t>个字节（</a:t>
            </a:r>
            <a:r>
              <a:rPr lang="en-US" altLang="zh-CN" sz="2000" dirty="0"/>
              <a:t>16</a:t>
            </a:r>
            <a:r>
              <a:rPr lang="zh-CN" altLang="en-US" sz="2000" dirty="0"/>
              <a:t>位），而在</a:t>
            </a:r>
            <a:r>
              <a:rPr lang="en-US" altLang="zh-CN" sz="2000" dirty="0"/>
              <a:t>VAX-11</a:t>
            </a:r>
            <a:r>
              <a:rPr lang="zh-CN" altLang="en-US" sz="2000" dirty="0"/>
              <a:t>中，则为</a:t>
            </a:r>
            <a:r>
              <a:rPr lang="en-US" altLang="zh-CN" sz="2000" dirty="0"/>
              <a:t>32</a:t>
            </a:r>
            <a:r>
              <a:rPr lang="zh-CN" altLang="en-US" sz="2000" dirty="0"/>
              <a:t>位。这使得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语言不具有可移植性，而</a:t>
            </a:r>
            <a:r>
              <a:rPr lang="en-US" altLang="zh-CN" sz="2000" dirty="0"/>
              <a:t>Java</a:t>
            </a:r>
            <a:r>
              <a:rPr lang="zh-CN" altLang="en-US" sz="2000" dirty="0"/>
              <a:t>则具有跨平台性。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不用指针</a:t>
            </a:r>
            <a:r>
              <a:rPr lang="zh-CN" altLang="en-US" sz="2000" dirty="0"/>
              <a:t>，从而不存在程序员对指针进行编程的问题，也</a:t>
            </a:r>
            <a:r>
              <a:rPr lang="zh-CN" altLang="en-US" sz="2000" dirty="0">
                <a:solidFill>
                  <a:srgbClr val="FF0000"/>
                </a:solidFill>
              </a:rPr>
              <a:t>不允许通过指针来分配或释放某个内存空间</a:t>
            </a:r>
            <a:r>
              <a:rPr lang="zh-CN" altLang="en-US" sz="2000" dirty="0"/>
              <a:t>。而在</a:t>
            </a:r>
            <a:r>
              <a:rPr lang="en-US" altLang="zh-CN" sz="2000" dirty="0"/>
              <a:t>C/C++</a:t>
            </a:r>
            <a:r>
              <a:rPr lang="zh-CN" altLang="en-US" sz="2000" dirty="0"/>
              <a:t>中，常用指针来对内存地址进行</a:t>
            </a:r>
            <a:r>
              <a:rPr lang="zh-CN" altLang="en-US" sz="2000" dirty="0">
                <a:solidFill>
                  <a:srgbClr val="0000FF"/>
                </a:solidFill>
              </a:rPr>
              <a:t>灵活</a:t>
            </a:r>
            <a:r>
              <a:rPr lang="zh-CN" altLang="en-US" sz="2000" dirty="0"/>
              <a:t>的操作，但这种操作也非常容易造成</a:t>
            </a:r>
            <a:r>
              <a:rPr lang="zh-CN" altLang="en-US" sz="2000" dirty="0">
                <a:solidFill>
                  <a:srgbClr val="0000FF"/>
                </a:solidFill>
              </a:rPr>
              <a:t>不可预测的错误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42254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1.5 Java</a:t>
            </a:r>
            <a:r>
              <a:rPr lang="zh-CN" altLang="en-US" sz="2000" dirty="0">
                <a:solidFill>
                  <a:srgbClr val="FF0000"/>
                </a:solidFill>
              </a:rPr>
              <a:t>运行平台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1780950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三种平台简介 </a:t>
            </a:r>
          </a:p>
          <a:p>
            <a:r>
              <a:rPr lang="zh-CN" altLang="en-US" sz="2000" dirty="0"/>
              <a:t>目前</a:t>
            </a:r>
            <a:r>
              <a:rPr lang="en-US" altLang="zh-CN" sz="2000" dirty="0"/>
              <a:t>Java</a:t>
            </a:r>
            <a:r>
              <a:rPr lang="zh-CN" altLang="en-US" sz="2000" dirty="0"/>
              <a:t>运行平台主要分为</a:t>
            </a:r>
            <a:r>
              <a:rPr lang="en-US" altLang="zh-CN" sz="2000" dirty="0"/>
              <a:t>3</a:t>
            </a:r>
            <a:r>
              <a:rPr lang="zh-CN" altLang="en-US" sz="2000" dirty="0"/>
              <a:t>个版本 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Java SE (Java Standard Edition) </a:t>
            </a:r>
            <a:r>
              <a:rPr lang="zh-CN" altLang="en-US" sz="2000" dirty="0"/>
              <a:t>标准版（曾称</a:t>
            </a:r>
            <a:r>
              <a:rPr lang="en-US" altLang="zh-CN" sz="2000" dirty="0"/>
              <a:t>J2SE</a:t>
            </a:r>
            <a:r>
              <a:rPr lang="zh-CN" altLang="en-US" sz="2000" dirty="0"/>
              <a:t>）：桌面应用程序和低端的服务器应用程序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Java EE (Java Enterprise Edition) </a:t>
            </a:r>
            <a:r>
              <a:rPr lang="zh-CN" altLang="en-US" sz="2000" dirty="0"/>
              <a:t>企业版（曾称</a:t>
            </a:r>
            <a:r>
              <a:rPr lang="en-US" altLang="zh-CN" sz="2000" dirty="0"/>
              <a:t>J2EE</a:t>
            </a:r>
            <a:r>
              <a:rPr lang="zh-CN" altLang="en-US" sz="2000" dirty="0"/>
              <a:t>）：企业级应用服务</a:t>
            </a:r>
            <a:endParaRPr lang="en-US" altLang="zh-CN" sz="2000" dirty="0"/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 ME (Java Micro Edition) </a:t>
            </a:r>
            <a:r>
              <a:rPr lang="zh-CN" altLang="en-US" sz="2000" dirty="0"/>
              <a:t>小型版（曾称</a:t>
            </a:r>
            <a:r>
              <a:rPr lang="en-US" altLang="zh-CN" sz="2000" dirty="0"/>
              <a:t>J2ME</a:t>
            </a:r>
            <a:r>
              <a:rPr lang="zh-CN" altLang="en-US" sz="2000" dirty="0"/>
              <a:t>）：嵌入式设备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>
              <a:buNone/>
            </a:pPr>
            <a:r>
              <a:rPr lang="zh-CN" altLang="en-US" sz="2000" dirty="0"/>
              <a:t>上述</a:t>
            </a:r>
            <a:r>
              <a:rPr lang="en-US" altLang="zh-CN" sz="2000" dirty="0"/>
              <a:t>Java</a:t>
            </a:r>
            <a:r>
              <a:rPr lang="zh-CN" altLang="en-US" sz="2000" dirty="0"/>
              <a:t>运行平台都包含了相应的</a:t>
            </a:r>
            <a:r>
              <a:rPr lang="en-US" altLang="zh-CN" sz="2000" dirty="0"/>
              <a:t>JVM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4962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JDK vs. JRE</a:t>
            </a:r>
          </a:p>
          <a:p>
            <a:pPr lvl="1"/>
            <a:r>
              <a:rPr lang="en-US" altLang="zh-CN" sz="2000" dirty="0"/>
              <a:t>JRE (Java Runtime Environment): </a:t>
            </a:r>
            <a:r>
              <a:rPr lang="en-US" altLang="zh-CN" sz="2000" b="1" dirty="0">
                <a:solidFill>
                  <a:srgbClr val="FF0000"/>
                </a:solidFill>
              </a:rPr>
              <a:t>run</a:t>
            </a:r>
            <a:r>
              <a:rPr lang="en-US" altLang="zh-CN" sz="2000" dirty="0"/>
              <a:t> Java applications</a:t>
            </a:r>
          </a:p>
          <a:p>
            <a:pPr lvl="2"/>
            <a:r>
              <a:rPr lang="en-US" altLang="zh-CN" sz="2000" dirty="0"/>
              <a:t>JVM</a:t>
            </a:r>
          </a:p>
          <a:p>
            <a:pPr lvl="2"/>
            <a:r>
              <a:rPr lang="en-US" altLang="zh-CN" sz="2000" dirty="0"/>
              <a:t>Java</a:t>
            </a:r>
            <a:r>
              <a:rPr lang="zh-CN" altLang="en-US" sz="2000" dirty="0"/>
              <a:t>类库</a:t>
            </a:r>
            <a:endParaRPr lang="en-US" altLang="zh-CN" sz="2000" dirty="0"/>
          </a:p>
          <a:p>
            <a:pPr lvl="2"/>
            <a:r>
              <a:rPr lang="zh-CN" altLang="en-US" sz="2000" dirty="0"/>
              <a:t>一些支持文件</a:t>
            </a:r>
            <a:endParaRPr lang="en-US" altLang="zh-CN" sz="2000" dirty="0"/>
          </a:p>
          <a:p>
            <a:pPr lvl="1"/>
            <a:r>
              <a:rPr lang="en-US" altLang="zh-CN" sz="2000" dirty="0"/>
              <a:t>JDK (Java Development Kit): </a:t>
            </a:r>
            <a:r>
              <a:rPr lang="en-US" altLang="zh-CN" sz="2000" b="1" dirty="0">
                <a:solidFill>
                  <a:srgbClr val="FF0000"/>
                </a:solidFill>
              </a:rPr>
              <a:t>develop</a:t>
            </a:r>
            <a:r>
              <a:rPr lang="en-US" altLang="zh-CN" sz="2000" dirty="0"/>
              <a:t> Java applications</a:t>
            </a:r>
          </a:p>
          <a:p>
            <a:pPr lvl="1"/>
            <a:r>
              <a:rPr lang="zh-CN" altLang="en-US" sz="2000"/>
              <a:t>下载的</a:t>
            </a:r>
            <a:r>
              <a:rPr lang="en-US" altLang="zh-CN" sz="2000"/>
              <a:t>JDK</a:t>
            </a:r>
            <a:r>
              <a:rPr lang="zh-CN" altLang="en-US" sz="2000" dirty="0"/>
              <a:t>中包含了</a:t>
            </a:r>
            <a:r>
              <a:rPr lang="en-US" altLang="zh-CN" sz="2000" dirty="0"/>
              <a:t>JRE</a:t>
            </a:r>
            <a:r>
              <a:rPr lang="zh-CN" altLang="en-US" sz="2000" dirty="0"/>
              <a:t>，所以只要下载</a:t>
            </a:r>
            <a:r>
              <a:rPr lang="en-US" altLang="zh-CN" sz="2000" dirty="0"/>
              <a:t>JDK</a:t>
            </a:r>
            <a:r>
              <a:rPr lang="zh-CN" altLang="en-US" sz="2000" dirty="0"/>
              <a:t>就可以了</a:t>
            </a:r>
          </a:p>
          <a:p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4365104"/>
            <a:ext cx="89154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5"/>
          <p:cNvCxnSpPr/>
          <p:nvPr/>
        </p:nvCxnSpPr>
        <p:spPr>
          <a:xfrm>
            <a:off x="3131840" y="5905847"/>
            <a:ext cx="29523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70770" y="5229200"/>
            <a:ext cx="2448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46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(JDK)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安装</a:t>
            </a:r>
            <a:r>
              <a:rPr lang="en-US" altLang="zh-CN" sz="2000" b="1" dirty="0"/>
              <a:t>Java SE</a:t>
            </a:r>
            <a:r>
              <a:rPr lang="zh-CN" altLang="en-US" sz="2000" b="1" dirty="0"/>
              <a:t>平台</a:t>
            </a:r>
            <a:endParaRPr lang="en-US" altLang="zh-CN" sz="2000" b="1" dirty="0"/>
          </a:p>
          <a:p>
            <a:r>
              <a:rPr lang="zh-CN" altLang="en-US" sz="2000" dirty="0">
                <a:latin typeface="Times New Roman" panose="02020603050405020304" pitchFamily="18" charset="0"/>
              </a:rPr>
              <a:t>学习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Times New Roman" panose="02020603050405020304" pitchFamily="18" charset="0"/>
              </a:rPr>
              <a:t>必须从</a:t>
            </a:r>
            <a:r>
              <a:rPr lang="en-US" altLang="zh-CN" sz="2000" dirty="0"/>
              <a:t>Java SE</a:t>
            </a:r>
            <a:r>
              <a:rPr lang="zh-CN" altLang="en-US" sz="2000" dirty="0">
                <a:latin typeface="Times New Roman" panose="02020603050405020304" pitchFamily="18" charset="0"/>
              </a:rPr>
              <a:t>开始，因此，本书基于</a:t>
            </a:r>
            <a:r>
              <a:rPr lang="en-US" altLang="zh-CN" sz="2000" dirty="0"/>
              <a:t>Java SE</a:t>
            </a:r>
            <a:r>
              <a:rPr lang="zh-CN" altLang="en-US" sz="2000" dirty="0">
                <a:latin typeface="Times New Roman" panose="02020603050405020304" pitchFamily="18" charset="0"/>
              </a:rPr>
              <a:t>来学习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r>
              <a:rPr lang="zh-CN" altLang="en-US" sz="2000" dirty="0"/>
              <a:t>安装</a:t>
            </a:r>
            <a:r>
              <a:rPr lang="en-US" altLang="zh-CN" sz="2000" dirty="0"/>
              <a:t>Java</a:t>
            </a:r>
            <a:r>
              <a:rPr lang="zh-CN" altLang="en-US" sz="2000" dirty="0"/>
              <a:t>开发包（</a:t>
            </a:r>
            <a:r>
              <a:rPr lang="en-US" altLang="zh-CN" sz="2000" dirty="0"/>
              <a:t>Java </a:t>
            </a:r>
            <a:r>
              <a:rPr lang="en-US" altLang="zh-CN" sz="2000" dirty="0" smtClean="0"/>
              <a:t>Development </a:t>
            </a:r>
            <a:r>
              <a:rPr lang="en-US" altLang="zh-CN" sz="2000" dirty="0"/>
              <a:t>Kit</a:t>
            </a:r>
            <a:r>
              <a:rPr lang="zh-CN" altLang="en-US" sz="2000" dirty="0"/>
              <a:t>，简称</a:t>
            </a:r>
            <a:r>
              <a:rPr lang="en-US" altLang="zh-CN" sz="2000" dirty="0"/>
              <a:t>JDK</a:t>
            </a:r>
            <a:r>
              <a:rPr lang="zh-CN" altLang="en-US" sz="2000" dirty="0"/>
              <a:t>）是进行</a:t>
            </a:r>
            <a:r>
              <a:rPr lang="en-US" altLang="zh-CN" sz="2000" dirty="0"/>
              <a:t>Java</a:t>
            </a:r>
            <a:r>
              <a:rPr lang="zh-CN" altLang="en-US" sz="2000" dirty="0"/>
              <a:t>软件开发的前提。软件可以在</a:t>
            </a:r>
            <a:r>
              <a:rPr lang="en-US" altLang="zh-CN" sz="2000" dirty="0"/>
              <a:t>Oracle</a:t>
            </a:r>
            <a:r>
              <a:rPr lang="zh-CN" altLang="en-US" sz="2000" dirty="0"/>
              <a:t>公司的官方网站下载到。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597667" y="3212976"/>
            <a:ext cx="6389687" cy="38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2"/>
                </a:solidFill>
                <a:hlinkClick r:id="rId3"/>
              </a:rPr>
              <a:t>https://www.oracle.com/java/technologies/</a:t>
            </a:r>
            <a:r>
              <a:rPr lang="en-US" altLang="zh-CN" sz="1400" dirty="0">
                <a:solidFill>
                  <a:schemeClr val="tx2"/>
                </a:solidFill>
              </a:rPr>
              <a:t> 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893789" y="3265910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1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93789" y="3686211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93789" y="4128071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3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93789" y="4522961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4</a:t>
            </a:r>
          </a:p>
        </p:txBody>
      </p:sp>
      <p:sp>
        <p:nvSpPr>
          <p:cNvPr id="16" name="矩形 15"/>
          <p:cNvSpPr/>
          <p:nvPr/>
        </p:nvSpPr>
        <p:spPr>
          <a:xfrm>
            <a:off x="1597667" y="4507185"/>
            <a:ext cx="2196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下载 </a:t>
            </a:r>
            <a:r>
              <a:rPr lang="en-US" altLang="zh-CN" sz="1400" dirty="0"/>
              <a:t>Windows x64 Installer</a:t>
            </a:r>
            <a:endParaRPr lang="zh-CN" altLang="en-US" sz="14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E882B3ED-51DC-446F-A671-B12304060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666" y="3633277"/>
            <a:ext cx="6389687" cy="38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Java SE </a:t>
            </a:r>
            <a:r>
              <a:rPr lang="en-US" altLang="zh-CN" sz="1400" dirty="0">
                <a:solidFill>
                  <a:schemeClr val="tx2"/>
                </a:solidFill>
                <a:hlinkClick r:id="rId4"/>
              </a:rPr>
              <a:t>https://www.oracle.com/java/technologies/javase-downloads.html</a:t>
            </a:r>
            <a:r>
              <a:rPr lang="en-US" altLang="zh-CN" sz="1400" dirty="0">
                <a:solidFill>
                  <a:schemeClr val="tx2"/>
                </a:solidFill>
              </a:rPr>
              <a:t> 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B7E921C3-51FE-42FC-AB3E-278BECF8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666" y="4075137"/>
            <a:ext cx="7525723" cy="38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FF0000"/>
                </a:solidFill>
              </a:rPr>
              <a:t>Java SE 20 </a:t>
            </a:r>
            <a:r>
              <a:rPr lang="en-US" altLang="zh-CN" sz="1400" dirty="0"/>
              <a:t>-&gt; JDK Download </a:t>
            </a:r>
            <a:r>
              <a:rPr lang="en-US" altLang="zh-CN" sz="1400" dirty="0">
                <a:solidFill>
                  <a:schemeClr val="tx2"/>
                </a:solidFill>
                <a:hlinkClick r:id="rId5"/>
              </a:rPr>
              <a:t>https://www.oracle.com/java/technologies/downloads/#jdk20-windows</a:t>
            </a:r>
            <a:r>
              <a:rPr lang="en-US" altLang="zh-CN" sz="1400" dirty="0">
                <a:solidFill>
                  <a:schemeClr val="tx2"/>
                </a:solidFill>
              </a:rPr>
              <a:t> 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5B6C6DE-F0FD-1C7D-50C1-44E243E55C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89" y="4978711"/>
            <a:ext cx="7663859" cy="169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73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(JDK)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安装</a:t>
            </a:r>
            <a:r>
              <a:rPr lang="en-US" altLang="zh-CN" sz="2000" dirty="0"/>
              <a:t>JDK</a:t>
            </a:r>
            <a:r>
              <a:rPr lang="zh-CN" altLang="en-US" sz="2000" dirty="0"/>
              <a:t>（以</a:t>
            </a:r>
            <a:r>
              <a:rPr lang="en-US" altLang="zh-CN" sz="2000" dirty="0"/>
              <a:t>JDK</a:t>
            </a:r>
            <a:r>
              <a:rPr lang="en-US" altLang="zh-CN" sz="2000" b="1" dirty="0">
                <a:solidFill>
                  <a:srgbClr val="FF0000"/>
                </a:solidFill>
              </a:rPr>
              <a:t>16.0.2</a:t>
            </a:r>
            <a:r>
              <a:rPr lang="zh-CN" altLang="en-US" sz="2000" dirty="0"/>
              <a:t>为例）</a:t>
            </a:r>
            <a:endParaRPr lang="en-US" altLang="zh-CN" sz="2000" dirty="0"/>
          </a:p>
          <a:p>
            <a:pPr lvl="1"/>
            <a:r>
              <a:rPr lang="zh-CN" altLang="en-US" sz="2000" b="1" dirty="0"/>
              <a:t>安装</a:t>
            </a:r>
            <a:r>
              <a:rPr lang="en-US" altLang="zh-CN" sz="2000" dirty="0"/>
              <a:t>: jdk-16.0.2_windows-x64_bin.exe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设置</a:t>
            </a:r>
            <a:r>
              <a:rPr lang="en-US" altLang="zh-CN" sz="2000" dirty="0"/>
              <a:t>: </a:t>
            </a:r>
            <a:r>
              <a:rPr lang="zh-CN" altLang="en-US" sz="2000" dirty="0"/>
              <a:t>计算机</a:t>
            </a:r>
            <a:r>
              <a:rPr lang="en-US" altLang="zh-CN" sz="2000" dirty="0"/>
              <a:t>-&gt;</a:t>
            </a:r>
            <a:r>
              <a:rPr lang="zh-CN" altLang="en-US" sz="2000" dirty="0"/>
              <a:t>属性</a:t>
            </a:r>
            <a:r>
              <a:rPr lang="en-US" altLang="zh-CN" sz="2000" dirty="0"/>
              <a:t>-&gt;</a:t>
            </a:r>
            <a:r>
              <a:rPr lang="zh-CN" altLang="en-US" sz="2000" dirty="0"/>
              <a:t>高级系统设置</a:t>
            </a:r>
            <a:r>
              <a:rPr lang="en-US" altLang="zh-CN" sz="2000" dirty="0"/>
              <a:t>-&gt;</a:t>
            </a:r>
            <a:r>
              <a:rPr lang="zh-CN" altLang="en-US" sz="2000" dirty="0"/>
              <a:t>环境变量</a:t>
            </a:r>
            <a:r>
              <a:rPr lang="en-US" altLang="zh-CN" sz="2000" dirty="0"/>
              <a:t>-&gt;</a:t>
            </a:r>
            <a:r>
              <a:rPr lang="zh-CN" altLang="en-US" sz="2000" dirty="0"/>
              <a:t>系统变量</a:t>
            </a:r>
            <a:r>
              <a:rPr lang="en-US" altLang="zh-CN" sz="2000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新建</a:t>
            </a:r>
            <a:r>
              <a:rPr lang="en-US" altLang="zh-CN" sz="2000" b="1" dirty="0"/>
              <a:t>JAVA_HOME</a:t>
            </a:r>
            <a:r>
              <a:rPr lang="zh-CN" altLang="en-US" sz="2000" dirty="0"/>
              <a:t>设为</a:t>
            </a:r>
            <a:r>
              <a:rPr lang="en-US" altLang="zh-CN" sz="2000" dirty="0">
                <a:solidFill>
                  <a:srgbClr val="0000FF"/>
                </a:solidFill>
              </a:rPr>
              <a:t>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jdk-16.0.2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;C:\Program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jdk-16.0.2</a:t>
            </a:r>
            <a:r>
              <a:rPr lang="en-US" altLang="zh-CN" sz="2000" dirty="0">
                <a:solidFill>
                  <a:srgbClr val="0000FF"/>
                </a:solidFill>
              </a:rPr>
              <a:t>\bin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CLASSPATH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.; 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jdk-16.0.2</a:t>
            </a:r>
            <a:r>
              <a:rPr lang="en-US" altLang="zh-CN" sz="2000" dirty="0">
                <a:solidFill>
                  <a:srgbClr val="0000FF"/>
                </a:solidFill>
              </a:rPr>
              <a:t>\lib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测试</a:t>
            </a:r>
            <a:r>
              <a:rPr lang="en-US" altLang="zh-CN" sz="2000" dirty="0"/>
              <a:t>: </a:t>
            </a:r>
            <a:r>
              <a:rPr lang="zh-CN" altLang="en-US" sz="2000" dirty="0"/>
              <a:t>输入</a:t>
            </a:r>
            <a:r>
              <a:rPr lang="en-US" altLang="zh-CN" sz="2000" dirty="0"/>
              <a:t>CMD</a:t>
            </a:r>
            <a:r>
              <a:rPr lang="zh-CN" altLang="en-US" sz="2000" dirty="0"/>
              <a:t>打开命令行模式</a:t>
            </a:r>
            <a:r>
              <a:rPr lang="en-US" altLang="zh-CN" sz="2000" dirty="0"/>
              <a:t>-&gt;</a:t>
            </a:r>
            <a:r>
              <a:rPr lang="zh-CN" altLang="en-US" sz="2000" dirty="0"/>
              <a:t>输入</a:t>
            </a:r>
            <a:r>
              <a:rPr lang="en-US" altLang="zh-CN" sz="2000" b="1" dirty="0"/>
              <a:t>java -version</a:t>
            </a:r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520222B-4C8B-4431-A05D-2D8CEA6DC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5013176"/>
            <a:ext cx="573485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(JDK)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安装</a:t>
            </a:r>
            <a:r>
              <a:rPr lang="en-US" altLang="zh-CN" sz="2000" dirty="0"/>
              <a:t>JDK</a:t>
            </a:r>
            <a:r>
              <a:rPr lang="zh-CN" altLang="en-US" sz="2000" dirty="0"/>
              <a:t>（以</a:t>
            </a:r>
            <a:r>
              <a:rPr lang="en-US" altLang="zh-CN" sz="2000" dirty="0"/>
              <a:t>JDK</a:t>
            </a:r>
            <a:r>
              <a:rPr lang="en-US" altLang="zh-CN" sz="2000" b="1" dirty="0">
                <a:solidFill>
                  <a:srgbClr val="FF0000"/>
                </a:solidFill>
              </a:rPr>
              <a:t>14.0.2</a:t>
            </a:r>
            <a:r>
              <a:rPr lang="zh-CN" altLang="en-US" sz="2000" dirty="0"/>
              <a:t>为例）</a:t>
            </a:r>
            <a:endParaRPr lang="en-US" altLang="zh-CN" sz="2000" dirty="0"/>
          </a:p>
          <a:p>
            <a:pPr lvl="1"/>
            <a:r>
              <a:rPr lang="zh-CN" altLang="en-US" sz="2000" b="1" dirty="0"/>
              <a:t>安装</a:t>
            </a:r>
            <a:r>
              <a:rPr lang="en-US" altLang="zh-CN" sz="2000" dirty="0"/>
              <a:t>: jdk-14.0.2_windows-x64_bin.exe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设置</a:t>
            </a:r>
            <a:r>
              <a:rPr lang="en-US" altLang="zh-CN" sz="2000" dirty="0"/>
              <a:t>: </a:t>
            </a:r>
            <a:r>
              <a:rPr lang="zh-CN" altLang="en-US" sz="2000" dirty="0"/>
              <a:t>计算机</a:t>
            </a:r>
            <a:r>
              <a:rPr lang="en-US" altLang="zh-CN" sz="2000" dirty="0"/>
              <a:t>-&gt;</a:t>
            </a:r>
            <a:r>
              <a:rPr lang="zh-CN" altLang="en-US" sz="2000" dirty="0"/>
              <a:t>属性</a:t>
            </a:r>
            <a:r>
              <a:rPr lang="en-US" altLang="zh-CN" sz="2000" dirty="0"/>
              <a:t>-&gt;</a:t>
            </a:r>
            <a:r>
              <a:rPr lang="zh-CN" altLang="en-US" sz="2000" dirty="0"/>
              <a:t>高级系统设置</a:t>
            </a:r>
            <a:r>
              <a:rPr lang="en-US" altLang="zh-CN" sz="2000" dirty="0"/>
              <a:t>-&gt;</a:t>
            </a:r>
            <a:r>
              <a:rPr lang="zh-CN" altLang="en-US" sz="2000" dirty="0"/>
              <a:t>环境变量</a:t>
            </a:r>
            <a:r>
              <a:rPr lang="en-US" altLang="zh-CN" sz="2000" dirty="0"/>
              <a:t>-&gt;</a:t>
            </a:r>
            <a:r>
              <a:rPr lang="zh-CN" altLang="en-US" sz="2000" dirty="0"/>
              <a:t>系统变量</a:t>
            </a:r>
            <a:r>
              <a:rPr lang="en-US" altLang="zh-CN" sz="2000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新建</a:t>
            </a:r>
            <a:r>
              <a:rPr lang="en-US" altLang="zh-CN" sz="2000" b="1" dirty="0"/>
              <a:t>JAVA_HOME</a:t>
            </a:r>
            <a:r>
              <a:rPr lang="zh-CN" altLang="en-US" sz="2000" dirty="0"/>
              <a:t>设为</a:t>
            </a:r>
            <a:r>
              <a:rPr lang="en-US" altLang="zh-CN" sz="2000" dirty="0">
                <a:solidFill>
                  <a:srgbClr val="0000FF"/>
                </a:solidFill>
              </a:rPr>
              <a:t>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jdk-14.0.2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;C:\Program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jdk-14.0.2</a:t>
            </a:r>
            <a:r>
              <a:rPr lang="en-US" altLang="zh-CN" sz="2000" dirty="0">
                <a:solidFill>
                  <a:srgbClr val="0000FF"/>
                </a:solidFill>
              </a:rPr>
              <a:t>\bin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CLASSPATH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.; 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jdk-14.0.2</a:t>
            </a:r>
            <a:r>
              <a:rPr lang="en-US" altLang="zh-CN" sz="2000" dirty="0">
                <a:solidFill>
                  <a:srgbClr val="0000FF"/>
                </a:solidFill>
              </a:rPr>
              <a:t>\lib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测试</a:t>
            </a:r>
            <a:r>
              <a:rPr lang="en-US" altLang="zh-CN" sz="2000" dirty="0"/>
              <a:t>: </a:t>
            </a:r>
            <a:r>
              <a:rPr lang="zh-CN" altLang="en-US" sz="2000" dirty="0"/>
              <a:t>输入</a:t>
            </a:r>
            <a:r>
              <a:rPr lang="en-US" altLang="zh-CN" sz="2000" dirty="0"/>
              <a:t>CMD</a:t>
            </a:r>
            <a:r>
              <a:rPr lang="zh-CN" altLang="en-US" sz="2000" dirty="0"/>
              <a:t>打开命令行模式</a:t>
            </a:r>
            <a:r>
              <a:rPr lang="en-US" altLang="zh-CN" sz="2000" dirty="0"/>
              <a:t>-&gt;</a:t>
            </a:r>
            <a:r>
              <a:rPr lang="zh-CN" altLang="en-US" sz="2000" dirty="0"/>
              <a:t>输入</a:t>
            </a:r>
            <a:r>
              <a:rPr lang="en-US" altLang="zh-CN" sz="2000" b="1" dirty="0"/>
              <a:t>java -version</a:t>
            </a:r>
            <a:endParaRPr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8EC2D590-07AA-4003-9B42-5E8C2EAE25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922320"/>
            <a:ext cx="6590476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55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(JDK)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安装</a:t>
            </a:r>
            <a:r>
              <a:rPr lang="en-US" altLang="zh-CN" sz="2000" dirty="0"/>
              <a:t>JDK</a:t>
            </a:r>
            <a:r>
              <a:rPr lang="zh-CN" altLang="en-US" sz="2000" dirty="0"/>
              <a:t>（以</a:t>
            </a:r>
            <a:r>
              <a:rPr lang="en-US" altLang="zh-CN" sz="2000" dirty="0"/>
              <a:t>JDK</a:t>
            </a:r>
            <a:r>
              <a:rPr lang="en-US" altLang="zh-CN" sz="2000" b="1" dirty="0">
                <a:solidFill>
                  <a:srgbClr val="FF0000"/>
                </a:solidFill>
              </a:rPr>
              <a:t>1.8.0_44</a:t>
            </a:r>
            <a:r>
              <a:rPr lang="zh-CN" altLang="en-US" sz="2000" dirty="0"/>
              <a:t>为例）</a:t>
            </a:r>
            <a:endParaRPr lang="en-US" altLang="zh-CN" sz="2000" dirty="0"/>
          </a:p>
          <a:p>
            <a:pPr lvl="1"/>
            <a:r>
              <a:rPr lang="zh-CN" altLang="en-US" sz="2000" b="1" dirty="0"/>
              <a:t>安装</a:t>
            </a:r>
            <a:r>
              <a:rPr lang="en-US" altLang="zh-CN" sz="2000" dirty="0"/>
              <a:t>: jdk-8u144-windows-i586.exe </a:t>
            </a:r>
            <a:r>
              <a:rPr lang="zh-CN" altLang="en-US" sz="2000" dirty="0"/>
              <a:t>或 </a:t>
            </a:r>
            <a:r>
              <a:rPr lang="en-US" altLang="zh-CN" sz="2000" dirty="0"/>
              <a:t>jdk-8u144-windows-x64.exe</a:t>
            </a:r>
          </a:p>
          <a:p>
            <a:pPr lvl="1"/>
            <a:r>
              <a:rPr lang="zh-CN" altLang="en-US" sz="2000" b="1" dirty="0"/>
              <a:t>设置</a:t>
            </a:r>
            <a:r>
              <a:rPr lang="en-US" altLang="zh-CN" sz="2000" dirty="0"/>
              <a:t>: </a:t>
            </a:r>
            <a:r>
              <a:rPr lang="zh-CN" altLang="en-US" sz="2000" dirty="0"/>
              <a:t>计算机</a:t>
            </a:r>
            <a:r>
              <a:rPr lang="en-US" altLang="zh-CN" sz="2000" dirty="0"/>
              <a:t>-&gt;</a:t>
            </a:r>
            <a:r>
              <a:rPr lang="zh-CN" altLang="en-US" sz="2000" dirty="0"/>
              <a:t>属性</a:t>
            </a:r>
            <a:r>
              <a:rPr lang="en-US" altLang="zh-CN" sz="2000" dirty="0"/>
              <a:t>-&gt;</a:t>
            </a:r>
            <a:r>
              <a:rPr lang="zh-CN" altLang="en-US" sz="2000" dirty="0"/>
              <a:t>高级系统设置</a:t>
            </a:r>
            <a:r>
              <a:rPr lang="en-US" altLang="zh-CN" sz="2000" dirty="0"/>
              <a:t>-&gt;</a:t>
            </a:r>
            <a:r>
              <a:rPr lang="zh-CN" altLang="en-US" sz="2000" dirty="0"/>
              <a:t>环境变量</a:t>
            </a:r>
            <a:r>
              <a:rPr lang="en-US" altLang="zh-CN" sz="2000" dirty="0"/>
              <a:t>-&gt;</a:t>
            </a:r>
            <a:r>
              <a:rPr lang="zh-CN" altLang="en-US" sz="2000" dirty="0"/>
              <a:t>系统变量</a:t>
            </a:r>
            <a:r>
              <a:rPr lang="en-US" altLang="zh-CN" sz="2000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新建</a:t>
            </a:r>
            <a:r>
              <a:rPr lang="en-US" altLang="zh-CN" sz="2000" b="1" dirty="0"/>
              <a:t>JAVA_HOME</a:t>
            </a:r>
            <a:r>
              <a:rPr lang="zh-CN" altLang="en-US" sz="2000" dirty="0"/>
              <a:t>设为</a:t>
            </a:r>
            <a:r>
              <a:rPr lang="en-US" altLang="zh-CN" sz="2000" dirty="0">
                <a:solidFill>
                  <a:srgbClr val="0000FF"/>
                </a:solidFill>
              </a:rPr>
              <a:t>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jdk1.8.0_144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;C:\Program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jdk1.8.0_144</a:t>
            </a:r>
            <a:r>
              <a:rPr lang="en-US" altLang="zh-CN" sz="2000" dirty="0">
                <a:solidFill>
                  <a:srgbClr val="0000FF"/>
                </a:solidFill>
              </a:rPr>
              <a:t>\bin; 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jdk1.8.0_144</a:t>
            </a:r>
            <a:r>
              <a:rPr lang="en-US" altLang="zh-CN" sz="2000" dirty="0">
                <a:solidFill>
                  <a:srgbClr val="0000FF"/>
                </a:solidFill>
              </a:rPr>
              <a:t>\</a:t>
            </a:r>
            <a:r>
              <a:rPr lang="en-US" altLang="zh-CN" sz="2000" dirty="0" err="1">
                <a:solidFill>
                  <a:srgbClr val="0000FF"/>
                </a:solidFill>
              </a:rPr>
              <a:t>jre</a:t>
            </a:r>
            <a:r>
              <a:rPr lang="en-US" altLang="zh-CN" sz="2000" dirty="0">
                <a:solidFill>
                  <a:srgbClr val="0000FF"/>
                </a:solidFill>
              </a:rPr>
              <a:t>\bin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CLASSPATH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.;C:\Program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jdk1.8.0_144 </a:t>
            </a:r>
            <a:r>
              <a:rPr lang="en-US" altLang="zh-CN" sz="2000" dirty="0">
                <a:solidFill>
                  <a:srgbClr val="0000FF"/>
                </a:solidFill>
              </a:rPr>
              <a:t>\</a:t>
            </a:r>
            <a:r>
              <a:rPr lang="en-US" altLang="zh-CN" sz="2000" dirty="0" err="1">
                <a:solidFill>
                  <a:srgbClr val="0000FF"/>
                </a:solidFill>
              </a:rPr>
              <a:t>lib;C</a:t>
            </a:r>
            <a:r>
              <a:rPr lang="en-US" altLang="zh-CN" sz="2000" dirty="0">
                <a:solidFill>
                  <a:srgbClr val="0000FF"/>
                </a:solidFill>
              </a:rPr>
              <a:t>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jdk1.8.0_144</a:t>
            </a:r>
            <a:r>
              <a:rPr lang="en-US" altLang="zh-CN" sz="2000" dirty="0">
                <a:solidFill>
                  <a:srgbClr val="0000FF"/>
                </a:solidFill>
              </a:rPr>
              <a:t>\lib\</a:t>
            </a:r>
            <a:r>
              <a:rPr lang="en-US" altLang="zh-CN" sz="2000" dirty="0" err="1">
                <a:solidFill>
                  <a:srgbClr val="0000FF"/>
                </a:solidFill>
              </a:rPr>
              <a:t>dt.jar;C</a:t>
            </a:r>
            <a:r>
              <a:rPr lang="en-US" altLang="zh-CN" sz="2000" dirty="0">
                <a:solidFill>
                  <a:srgbClr val="0000FF"/>
                </a:solidFill>
              </a:rPr>
              <a:t>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jdk1.8.0_144</a:t>
            </a:r>
            <a:r>
              <a:rPr lang="en-US" altLang="zh-CN" sz="2000" dirty="0">
                <a:solidFill>
                  <a:srgbClr val="0000FF"/>
                </a:solidFill>
              </a:rPr>
              <a:t>\lib\tools.jar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测试</a:t>
            </a:r>
            <a:r>
              <a:rPr lang="en-US" altLang="zh-CN" sz="2000" dirty="0"/>
              <a:t>: </a:t>
            </a:r>
            <a:r>
              <a:rPr lang="zh-CN" altLang="en-US" sz="2000" dirty="0"/>
              <a:t>输入</a:t>
            </a:r>
            <a:r>
              <a:rPr lang="en-US" altLang="zh-CN" sz="2000" dirty="0"/>
              <a:t>CMD</a:t>
            </a:r>
            <a:r>
              <a:rPr lang="zh-CN" altLang="en-US" sz="2000" dirty="0"/>
              <a:t>打开命令行模式</a:t>
            </a:r>
            <a:r>
              <a:rPr lang="en-US" altLang="zh-CN" sz="2000" dirty="0"/>
              <a:t>-&gt;</a:t>
            </a:r>
            <a:r>
              <a:rPr lang="zh-CN" altLang="en-US" sz="2000" dirty="0"/>
              <a:t>输入</a:t>
            </a:r>
            <a:r>
              <a:rPr lang="en-US" altLang="zh-CN" sz="2000" b="1" dirty="0"/>
              <a:t>java -version</a:t>
            </a:r>
            <a:endParaRPr lang="zh-CN" altLang="en-US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5501690"/>
            <a:ext cx="3695544" cy="129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3079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(JDK)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安装</a:t>
            </a:r>
            <a:r>
              <a:rPr lang="en-US" altLang="zh-CN" sz="2000" dirty="0" smtClean="0"/>
              <a:t>JDK</a:t>
            </a:r>
            <a:r>
              <a:rPr lang="zh-CN" altLang="en-US" sz="2000" dirty="0" smtClean="0"/>
              <a:t>之后：</a:t>
            </a:r>
            <a:endParaRPr lang="en-US" altLang="zh-CN" sz="2000" dirty="0" smtClean="0"/>
          </a:p>
          <a:p>
            <a:r>
              <a:rPr lang="zh-CN" altLang="en-US" sz="2000" dirty="0" smtClean="0"/>
              <a:t>进入安装目录，找到类库源文件</a:t>
            </a:r>
            <a:r>
              <a:rPr lang="en-US" altLang="zh-CN" sz="2000" dirty="0" smtClean="0"/>
              <a:t>lib/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src.zip</a:t>
            </a:r>
            <a:r>
              <a:rPr lang="zh-CN" altLang="en-US" sz="2000" dirty="0" smtClean="0"/>
              <a:t>，解压</a:t>
            </a:r>
            <a:r>
              <a:rPr lang="en-US" altLang="zh-CN" sz="2000" dirty="0" smtClean="0"/>
              <a:t>src.zip</a:t>
            </a:r>
            <a:r>
              <a:rPr lang="zh-CN" altLang="en-US" sz="2000" dirty="0" smtClean="0"/>
              <a:t>可以得到源代码。</a:t>
            </a:r>
            <a:endParaRPr lang="en-US" altLang="zh-CN" sz="2000" dirty="0" smtClean="0"/>
          </a:p>
          <a:p>
            <a:r>
              <a:rPr lang="en-US" altLang="zh-CN" sz="2000" dirty="0" smtClean="0"/>
              <a:t>src.zip</a:t>
            </a:r>
            <a:r>
              <a:rPr lang="zh-CN" altLang="en-US" sz="2000" dirty="0" smtClean="0"/>
              <a:t>包含了所有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公共类库</a:t>
            </a:r>
            <a:r>
              <a:rPr lang="zh-CN" altLang="en-US" sz="2000" dirty="0" smtClean="0"/>
              <a:t>的源代码。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相应的文档在可以在官网上找到</a:t>
            </a:r>
            <a:r>
              <a:rPr lang="en-US" altLang="zh-CN" sz="2000" dirty="0" smtClean="0">
                <a:hlinkClick r:id="rId2"/>
              </a:rPr>
              <a:t>https</a:t>
            </a:r>
            <a:r>
              <a:rPr lang="en-US" altLang="zh-CN" sz="2000" dirty="0">
                <a:hlinkClick r:id="rId2"/>
              </a:rPr>
              <a:t>://</a:t>
            </a:r>
            <a:r>
              <a:rPr lang="en-US" altLang="zh-CN" sz="2000" dirty="0" smtClean="0">
                <a:hlinkClick r:id="rId2"/>
              </a:rPr>
              <a:t>docs.oracle.com/en/java/javase/20/docs/api/index.html</a:t>
            </a:r>
            <a:endParaRPr lang="en-US" altLang="zh-CN" sz="2000" dirty="0" smtClean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00237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(Eclipse, 2023-06)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Eclipse</a:t>
            </a:r>
            <a:r>
              <a:rPr lang="zh-CN" altLang="en-US" sz="2000" dirty="0"/>
              <a:t>集成开发环境</a:t>
            </a:r>
            <a:endParaRPr lang="en-US" altLang="zh-CN" sz="2000" dirty="0"/>
          </a:p>
          <a:p>
            <a:pPr lvl="1"/>
            <a:r>
              <a:rPr lang="en-US" altLang="zh-CN" sz="2000" dirty="0"/>
              <a:t>Step 1. </a:t>
            </a:r>
            <a:r>
              <a:rPr lang="en-US" altLang="zh-CN" sz="2000" dirty="0">
                <a:hlinkClick r:id="rId2"/>
              </a:rPr>
              <a:t>http://www.eclipse.org/downloads/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2. </a:t>
            </a:r>
            <a:r>
              <a:rPr lang="zh-CN" altLang="en-US" sz="2000" dirty="0"/>
              <a:t>点击</a:t>
            </a:r>
            <a:r>
              <a:rPr lang="en-US" altLang="zh-CN" sz="2000" dirty="0"/>
              <a:t>Download x86_64it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3.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7E878F03-C3CE-C5B0-2168-E5FDF7F92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2420888"/>
            <a:ext cx="1509443" cy="10081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37179BCF-90AD-D561-0BA7-5E03FD5FE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653532"/>
            <a:ext cx="5515745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0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(Eclipse, 2022-06)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Eclipse</a:t>
            </a:r>
            <a:r>
              <a:rPr lang="zh-CN" altLang="en-US" sz="2000" dirty="0"/>
              <a:t>集成开发环境</a:t>
            </a:r>
            <a:endParaRPr lang="en-US" altLang="zh-CN" sz="2000" dirty="0"/>
          </a:p>
          <a:p>
            <a:pPr lvl="1"/>
            <a:r>
              <a:rPr lang="en-US" altLang="zh-CN" sz="2000" dirty="0"/>
              <a:t>Step 1. </a:t>
            </a:r>
            <a:r>
              <a:rPr lang="en-US" altLang="zh-CN" sz="2000" dirty="0">
                <a:hlinkClick r:id="rId2"/>
              </a:rPr>
              <a:t>http://www.eclipse.org/downloads/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2. </a:t>
            </a:r>
            <a:r>
              <a:rPr lang="zh-CN" altLang="en-US" sz="2000" dirty="0"/>
              <a:t>点击</a:t>
            </a:r>
            <a:r>
              <a:rPr lang="en-US" altLang="zh-CN" sz="2000" dirty="0"/>
              <a:t>Download x86_64it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3.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EF7AC808-6E4A-A56E-6475-4FFC7E62A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379690"/>
            <a:ext cx="1837453" cy="12316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BFDD741C-C7AA-03EA-97FD-4D9E21228B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836687"/>
            <a:ext cx="2691788" cy="11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14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(Eclipse, 2021-06)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Eclipse</a:t>
            </a:r>
            <a:r>
              <a:rPr lang="zh-CN" altLang="en-US" sz="2000" dirty="0"/>
              <a:t>集成开发环境</a:t>
            </a:r>
            <a:endParaRPr lang="en-US" altLang="zh-CN" sz="2000" dirty="0"/>
          </a:p>
          <a:p>
            <a:pPr lvl="1"/>
            <a:r>
              <a:rPr lang="en-US" altLang="zh-CN" sz="2000" dirty="0"/>
              <a:t>Step 1. </a:t>
            </a:r>
            <a:r>
              <a:rPr lang="en-US" altLang="zh-CN" sz="2000" dirty="0">
                <a:hlinkClick r:id="rId2"/>
              </a:rPr>
              <a:t>http://www.eclipse.org/downloads/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2. </a:t>
            </a:r>
            <a:r>
              <a:rPr lang="zh-CN" altLang="en-US" sz="2000" dirty="0"/>
              <a:t>点击</a:t>
            </a:r>
            <a:r>
              <a:rPr lang="en-US" altLang="zh-CN" sz="2000" dirty="0"/>
              <a:t>Download x86_64it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3.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Step 4.  </a:t>
            </a:r>
            <a:r>
              <a:rPr lang="zh-CN" altLang="en-US" sz="2000" dirty="0"/>
              <a:t>点击</a:t>
            </a:r>
            <a:r>
              <a:rPr lang="en-US" altLang="zh-CN" sz="2000" dirty="0"/>
              <a:t>eclipse-inst-win64.exe</a:t>
            </a:r>
            <a:r>
              <a:rPr lang="zh-CN" altLang="en-US" sz="2000" dirty="0"/>
              <a:t>开始安装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2E19E510-C135-47D4-93EB-85E7DCC06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369341"/>
            <a:ext cx="1533192" cy="1335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9529BB1E-F1BB-433B-B269-8032B7199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887900"/>
            <a:ext cx="1628488" cy="9361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488AAC40-F3AB-4CC5-9BFC-3133334A8F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600" y="3611389"/>
            <a:ext cx="1533192" cy="155513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2CDBD24C-7940-4D9E-B1B8-FFD2DC06C6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600" y="5257800"/>
            <a:ext cx="1800200" cy="14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55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(Eclipse, 2020-06)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Eclipse</a:t>
            </a:r>
            <a:r>
              <a:rPr lang="zh-CN" altLang="en-US" sz="2000" dirty="0"/>
              <a:t>集成开发环境</a:t>
            </a:r>
            <a:endParaRPr lang="en-US" altLang="zh-CN" sz="2000" dirty="0"/>
          </a:p>
          <a:p>
            <a:pPr lvl="1"/>
            <a:r>
              <a:rPr lang="en-US" altLang="zh-CN" sz="2000" dirty="0"/>
              <a:t>Step 1. </a:t>
            </a:r>
            <a:r>
              <a:rPr lang="en-US" altLang="zh-CN" sz="2000" dirty="0">
                <a:hlinkClick r:id="rId2"/>
              </a:rPr>
              <a:t>http://www.eclipse.org/downloads/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2. </a:t>
            </a:r>
            <a:r>
              <a:rPr lang="zh-CN" altLang="en-US" sz="2000" dirty="0"/>
              <a:t>点击</a:t>
            </a:r>
            <a:r>
              <a:rPr lang="en-US" altLang="zh-CN" sz="2000" dirty="0"/>
              <a:t>Download 64 bit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3.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Step 4.  </a:t>
            </a:r>
            <a:r>
              <a:rPr lang="zh-CN" altLang="en-US" sz="2000" dirty="0"/>
              <a:t>点击</a:t>
            </a:r>
            <a:r>
              <a:rPr lang="en-US" altLang="zh-CN" sz="2000" dirty="0"/>
              <a:t>eclipse-inst-jre-win64</a:t>
            </a:r>
            <a:r>
              <a:rPr lang="zh-CN" altLang="en-US" sz="2000" dirty="0"/>
              <a:t>开始安装</a:t>
            </a: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4D4D6FD3-F9F4-4648-9EC7-2E46DC852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2348880"/>
            <a:ext cx="1512168" cy="11197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416919A-D9EF-4188-8CF0-642F045EE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887900"/>
            <a:ext cx="1584610" cy="93610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DDD5C1D3-4D40-4DAF-8C67-5DBD4398BF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87900"/>
            <a:ext cx="2736304" cy="282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11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3933056"/>
            <a:ext cx="6786761" cy="1009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  <a:r>
              <a:rPr lang="en-US" altLang="zh-CN" sz="3200" dirty="0"/>
              <a:t>(Eclipse Oxygen)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Eclipse</a:t>
            </a:r>
            <a:r>
              <a:rPr lang="zh-CN" altLang="en-US" sz="2000" dirty="0"/>
              <a:t>集成开发环境</a:t>
            </a:r>
            <a:endParaRPr lang="en-US" altLang="zh-CN" sz="2000" dirty="0"/>
          </a:p>
          <a:p>
            <a:pPr lvl="1"/>
            <a:r>
              <a:rPr lang="en-US" altLang="zh-CN" sz="2000" dirty="0"/>
              <a:t>Step 1. </a:t>
            </a:r>
            <a:r>
              <a:rPr lang="en-US" altLang="zh-CN" sz="2000" dirty="0">
                <a:hlinkClick r:id="rId3"/>
              </a:rPr>
              <a:t>http://www.eclipse.org/downloads/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2. </a:t>
            </a:r>
            <a:r>
              <a:rPr lang="zh-CN" altLang="en-US" sz="2000" dirty="0"/>
              <a:t>点击</a:t>
            </a:r>
            <a:r>
              <a:rPr lang="en-US" altLang="zh-CN" sz="2000" dirty="0"/>
              <a:t>Download Packages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3.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6016" y="2358405"/>
            <a:ext cx="1531649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接连接符 8"/>
          <p:cNvCxnSpPr/>
          <p:nvPr/>
        </p:nvCxnSpPr>
        <p:spPr>
          <a:xfrm>
            <a:off x="5095106" y="3573016"/>
            <a:ext cx="7920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236296" y="4005064"/>
            <a:ext cx="1656184" cy="936104"/>
          </a:xfrm>
          <a:prstGeom prst="ellips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2008" y="6444044"/>
            <a:ext cx="8964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注：除了</a:t>
            </a:r>
            <a:r>
              <a:rPr lang="en-US" altLang="zh-CN" dirty="0"/>
              <a:t>Eclipse Oxygen</a:t>
            </a:r>
            <a:r>
              <a:rPr lang="zh-CN" altLang="en-US" dirty="0"/>
              <a:t>版本还有</a:t>
            </a:r>
            <a:r>
              <a:rPr lang="en-US" altLang="zh-CN" dirty="0"/>
              <a:t>Eclipse Neon, Eclipse Mars, Eclipse Luna, Eclipse </a:t>
            </a:r>
            <a:r>
              <a:rPr lang="en-US" altLang="zh-CN" dirty="0" err="1"/>
              <a:t>Kepler</a:t>
            </a:r>
            <a:r>
              <a:rPr lang="zh-CN" altLang="en-US" dirty="0"/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1093591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1.6 Java</a:t>
            </a:r>
            <a:r>
              <a:rPr lang="zh-CN" altLang="en-US" sz="2000" dirty="0">
                <a:solidFill>
                  <a:srgbClr val="FF0000"/>
                </a:solidFill>
              </a:rPr>
              <a:t>程序开发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1485766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072" y="1628800"/>
            <a:ext cx="7740352" cy="381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257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753700"/>
            <a:ext cx="8229600" cy="43891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3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Welcome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endParaRPr lang="en-US" sz="1300" dirty="0">
              <a:solidFill>
                <a:srgbClr val="000000"/>
              </a:solidFill>
              <a:latin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3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endParaRPr lang="en-US" sz="1300" dirty="0">
              <a:solidFill>
                <a:srgbClr val="000000"/>
              </a:solidFill>
              <a:latin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String[] greeting =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String[3];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greeting[0] = 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"Welcome to Core Java"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greeting[1] = 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"by Cay </a:t>
            </a:r>
            <a:r>
              <a:rPr lang="en-US" sz="1300" dirty="0" err="1">
                <a:solidFill>
                  <a:srgbClr val="2A00FF"/>
                </a:solidFill>
                <a:latin typeface="Consolas"/>
              </a:rPr>
              <a:t>Horstmann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greeting[2] = 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"and Gary Cornell"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(String g : greeting){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   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3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3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3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300" i="1" dirty="0">
                <a:solidFill>
                  <a:srgbClr val="000000"/>
                </a:solidFill>
                <a:latin typeface="Consolas"/>
              </a:rPr>
              <a:t>(g);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i="1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400" dirty="0">
              <a:latin typeface="Consolas"/>
            </a:endParaRPr>
          </a:p>
        </p:txBody>
      </p:sp>
      <p:sp>
        <p:nvSpPr>
          <p:cNvPr id="5" name="Line Callout 1 13"/>
          <p:cNvSpPr/>
          <p:nvPr/>
        </p:nvSpPr>
        <p:spPr>
          <a:xfrm>
            <a:off x="5486400" y="187409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19550"/>
              <a:gd name="adj4" fmla="val -5337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class name = file name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6" name="Line Callout 1 15"/>
          <p:cNvSpPr/>
          <p:nvPr/>
        </p:nvSpPr>
        <p:spPr>
          <a:xfrm>
            <a:off x="5486400" y="233129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21290"/>
              <a:gd name="adj4" fmla="val -52261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method: entry point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Line Callout 1 16"/>
          <p:cNvSpPr/>
          <p:nvPr/>
        </p:nvSpPr>
        <p:spPr>
          <a:xfrm>
            <a:off x="5486400" y="278849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21290"/>
              <a:gd name="adj4" fmla="val -5297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an array of Strings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8" name="Line Callout 1 17"/>
          <p:cNvSpPr/>
          <p:nvPr/>
        </p:nvSpPr>
        <p:spPr>
          <a:xfrm>
            <a:off x="5486400" y="397721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20461"/>
              <a:gd name="adj4" fmla="val -54226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loop and output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1" name="Line Callout 1 22"/>
          <p:cNvSpPr/>
          <p:nvPr/>
        </p:nvSpPr>
        <p:spPr>
          <a:xfrm>
            <a:off x="5486400" y="4387934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18802"/>
              <a:gd name="adj4" fmla="val -5404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package, class, method</a:t>
            </a:r>
          </a:p>
        </p:txBody>
      </p:sp>
      <p:sp>
        <p:nvSpPr>
          <p:cNvPr id="12" name="Line Callout 1 20"/>
          <p:cNvSpPr/>
          <p:nvPr/>
        </p:nvSpPr>
        <p:spPr>
          <a:xfrm>
            <a:off x="3429000" y="6285695"/>
            <a:ext cx="2438400" cy="306324"/>
          </a:xfrm>
          <a:prstGeom prst="borderCallout1">
            <a:avLst>
              <a:gd name="adj1" fmla="val 18750"/>
              <a:gd name="adj2" fmla="val -8333"/>
              <a:gd name="adj3" fmla="val -1242391"/>
              <a:gd name="adj4" fmla="val -931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command line argument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9" name="Line Callout 1 18"/>
          <p:cNvSpPr/>
          <p:nvPr/>
        </p:nvSpPr>
        <p:spPr>
          <a:xfrm>
            <a:off x="1640446" y="5772996"/>
            <a:ext cx="2321954" cy="306324"/>
          </a:xfrm>
          <a:prstGeom prst="borderCallout1">
            <a:avLst>
              <a:gd name="adj1" fmla="val 18750"/>
              <a:gd name="adj2" fmla="val -8333"/>
              <a:gd name="adj3" fmla="val -1070394"/>
              <a:gd name="adj4" fmla="val -869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must be public </a:t>
            </a:r>
            <a:r>
              <a:rPr lang="en-US" sz="1400" b="1" dirty="0" smtClean="0">
                <a:solidFill>
                  <a:srgbClr val="FFFF00"/>
                </a:solidFill>
              </a:rPr>
              <a:t> static void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71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编写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0000FF"/>
                </a:solidFill>
              </a:rPr>
              <a:t>Hello.java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编译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</a:p>
          <a:p>
            <a:pPr lvl="1"/>
            <a:r>
              <a:rPr lang="en-US" altLang="zh-CN" sz="2000" b="1" dirty="0" err="1"/>
              <a:t>javac</a:t>
            </a:r>
            <a:r>
              <a:rPr lang="en-US" altLang="zh-CN" sz="2000" b="1" dirty="0">
                <a:solidFill>
                  <a:srgbClr val="0000FF"/>
                </a:solidFill>
              </a:rPr>
              <a:t> Hello.java</a:t>
            </a:r>
          </a:p>
          <a:p>
            <a:pPr marL="457200" lvl="1" indent="0">
              <a:buNone/>
            </a:pPr>
            <a:r>
              <a:rPr lang="zh-CN" altLang="en-US" sz="2000" dirty="0"/>
              <a:t>生成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A.class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	   </a:t>
            </a:r>
            <a:r>
              <a:rPr lang="en-US" altLang="zh-CN" sz="2000" dirty="0" err="1"/>
              <a:t>B.class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           </a:t>
            </a:r>
            <a:r>
              <a:rPr lang="en-US" altLang="zh-CN" sz="2000" dirty="0" err="1"/>
              <a:t>Hello.class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运行</a:t>
            </a:r>
            <a:r>
              <a:rPr lang="zh-CN" altLang="en-US" sz="2000" b="1" dirty="0">
                <a:solidFill>
                  <a:srgbClr val="FF0000"/>
                </a:solidFill>
              </a:rPr>
              <a:t>主类</a:t>
            </a:r>
            <a:r>
              <a:rPr lang="zh-CN" altLang="en-US" sz="2000" dirty="0"/>
              <a:t>（应用程序）</a:t>
            </a:r>
          </a:p>
          <a:p>
            <a:pPr lvl="1"/>
            <a:r>
              <a:rPr lang="en-US" altLang="zh-CN" sz="2000" b="1" dirty="0"/>
              <a:t>java</a:t>
            </a:r>
            <a:r>
              <a:rPr lang="en-US" altLang="zh-CN" sz="2000" b="1" dirty="0">
                <a:solidFill>
                  <a:srgbClr val="FF0000"/>
                </a:solidFill>
              </a:rPr>
              <a:t> Hello</a:t>
            </a:r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一定有一个主类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3491880" y="1631697"/>
            <a:ext cx="5112568" cy="489364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zh-CN" altLang="en-US" sz="1600" dirty="0"/>
              <a:t>class </a:t>
            </a:r>
            <a:r>
              <a:rPr lang="zh-CN" altLang="en-US" sz="1600" dirty="0">
                <a:solidFill>
                  <a:srgbClr val="FF0000"/>
                </a:solidFill>
              </a:rPr>
              <a:t>A</a:t>
            </a:r>
          </a:p>
          <a:p>
            <a:r>
              <a:rPr lang="zh-CN" altLang="en-US" sz="1600" dirty="0"/>
              <a:t>{</a:t>
            </a:r>
          </a:p>
          <a:p>
            <a:r>
              <a:rPr lang="zh-CN" altLang="en-US" sz="1600" dirty="0"/>
              <a:t>      void f()</a:t>
            </a:r>
          </a:p>
          <a:p>
            <a:r>
              <a:rPr lang="zh-CN" altLang="en-US" sz="1600" dirty="0"/>
              <a:t>      {</a:t>
            </a:r>
          </a:p>
          <a:p>
            <a:r>
              <a:rPr lang="zh-CN" altLang="en-US" sz="1600" dirty="0"/>
              <a:t>          System.out.println("I am A");</a:t>
            </a:r>
          </a:p>
          <a:p>
            <a:r>
              <a:rPr lang="zh-CN" altLang="en-US" sz="1600" dirty="0"/>
              <a:t>      }</a:t>
            </a:r>
          </a:p>
          <a:p>
            <a:r>
              <a:rPr lang="zh-CN" altLang="en-US" sz="1600" dirty="0"/>
              <a:t>}</a:t>
            </a:r>
          </a:p>
          <a:p>
            <a:r>
              <a:rPr lang="zh-CN" altLang="en-US" sz="1600" dirty="0"/>
              <a:t>class </a:t>
            </a:r>
            <a:r>
              <a:rPr lang="zh-CN" altLang="en-US" sz="1600" dirty="0">
                <a:solidFill>
                  <a:srgbClr val="FF0000"/>
                </a:solidFill>
              </a:rPr>
              <a:t>B</a:t>
            </a:r>
          </a:p>
          <a:p>
            <a:r>
              <a:rPr lang="zh-CN" altLang="en-US" sz="1600" dirty="0"/>
              <a:t>{</a:t>
            </a:r>
          </a:p>
          <a:p>
            <a:r>
              <a:rPr lang="zh-CN" altLang="en-US" sz="1600" dirty="0"/>
              <a:t>}</a:t>
            </a:r>
          </a:p>
          <a:p>
            <a:r>
              <a:rPr lang="zh-CN" altLang="en-US" sz="1600" b="1" dirty="0">
                <a:solidFill>
                  <a:srgbClr val="0000FF"/>
                </a:solidFill>
              </a:rPr>
              <a:t>public class Hello</a:t>
            </a:r>
          </a:p>
          <a:p>
            <a:r>
              <a:rPr lang="zh-CN" altLang="en-US" sz="1600" dirty="0"/>
              <a:t>{     </a:t>
            </a:r>
          </a:p>
          <a:p>
            <a:r>
              <a:rPr lang="zh-CN" altLang="en-US" sz="1600" dirty="0"/>
              <a:t>     </a:t>
            </a:r>
            <a:r>
              <a:rPr lang="zh-CN" altLang="en-US" sz="1600" b="1" dirty="0">
                <a:solidFill>
                  <a:srgbClr val="FF0000"/>
                </a:solidFill>
              </a:rPr>
              <a:t>public static void main</a:t>
            </a:r>
            <a:r>
              <a:rPr lang="zh-CN" altLang="en-US" sz="1600" dirty="0"/>
              <a:t> (String args[ ])</a:t>
            </a:r>
          </a:p>
          <a:p>
            <a:r>
              <a:rPr lang="zh-CN" altLang="en-US" sz="1600" dirty="0"/>
              <a:t>     { </a:t>
            </a:r>
          </a:p>
          <a:p>
            <a:r>
              <a:rPr lang="zh-CN" altLang="en-US" sz="1600" dirty="0"/>
              <a:t>         System.out.println("你好，很高兴学习Java");</a:t>
            </a:r>
          </a:p>
          <a:p>
            <a:r>
              <a:rPr lang="zh-CN" altLang="en-US" sz="1600" dirty="0"/>
              <a:t>         A a=new A();</a:t>
            </a:r>
          </a:p>
          <a:p>
            <a:r>
              <a:rPr lang="zh-CN" altLang="en-US" sz="1600" dirty="0"/>
              <a:t>         a.f();</a:t>
            </a:r>
          </a:p>
          <a:p>
            <a:r>
              <a:rPr lang="zh-CN" altLang="en-US" sz="1600" dirty="0"/>
              <a:t>     }</a:t>
            </a:r>
          </a:p>
          <a:p>
            <a:r>
              <a:rPr lang="zh-CN" altLang="en-US" sz="16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6453336"/>
            <a:ext cx="889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注：每个文件只能包含一个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类（也可以没有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类），文件名与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类名相同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20272" y="4509120"/>
            <a:ext cx="20970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主类（</a:t>
            </a:r>
            <a:r>
              <a:rPr lang="en-US" altLang="zh-CN" b="1" dirty="0">
                <a:solidFill>
                  <a:srgbClr val="FF0000"/>
                </a:solidFill>
              </a:rPr>
              <a:t>main class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2529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编写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0000FF"/>
                </a:solidFill>
              </a:rPr>
              <a:t>Tom.java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编译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</a:p>
          <a:p>
            <a:pPr lvl="1"/>
            <a:r>
              <a:rPr lang="en-US" altLang="zh-CN" sz="2000" b="1" dirty="0" err="1"/>
              <a:t>javac</a:t>
            </a:r>
            <a:r>
              <a:rPr lang="en-US" altLang="zh-CN" sz="2000" b="1" dirty="0">
                <a:solidFill>
                  <a:srgbClr val="0000FF"/>
                </a:solidFill>
              </a:rPr>
              <a:t> Tom.java</a:t>
            </a:r>
          </a:p>
          <a:p>
            <a:pPr marL="457200" lvl="1" indent="0">
              <a:buNone/>
            </a:pPr>
            <a:r>
              <a:rPr lang="zh-CN" altLang="en-US" sz="2000" dirty="0"/>
              <a:t>生成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Tom.class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	   </a:t>
            </a:r>
            <a:r>
              <a:rPr lang="en-US" altLang="zh-CN" sz="2000" dirty="0" err="1"/>
              <a:t>Example.class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运行</a:t>
            </a:r>
            <a:r>
              <a:rPr lang="zh-CN" altLang="en-US" sz="2000" b="1" dirty="0">
                <a:solidFill>
                  <a:srgbClr val="FF0000"/>
                </a:solidFill>
              </a:rPr>
              <a:t>主类</a:t>
            </a:r>
            <a:r>
              <a:rPr lang="zh-CN" altLang="en-US" sz="2000" dirty="0"/>
              <a:t>（应用程序）</a:t>
            </a:r>
          </a:p>
          <a:p>
            <a:pPr lvl="1"/>
            <a:r>
              <a:rPr lang="en-US" altLang="zh-CN" sz="2000" b="1" dirty="0"/>
              <a:t>java</a:t>
            </a:r>
            <a:r>
              <a:rPr lang="en-US" altLang="zh-CN" sz="2000" b="1" dirty="0">
                <a:solidFill>
                  <a:srgbClr val="FF0000"/>
                </a:solidFill>
              </a:rPr>
              <a:t> Example</a:t>
            </a:r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一定有一个主类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3491880" y="1631697"/>
            <a:ext cx="4320480" cy="452431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</a:rPr>
              <a:t>public class Tom</a:t>
            </a:r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leg; </a:t>
            </a:r>
          </a:p>
          <a:p>
            <a:r>
              <a:rPr lang="en-US" altLang="zh-CN" sz="1600" dirty="0"/>
              <a:t>     String head;</a:t>
            </a:r>
          </a:p>
          <a:p>
            <a:r>
              <a:rPr lang="en-US" altLang="zh-CN" sz="1600" dirty="0"/>
              <a:t>     void cry(String s){ </a:t>
            </a:r>
          </a:p>
          <a:p>
            <a:r>
              <a:rPr lang="en-US" altLang="zh-CN" sz="1600" dirty="0"/>
              <a:t>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(s);</a:t>
            </a:r>
          </a:p>
          <a:p>
            <a:r>
              <a:rPr lang="en-US" altLang="zh-CN" sz="1600" dirty="0"/>
              <a:t>     }</a:t>
            </a:r>
          </a:p>
          <a:p>
            <a:r>
              <a:rPr lang="en-US" altLang="zh-CN" sz="1600" dirty="0"/>
              <a:t>}</a:t>
            </a:r>
          </a:p>
          <a:p>
            <a:r>
              <a:rPr lang="en-US" altLang="zh-CN" sz="1600" dirty="0"/>
              <a:t>class Example{ </a:t>
            </a:r>
          </a:p>
          <a:p>
            <a:r>
              <a:rPr lang="en-US" altLang="zh-CN" sz="1600" dirty="0"/>
              <a:t>    </a:t>
            </a:r>
            <a:r>
              <a:rPr lang="en-US" altLang="zh-CN" sz="1600" b="1" dirty="0">
                <a:solidFill>
                  <a:srgbClr val="FF0000"/>
                </a:solidFill>
              </a:rPr>
              <a:t>public static void main</a:t>
            </a:r>
            <a:r>
              <a:rPr lang="en-US" altLang="zh-CN" sz="1600" dirty="0"/>
              <a:t> (String 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[])</a:t>
            </a:r>
          </a:p>
          <a:p>
            <a:r>
              <a:rPr lang="en-US" altLang="zh-CN" sz="1600" dirty="0"/>
              <a:t>    {  Tom cat;</a:t>
            </a:r>
          </a:p>
          <a:p>
            <a:r>
              <a:rPr lang="en-US" altLang="zh-CN" sz="1600" dirty="0"/>
              <a:t>        cat=new Tom();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cat.leg</a:t>
            </a:r>
            <a:r>
              <a:rPr lang="en-US" altLang="zh-CN" sz="1600" dirty="0"/>
              <a:t>=4;    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cat.head</a:t>
            </a:r>
            <a:r>
              <a:rPr lang="en-US" altLang="zh-CN" sz="1600" dirty="0"/>
              <a:t>="</a:t>
            </a:r>
            <a:r>
              <a:rPr lang="zh-CN" altLang="en-US" sz="1600" dirty="0"/>
              <a:t>猫头</a:t>
            </a:r>
            <a:r>
              <a:rPr lang="en-US" altLang="zh-CN" sz="1600" dirty="0"/>
              <a:t>";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</a:t>
            </a:r>
            <a:r>
              <a:rPr lang="zh-CN" altLang="en-US" sz="1600" dirty="0"/>
              <a:t>腿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cat.leg</a:t>
            </a:r>
            <a:r>
              <a:rPr lang="en-US" altLang="zh-CN" sz="1600" dirty="0"/>
              <a:t>+"</a:t>
            </a:r>
            <a:r>
              <a:rPr lang="zh-CN" altLang="en-US" sz="1600" dirty="0"/>
              <a:t>条</a:t>
            </a:r>
            <a:r>
              <a:rPr lang="en-US" altLang="zh-CN" sz="1600" dirty="0"/>
              <a:t>");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</a:t>
            </a:r>
            <a:r>
              <a:rPr lang="zh-CN" altLang="en-US" sz="1600" dirty="0"/>
              <a:t>头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cat.head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cat.cry</a:t>
            </a:r>
            <a:r>
              <a:rPr lang="en-US" altLang="zh-CN" sz="1600" dirty="0"/>
              <a:t>("</a:t>
            </a:r>
            <a:r>
              <a:rPr lang="zh-CN" altLang="en-US" sz="1600" dirty="0"/>
              <a:t>我今天要和</a:t>
            </a:r>
            <a:r>
              <a:rPr lang="en-US" altLang="zh-CN" sz="1600" dirty="0"/>
              <a:t>Jerry</a:t>
            </a:r>
            <a:r>
              <a:rPr lang="zh-CN" altLang="en-US" sz="1600" dirty="0"/>
              <a:t>拼了</a:t>
            </a:r>
            <a:r>
              <a:rPr lang="en-US" altLang="zh-CN" sz="1600" dirty="0"/>
              <a:t>");</a:t>
            </a:r>
          </a:p>
          <a:p>
            <a:r>
              <a:rPr lang="en-US" altLang="zh-CN" sz="1600" dirty="0"/>
              <a:t>    }</a:t>
            </a:r>
          </a:p>
          <a:p>
            <a:r>
              <a:rPr lang="en-US" altLang="zh-CN" sz="16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6165304"/>
            <a:ext cx="889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注：每个文件只能包含一个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类（也可以没有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类），文件名与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类名相同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zh-CN" altLang="en-US" b="1" dirty="0">
                <a:solidFill>
                  <a:srgbClr val="0000FF"/>
                </a:solidFill>
              </a:rPr>
              <a:t>         如果源文件没有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类，则源文件名只要与某个类的名字相同即可</a:t>
            </a:r>
          </a:p>
        </p:txBody>
      </p:sp>
    </p:spTree>
    <p:extLst>
      <p:ext uri="{BB962C8B-B14F-4D97-AF65-F5344CB8AC3E}">
        <p14:creationId xmlns:p14="http://schemas.microsoft.com/office/powerpoint/2010/main" val="34935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17638"/>
            <a:ext cx="4679925" cy="444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6437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1.7 JDK 1.6</a:t>
            </a:r>
            <a:r>
              <a:rPr lang="zh-CN" altLang="en-US" sz="2000" dirty="0">
                <a:solidFill>
                  <a:srgbClr val="FF0000"/>
                </a:solidFill>
              </a:rPr>
              <a:t>编译器的兼容性</a:t>
            </a:r>
          </a:p>
        </p:txBody>
      </p:sp>
    </p:spTree>
    <p:extLst>
      <p:ext uri="{BB962C8B-B14F-4D97-AF65-F5344CB8AC3E}">
        <p14:creationId xmlns:p14="http://schemas.microsoft.com/office/powerpoint/2010/main" val="11550736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1.7 JDK 1.6</a:t>
            </a:r>
            <a:r>
              <a:rPr lang="zh-CN" altLang="en-US" sz="3200" dirty="0"/>
              <a:t>编译器的兼容性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用</a:t>
            </a:r>
            <a:r>
              <a:rPr lang="en-US" altLang="zh-CN" sz="2000" dirty="0"/>
              <a:t>JDK 1.6</a:t>
            </a:r>
            <a:r>
              <a:rPr lang="zh-CN" altLang="en-US" sz="2000" dirty="0"/>
              <a:t>的编译器生成的字节码只能在安装了高于</a:t>
            </a:r>
            <a:r>
              <a:rPr lang="en-US" altLang="zh-CN" sz="2000" dirty="0"/>
              <a:t>JDK 1.6</a:t>
            </a:r>
            <a:r>
              <a:rPr lang="zh-CN" altLang="en-US" sz="2000" dirty="0"/>
              <a:t>或</a:t>
            </a:r>
            <a:r>
              <a:rPr lang="en-US" altLang="zh-CN" sz="2000" dirty="0"/>
              <a:t>JRE 1.6</a:t>
            </a:r>
            <a:r>
              <a:rPr lang="zh-CN" altLang="en-US" sz="2000" dirty="0"/>
              <a:t>的</a:t>
            </a:r>
            <a:r>
              <a:rPr lang="en-US" altLang="zh-CN" sz="2000" dirty="0"/>
              <a:t>Java</a:t>
            </a:r>
            <a:r>
              <a:rPr lang="zh-CN" altLang="en-US" sz="2000" dirty="0"/>
              <a:t>平台环境中运行。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可以使用</a:t>
            </a:r>
            <a:r>
              <a:rPr lang="en-US" altLang="zh-CN" sz="2000" dirty="0"/>
              <a:t> -source </a:t>
            </a:r>
            <a:r>
              <a:rPr lang="zh-CN" altLang="en-US" sz="2000" dirty="0"/>
              <a:t>参数约定字节码（</a:t>
            </a:r>
            <a:r>
              <a:rPr lang="en-US" altLang="zh-CN" sz="2000" dirty="0" err="1"/>
              <a:t>bytecode</a:t>
            </a:r>
            <a:r>
              <a:rPr lang="zh-CN" altLang="en-US" sz="2000" dirty="0"/>
              <a:t>）适合的</a:t>
            </a:r>
            <a:r>
              <a:rPr lang="en-US" altLang="zh-CN" sz="2000" dirty="0"/>
              <a:t>Java</a:t>
            </a:r>
            <a:r>
              <a:rPr lang="zh-CN" altLang="en-US" sz="2000" dirty="0"/>
              <a:t>平台，例如：</a:t>
            </a:r>
          </a:p>
        </p:txBody>
      </p:sp>
      <p:sp>
        <p:nvSpPr>
          <p:cNvPr id="4" name="矩形 3"/>
          <p:cNvSpPr/>
          <p:nvPr/>
        </p:nvSpPr>
        <p:spPr>
          <a:xfrm>
            <a:off x="2339752" y="3140968"/>
            <a:ext cx="2664296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javac</a:t>
            </a:r>
            <a:r>
              <a:rPr lang="en-US" altLang="zh-CN" sz="1600" dirty="0"/>
              <a:t> -source 1.2 Hello.java</a:t>
            </a:r>
          </a:p>
        </p:txBody>
      </p:sp>
    </p:spTree>
    <p:extLst>
      <p:ext uri="{BB962C8B-B14F-4D97-AF65-F5344CB8AC3E}">
        <p14:creationId xmlns:p14="http://schemas.microsoft.com/office/powerpoint/2010/main" val="3114102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小节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0000FF"/>
                </a:solidFill>
              </a:rPr>
              <a:t>1.5 Java</a:t>
            </a:r>
            <a:r>
              <a:rPr lang="zh-CN" altLang="en-US" sz="2000" dirty="0">
                <a:solidFill>
                  <a:srgbClr val="0000FF"/>
                </a:solidFill>
              </a:rPr>
              <a:t>运行平台</a:t>
            </a:r>
            <a:endParaRPr lang="en-US" altLang="zh-CN" sz="2000" dirty="0">
              <a:solidFill>
                <a:srgbClr val="0000FF"/>
              </a:solidFill>
            </a:endParaRPr>
          </a:p>
          <a:p>
            <a:r>
              <a:rPr lang="en-US" altLang="zh-CN" sz="2000" dirty="0">
                <a:solidFill>
                  <a:srgbClr val="0000FF"/>
                </a:solidFill>
              </a:rPr>
              <a:t>1.6 Java</a:t>
            </a:r>
            <a:r>
              <a:rPr lang="zh-CN" altLang="en-US" sz="2000" dirty="0">
                <a:solidFill>
                  <a:srgbClr val="0000FF"/>
                </a:solidFill>
              </a:rPr>
              <a:t>程序开发</a:t>
            </a:r>
            <a:endParaRPr lang="en-US" altLang="zh-CN" sz="2000" dirty="0">
              <a:solidFill>
                <a:srgbClr val="0000FF"/>
              </a:solidFill>
            </a:endParaRPr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3779912" y="3140968"/>
            <a:ext cx="144016" cy="648072"/>
          </a:xfrm>
          <a:prstGeom prst="rightBrace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95936" y="32849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9606186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James Gosling (May 19, 1955 - )</a:t>
            </a:r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之父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http://en.wikipedia.org/wiki/James_Gosling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12</a:t>
            </a:r>
            <a:r>
              <a:rPr lang="zh-CN" altLang="en-US" sz="2000" dirty="0"/>
              <a:t>岁做了一台电子游戏机 ，</a:t>
            </a:r>
            <a:r>
              <a:rPr lang="en-US" altLang="zh-CN" sz="2000" dirty="0"/>
              <a:t>14</a:t>
            </a:r>
            <a:r>
              <a:rPr lang="zh-CN" altLang="en-US" sz="2000" dirty="0"/>
              <a:t>岁学习计算机编程 。</a:t>
            </a:r>
            <a:r>
              <a:rPr lang="en-US" altLang="zh-CN" sz="2000" dirty="0"/>
              <a:t>80</a:t>
            </a:r>
            <a:r>
              <a:rPr lang="zh-CN" altLang="en-US" sz="2000" dirty="0"/>
              <a:t>年代初，</a:t>
            </a:r>
            <a:r>
              <a:rPr lang="en-US" altLang="zh-CN" sz="2000" dirty="0"/>
              <a:t>James Gosling</a:t>
            </a:r>
            <a:r>
              <a:rPr lang="zh-CN" altLang="en-US" sz="2000" dirty="0"/>
              <a:t>获得博士学位后到</a:t>
            </a:r>
            <a:r>
              <a:rPr lang="en-US" altLang="zh-CN" sz="2000" dirty="0"/>
              <a:t>IBM</a:t>
            </a:r>
            <a:r>
              <a:rPr lang="zh-CN" altLang="en-US" sz="2000" dirty="0"/>
              <a:t>工作，设计</a:t>
            </a:r>
            <a:r>
              <a:rPr lang="en-US" altLang="zh-CN" sz="2000" dirty="0"/>
              <a:t>IBM</a:t>
            </a:r>
            <a:r>
              <a:rPr lang="zh-CN" altLang="en-US" sz="2000" dirty="0"/>
              <a:t>第一代工作站，后跳槽到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，</a:t>
            </a:r>
            <a:r>
              <a:rPr lang="en-US" altLang="zh-CN" sz="2000" dirty="0"/>
              <a:t>1991</a:t>
            </a:r>
            <a:r>
              <a:rPr lang="zh-CN" altLang="en-US" sz="2000" dirty="0"/>
              <a:t>年开始从事</a:t>
            </a:r>
            <a:r>
              <a:rPr lang="en-US" altLang="zh-CN" sz="2000" dirty="0"/>
              <a:t>Green</a:t>
            </a:r>
            <a:r>
              <a:rPr lang="zh-CN" altLang="en-US" sz="2000" dirty="0"/>
              <a:t>项目，随后设计了</a:t>
            </a:r>
            <a:r>
              <a:rPr lang="en-US" altLang="zh-CN" sz="2000" dirty="0"/>
              <a:t>Java</a:t>
            </a:r>
            <a:r>
              <a:rPr lang="zh-CN" altLang="en-US" sz="2000" dirty="0"/>
              <a:t>。 </a:t>
            </a:r>
          </a:p>
          <a:p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2050" name="Picture 2" descr="James Gosling 200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76" y="1484784"/>
            <a:ext cx="2095500" cy="210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267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Joshua Bloch  (August 28, 1961 - )</a:t>
            </a:r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之母，</a:t>
            </a:r>
            <a:r>
              <a:rPr lang="en-US" altLang="zh-CN" sz="2000" dirty="0"/>
              <a:t>Java 2</a:t>
            </a:r>
            <a:r>
              <a:rPr lang="zh-CN" altLang="en-US" sz="2000" dirty="0"/>
              <a:t>元勋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http://en.wikipedia.org/wiki/Joshua_Bloch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将</a:t>
            </a:r>
            <a:r>
              <a:rPr lang="en-US" altLang="zh-CN" sz="2000" dirty="0"/>
              <a:t>Java</a:t>
            </a:r>
            <a:r>
              <a:rPr lang="zh-CN" altLang="en-US" sz="2000" dirty="0"/>
              <a:t>“哺育”成长，主要贡献：</a:t>
            </a:r>
            <a:r>
              <a:rPr lang="en-US" altLang="zh-CN" sz="2000" dirty="0"/>
              <a:t>JDK 1.1</a:t>
            </a:r>
            <a:r>
              <a:rPr lang="zh-CN" altLang="en-US" sz="2000" dirty="0"/>
              <a:t>中的</a:t>
            </a:r>
            <a:r>
              <a:rPr lang="en-US" altLang="zh-CN" sz="2000" dirty="0" err="1"/>
              <a:t>java.math</a:t>
            </a:r>
            <a:r>
              <a:rPr lang="zh-CN" altLang="en-US" sz="2000" dirty="0"/>
              <a:t>、</a:t>
            </a:r>
            <a:r>
              <a:rPr lang="en-US" altLang="zh-CN" sz="2000" dirty="0"/>
              <a:t>JDK 1.4</a:t>
            </a:r>
            <a:r>
              <a:rPr lang="zh-CN" altLang="en-US" sz="2000" dirty="0"/>
              <a:t>中的</a:t>
            </a:r>
            <a:r>
              <a:rPr lang="en-US" altLang="zh-CN" sz="2000" dirty="0"/>
              <a:t>assertions</a:t>
            </a:r>
            <a:r>
              <a:rPr lang="zh-CN" altLang="en-US" sz="2000" dirty="0"/>
              <a:t>、</a:t>
            </a:r>
            <a:r>
              <a:rPr lang="en-US" altLang="zh-CN" sz="2000" dirty="0"/>
              <a:t>Collections Framework</a:t>
            </a:r>
            <a:r>
              <a:rPr lang="zh-CN" altLang="en-US" sz="2000" dirty="0"/>
              <a:t>、</a:t>
            </a:r>
            <a:r>
              <a:rPr lang="en-US" altLang="zh-CN" sz="2000" dirty="0"/>
              <a:t>Tiger</a:t>
            </a:r>
            <a:r>
              <a:rPr lang="zh-CN" altLang="en-US" sz="2000" dirty="0"/>
              <a:t>，</a:t>
            </a:r>
            <a:r>
              <a:rPr lang="en-US" altLang="zh-CN" sz="2000" dirty="0"/>
              <a:t>2004</a:t>
            </a:r>
            <a:r>
              <a:rPr lang="zh-CN" altLang="en-US" sz="2000" dirty="0"/>
              <a:t>年</a:t>
            </a:r>
            <a:r>
              <a:rPr lang="en-US" altLang="zh-CN" sz="2000" dirty="0"/>
              <a:t>7</a:t>
            </a:r>
            <a:r>
              <a:rPr lang="zh-CN" altLang="en-US" sz="2000" dirty="0"/>
              <a:t>月离开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到</a:t>
            </a:r>
            <a:r>
              <a:rPr lang="en-US" altLang="zh-CN" sz="2000" dirty="0"/>
              <a:t>Google</a:t>
            </a:r>
            <a:r>
              <a:rPr lang="zh-CN" altLang="en-US" sz="2000" dirty="0"/>
              <a:t>公司。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4098" name="Picture 2" descr="Joshuabloch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76" y="1708364"/>
            <a:ext cx="221749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732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Bill Joy (November 8, 1954 - )</a:t>
            </a:r>
          </a:p>
          <a:p>
            <a:r>
              <a:rPr lang="en-US" altLang="zh-CN" sz="2000" dirty="0">
                <a:hlinkClick r:id="rId2"/>
              </a:rPr>
              <a:t>http://en.wikipedia.org/wiki/Bill_Joy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兼通计算机软硬件技术的天才，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的创始人之一，世界上最优秀的程序员之一。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5122" name="Picture 2" descr="Bill joy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620688"/>
            <a:ext cx="20955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927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Scott McNealy (November 13, 1954 - )</a:t>
            </a:r>
          </a:p>
          <a:p>
            <a:r>
              <a:rPr lang="en-US" altLang="zh-CN" sz="2000" dirty="0">
                <a:hlinkClick r:id="rId2"/>
              </a:rPr>
              <a:t>http://en.wikipedia.org/wiki/Scott_McNealy</a:t>
            </a:r>
            <a:r>
              <a:rPr lang="en-US" altLang="zh-CN" sz="2000" dirty="0"/>
              <a:t> 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Sun Microsystems</a:t>
            </a:r>
            <a:r>
              <a:rPr lang="zh-CN" altLang="en-US" sz="2000" dirty="0"/>
              <a:t>多年的掌舵者。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7170" name="Picture 2" descr="ScottMcNealy Croppe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548680"/>
            <a:ext cx="20955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176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Doug Lea</a:t>
            </a:r>
          </a:p>
          <a:p>
            <a:r>
              <a:rPr lang="en-US" altLang="zh-CN" sz="2000" dirty="0">
                <a:hlinkClick r:id="rId2"/>
              </a:rPr>
              <a:t>http://en.wikipedia.org/wiki/Doug_Lea</a:t>
            </a:r>
            <a:r>
              <a:rPr lang="en-US" altLang="zh-CN" sz="2000" dirty="0"/>
              <a:t> 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世界上对</a:t>
            </a:r>
            <a:r>
              <a:rPr lang="en-US" altLang="zh-CN" sz="2000" dirty="0"/>
              <a:t>Java</a:t>
            </a:r>
            <a:r>
              <a:rPr lang="zh-CN" altLang="en-US" sz="2000" dirty="0"/>
              <a:t>影响力最大的个人，因为在</a:t>
            </a:r>
            <a:r>
              <a:rPr lang="en-US" altLang="zh-CN" sz="2000" dirty="0"/>
              <a:t>Java</a:t>
            </a:r>
            <a:r>
              <a:rPr lang="zh-CN" altLang="en-US" sz="2000" dirty="0"/>
              <a:t>的两次大变革中，他都起了举足轻重的作用，服务于纽约州立大学</a:t>
            </a:r>
            <a:r>
              <a:rPr lang="en-US" altLang="zh-CN" sz="2000" dirty="0"/>
              <a:t>Oswego</a:t>
            </a:r>
            <a:r>
              <a:rPr lang="zh-CN" altLang="en-US" sz="2000" dirty="0"/>
              <a:t>分校计算机科学系。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6146" name="Picture 2" descr="http://d.hiphotos.baidu.com/baike/w%3D268/sign=c3cbda77269759ee4a5067cd8afb434e/2934349b033b5bb502db9e8436d3d539b600bcb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814537"/>
            <a:ext cx="1919164" cy="241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503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Bruce </a:t>
            </a:r>
            <a:r>
              <a:rPr lang="en-US" altLang="zh-CN" sz="2000" dirty="0" err="1"/>
              <a:t>Eckel</a:t>
            </a:r>
            <a:r>
              <a:rPr lang="en-US" altLang="zh-CN" sz="2000" dirty="0"/>
              <a:t> (July 8, 1957 - )</a:t>
            </a:r>
          </a:p>
          <a:p>
            <a:r>
              <a:rPr lang="en-US" altLang="zh-CN" sz="2000" dirty="0">
                <a:hlinkClick r:id="rId2"/>
              </a:rPr>
              <a:t>http://en.wikipedia.org/wiki/Bruce_Eckel</a:t>
            </a:r>
            <a:r>
              <a:rPr lang="en-US" altLang="zh-CN" sz="2000" dirty="0"/>
              <a:t>  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i="1" dirty="0"/>
              <a:t>Thinking in Java</a:t>
            </a:r>
            <a:r>
              <a:rPr lang="zh-CN" altLang="en-US" sz="2000" dirty="0"/>
              <a:t>的作者。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8194" name="Picture 2" descr="https://secure.gravatar.com/avatar/edbfa8108712e84771f4d0d756338f75?s=420&amp;d=https://a248.e.akamai.net/assets.github.com%2Fimages%2Fgravatars%2Fgravatar-user-4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980728"/>
            <a:ext cx="1912268" cy="191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0419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常用词汇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JVM, Java Virtual Machine (Java</a:t>
            </a:r>
            <a:r>
              <a:rPr lang="zh-CN" altLang="en-US" sz="2000" dirty="0"/>
              <a:t>虚拟机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JDK, Java Development Kit (Java</a:t>
            </a:r>
            <a:r>
              <a:rPr lang="zh-CN" altLang="en-US" sz="2000" dirty="0"/>
              <a:t>开发工具包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JRE, Java Runtime Environment (Java</a:t>
            </a:r>
            <a:r>
              <a:rPr lang="zh-CN" altLang="en-US" sz="2000" dirty="0"/>
              <a:t>运行环境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IDE, Integrated Development Environment (</a:t>
            </a:r>
            <a:r>
              <a:rPr lang="zh-CN" altLang="en-US" sz="2000" dirty="0"/>
              <a:t>集成开发环境</a:t>
            </a:r>
            <a:r>
              <a:rPr lang="en-US" altLang="zh-CN" sz="2000" dirty="0"/>
              <a:t>) </a:t>
            </a:r>
          </a:p>
          <a:p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</p:spTree>
    <p:extLst>
      <p:ext uri="{BB962C8B-B14F-4D97-AF65-F5344CB8AC3E}">
        <p14:creationId xmlns:p14="http://schemas.microsoft.com/office/powerpoint/2010/main" val="21015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3624</TotalTime>
  <Words>3145</Words>
  <Application>Microsoft Office PowerPoint</Application>
  <PresentationFormat>全屏显示(4:3)</PresentationFormat>
  <Paragraphs>451</Paragraphs>
  <Slides>51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2" baseType="lpstr">
      <vt:lpstr>Office Theme</vt:lpstr>
      <vt:lpstr>JAVA程序设计</vt:lpstr>
      <vt:lpstr>Outline</vt:lpstr>
      <vt:lpstr>1.1 Java语言的诞生</vt:lpstr>
      <vt:lpstr>1.1 Java语言的诞生</vt:lpstr>
      <vt:lpstr>1.1 Java语言的诞生</vt:lpstr>
      <vt:lpstr>Outline</vt:lpstr>
      <vt:lpstr>1.2 学习Java的必要性</vt:lpstr>
      <vt:lpstr>Outline</vt:lpstr>
      <vt:lpstr>1.3 Java的特点</vt:lpstr>
      <vt:lpstr>1.3 Java的特点</vt:lpstr>
      <vt:lpstr>1.3 Java的特点</vt:lpstr>
      <vt:lpstr>1.3 Java的特点</vt:lpstr>
      <vt:lpstr>1.3 Java的特点</vt:lpstr>
      <vt:lpstr>1.3 Java的特点</vt:lpstr>
      <vt:lpstr>1.3 Java的特点</vt:lpstr>
      <vt:lpstr>1.3 Java的特点</vt:lpstr>
      <vt:lpstr>Outline</vt:lpstr>
      <vt:lpstr>1.4 Java与C/C++之关系</vt:lpstr>
      <vt:lpstr>1.4 Java与C/C++之关系</vt:lpstr>
      <vt:lpstr>1.4 Java与C/C++之关系</vt:lpstr>
      <vt:lpstr>1.4 Java与C/C++之关系</vt:lpstr>
      <vt:lpstr>1.4 Java与C/C++之关系</vt:lpstr>
      <vt:lpstr>Outline</vt:lpstr>
      <vt:lpstr>1.5 Java运行平台</vt:lpstr>
      <vt:lpstr>1.5 Java运行平台</vt:lpstr>
      <vt:lpstr>1.5 Java运行平台(JDK)</vt:lpstr>
      <vt:lpstr>1.5 Java运行平台(JDK)</vt:lpstr>
      <vt:lpstr>1.5 Java运行平台(JDK)</vt:lpstr>
      <vt:lpstr>1.5 Java运行平台(JDK)</vt:lpstr>
      <vt:lpstr>1.5 Java运行平台(JDK)</vt:lpstr>
      <vt:lpstr>1.5 Java运行平台(Eclipse, 2023-06)</vt:lpstr>
      <vt:lpstr>1.5 Java运行平台(Eclipse, 2022-06)</vt:lpstr>
      <vt:lpstr>1.5 Java运行平台(Eclipse, 2021-06)</vt:lpstr>
      <vt:lpstr>1.5 Java运行平台(Eclipse, 2020-06)</vt:lpstr>
      <vt:lpstr>1.5 Java运行平台(Eclipse Oxygen)</vt:lpstr>
      <vt:lpstr>Outline</vt:lpstr>
      <vt:lpstr>1.6 Java程序开发</vt:lpstr>
      <vt:lpstr>1.6 Java程序开发</vt:lpstr>
      <vt:lpstr>1.6 Java程序开发</vt:lpstr>
      <vt:lpstr>1.6 Java程序开发</vt:lpstr>
      <vt:lpstr>1.6 Java程序开发</vt:lpstr>
      <vt:lpstr>Outline</vt:lpstr>
      <vt:lpstr>1.7 JDK 1.6编译器的兼容性</vt:lpstr>
      <vt:lpstr>小节</vt:lpstr>
      <vt:lpstr>Java风云人物</vt:lpstr>
      <vt:lpstr>Java风云人物</vt:lpstr>
      <vt:lpstr>Java风云人物</vt:lpstr>
      <vt:lpstr>Java风云人物</vt:lpstr>
      <vt:lpstr>Java风云人物</vt:lpstr>
      <vt:lpstr>Java风云人物</vt:lpstr>
      <vt:lpstr>Java常用词汇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China</cp:lastModifiedBy>
  <cp:revision>671</cp:revision>
  <dcterms:created xsi:type="dcterms:W3CDTF">2006-08-16T00:00:00Z</dcterms:created>
  <dcterms:modified xsi:type="dcterms:W3CDTF">2023-09-02T08:38:34Z</dcterms:modified>
</cp:coreProperties>
</file>