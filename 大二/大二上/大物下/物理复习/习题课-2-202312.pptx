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69" r:id="rId2"/>
    <p:sldId id="258" r:id="rId3"/>
    <p:sldId id="267" r:id="rId4"/>
    <p:sldId id="261" r:id="rId5"/>
    <p:sldId id="449" r:id="rId6"/>
    <p:sldId id="257" r:id="rId7"/>
    <p:sldId id="260" r:id="rId8"/>
    <p:sldId id="265" r:id="rId9"/>
    <p:sldId id="266" r:id="rId10"/>
    <p:sldId id="272" r:id="rId11"/>
    <p:sldId id="273" r:id="rId12"/>
    <p:sldId id="284" r:id="rId13"/>
    <p:sldId id="366" r:id="rId14"/>
    <p:sldId id="367" r:id="rId15"/>
    <p:sldId id="542" r:id="rId16"/>
    <p:sldId id="365" r:id="rId17"/>
    <p:sldId id="359" r:id="rId18"/>
    <p:sldId id="543" r:id="rId19"/>
    <p:sldId id="407" r:id="rId20"/>
    <p:sldId id="409" r:id="rId21"/>
    <p:sldId id="420" r:id="rId22"/>
    <p:sldId id="422" r:id="rId23"/>
    <p:sldId id="424" r:id="rId24"/>
    <p:sldId id="425" r:id="rId25"/>
    <p:sldId id="371" r:id="rId26"/>
    <p:sldId id="465" r:id="rId27"/>
    <p:sldId id="516" r:id="rId28"/>
    <p:sldId id="473" r:id="rId29"/>
    <p:sldId id="519" r:id="rId30"/>
    <p:sldId id="544" r:id="rId31"/>
    <p:sldId id="534" r:id="rId32"/>
    <p:sldId id="545" r:id="rId33"/>
    <p:sldId id="517" r:id="rId34"/>
    <p:sldId id="362" r:id="rId35"/>
    <p:sldId id="340" r:id="rId36"/>
    <p:sldId id="521" r:id="rId37"/>
    <p:sldId id="522" r:id="rId38"/>
    <p:sldId id="523" r:id="rId39"/>
    <p:sldId id="389" r:id="rId40"/>
    <p:sldId id="524" r:id="rId41"/>
    <p:sldId id="277" r:id="rId42"/>
    <p:sldId id="383" r:id="rId43"/>
    <p:sldId id="402" r:id="rId44"/>
    <p:sldId id="406" r:id="rId45"/>
    <p:sldId id="541" r:id="rId46"/>
    <p:sldId id="384" r:id="rId47"/>
    <p:sldId id="404" r:id="rId48"/>
    <p:sldId id="324" r:id="rId49"/>
    <p:sldId id="546" r:id="rId50"/>
    <p:sldId id="306" r:id="rId51"/>
    <p:sldId id="322" r:id="rId52"/>
    <p:sldId id="332" r:id="rId53"/>
    <p:sldId id="507" r:id="rId54"/>
    <p:sldId id="539" r:id="rId55"/>
    <p:sldId id="537" r:id="rId56"/>
  </p:sldIdLst>
  <p:sldSz cx="9144000" cy="6858000" type="screen4x3"/>
  <p:notesSz cx="6858000" cy="9144000"/>
  <p:custShowLst>
    <p:custShow name="自定义放映 1" id="0">
      <p:sldLst/>
    </p:custShow>
  </p:custShowLst>
  <p:custDataLst>
    <p:tags r:id="rId58"/>
  </p:custDataLst>
  <p:defaultTextStyle>
    <a:defPPr>
      <a:defRPr lang="en-US"/>
    </a:defPPr>
    <a:lvl1pPr marL="0" lvl="0"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3"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99"/>
    <a:srgbClr val="003399"/>
    <a:srgbClr val="CCFFCC"/>
    <a:srgbClr val="FFFFFF"/>
    <a:srgbClr val="FFCCCC"/>
    <a:srgbClr val="CCCC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8"/>
    <p:restoredTop sz="92736"/>
  </p:normalViewPr>
  <p:slideViewPr>
    <p:cSldViewPr showGuides="1">
      <p:cViewPr varScale="1">
        <p:scale>
          <a:sx n="75" d="100"/>
          <a:sy n="75" d="100"/>
        </p:scale>
        <p:origin x="1550" y="62"/>
      </p:cViewPr>
      <p:guideLst>
        <p:guide orient="horz" pos="2183"/>
        <p:guide pos="2884"/>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0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spcBef>
                <a:spcPct val="50000"/>
              </a:spcBef>
              <a:defRPr sz="1200"/>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03"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spcBef>
                <a:spcPct val="50000"/>
              </a:spcBef>
              <a:defRPr sz="1200"/>
            </a:lvl1pPr>
          </a:lstStyle>
          <a:p>
            <a:pPr marL="0" marR="0" lvl="0" indent="0" algn="r" defTabSz="914400" rtl="0" eaLnBrk="1" fontAlgn="base" latinLnBrk="0" hangingPunct="1">
              <a:lnSpc>
                <a:spcPct val="100000"/>
              </a:lnSpc>
              <a:spcBef>
                <a:spcPct val="50000"/>
              </a:spcBef>
              <a:spcAft>
                <a:spcPct val="0"/>
              </a:spcAft>
              <a:buClrTx/>
              <a:buSzTx/>
              <a:buFontTx/>
              <a:buNone/>
              <a:defRPr/>
            </a:pPr>
            <a:endPar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4805"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04806"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spcBef>
                <a:spcPct val="50000"/>
              </a:spcBef>
              <a:defRPr sz="1200"/>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4807"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p>
            <a:pPr lvl="0" algn="r" eaLnBrk="1" fontAlgn="base" hangingPunct="1">
              <a:spcBef>
                <a:spcPct val="50000"/>
              </a:spcBef>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t>‹#›</a:t>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低温下和极高温时该关系不成立，原因在于气体热容遵循的量子规律。</a:t>
            </a:r>
          </a:p>
        </p:txBody>
      </p:sp>
      <p:sp>
        <p:nvSpPr>
          <p:cNvPr id="4" name="灯片编号占位符 3"/>
          <p:cNvSpPr>
            <a:spLocks noGrp="1"/>
          </p:cNvSpPr>
          <p:nvPr>
            <p:ph type="sldNum" sz="quarter" idx="5"/>
          </p:nvPr>
        </p:nvSpPr>
        <p:spPr/>
        <p:txBody>
          <a:bodyPr/>
          <a:lstStyle/>
          <a:p>
            <a:pPr>
              <a:defRPr/>
            </a:pPr>
            <a:fld id="{A6B80BF5-8FEA-4AA4-AB76-5D7BACE2A81A}" type="slidenum">
              <a:rPr lang="zh-CN" altLang="en-US" smtClean="0"/>
              <a:pPr>
                <a:defRPr/>
              </a:pPr>
              <a:t>39</a:t>
            </a:fld>
            <a:endParaRPr lang="zh-CN" altLang="en-US"/>
          </a:p>
        </p:txBody>
      </p:sp>
    </p:spTree>
    <p:extLst>
      <p:ext uri="{BB962C8B-B14F-4D97-AF65-F5344CB8AC3E}">
        <p14:creationId xmlns:p14="http://schemas.microsoft.com/office/powerpoint/2010/main" val="2773313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8805863" cy="6858000"/>
            <a:chOff x="0" y="0"/>
            <a:chExt cx="5547" cy="4320"/>
          </a:xfrm>
        </p:grpSpPr>
        <p:grpSp>
          <p:nvGrpSpPr>
            <p:cNvPr id="2051" name="Group 3"/>
            <p:cNvGrpSpPr/>
            <p:nvPr userDrawn="1"/>
          </p:nvGrpSpPr>
          <p:grpSpPr>
            <a:xfrm rot="-215207">
              <a:off x="3690" y="234"/>
              <a:ext cx="1857" cy="3625"/>
              <a:chOff x="3010" y="778"/>
              <a:chExt cx="1857" cy="3625"/>
            </a:xfrm>
          </p:grpSpPr>
          <p:sp>
            <p:nvSpPr>
              <p:cNvPr id="2052" name="Freeform 4"/>
              <p:cNvSpPr/>
              <p:nvPr userDrawn="1"/>
            </p:nvSpPr>
            <p:spPr>
              <a:xfrm rot="-9414770" flipV="1">
                <a:off x="3534" y="778"/>
                <a:ext cx="1333" cy="1485"/>
              </a:xfrm>
              <a:custGeom>
                <a:avLst/>
                <a:gdLst/>
                <a:ahLst/>
                <a:cxnLst>
                  <a:cxn ang="0">
                    <a:pos x="4531" y="101421"/>
                  </a:cxn>
                  <a:cxn ang="0">
                    <a:pos x="1622" y="93408"/>
                  </a:cxn>
                  <a:cxn ang="0">
                    <a:pos x="0" y="79149"/>
                  </a:cxn>
                  <a:cxn ang="0">
                    <a:pos x="1129" y="60858"/>
                  </a:cxn>
                  <a:cxn ang="0">
                    <a:pos x="7003" y="41404"/>
                  </a:cxn>
                  <a:cxn ang="0">
                    <a:pos x="19244" y="22989"/>
                  </a:cxn>
                  <a:cxn ang="0">
                    <a:pos x="39782" y="8482"/>
                  </a:cxn>
                  <a:cxn ang="0">
                    <a:pos x="69106" y="497"/>
                  </a:cxn>
                  <a:cxn ang="0">
                    <a:pos x="106398" y="2471"/>
                  </a:cxn>
                  <a:cxn ang="0">
                    <a:pos x="135552" y="18690"/>
                  </a:cxn>
                  <a:cxn ang="0">
                    <a:pos x="155086" y="45261"/>
                  </a:cxn>
                  <a:cxn ang="0">
                    <a:pos x="165504" y="77766"/>
                  </a:cxn>
                  <a:cxn ang="0">
                    <a:pos x="166600" y="112097"/>
                  </a:cxn>
                  <a:cxn ang="0">
                    <a:pos x="158486" y="143900"/>
                  </a:cxn>
                  <a:cxn ang="0">
                    <a:pos x="141929" y="168476"/>
                  </a:cxn>
                  <a:cxn ang="0">
                    <a:pos x="116803" y="181645"/>
                  </a:cxn>
                  <a:cxn ang="0">
                    <a:pos x="108906" y="180483"/>
                  </a:cxn>
                  <a:cxn ang="0">
                    <a:pos x="123417" y="169098"/>
                  </a:cxn>
                  <a:cxn ang="0">
                    <a:pos x="134926" y="149075"/>
                  </a:cxn>
                  <a:cxn ang="0">
                    <a:pos x="142434" y="124336"/>
                  </a:cxn>
                  <a:cxn ang="0">
                    <a:pos x="145556" y="97341"/>
                  </a:cxn>
                  <a:cxn ang="0">
                    <a:pos x="143935" y="70674"/>
                  </a:cxn>
                  <a:cxn ang="0">
                    <a:pos x="135823" y="47678"/>
                  </a:cxn>
                  <a:cxn ang="0">
                    <a:pos x="121164" y="30694"/>
                  </a:cxn>
                  <a:cxn ang="0">
                    <a:pos x="95533" y="20489"/>
                  </a:cxn>
                  <a:cxn ang="0">
                    <a:pos x="68842" y="16705"/>
                  </a:cxn>
                  <a:cxn ang="0">
                    <a:pos x="48693" y="19399"/>
                  </a:cxn>
                  <a:cxn ang="0">
                    <a:pos x="33911" y="27658"/>
                  </a:cxn>
                  <a:cxn ang="0">
                    <a:pos x="23495" y="40782"/>
                  </a:cxn>
                  <a:cxn ang="0">
                    <a:pos x="15886" y="56379"/>
                  </a:cxn>
                  <a:cxn ang="0">
                    <a:pos x="11129" y="74451"/>
                  </a:cxn>
                  <a:cxn ang="0">
                    <a:pos x="7888" y="92922"/>
                  </a:cxn>
                </a:cxnLst>
                <a:rect l="0" t="0" r="0" b="0"/>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w="9525">
                <a:noFill/>
              </a:ln>
            </p:spPr>
            <p:txBody>
              <a:bodyPr/>
              <a:lstStyle/>
              <a:p>
                <a:endParaRPr lang="zh-CN" altLang="en-US"/>
              </a:p>
            </p:txBody>
          </p:sp>
          <p:sp>
            <p:nvSpPr>
              <p:cNvPr id="2053" name="Freeform 5"/>
              <p:cNvSpPr/>
              <p:nvPr userDrawn="1"/>
            </p:nvSpPr>
            <p:spPr>
              <a:xfrm rot="-9414770" flipV="1">
                <a:off x="4029" y="1802"/>
                <a:ext cx="571" cy="531"/>
              </a:xfrm>
              <a:custGeom>
                <a:avLst/>
                <a:gdLst/>
                <a:ahLst/>
                <a:cxnLst>
                  <a:cxn ang="0">
                    <a:pos x="0" y="0"/>
                  </a:cxn>
                  <a:cxn ang="0">
                    <a:pos x="0" y="7053"/>
                  </a:cxn>
                  <a:cxn ang="0">
                    <a:pos x="878" y="14160"/>
                  </a:cxn>
                  <a:cxn ang="0">
                    <a:pos x="1555" y="21224"/>
                  </a:cxn>
                  <a:cxn ang="0">
                    <a:pos x="2873" y="27845"/>
                  </a:cxn>
                  <a:cxn ang="0">
                    <a:pos x="4828" y="33764"/>
                  </a:cxn>
                  <a:cxn ang="0">
                    <a:pos x="7183" y="39964"/>
                  </a:cxn>
                  <a:cxn ang="0">
                    <a:pos x="10109" y="45686"/>
                  </a:cxn>
                  <a:cxn ang="0">
                    <a:pos x="13600" y="50474"/>
                  </a:cxn>
                  <a:cxn ang="0">
                    <a:pos x="17910" y="55034"/>
                  </a:cxn>
                  <a:cxn ang="0">
                    <a:pos x="22953" y="58943"/>
                  </a:cxn>
                  <a:cxn ang="0">
                    <a:pos x="28363" y="62116"/>
                  </a:cxn>
                  <a:cxn ang="0">
                    <a:pos x="35018" y="64636"/>
                  </a:cxn>
                  <a:cxn ang="0">
                    <a:pos x="42225" y="66276"/>
                  </a:cxn>
                  <a:cxn ang="0">
                    <a:pos x="50297" y="67182"/>
                  </a:cxn>
                  <a:cxn ang="0">
                    <a:pos x="58797" y="66910"/>
                  </a:cxn>
                  <a:cxn ang="0">
                    <a:pos x="68689" y="65770"/>
                  </a:cxn>
                  <a:cxn ang="0">
                    <a:pos x="59873" y="64354"/>
                  </a:cxn>
                  <a:cxn ang="0">
                    <a:pos x="52074" y="62387"/>
                  </a:cxn>
                  <a:cxn ang="0">
                    <a:pos x="45473" y="60072"/>
                  </a:cxn>
                  <a:cxn ang="0">
                    <a:pos x="39570" y="57810"/>
                  </a:cxn>
                  <a:cxn ang="0">
                    <a:pos x="34164" y="54662"/>
                  </a:cxn>
                  <a:cxn ang="0">
                    <a:pos x="29954" y="51615"/>
                  </a:cxn>
                  <a:cxn ang="0">
                    <a:pos x="25971" y="47924"/>
                  </a:cxn>
                  <a:cxn ang="0">
                    <a:pos x="22460" y="43874"/>
                  </a:cxn>
                  <a:cxn ang="0">
                    <a:pos x="19227" y="39964"/>
                  </a:cxn>
                  <a:cxn ang="0">
                    <a:pos x="16355" y="35404"/>
                  </a:cxn>
                  <a:cxn ang="0">
                    <a:pos x="13960" y="30366"/>
                  </a:cxn>
                  <a:cxn ang="0">
                    <a:pos x="11527" y="24899"/>
                  </a:cxn>
                  <a:cxn ang="0">
                    <a:pos x="8772" y="19582"/>
                  </a:cxn>
                  <a:cxn ang="0">
                    <a:pos x="6121" y="13282"/>
                  </a:cxn>
                  <a:cxn ang="0">
                    <a:pos x="3233" y="6827"/>
                  </a:cxn>
                  <a:cxn ang="0">
                    <a:pos x="0" y="0"/>
                  </a:cxn>
                </a:cxnLst>
                <a:rect l="0" t="0" r="0" b="0"/>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w="9525">
                <a:noFill/>
              </a:ln>
            </p:spPr>
            <p:txBody>
              <a:bodyPr/>
              <a:lstStyle/>
              <a:p>
                <a:endParaRPr lang="zh-CN" altLang="en-US"/>
              </a:p>
            </p:txBody>
          </p:sp>
          <p:sp>
            <p:nvSpPr>
              <p:cNvPr id="2054" name="Freeform 6"/>
              <p:cNvSpPr/>
              <p:nvPr userDrawn="1"/>
            </p:nvSpPr>
            <p:spPr>
              <a:xfrm rot="-9414770" flipV="1">
                <a:off x="3639" y="2167"/>
                <a:ext cx="277" cy="249"/>
              </a:xfrm>
              <a:custGeom>
                <a:avLst/>
                <a:gdLst/>
                <a:ahLst/>
                <a:cxnLst>
                  <a:cxn ang="0">
                    <a:pos x="21367" y="0"/>
                  </a:cxn>
                  <a:cxn ang="0">
                    <a:pos x="34433" y="32825"/>
                  </a:cxn>
                  <a:cxn ang="0">
                    <a:pos x="33320" y="32558"/>
                  </a:cxn>
                  <a:cxn ang="0">
                    <a:pos x="29706" y="32035"/>
                  </a:cxn>
                  <a:cxn ang="0">
                    <a:pos x="24747" y="30795"/>
                  </a:cxn>
                  <a:cxn ang="0">
                    <a:pos x="18928" y="30145"/>
                  </a:cxn>
                  <a:cxn ang="0">
                    <a:pos x="12574" y="29593"/>
                  </a:cxn>
                  <a:cxn ang="0">
                    <a:pos x="6947" y="29905"/>
                  </a:cxn>
                  <a:cxn ang="0">
                    <a:pos x="2520" y="31087"/>
                  </a:cxn>
                  <a:cxn ang="0">
                    <a:pos x="0" y="33531"/>
                  </a:cxn>
                  <a:cxn ang="0">
                    <a:pos x="1128" y="29905"/>
                  </a:cxn>
                  <a:cxn ang="0">
                    <a:pos x="2220" y="27050"/>
                  </a:cxn>
                  <a:cxn ang="0">
                    <a:pos x="4461" y="25020"/>
                  </a:cxn>
                  <a:cxn ang="0">
                    <a:pos x="6947" y="23130"/>
                  </a:cxn>
                  <a:cxn ang="0">
                    <a:pos x="9965" y="21921"/>
                  </a:cxn>
                  <a:cxn ang="0">
                    <a:pos x="13075" y="21634"/>
                  </a:cxn>
                  <a:cxn ang="0">
                    <a:pos x="16408" y="21634"/>
                  </a:cxn>
                  <a:cxn ang="0">
                    <a:pos x="20020" y="22582"/>
                  </a:cxn>
                  <a:cxn ang="0">
                    <a:pos x="20246" y="21634"/>
                  </a:cxn>
                  <a:cxn ang="0">
                    <a:pos x="19352" y="17063"/>
                  </a:cxn>
                  <a:cxn ang="0">
                    <a:pos x="18628" y="11576"/>
                  </a:cxn>
                  <a:cxn ang="0">
                    <a:pos x="18025" y="9161"/>
                  </a:cxn>
                  <a:cxn ang="0">
                    <a:pos x="17536" y="9161"/>
                  </a:cxn>
                  <a:cxn ang="0">
                    <a:pos x="16913" y="8849"/>
                  </a:cxn>
                  <a:cxn ang="0">
                    <a:pos x="16408" y="7957"/>
                  </a:cxn>
                  <a:cxn ang="0">
                    <a:pos x="15785" y="7004"/>
                  </a:cxn>
                  <a:cxn ang="0">
                    <a:pos x="15785" y="5775"/>
                  </a:cxn>
                  <a:cxn ang="0">
                    <a:pos x="16408" y="4278"/>
                  </a:cxn>
                  <a:cxn ang="0">
                    <a:pos x="18248" y="2449"/>
                  </a:cxn>
                  <a:cxn ang="0">
                    <a:pos x="21367" y="0"/>
                  </a:cxn>
                </a:cxnLst>
                <a:rect l="0" t="0" r="0" b="0"/>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w="9525">
                <a:noFill/>
              </a:ln>
            </p:spPr>
            <p:txBody>
              <a:bodyPr/>
              <a:lstStyle/>
              <a:p>
                <a:endParaRPr lang="zh-CN" altLang="en-US"/>
              </a:p>
            </p:txBody>
          </p:sp>
          <p:sp>
            <p:nvSpPr>
              <p:cNvPr id="2055" name="Freeform 7"/>
              <p:cNvSpPr/>
              <p:nvPr userDrawn="1"/>
            </p:nvSpPr>
            <p:spPr>
              <a:xfrm rot="-9414770" flipV="1">
                <a:off x="3979" y="977"/>
                <a:ext cx="245" cy="347"/>
              </a:xfrm>
              <a:custGeom>
                <a:avLst/>
                <a:gdLst/>
                <a:ahLst/>
                <a:cxnLst>
                  <a:cxn ang="0">
                    <a:pos x="0" y="0"/>
                  </a:cxn>
                  <a:cxn ang="0">
                    <a:pos x="1430" y="218"/>
                  </a:cxn>
                  <a:cxn ang="0">
                    <a:pos x="5154" y="1297"/>
                  </a:cxn>
                  <a:cxn ang="0">
                    <a:pos x="10722" y="3256"/>
                  </a:cxn>
                  <a:cxn ang="0">
                    <a:pos x="16739" y="6417"/>
                  </a:cxn>
                  <a:cxn ang="0">
                    <a:pos x="22542" y="11874"/>
                  </a:cxn>
                  <a:cxn ang="0">
                    <a:pos x="27867" y="19118"/>
                  </a:cxn>
                  <a:cxn ang="0">
                    <a:pos x="31090" y="29088"/>
                  </a:cxn>
                  <a:cxn ang="0">
                    <a:pos x="31601" y="42031"/>
                  </a:cxn>
                  <a:cxn ang="0">
                    <a:pos x="30398" y="42031"/>
                  </a:cxn>
                  <a:cxn ang="0">
                    <a:pos x="28741" y="42031"/>
                  </a:cxn>
                  <a:cxn ang="0">
                    <a:pos x="26959" y="42031"/>
                  </a:cxn>
                  <a:cxn ang="0">
                    <a:pos x="25291" y="41547"/>
                  </a:cxn>
                  <a:cxn ang="0">
                    <a:pos x="23462" y="41171"/>
                  </a:cxn>
                  <a:cxn ang="0">
                    <a:pos x="21396" y="40468"/>
                  </a:cxn>
                  <a:cxn ang="0">
                    <a:pos x="19088" y="39093"/>
                  </a:cxn>
                  <a:cxn ang="0">
                    <a:pos x="16739" y="37409"/>
                  </a:cxn>
                  <a:cxn ang="0">
                    <a:pos x="15318" y="33933"/>
                  </a:cxn>
                  <a:cxn ang="0">
                    <a:pos x="15318" y="29889"/>
                  </a:cxn>
                  <a:cxn ang="0">
                    <a:pos x="16237" y="25932"/>
                  </a:cxn>
                  <a:cxn ang="0">
                    <a:pos x="17148" y="21572"/>
                  </a:cxn>
                  <a:cxn ang="0">
                    <a:pos x="16237" y="16718"/>
                  </a:cxn>
                  <a:cxn ang="0">
                    <a:pos x="13934" y="11658"/>
                  </a:cxn>
                  <a:cxn ang="0">
                    <a:pos x="9002" y="6139"/>
                  </a:cxn>
                  <a:cxn ang="0">
                    <a:pos x="0" y="0"/>
                  </a:cxn>
                </a:cxnLst>
                <a:rect l="0" t="0" r="0" b="0"/>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w="9525">
                <a:noFill/>
              </a:ln>
            </p:spPr>
            <p:txBody>
              <a:bodyPr/>
              <a:lstStyle/>
              <a:p>
                <a:endParaRPr lang="zh-CN" altLang="en-US"/>
              </a:p>
            </p:txBody>
          </p:sp>
          <p:sp>
            <p:nvSpPr>
              <p:cNvPr id="2056" name="Freeform 8"/>
              <p:cNvSpPr/>
              <p:nvPr userDrawn="1"/>
            </p:nvSpPr>
            <p:spPr>
              <a:xfrm rot="-9414770" flipV="1">
                <a:off x="3845" y="2207"/>
                <a:ext cx="103" cy="209"/>
              </a:xfrm>
              <a:custGeom>
                <a:avLst/>
                <a:gdLst/>
                <a:ahLst/>
                <a:cxnLst>
                  <a:cxn ang="0">
                    <a:pos x="8724" y="0"/>
                  </a:cxn>
                  <a:cxn ang="0">
                    <a:pos x="5681" y="10170"/>
                  </a:cxn>
                  <a:cxn ang="0">
                    <a:pos x="4277" y="16693"/>
                  </a:cxn>
                  <a:cxn ang="0">
                    <a:pos x="3144" y="21238"/>
                  </a:cxn>
                  <a:cxn ang="0">
                    <a:pos x="0" y="25271"/>
                  </a:cxn>
                  <a:cxn ang="0">
                    <a:pos x="3370" y="23675"/>
                  </a:cxn>
                  <a:cxn ang="0">
                    <a:pos x="6534" y="21509"/>
                  </a:cxn>
                  <a:cxn ang="0">
                    <a:pos x="9071" y="18479"/>
                  </a:cxn>
                  <a:cxn ang="0">
                    <a:pos x="11361" y="15319"/>
                  </a:cxn>
                  <a:cxn ang="0">
                    <a:pos x="12721" y="11851"/>
                  </a:cxn>
                  <a:cxn ang="0">
                    <a:pos x="13000" y="8087"/>
                  </a:cxn>
                  <a:cxn ang="0">
                    <a:pos x="11811" y="3955"/>
                  </a:cxn>
                  <a:cxn ang="0">
                    <a:pos x="8724" y="0"/>
                  </a:cxn>
                </a:cxnLst>
                <a:rect l="0" t="0" r="0" b="0"/>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w="9525">
                <a:noFill/>
              </a:ln>
            </p:spPr>
            <p:txBody>
              <a:bodyPr/>
              <a:lstStyle/>
              <a:p>
                <a:endParaRPr lang="zh-CN" altLang="en-US"/>
              </a:p>
            </p:txBody>
          </p:sp>
          <p:sp>
            <p:nvSpPr>
              <p:cNvPr id="2057" name="Freeform 9"/>
              <p:cNvSpPr/>
              <p:nvPr userDrawn="1"/>
            </p:nvSpPr>
            <p:spPr>
              <a:xfrm rot="-9414770" flipV="1">
                <a:off x="3895" y="1325"/>
                <a:ext cx="120" cy="90"/>
              </a:xfrm>
              <a:custGeom>
                <a:avLst/>
                <a:gdLst/>
                <a:ahLst/>
                <a:cxnLst>
                  <a:cxn ang="0">
                    <a:pos x="0" y="0"/>
                  </a:cxn>
                  <a:cxn ang="0">
                    <a:pos x="218" y="284"/>
                  </a:cxn>
                  <a:cxn ang="0">
                    <a:pos x="1560" y="923"/>
                  </a:cxn>
                  <a:cxn ang="0">
                    <a:pos x="3467" y="2360"/>
                  </a:cxn>
                  <a:cxn ang="0">
                    <a:pos x="5629" y="3508"/>
                  </a:cxn>
                  <a:cxn ang="0">
                    <a:pos x="7704" y="4430"/>
                  </a:cxn>
                  <a:cxn ang="0">
                    <a:pos x="10138" y="4977"/>
                  </a:cxn>
                  <a:cxn ang="0">
                    <a:pos x="12291" y="5310"/>
                  </a:cxn>
                  <a:cxn ang="0">
                    <a:pos x="14464" y="4673"/>
                  </a:cxn>
                  <a:cxn ang="0">
                    <a:pos x="14187" y="7281"/>
                  </a:cxn>
                  <a:cxn ang="0">
                    <a:pos x="13387" y="9639"/>
                  </a:cxn>
                  <a:cxn ang="0">
                    <a:pos x="11807" y="11198"/>
                  </a:cxn>
                  <a:cxn ang="0">
                    <a:pos x="9858" y="11709"/>
                  </a:cxn>
                  <a:cxn ang="0">
                    <a:pos x="7487" y="11437"/>
                  </a:cxn>
                  <a:cxn ang="0">
                    <a:pos x="5047" y="9351"/>
                  </a:cxn>
                  <a:cxn ang="0">
                    <a:pos x="2658" y="5823"/>
                  </a:cxn>
                  <a:cxn ang="0">
                    <a:pos x="0" y="0"/>
                  </a:cxn>
                </a:cxnLst>
                <a:rect l="0" t="0" r="0" b="0"/>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w="9525">
                <a:noFill/>
              </a:ln>
            </p:spPr>
            <p:txBody>
              <a:bodyPr/>
              <a:lstStyle/>
              <a:p>
                <a:endParaRPr lang="zh-CN" altLang="en-US"/>
              </a:p>
            </p:txBody>
          </p:sp>
          <p:sp>
            <p:nvSpPr>
              <p:cNvPr id="2058" name="Freeform 10"/>
              <p:cNvSpPr/>
              <p:nvPr userDrawn="1"/>
            </p:nvSpPr>
            <p:spPr>
              <a:xfrm rot="-9414770" flipV="1">
                <a:off x="3010" y="2344"/>
                <a:ext cx="330" cy="2059"/>
              </a:xfrm>
              <a:custGeom>
                <a:avLst/>
                <a:gdLst/>
                <a:ahLst/>
                <a:cxnLst>
                  <a:cxn ang="0">
                    <a:pos x="0" y="0"/>
                  </a:cxn>
                  <a:cxn ang="0">
                    <a:pos x="1539" y="11333"/>
                  </a:cxn>
                  <a:cxn ang="0">
                    <a:pos x="4159" y="25697"/>
                  </a:cxn>
                  <a:cxn ang="0">
                    <a:pos x="7289" y="43909"/>
                  </a:cxn>
                  <a:cxn ang="0">
                    <a:pos x="10757" y="67602"/>
                  </a:cxn>
                  <a:cxn ang="0">
                    <a:pos x="15089" y="96943"/>
                  </a:cxn>
                  <a:cxn ang="0">
                    <a:pos x="19131" y="128421"/>
                  </a:cxn>
                  <a:cxn ang="0">
                    <a:pos x="23029" y="164571"/>
                  </a:cxn>
                  <a:cxn ang="0">
                    <a:pos x="26061" y="206502"/>
                  </a:cxn>
                  <a:cxn ang="0">
                    <a:pos x="29255" y="251058"/>
                  </a:cxn>
                  <a:cxn ang="0">
                    <a:pos x="31374" y="302416"/>
                  </a:cxn>
                  <a:cxn ang="0">
                    <a:pos x="32462" y="358684"/>
                  </a:cxn>
                  <a:cxn ang="0">
                    <a:pos x="32938" y="417503"/>
                  </a:cxn>
                  <a:cxn ang="0">
                    <a:pos x="31374" y="483222"/>
                  </a:cxn>
                  <a:cxn ang="0">
                    <a:pos x="28464" y="552801"/>
                  </a:cxn>
                  <a:cxn ang="0">
                    <a:pos x="24083" y="625971"/>
                  </a:cxn>
                  <a:cxn ang="0">
                    <a:pos x="17468" y="706608"/>
                  </a:cxn>
                  <a:cxn ang="0">
                    <a:pos x="10124" y="798000"/>
                  </a:cxn>
                  <a:cxn ang="0">
                    <a:pos x="5528" y="882580"/>
                  </a:cxn>
                  <a:cxn ang="0">
                    <a:pos x="2620" y="960661"/>
                  </a:cxn>
                  <a:cxn ang="0">
                    <a:pos x="1539" y="1035791"/>
                  </a:cxn>
                  <a:cxn ang="0">
                    <a:pos x="1539" y="1107216"/>
                  </a:cxn>
                  <a:cxn ang="0">
                    <a:pos x="2139" y="1173586"/>
                  </a:cxn>
                  <a:cxn ang="0">
                    <a:pos x="3203" y="1231832"/>
                  </a:cxn>
                  <a:cxn ang="0">
                    <a:pos x="3683" y="1288750"/>
                  </a:cxn>
                  <a:cxn ang="0">
                    <a:pos x="10757" y="1259400"/>
                  </a:cxn>
                  <a:cxn ang="0">
                    <a:pos x="10124" y="1244841"/>
                  </a:cxn>
                  <a:cxn ang="0">
                    <a:pos x="9428" y="1202909"/>
                  </a:cxn>
                  <a:cxn ang="0">
                    <a:pos x="8638" y="1138463"/>
                  </a:cxn>
                  <a:cxn ang="0">
                    <a:pos x="9211" y="1052702"/>
                  </a:cxn>
                  <a:cxn ang="0">
                    <a:pos x="10757" y="950182"/>
                  </a:cxn>
                  <a:cxn ang="0">
                    <a:pos x="15089" y="833123"/>
                  </a:cxn>
                  <a:cxn ang="0">
                    <a:pos x="22422" y="706608"/>
                  </a:cxn>
                  <a:cxn ang="0">
                    <a:pos x="33733" y="572715"/>
                  </a:cxn>
                  <a:cxn ang="0">
                    <a:pos x="37416" y="510790"/>
                  </a:cxn>
                  <a:cxn ang="0">
                    <a:pos x="38958" y="429957"/>
                  </a:cxn>
                  <a:cxn ang="0">
                    <a:pos x="37678" y="336667"/>
                  </a:cxn>
                  <a:cxn ang="0">
                    <a:pos x="34209" y="245275"/>
                  </a:cxn>
                  <a:cxn ang="0">
                    <a:pos x="28464" y="155785"/>
                  </a:cxn>
                  <a:cxn ang="0">
                    <a:pos x="21098" y="80708"/>
                  </a:cxn>
                  <a:cxn ang="0">
                    <a:pos x="11448" y="25697"/>
                  </a:cxn>
                  <a:cxn ang="0">
                    <a:pos x="0" y="0"/>
                  </a:cxn>
                </a:cxnLst>
                <a:rect l="0" t="0" r="0" b="0"/>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w="9525">
                <a:noFill/>
              </a:ln>
            </p:spPr>
            <p:txBody>
              <a:bodyPr/>
              <a:lstStyle/>
              <a:p>
                <a:endParaRPr lang="zh-CN" altLang="en-US"/>
              </a:p>
            </p:txBody>
          </p:sp>
        </p:grpSp>
        <p:sp>
          <p:nvSpPr>
            <p:cNvPr id="2059" name="Freeform 11"/>
            <p:cNvSpPr/>
            <p:nvPr userDrawn="1"/>
          </p:nvSpPr>
          <p:spPr>
            <a:xfrm rot="373331" flipH="1">
              <a:off x="22" y="1957"/>
              <a:ext cx="323" cy="649"/>
            </a:xfrm>
            <a:custGeom>
              <a:avLst/>
              <a:gdLst/>
              <a:ahLst/>
              <a:cxnLst>
                <a:cxn ang="0">
                  <a:pos x="61188" y="0"/>
                </a:cxn>
                <a:cxn ang="0">
                  <a:pos x="68453" y="19365"/>
                </a:cxn>
                <a:cxn ang="0">
                  <a:pos x="74898" y="57917"/>
                </a:cxn>
                <a:cxn ang="0">
                  <a:pos x="80003" y="107462"/>
                </a:cxn>
                <a:cxn ang="0">
                  <a:pos x="83412" y="166829"/>
                </a:cxn>
                <a:cxn ang="0">
                  <a:pos x="82673" y="237636"/>
                </a:cxn>
                <a:cxn ang="0">
                  <a:pos x="75617" y="310590"/>
                </a:cxn>
                <a:cxn ang="0">
                  <a:pos x="61188" y="387157"/>
                </a:cxn>
                <a:cxn ang="0">
                  <a:pos x="38964" y="464439"/>
                </a:cxn>
                <a:cxn ang="0">
                  <a:pos x="32043" y="455798"/>
                </a:cxn>
                <a:cxn ang="0">
                  <a:pos x="24778" y="449404"/>
                </a:cxn>
                <a:cxn ang="0">
                  <a:pos x="17066" y="438598"/>
                </a:cxn>
                <a:cxn ang="0">
                  <a:pos x="10336" y="429958"/>
                </a:cxn>
                <a:cxn ang="0">
                  <a:pos x="5107" y="419493"/>
                </a:cxn>
                <a:cxn ang="0">
                  <a:pos x="1330" y="406522"/>
                </a:cxn>
                <a:cxn ang="0">
                  <a:pos x="0" y="391488"/>
                </a:cxn>
                <a:cxn ang="0">
                  <a:pos x="802" y="380682"/>
                </a:cxn>
                <a:cxn ang="0">
                  <a:pos x="8469" y="365644"/>
                </a:cxn>
                <a:cxn ang="0">
                  <a:pos x="18817" y="345071"/>
                </a:cxn>
                <a:cxn ang="0">
                  <a:pos x="29966" y="321396"/>
                </a:cxn>
                <a:cxn ang="0">
                  <a:pos x="41041" y="286912"/>
                </a:cxn>
                <a:cxn ang="0">
                  <a:pos x="51370" y="239774"/>
                </a:cxn>
                <a:cxn ang="0">
                  <a:pos x="59359" y="177554"/>
                </a:cxn>
                <a:cxn ang="0">
                  <a:pos x="63212" y="98821"/>
                </a:cxn>
                <a:cxn ang="0">
                  <a:pos x="61188" y="0"/>
                </a:cxn>
              </a:cxnLst>
              <a:rect l="0" t="0" r="0" b="0"/>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w="9525">
              <a:noFill/>
            </a:ln>
          </p:spPr>
          <p:txBody>
            <a:bodyPr/>
            <a:lstStyle/>
            <a:p>
              <a:endParaRPr lang="zh-CN" altLang="en-US"/>
            </a:p>
          </p:txBody>
        </p:sp>
        <p:sp>
          <p:nvSpPr>
            <p:cNvPr id="2060" name="Freeform 12"/>
            <p:cNvSpPr/>
            <p:nvPr userDrawn="1"/>
          </p:nvSpPr>
          <p:spPr>
            <a:xfrm>
              <a:off x="168" y="1260"/>
              <a:ext cx="1259" cy="1532"/>
            </a:xfrm>
            <a:custGeom>
              <a:avLst/>
              <a:gdLst/>
              <a:ahLst/>
              <a:cxnLst>
                <a:cxn ang="0">
                  <a:pos x="891" y="1532"/>
                </a:cxn>
                <a:cxn ang="0">
                  <a:pos x="954" y="1452"/>
                </a:cxn>
                <a:cxn ang="0">
                  <a:pos x="1032" y="1338"/>
                </a:cxn>
                <a:cxn ang="0">
                  <a:pos x="1115" y="1188"/>
                </a:cxn>
                <a:cxn ang="0">
                  <a:pos x="1194" y="1023"/>
                </a:cxn>
                <a:cxn ang="0">
                  <a:pos x="1244" y="841"/>
                </a:cxn>
                <a:cxn ang="0">
                  <a:pos x="1259" y="647"/>
                </a:cxn>
                <a:cxn ang="0">
                  <a:pos x="1230" y="463"/>
                </a:cxn>
                <a:cxn ang="0">
                  <a:pos x="1140" y="294"/>
                </a:cxn>
                <a:cxn ang="0">
                  <a:pos x="1043" y="190"/>
                </a:cxn>
                <a:cxn ang="0">
                  <a:pos x="961" y="109"/>
                </a:cxn>
                <a:cxn ang="0">
                  <a:pos x="894" y="65"/>
                </a:cxn>
                <a:cxn ang="0">
                  <a:pos x="786" y="18"/>
                </a:cxn>
                <a:cxn ang="0">
                  <a:pos x="642" y="0"/>
                </a:cxn>
                <a:cxn ang="0">
                  <a:pos x="440" y="23"/>
                </a:cxn>
                <a:cxn ang="0">
                  <a:pos x="366" y="44"/>
                </a:cxn>
                <a:cxn ang="0">
                  <a:pos x="292" y="58"/>
                </a:cxn>
                <a:cxn ang="0">
                  <a:pos x="229" y="79"/>
                </a:cxn>
                <a:cxn ang="0">
                  <a:pos x="178" y="103"/>
                </a:cxn>
                <a:cxn ang="0">
                  <a:pos x="127" y="127"/>
                </a:cxn>
                <a:cxn ang="0">
                  <a:pos x="82" y="158"/>
                </a:cxn>
                <a:cxn ang="0">
                  <a:pos x="41" y="197"/>
                </a:cxn>
                <a:cxn ang="0">
                  <a:pos x="0" y="243"/>
                </a:cxn>
                <a:cxn ang="0">
                  <a:pos x="76" y="215"/>
                </a:cxn>
                <a:cxn ang="0">
                  <a:pos x="144" y="194"/>
                </a:cxn>
                <a:cxn ang="0">
                  <a:pos x="212" y="179"/>
                </a:cxn>
                <a:cxn ang="0">
                  <a:pos x="280" y="164"/>
                </a:cxn>
                <a:cxn ang="0">
                  <a:pos x="336" y="149"/>
                </a:cxn>
                <a:cxn ang="0">
                  <a:pos x="397" y="149"/>
                </a:cxn>
                <a:cxn ang="0">
                  <a:pos x="458" y="141"/>
                </a:cxn>
                <a:cxn ang="0">
                  <a:pos x="511" y="146"/>
                </a:cxn>
                <a:cxn ang="0">
                  <a:pos x="565" y="152"/>
                </a:cxn>
                <a:cxn ang="0">
                  <a:pos x="618" y="166"/>
                </a:cxn>
                <a:cxn ang="0">
                  <a:pos x="669" y="186"/>
                </a:cxn>
                <a:cxn ang="0">
                  <a:pos x="715" y="205"/>
                </a:cxn>
                <a:cxn ang="0">
                  <a:pos x="760" y="239"/>
                </a:cxn>
                <a:cxn ang="0">
                  <a:pos x="811" y="267"/>
                </a:cxn>
                <a:cxn ang="0">
                  <a:pos x="855" y="307"/>
                </a:cxn>
                <a:cxn ang="0">
                  <a:pos x="899" y="348"/>
                </a:cxn>
                <a:cxn ang="0">
                  <a:pos x="971" y="464"/>
                </a:cxn>
                <a:cxn ang="0">
                  <a:pos x="1016" y="606"/>
                </a:cxn>
                <a:cxn ang="0">
                  <a:pos x="1027" y="774"/>
                </a:cxn>
                <a:cxn ang="0">
                  <a:pos x="1022" y="939"/>
                </a:cxn>
                <a:cxn ang="0">
                  <a:pos x="1002" y="1117"/>
                </a:cxn>
                <a:cxn ang="0">
                  <a:pos x="966" y="1279"/>
                </a:cxn>
                <a:cxn ang="0">
                  <a:pos x="933" y="1421"/>
                </a:cxn>
                <a:cxn ang="0">
                  <a:pos x="891" y="1532"/>
                </a:cxn>
              </a:cxnLst>
              <a:rect l="0" t="0" r="0" b="0"/>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w="9525">
              <a:noFill/>
            </a:ln>
          </p:spPr>
          <p:txBody>
            <a:bodyPr/>
            <a:lstStyle/>
            <a:p>
              <a:endParaRPr lang="zh-CN" altLang="en-US"/>
            </a:p>
          </p:txBody>
        </p:sp>
        <p:sp>
          <p:nvSpPr>
            <p:cNvPr id="2061" name="Freeform 13"/>
            <p:cNvSpPr/>
            <p:nvPr userDrawn="1"/>
          </p:nvSpPr>
          <p:spPr>
            <a:xfrm>
              <a:off x="0" y="2610"/>
              <a:ext cx="801" cy="459"/>
            </a:xfrm>
            <a:custGeom>
              <a:avLst/>
              <a:gdLst/>
              <a:ahLst/>
              <a:cxnLst>
                <a:cxn ang="0">
                  <a:pos x="0" y="0"/>
                </a:cxn>
                <a:cxn ang="0">
                  <a:pos x="37" y="69"/>
                </a:cxn>
                <a:cxn ang="0">
                  <a:pos x="68" y="132"/>
                </a:cxn>
                <a:cxn ang="0">
                  <a:pos x="110" y="188"/>
                </a:cxn>
                <a:cxn ang="0">
                  <a:pos x="149" y="229"/>
                </a:cxn>
                <a:cxn ang="0">
                  <a:pos x="192" y="278"/>
                </a:cxn>
                <a:cxn ang="0">
                  <a:pos x="250" y="314"/>
                </a:cxn>
                <a:cxn ang="0">
                  <a:pos x="308" y="336"/>
                </a:cxn>
                <a:cxn ang="0">
                  <a:pos x="365" y="365"/>
                </a:cxn>
                <a:cxn ang="0">
                  <a:pos x="430" y="381"/>
                </a:cxn>
                <a:cxn ang="0">
                  <a:pos x="501" y="390"/>
                </a:cxn>
                <a:cxn ang="0">
                  <a:pos x="573" y="392"/>
                </a:cxn>
                <a:cxn ang="0">
                  <a:pos x="646" y="381"/>
                </a:cxn>
                <a:cxn ang="0">
                  <a:pos x="726" y="362"/>
                </a:cxn>
                <a:cxn ang="0">
                  <a:pos x="801" y="335"/>
                </a:cxn>
                <a:cxn ang="0">
                  <a:pos x="731" y="377"/>
                </a:cxn>
                <a:cxn ang="0">
                  <a:pos x="662" y="404"/>
                </a:cxn>
                <a:cxn ang="0">
                  <a:pos x="594" y="432"/>
                </a:cxn>
                <a:cxn ang="0">
                  <a:pos x="532" y="445"/>
                </a:cxn>
                <a:cxn ang="0">
                  <a:pos x="471" y="459"/>
                </a:cxn>
                <a:cxn ang="0">
                  <a:pos x="411" y="458"/>
                </a:cxn>
                <a:cxn ang="0">
                  <a:pos x="350" y="458"/>
                </a:cxn>
                <a:cxn ang="0">
                  <a:pos x="291" y="450"/>
                </a:cxn>
                <a:cxn ang="0">
                  <a:pos x="244" y="436"/>
                </a:cxn>
                <a:cxn ang="0">
                  <a:pos x="192" y="415"/>
                </a:cxn>
                <a:cxn ang="0">
                  <a:pos x="145" y="394"/>
                </a:cxn>
                <a:cxn ang="0">
                  <a:pos x="100" y="373"/>
                </a:cxn>
                <a:cxn ang="0">
                  <a:pos x="60" y="347"/>
                </a:cxn>
                <a:cxn ang="0">
                  <a:pos x="0" y="294"/>
                </a:cxn>
                <a:cxn ang="0">
                  <a:pos x="0" y="0"/>
                </a:cxn>
              </a:cxnLst>
              <a:rect l="0" t="0" r="0" b="0"/>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w="9525">
              <a:noFill/>
            </a:ln>
          </p:spPr>
          <p:txBody>
            <a:bodyPr/>
            <a:lstStyle/>
            <a:p>
              <a:endParaRPr lang="zh-CN" altLang="en-US"/>
            </a:p>
          </p:txBody>
        </p:sp>
        <p:sp>
          <p:nvSpPr>
            <p:cNvPr id="2062" name="Freeform 14"/>
            <p:cNvSpPr/>
            <p:nvPr userDrawn="1"/>
          </p:nvSpPr>
          <p:spPr>
            <a:xfrm rot="373331" flipH="1">
              <a:off x="898" y="2855"/>
              <a:ext cx="354" cy="464"/>
            </a:xfrm>
            <a:custGeom>
              <a:avLst/>
              <a:gdLst/>
              <a:ahLst/>
              <a:cxnLst>
                <a:cxn ang="0">
                  <a:pos x="174219" y="0"/>
                </a:cxn>
                <a:cxn ang="0">
                  <a:pos x="0" y="165785"/>
                </a:cxn>
                <a:cxn ang="0">
                  <a:pos x="6865" y="171778"/>
                </a:cxn>
                <a:cxn ang="0">
                  <a:pos x="32187" y="192672"/>
                </a:cxn>
                <a:cxn ang="0">
                  <a:pos x="67469" y="239417"/>
                </a:cxn>
                <a:cxn ang="0">
                  <a:pos x="106778" y="311291"/>
                </a:cxn>
                <a:cxn ang="0">
                  <a:pos x="153448" y="411143"/>
                </a:cxn>
                <a:cxn ang="0">
                  <a:pos x="195027" y="530247"/>
                </a:cxn>
                <a:cxn ang="0">
                  <a:pos x="237092" y="682611"/>
                </a:cxn>
                <a:cxn ang="0">
                  <a:pos x="269252" y="875283"/>
                </a:cxn>
                <a:cxn ang="0">
                  <a:pos x="271524" y="795894"/>
                </a:cxn>
                <a:cxn ang="0">
                  <a:pos x="267010" y="709498"/>
                </a:cxn>
                <a:cxn ang="0">
                  <a:pos x="250750" y="596215"/>
                </a:cxn>
                <a:cxn ang="0">
                  <a:pos x="230200" y="490546"/>
                </a:cxn>
                <a:cxn ang="0">
                  <a:pos x="206406" y="384737"/>
                </a:cxn>
                <a:cxn ang="0">
                  <a:pos x="181012" y="297874"/>
                </a:cxn>
                <a:cxn ang="0">
                  <a:pos x="155718" y="239417"/>
                </a:cxn>
                <a:cxn ang="0">
                  <a:pos x="134169" y="211440"/>
                </a:cxn>
                <a:cxn ang="0">
                  <a:pos x="160232" y="192672"/>
                </a:cxn>
                <a:cxn ang="0">
                  <a:pos x="183366" y="184591"/>
                </a:cxn>
                <a:cxn ang="0">
                  <a:pos x="206406" y="171778"/>
                </a:cxn>
                <a:cxn ang="0">
                  <a:pos x="227955" y="165785"/>
                </a:cxn>
                <a:cxn ang="0">
                  <a:pos x="243967" y="158322"/>
                </a:cxn>
                <a:cxn ang="0">
                  <a:pos x="253077" y="145506"/>
                </a:cxn>
                <a:cxn ang="0">
                  <a:pos x="262468" y="139552"/>
                </a:cxn>
                <a:cxn ang="0">
                  <a:pos x="264741" y="139552"/>
                </a:cxn>
                <a:cxn ang="0">
                  <a:pos x="174219" y="0"/>
                </a:cxn>
              </a:cxnLst>
              <a:rect l="0" t="0" r="0" b="0"/>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w="9525">
              <a:noFill/>
            </a:ln>
          </p:spPr>
          <p:txBody>
            <a:bodyPr/>
            <a:lstStyle/>
            <a:p>
              <a:endParaRPr lang="zh-CN" altLang="en-US"/>
            </a:p>
          </p:txBody>
        </p:sp>
        <p:sp>
          <p:nvSpPr>
            <p:cNvPr id="2063" name="Freeform 15"/>
            <p:cNvSpPr/>
            <p:nvPr userDrawn="1"/>
          </p:nvSpPr>
          <p:spPr>
            <a:xfrm rot="373331" flipH="1">
              <a:off x="799" y="2979"/>
              <a:ext cx="87" cy="274"/>
            </a:xfrm>
            <a:custGeom>
              <a:avLst/>
              <a:gdLst/>
              <a:ahLst/>
              <a:cxnLst>
                <a:cxn ang="0">
                  <a:pos x="63423" y="0"/>
                </a:cxn>
                <a:cxn ang="0">
                  <a:pos x="50301" y="0"/>
                </a:cxn>
                <a:cxn ang="0">
                  <a:pos x="34992" y="28517"/>
                </a:cxn>
                <a:cxn ang="0">
                  <a:pos x="19683" y="65112"/>
                </a:cxn>
                <a:cxn ang="0">
                  <a:pos x="8748" y="138060"/>
                </a:cxn>
                <a:cxn ang="0">
                  <a:pos x="2187" y="217403"/>
                </a:cxn>
                <a:cxn ang="0">
                  <a:pos x="0" y="318929"/>
                </a:cxn>
                <a:cxn ang="0">
                  <a:pos x="6561" y="434817"/>
                </a:cxn>
                <a:cxn ang="0">
                  <a:pos x="24057" y="556202"/>
                </a:cxn>
                <a:cxn ang="0">
                  <a:pos x="32805" y="383991"/>
                </a:cxn>
                <a:cxn ang="0">
                  <a:pos x="41553" y="268104"/>
                </a:cxn>
                <a:cxn ang="0">
                  <a:pos x="50301" y="158561"/>
                </a:cxn>
                <a:cxn ang="0">
                  <a:pos x="63423" y="0"/>
                </a:cxn>
              </a:cxnLst>
              <a:rect l="0" t="0" r="0" b="0"/>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w="9525">
              <a:noFill/>
            </a:ln>
          </p:spPr>
          <p:txBody>
            <a:bodyPr/>
            <a:lstStyle/>
            <a:p>
              <a:endParaRPr lang="zh-CN" altLang="en-US"/>
            </a:p>
          </p:txBody>
        </p:sp>
        <p:sp>
          <p:nvSpPr>
            <p:cNvPr id="2064" name="Freeform 16"/>
            <p:cNvSpPr/>
            <p:nvPr userDrawn="1"/>
          </p:nvSpPr>
          <p:spPr>
            <a:xfrm>
              <a:off x="1190" y="3273"/>
              <a:ext cx="1108" cy="1047"/>
            </a:xfrm>
            <a:custGeom>
              <a:avLst/>
              <a:gdLst/>
              <a:ahLst/>
              <a:cxnLst>
                <a:cxn ang="0">
                  <a:pos x="784" y="1047"/>
                </a:cxn>
                <a:cxn ang="0">
                  <a:pos x="692" y="1011"/>
                </a:cxn>
                <a:cxn ang="0">
                  <a:pos x="607" y="945"/>
                </a:cxn>
                <a:cxn ang="0">
                  <a:pos x="517" y="861"/>
                </a:cxn>
                <a:cxn ang="0">
                  <a:pos x="432" y="776"/>
                </a:cxn>
                <a:cxn ang="0">
                  <a:pos x="350" y="677"/>
                </a:cxn>
                <a:cxn ang="0">
                  <a:pos x="266" y="563"/>
                </a:cxn>
                <a:cxn ang="0">
                  <a:pos x="188" y="447"/>
                </a:cxn>
                <a:cxn ang="0">
                  <a:pos x="122" y="325"/>
                </a:cxn>
                <a:cxn ang="0">
                  <a:pos x="65" y="211"/>
                </a:cxn>
                <a:cxn ang="0">
                  <a:pos x="21" y="101"/>
                </a:cxn>
                <a:cxn ang="0">
                  <a:pos x="0" y="0"/>
                </a:cxn>
                <a:cxn ang="0">
                  <a:pos x="109" y="217"/>
                </a:cxn>
                <a:cxn ang="0">
                  <a:pos x="209" y="378"/>
                </a:cxn>
                <a:cxn ang="0">
                  <a:pos x="294" y="500"/>
                </a:cxn>
                <a:cxn ang="0">
                  <a:pos x="373" y="590"/>
                </a:cxn>
                <a:cxn ang="0">
                  <a:pos x="441" y="661"/>
                </a:cxn>
                <a:cxn ang="0">
                  <a:pos x="506" y="713"/>
                </a:cxn>
                <a:cxn ang="0">
                  <a:pos x="564" y="754"/>
                </a:cxn>
                <a:cxn ang="0">
                  <a:pos x="620" y="801"/>
                </a:cxn>
                <a:cxn ang="0">
                  <a:pos x="754" y="899"/>
                </a:cxn>
                <a:cxn ang="0">
                  <a:pos x="925" y="977"/>
                </a:cxn>
                <a:cxn ang="0">
                  <a:pos x="1108" y="1047"/>
                </a:cxn>
                <a:cxn ang="0">
                  <a:pos x="784" y="1047"/>
                </a:cxn>
              </a:cxnLst>
              <a:rect l="0" t="0" r="0" b="0"/>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w="9525">
              <a:noFill/>
            </a:ln>
          </p:spPr>
          <p:txBody>
            <a:bodyPr/>
            <a:lstStyle/>
            <a:p>
              <a:endParaRPr lang="zh-CN" altLang="en-US"/>
            </a:p>
          </p:txBody>
        </p:sp>
        <p:grpSp>
          <p:nvGrpSpPr>
            <p:cNvPr id="2065" name="Group 17"/>
            <p:cNvGrpSpPr/>
            <p:nvPr userDrawn="1"/>
          </p:nvGrpSpPr>
          <p:grpSpPr>
            <a:xfrm rot="3220060">
              <a:off x="2630" y="753"/>
              <a:ext cx="569" cy="637"/>
              <a:chOff x="1727" y="866"/>
              <a:chExt cx="129" cy="157"/>
            </a:xfrm>
          </p:grpSpPr>
          <p:sp>
            <p:nvSpPr>
              <p:cNvPr id="2066" name="Freeform 18"/>
              <p:cNvSpPr/>
              <p:nvPr userDrawn="1"/>
            </p:nvSpPr>
            <p:spPr>
              <a:xfrm>
                <a:off x="1727" y="866"/>
                <a:ext cx="41" cy="59"/>
              </a:xfrm>
              <a:custGeom>
                <a:avLst/>
                <a:gdLst/>
                <a:ahLst/>
                <a:cxnLst>
                  <a:cxn ang="0">
                    <a:pos x="0" y="1"/>
                  </a:cxn>
                  <a:cxn ang="0">
                    <a:pos x="0" y="0"/>
                  </a:cxn>
                  <a:cxn ang="0">
                    <a:pos x="0" y="1"/>
                  </a:cxn>
                  <a:cxn ang="0">
                    <a:pos x="0" y="1"/>
                  </a:cxn>
                </a:cxnLst>
                <a:rect l="0" t="0" r="0" b="0"/>
                <a:pathLst>
                  <a:path w="83" h="117">
                    <a:moveTo>
                      <a:pt x="83" y="28"/>
                    </a:moveTo>
                    <a:lnTo>
                      <a:pt x="27" y="0"/>
                    </a:lnTo>
                    <a:lnTo>
                      <a:pt x="0" y="117"/>
                    </a:lnTo>
                    <a:lnTo>
                      <a:pt x="83" y="28"/>
                    </a:lnTo>
                    <a:close/>
                  </a:path>
                </a:pathLst>
              </a:custGeom>
              <a:solidFill>
                <a:schemeClr val="bg2"/>
              </a:solidFill>
              <a:ln w="9525">
                <a:noFill/>
              </a:ln>
            </p:spPr>
            <p:txBody>
              <a:bodyPr/>
              <a:lstStyle/>
              <a:p>
                <a:endParaRPr lang="zh-CN" altLang="en-US"/>
              </a:p>
            </p:txBody>
          </p:sp>
          <p:sp>
            <p:nvSpPr>
              <p:cNvPr id="2067" name="Freeform 19"/>
              <p:cNvSpPr/>
              <p:nvPr userDrawn="1"/>
            </p:nvSpPr>
            <p:spPr>
              <a:xfrm>
                <a:off x="1786" y="894"/>
                <a:ext cx="70" cy="49"/>
              </a:xfrm>
              <a:custGeom>
                <a:avLst/>
                <a:gdLst/>
                <a:ahLst/>
                <a:cxnLst>
                  <a:cxn ang="0">
                    <a:pos x="0" y="1"/>
                  </a:cxn>
                  <a:cxn ang="0">
                    <a:pos x="1" y="0"/>
                  </a:cxn>
                  <a:cxn ang="0">
                    <a:pos x="2" y="1"/>
                  </a:cxn>
                  <a:cxn ang="0">
                    <a:pos x="0" y="1"/>
                  </a:cxn>
                </a:cxnLst>
                <a:rect l="0" t="0" r="0" b="0"/>
                <a:pathLst>
                  <a:path w="140" h="98">
                    <a:moveTo>
                      <a:pt x="0" y="98"/>
                    </a:moveTo>
                    <a:lnTo>
                      <a:pt x="118" y="0"/>
                    </a:lnTo>
                    <a:lnTo>
                      <a:pt x="140" y="49"/>
                    </a:lnTo>
                    <a:lnTo>
                      <a:pt x="0" y="98"/>
                    </a:lnTo>
                    <a:close/>
                  </a:path>
                </a:pathLst>
              </a:custGeom>
              <a:solidFill>
                <a:schemeClr val="bg2"/>
              </a:solidFill>
              <a:ln w="9525">
                <a:noFill/>
              </a:ln>
            </p:spPr>
            <p:txBody>
              <a:bodyPr/>
              <a:lstStyle/>
              <a:p>
                <a:endParaRPr lang="zh-CN" altLang="en-US"/>
              </a:p>
            </p:txBody>
          </p:sp>
          <p:sp>
            <p:nvSpPr>
              <p:cNvPr id="2068" name="Freeform 20"/>
              <p:cNvSpPr/>
              <p:nvPr userDrawn="1"/>
            </p:nvSpPr>
            <p:spPr>
              <a:xfrm>
                <a:off x="1772" y="998"/>
                <a:ext cx="73" cy="25"/>
              </a:xfrm>
              <a:custGeom>
                <a:avLst/>
                <a:gdLst/>
                <a:ahLst/>
                <a:cxnLst>
                  <a:cxn ang="0">
                    <a:pos x="0" y="1"/>
                  </a:cxn>
                  <a:cxn ang="0">
                    <a:pos x="2" y="0"/>
                  </a:cxn>
                  <a:cxn ang="0">
                    <a:pos x="2" y="1"/>
                  </a:cxn>
                  <a:cxn ang="0">
                    <a:pos x="0" y="1"/>
                  </a:cxn>
                </a:cxnLst>
                <a:rect l="0" t="0" r="0" b="0"/>
                <a:pathLst>
                  <a:path w="145" h="49">
                    <a:moveTo>
                      <a:pt x="0" y="7"/>
                    </a:moveTo>
                    <a:lnTo>
                      <a:pt x="145" y="0"/>
                    </a:lnTo>
                    <a:lnTo>
                      <a:pt x="131" y="49"/>
                    </a:lnTo>
                    <a:lnTo>
                      <a:pt x="0" y="7"/>
                    </a:lnTo>
                    <a:close/>
                  </a:path>
                </a:pathLst>
              </a:custGeom>
              <a:solidFill>
                <a:schemeClr val="bg2"/>
              </a:solidFill>
              <a:ln w="9525">
                <a:noFill/>
              </a:ln>
            </p:spPr>
            <p:txBody>
              <a:bodyPr/>
              <a:lstStyle/>
              <a:p>
                <a:endParaRPr lang="zh-CN" altLang="en-US"/>
              </a:p>
            </p:txBody>
          </p:sp>
        </p:grpSp>
        <p:grpSp>
          <p:nvGrpSpPr>
            <p:cNvPr id="2069" name="Group 21"/>
            <p:cNvGrpSpPr/>
            <p:nvPr userDrawn="1"/>
          </p:nvGrpSpPr>
          <p:grpSpPr>
            <a:xfrm rot="-6691250">
              <a:off x="3635" y="131"/>
              <a:ext cx="356" cy="607"/>
              <a:chOff x="1727" y="866"/>
              <a:chExt cx="129" cy="157"/>
            </a:xfrm>
          </p:grpSpPr>
          <p:sp>
            <p:nvSpPr>
              <p:cNvPr id="2070" name="Freeform 22"/>
              <p:cNvSpPr/>
              <p:nvPr userDrawn="1"/>
            </p:nvSpPr>
            <p:spPr>
              <a:xfrm>
                <a:off x="1727" y="866"/>
                <a:ext cx="41" cy="59"/>
              </a:xfrm>
              <a:custGeom>
                <a:avLst/>
                <a:gdLst/>
                <a:ahLst/>
                <a:cxnLst>
                  <a:cxn ang="0">
                    <a:pos x="0" y="1"/>
                  </a:cxn>
                  <a:cxn ang="0">
                    <a:pos x="0" y="0"/>
                  </a:cxn>
                  <a:cxn ang="0">
                    <a:pos x="0" y="1"/>
                  </a:cxn>
                  <a:cxn ang="0">
                    <a:pos x="0" y="1"/>
                  </a:cxn>
                </a:cxnLst>
                <a:rect l="0" t="0" r="0" b="0"/>
                <a:pathLst>
                  <a:path w="83" h="117">
                    <a:moveTo>
                      <a:pt x="83" y="28"/>
                    </a:moveTo>
                    <a:lnTo>
                      <a:pt x="27" y="0"/>
                    </a:lnTo>
                    <a:lnTo>
                      <a:pt x="0" y="117"/>
                    </a:lnTo>
                    <a:lnTo>
                      <a:pt x="83" y="28"/>
                    </a:lnTo>
                    <a:close/>
                  </a:path>
                </a:pathLst>
              </a:custGeom>
              <a:solidFill>
                <a:schemeClr val="bg2"/>
              </a:solidFill>
              <a:ln w="9525">
                <a:noFill/>
              </a:ln>
            </p:spPr>
            <p:txBody>
              <a:bodyPr/>
              <a:lstStyle/>
              <a:p>
                <a:endParaRPr lang="zh-CN" altLang="en-US"/>
              </a:p>
            </p:txBody>
          </p:sp>
          <p:sp>
            <p:nvSpPr>
              <p:cNvPr id="2071" name="Freeform 23"/>
              <p:cNvSpPr/>
              <p:nvPr userDrawn="1"/>
            </p:nvSpPr>
            <p:spPr>
              <a:xfrm>
                <a:off x="1786" y="894"/>
                <a:ext cx="70" cy="49"/>
              </a:xfrm>
              <a:custGeom>
                <a:avLst/>
                <a:gdLst/>
                <a:ahLst/>
                <a:cxnLst>
                  <a:cxn ang="0">
                    <a:pos x="0" y="1"/>
                  </a:cxn>
                  <a:cxn ang="0">
                    <a:pos x="1" y="0"/>
                  </a:cxn>
                  <a:cxn ang="0">
                    <a:pos x="2" y="1"/>
                  </a:cxn>
                  <a:cxn ang="0">
                    <a:pos x="0" y="1"/>
                  </a:cxn>
                </a:cxnLst>
                <a:rect l="0" t="0" r="0" b="0"/>
                <a:pathLst>
                  <a:path w="140" h="98">
                    <a:moveTo>
                      <a:pt x="0" y="98"/>
                    </a:moveTo>
                    <a:lnTo>
                      <a:pt x="118" y="0"/>
                    </a:lnTo>
                    <a:lnTo>
                      <a:pt x="140" y="49"/>
                    </a:lnTo>
                    <a:lnTo>
                      <a:pt x="0" y="98"/>
                    </a:lnTo>
                    <a:close/>
                  </a:path>
                </a:pathLst>
              </a:custGeom>
              <a:solidFill>
                <a:schemeClr val="bg2"/>
              </a:solidFill>
              <a:ln w="9525">
                <a:noFill/>
              </a:ln>
            </p:spPr>
            <p:txBody>
              <a:bodyPr/>
              <a:lstStyle/>
              <a:p>
                <a:endParaRPr lang="zh-CN" altLang="en-US"/>
              </a:p>
            </p:txBody>
          </p:sp>
          <p:sp>
            <p:nvSpPr>
              <p:cNvPr id="2072" name="Freeform 24"/>
              <p:cNvSpPr/>
              <p:nvPr userDrawn="1"/>
            </p:nvSpPr>
            <p:spPr>
              <a:xfrm>
                <a:off x="1772" y="998"/>
                <a:ext cx="73" cy="25"/>
              </a:xfrm>
              <a:custGeom>
                <a:avLst/>
                <a:gdLst/>
                <a:ahLst/>
                <a:cxnLst>
                  <a:cxn ang="0">
                    <a:pos x="0" y="1"/>
                  </a:cxn>
                  <a:cxn ang="0">
                    <a:pos x="2" y="0"/>
                  </a:cxn>
                  <a:cxn ang="0">
                    <a:pos x="2" y="1"/>
                  </a:cxn>
                  <a:cxn ang="0">
                    <a:pos x="0" y="1"/>
                  </a:cxn>
                </a:cxnLst>
                <a:rect l="0" t="0" r="0" b="0"/>
                <a:pathLst>
                  <a:path w="145" h="49">
                    <a:moveTo>
                      <a:pt x="0" y="7"/>
                    </a:moveTo>
                    <a:lnTo>
                      <a:pt x="145" y="0"/>
                    </a:lnTo>
                    <a:lnTo>
                      <a:pt x="131" y="49"/>
                    </a:lnTo>
                    <a:lnTo>
                      <a:pt x="0" y="7"/>
                    </a:lnTo>
                    <a:close/>
                  </a:path>
                </a:pathLst>
              </a:custGeom>
              <a:solidFill>
                <a:schemeClr val="bg2"/>
              </a:solidFill>
              <a:ln w="9525">
                <a:noFill/>
              </a:ln>
            </p:spPr>
            <p:txBody>
              <a:bodyPr/>
              <a:lstStyle/>
              <a:p>
                <a:endParaRPr lang="zh-CN" altLang="en-US"/>
              </a:p>
            </p:txBody>
          </p:sp>
        </p:grpSp>
        <p:grpSp>
          <p:nvGrpSpPr>
            <p:cNvPr id="2073" name="Group 25"/>
            <p:cNvGrpSpPr/>
            <p:nvPr userDrawn="1"/>
          </p:nvGrpSpPr>
          <p:grpSpPr>
            <a:xfrm rot="8524840">
              <a:off x="668" y="3321"/>
              <a:ext cx="501" cy="502"/>
              <a:chOff x="1727" y="866"/>
              <a:chExt cx="129" cy="157"/>
            </a:xfrm>
          </p:grpSpPr>
          <p:sp>
            <p:nvSpPr>
              <p:cNvPr id="2074" name="Freeform 26"/>
              <p:cNvSpPr/>
              <p:nvPr userDrawn="1"/>
            </p:nvSpPr>
            <p:spPr>
              <a:xfrm>
                <a:off x="1727" y="866"/>
                <a:ext cx="41" cy="59"/>
              </a:xfrm>
              <a:custGeom>
                <a:avLst/>
                <a:gdLst/>
                <a:ahLst/>
                <a:cxnLst>
                  <a:cxn ang="0">
                    <a:pos x="0" y="1"/>
                  </a:cxn>
                  <a:cxn ang="0">
                    <a:pos x="0" y="0"/>
                  </a:cxn>
                  <a:cxn ang="0">
                    <a:pos x="0" y="1"/>
                  </a:cxn>
                  <a:cxn ang="0">
                    <a:pos x="0" y="1"/>
                  </a:cxn>
                </a:cxnLst>
                <a:rect l="0" t="0" r="0" b="0"/>
                <a:pathLst>
                  <a:path w="83" h="117">
                    <a:moveTo>
                      <a:pt x="83" y="28"/>
                    </a:moveTo>
                    <a:lnTo>
                      <a:pt x="27" y="0"/>
                    </a:lnTo>
                    <a:lnTo>
                      <a:pt x="0" y="117"/>
                    </a:lnTo>
                    <a:lnTo>
                      <a:pt x="83" y="28"/>
                    </a:lnTo>
                    <a:close/>
                  </a:path>
                </a:pathLst>
              </a:custGeom>
              <a:solidFill>
                <a:schemeClr val="bg2"/>
              </a:solidFill>
              <a:ln w="9525">
                <a:noFill/>
              </a:ln>
            </p:spPr>
            <p:txBody>
              <a:bodyPr/>
              <a:lstStyle/>
              <a:p>
                <a:endParaRPr lang="zh-CN" altLang="en-US"/>
              </a:p>
            </p:txBody>
          </p:sp>
          <p:sp>
            <p:nvSpPr>
              <p:cNvPr id="2075" name="Freeform 27"/>
              <p:cNvSpPr/>
              <p:nvPr userDrawn="1"/>
            </p:nvSpPr>
            <p:spPr>
              <a:xfrm>
                <a:off x="1786" y="894"/>
                <a:ext cx="70" cy="49"/>
              </a:xfrm>
              <a:custGeom>
                <a:avLst/>
                <a:gdLst/>
                <a:ahLst/>
                <a:cxnLst>
                  <a:cxn ang="0">
                    <a:pos x="0" y="1"/>
                  </a:cxn>
                  <a:cxn ang="0">
                    <a:pos x="1" y="0"/>
                  </a:cxn>
                  <a:cxn ang="0">
                    <a:pos x="2" y="1"/>
                  </a:cxn>
                  <a:cxn ang="0">
                    <a:pos x="0" y="1"/>
                  </a:cxn>
                </a:cxnLst>
                <a:rect l="0" t="0" r="0" b="0"/>
                <a:pathLst>
                  <a:path w="140" h="98">
                    <a:moveTo>
                      <a:pt x="0" y="98"/>
                    </a:moveTo>
                    <a:lnTo>
                      <a:pt x="118" y="0"/>
                    </a:lnTo>
                    <a:lnTo>
                      <a:pt x="140" y="49"/>
                    </a:lnTo>
                    <a:lnTo>
                      <a:pt x="0" y="98"/>
                    </a:lnTo>
                    <a:close/>
                  </a:path>
                </a:pathLst>
              </a:custGeom>
              <a:solidFill>
                <a:schemeClr val="bg2"/>
              </a:solidFill>
              <a:ln w="9525">
                <a:noFill/>
              </a:ln>
            </p:spPr>
            <p:txBody>
              <a:bodyPr/>
              <a:lstStyle/>
              <a:p>
                <a:endParaRPr lang="zh-CN" altLang="en-US"/>
              </a:p>
            </p:txBody>
          </p:sp>
          <p:sp>
            <p:nvSpPr>
              <p:cNvPr id="2076" name="Freeform 28"/>
              <p:cNvSpPr/>
              <p:nvPr userDrawn="1"/>
            </p:nvSpPr>
            <p:spPr>
              <a:xfrm>
                <a:off x="1772" y="998"/>
                <a:ext cx="73" cy="25"/>
              </a:xfrm>
              <a:custGeom>
                <a:avLst/>
                <a:gdLst/>
                <a:ahLst/>
                <a:cxnLst>
                  <a:cxn ang="0">
                    <a:pos x="0" y="1"/>
                  </a:cxn>
                  <a:cxn ang="0">
                    <a:pos x="2" y="0"/>
                  </a:cxn>
                  <a:cxn ang="0">
                    <a:pos x="2" y="1"/>
                  </a:cxn>
                  <a:cxn ang="0">
                    <a:pos x="0" y="1"/>
                  </a:cxn>
                </a:cxnLst>
                <a:rect l="0" t="0" r="0" b="0"/>
                <a:pathLst>
                  <a:path w="145" h="49">
                    <a:moveTo>
                      <a:pt x="0" y="7"/>
                    </a:moveTo>
                    <a:lnTo>
                      <a:pt x="145" y="0"/>
                    </a:lnTo>
                    <a:lnTo>
                      <a:pt x="131" y="49"/>
                    </a:lnTo>
                    <a:lnTo>
                      <a:pt x="0" y="7"/>
                    </a:lnTo>
                    <a:close/>
                  </a:path>
                </a:pathLst>
              </a:custGeom>
              <a:solidFill>
                <a:schemeClr val="bg2"/>
              </a:solidFill>
              <a:ln w="9525">
                <a:noFill/>
              </a:ln>
            </p:spPr>
            <p:txBody>
              <a:bodyPr/>
              <a:lstStyle/>
              <a:p>
                <a:endParaRPr lang="zh-CN" altLang="en-US"/>
              </a:p>
            </p:txBody>
          </p:sp>
        </p:grpSp>
        <p:grpSp>
          <p:nvGrpSpPr>
            <p:cNvPr id="2077" name="Group 29"/>
            <p:cNvGrpSpPr/>
            <p:nvPr userDrawn="1"/>
          </p:nvGrpSpPr>
          <p:grpSpPr>
            <a:xfrm rot="4106450" flipH="1">
              <a:off x="392" y="260"/>
              <a:ext cx="709" cy="892"/>
              <a:chOff x="1727" y="866"/>
              <a:chExt cx="129" cy="157"/>
            </a:xfrm>
          </p:grpSpPr>
          <p:sp>
            <p:nvSpPr>
              <p:cNvPr id="2078" name="Freeform 30"/>
              <p:cNvSpPr/>
              <p:nvPr userDrawn="1"/>
            </p:nvSpPr>
            <p:spPr>
              <a:xfrm>
                <a:off x="1727" y="866"/>
                <a:ext cx="41" cy="59"/>
              </a:xfrm>
              <a:custGeom>
                <a:avLst/>
                <a:gdLst/>
                <a:ahLst/>
                <a:cxnLst>
                  <a:cxn ang="0">
                    <a:pos x="0" y="1"/>
                  </a:cxn>
                  <a:cxn ang="0">
                    <a:pos x="0" y="0"/>
                  </a:cxn>
                  <a:cxn ang="0">
                    <a:pos x="0" y="1"/>
                  </a:cxn>
                  <a:cxn ang="0">
                    <a:pos x="0" y="1"/>
                  </a:cxn>
                </a:cxnLst>
                <a:rect l="0" t="0" r="0" b="0"/>
                <a:pathLst>
                  <a:path w="83" h="117">
                    <a:moveTo>
                      <a:pt x="83" y="28"/>
                    </a:moveTo>
                    <a:lnTo>
                      <a:pt x="27" y="0"/>
                    </a:lnTo>
                    <a:lnTo>
                      <a:pt x="0" y="117"/>
                    </a:lnTo>
                    <a:lnTo>
                      <a:pt x="83" y="28"/>
                    </a:lnTo>
                    <a:close/>
                  </a:path>
                </a:pathLst>
              </a:custGeom>
              <a:solidFill>
                <a:schemeClr val="bg2"/>
              </a:solidFill>
              <a:ln w="9525">
                <a:noFill/>
              </a:ln>
            </p:spPr>
            <p:txBody>
              <a:bodyPr/>
              <a:lstStyle/>
              <a:p>
                <a:endParaRPr lang="zh-CN" altLang="en-US"/>
              </a:p>
            </p:txBody>
          </p:sp>
          <p:sp>
            <p:nvSpPr>
              <p:cNvPr id="2079" name="Freeform 31"/>
              <p:cNvSpPr/>
              <p:nvPr userDrawn="1"/>
            </p:nvSpPr>
            <p:spPr>
              <a:xfrm>
                <a:off x="1786" y="894"/>
                <a:ext cx="70" cy="49"/>
              </a:xfrm>
              <a:custGeom>
                <a:avLst/>
                <a:gdLst/>
                <a:ahLst/>
                <a:cxnLst>
                  <a:cxn ang="0">
                    <a:pos x="0" y="1"/>
                  </a:cxn>
                  <a:cxn ang="0">
                    <a:pos x="1" y="0"/>
                  </a:cxn>
                  <a:cxn ang="0">
                    <a:pos x="2" y="1"/>
                  </a:cxn>
                  <a:cxn ang="0">
                    <a:pos x="0" y="1"/>
                  </a:cxn>
                </a:cxnLst>
                <a:rect l="0" t="0" r="0" b="0"/>
                <a:pathLst>
                  <a:path w="140" h="98">
                    <a:moveTo>
                      <a:pt x="0" y="98"/>
                    </a:moveTo>
                    <a:lnTo>
                      <a:pt x="118" y="0"/>
                    </a:lnTo>
                    <a:lnTo>
                      <a:pt x="140" y="49"/>
                    </a:lnTo>
                    <a:lnTo>
                      <a:pt x="0" y="98"/>
                    </a:lnTo>
                    <a:close/>
                  </a:path>
                </a:pathLst>
              </a:custGeom>
              <a:solidFill>
                <a:schemeClr val="bg2"/>
              </a:solidFill>
              <a:ln w="9525">
                <a:noFill/>
              </a:ln>
            </p:spPr>
            <p:txBody>
              <a:bodyPr/>
              <a:lstStyle/>
              <a:p>
                <a:endParaRPr lang="zh-CN" altLang="en-US"/>
              </a:p>
            </p:txBody>
          </p:sp>
          <p:sp>
            <p:nvSpPr>
              <p:cNvPr id="2080" name="Freeform 32"/>
              <p:cNvSpPr/>
              <p:nvPr userDrawn="1"/>
            </p:nvSpPr>
            <p:spPr>
              <a:xfrm>
                <a:off x="1772" y="998"/>
                <a:ext cx="73" cy="25"/>
              </a:xfrm>
              <a:custGeom>
                <a:avLst/>
                <a:gdLst/>
                <a:ahLst/>
                <a:cxnLst>
                  <a:cxn ang="0">
                    <a:pos x="0" y="1"/>
                  </a:cxn>
                  <a:cxn ang="0">
                    <a:pos x="2" y="0"/>
                  </a:cxn>
                  <a:cxn ang="0">
                    <a:pos x="2" y="1"/>
                  </a:cxn>
                  <a:cxn ang="0">
                    <a:pos x="0" y="1"/>
                  </a:cxn>
                </a:cxnLst>
                <a:rect l="0" t="0" r="0" b="0"/>
                <a:pathLst>
                  <a:path w="145" h="49">
                    <a:moveTo>
                      <a:pt x="0" y="7"/>
                    </a:moveTo>
                    <a:lnTo>
                      <a:pt x="145" y="0"/>
                    </a:lnTo>
                    <a:lnTo>
                      <a:pt x="131" y="49"/>
                    </a:lnTo>
                    <a:lnTo>
                      <a:pt x="0" y="7"/>
                    </a:lnTo>
                    <a:close/>
                  </a:path>
                </a:pathLst>
              </a:custGeom>
              <a:solidFill>
                <a:schemeClr val="bg2"/>
              </a:solidFill>
              <a:ln w="9525">
                <a:noFill/>
              </a:ln>
            </p:spPr>
            <p:txBody>
              <a:bodyPr/>
              <a:lstStyle/>
              <a:p>
                <a:endParaRPr lang="zh-CN" altLang="en-US"/>
              </a:p>
            </p:txBody>
          </p:sp>
        </p:grpSp>
        <p:grpSp>
          <p:nvGrpSpPr>
            <p:cNvPr id="2081" name="Group 33"/>
            <p:cNvGrpSpPr/>
            <p:nvPr userDrawn="1"/>
          </p:nvGrpSpPr>
          <p:grpSpPr>
            <a:xfrm rot="10015322" flipH="1">
              <a:off x="4625" y="2382"/>
              <a:ext cx="709" cy="892"/>
              <a:chOff x="1727" y="866"/>
              <a:chExt cx="129" cy="157"/>
            </a:xfrm>
          </p:grpSpPr>
          <p:sp>
            <p:nvSpPr>
              <p:cNvPr id="2082" name="Freeform 34"/>
              <p:cNvSpPr/>
              <p:nvPr userDrawn="1"/>
            </p:nvSpPr>
            <p:spPr>
              <a:xfrm>
                <a:off x="1727" y="866"/>
                <a:ext cx="41" cy="59"/>
              </a:xfrm>
              <a:custGeom>
                <a:avLst/>
                <a:gdLst/>
                <a:ahLst/>
                <a:cxnLst>
                  <a:cxn ang="0">
                    <a:pos x="0" y="1"/>
                  </a:cxn>
                  <a:cxn ang="0">
                    <a:pos x="0" y="0"/>
                  </a:cxn>
                  <a:cxn ang="0">
                    <a:pos x="0" y="1"/>
                  </a:cxn>
                  <a:cxn ang="0">
                    <a:pos x="0" y="1"/>
                  </a:cxn>
                </a:cxnLst>
                <a:rect l="0" t="0" r="0" b="0"/>
                <a:pathLst>
                  <a:path w="83" h="117">
                    <a:moveTo>
                      <a:pt x="83" y="28"/>
                    </a:moveTo>
                    <a:lnTo>
                      <a:pt x="27" y="0"/>
                    </a:lnTo>
                    <a:lnTo>
                      <a:pt x="0" y="117"/>
                    </a:lnTo>
                    <a:lnTo>
                      <a:pt x="83" y="28"/>
                    </a:lnTo>
                    <a:close/>
                  </a:path>
                </a:pathLst>
              </a:custGeom>
              <a:solidFill>
                <a:schemeClr val="bg2"/>
              </a:solidFill>
              <a:ln w="9525">
                <a:noFill/>
              </a:ln>
            </p:spPr>
            <p:txBody>
              <a:bodyPr/>
              <a:lstStyle/>
              <a:p>
                <a:endParaRPr lang="zh-CN" altLang="en-US"/>
              </a:p>
            </p:txBody>
          </p:sp>
          <p:sp>
            <p:nvSpPr>
              <p:cNvPr id="2083" name="Freeform 35"/>
              <p:cNvSpPr/>
              <p:nvPr userDrawn="1"/>
            </p:nvSpPr>
            <p:spPr>
              <a:xfrm>
                <a:off x="1786" y="894"/>
                <a:ext cx="70" cy="49"/>
              </a:xfrm>
              <a:custGeom>
                <a:avLst/>
                <a:gdLst/>
                <a:ahLst/>
                <a:cxnLst>
                  <a:cxn ang="0">
                    <a:pos x="0" y="1"/>
                  </a:cxn>
                  <a:cxn ang="0">
                    <a:pos x="1" y="0"/>
                  </a:cxn>
                  <a:cxn ang="0">
                    <a:pos x="2" y="1"/>
                  </a:cxn>
                  <a:cxn ang="0">
                    <a:pos x="0" y="1"/>
                  </a:cxn>
                </a:cxnLst>
                <a:rect l="0" t="0" r="0" b="0"/>
                <a:pathLst>
                  <a:path w="140" h="98">
                    <a:moveTo>
                      <a:pt x="0" y="98"/>
                    </a:moveTo>
                    <a:lnTo>
                      <a:pt x="118" y="0"/>
                    </a:lnTo>
                    <a:lnTo>
                      <a:pt x="140" y="49"/>
                    </a:lnTo>
                    <a:lnTo>
                      <a:pt x="0" y="98"/>
                    </a:lnTo>
                    <a:close/>
                  </a:path>
                </a:pathLst>
              </a:custGeom>
              <a:solidFill>
                <a:schemeClr val="bg2"/>
              </a:solidFill>
              <a:ln w="9525">
                <a:noFill/>
              </a:ln>
            </p:spPr>
            <p:txBody>
              <a:bodyPr/>
              <a:lstStyle/>
              <a:p>
                <a:endParaRPr lang="zh-CN" altLang="en-US"/>
              </a:p>
            </p:txBody>
          </p:sp>
          <p:sp>
            <p:nvSpPr>
              <p:cNvPr id="2084" name="Freeform 36"/>
              <p:cNvSpPr/>
              <p:nvPr userDrawn="1"/>
            </p:nvSpPr>
            <p:spPr>
              <a:xfrm>
                <a:off x="1772" y="998"/>
                <a:ext cx="73" cy="25"/>
              </a:xfrm>
              <a:custGeom>
                <a:avLst/>
                <a:gdLst/>
                <a:ahLst/>
                <a:cxnLst>
                  <a:cxn ang="0">
                    <a:pos x="0" y="1"/>
                  </a:cxn>
                  <a:cxn ang="0">
                    <a:pos x="2" y="0"/>
                  </a:cxn>
                  <a:cxn ang="0">
                    <a:pos x="2" y="1"/>
                  </a:cxn>
                  <a:cxn ang="0">
                    <a:pos x="0" y="1"/>
                  </a:cxn>
                </a:cxnLst>
                <a:rect l="0" t="0" r="0" b="0"/>
                <a:pathLst>
                  <a:path w="145" h="49">
                    <a:moveTo>
                      <a:pt x="0" y="7"/>
                    </a:moveTo>
                    <a:lnTo>
                      <a:pt x="145" y="0"/>
                    </a:lnTo>
                    <a:lnTo>
                      <a:pt x="131" y="49"/>
                    </a:lnTo>
                    <a:lnTo>
                      <a:pt x="0" y="7"/>
                    </a:lnTo>
                    <a:close/>
                  </a:path>
                </a:pathLst>
              </a:custGeom>
              <a:solidFill>
                <a:schemeClr val="bg2"/>
              </a:solidFill>
              <a:ln w="9525">
                <a:noFill/>
              </a:ln>
            </p:spPr>
            <p:txBody>
              <a:bodyPr/>
              <a:lstStyle/>
              <a:p>
                <a:endParaRPr lang="zh-CN" altLang="en-US"/>
              </a:p>
            </p:txBody>
          </p:sp>
        </p:grpSp>
        <p:sp>
          <p:nvSpPr>
            <p:cNvPr id="2085" name="Freeform 37"/>
            <p:cNvSpPr/>
            <p:nvPr userDrawn="1"/>
          </p:nvSpPr>
          <p:spPr>
            <a:xfrm>
              <a:off x="1217" y="2"/>
              <a:ext cx="862" cy="886"/>
            </a:xfrm>
            <a:custGeom>
              <a:avLst/>
              <a:gdLst/>
              <a:ahLst/>
              <a:cxnLst>
                <a:cxn ang="0">
                  <a:pos x="0" y="0"/>
                </a:cxn>
                <a:cxn ang="0">
                  <a:pos x="6" y="107"/>
                </a:cxn>
                <a:cxn ang="0">
                  <a:pos x="37" y="262"/>
                </a:cxn>
                <a:cxn ang="0">
                  <a:pos x="83" y="410"/>
                </a:cxn>
                <a:cxn ang="0">
                  <a:pos x="149" y="546"/>
                </a:cxn>
                <a:cxn ang="0">
                  <a:pos x="237" y="666"/>
                </a:cxn>
                <a:cxn ang="0">
                  <a:pos x="338" y="764"/>
                </a:cxn>
                <a:cxn ang="0">
                  <a:pos x="450" y="838"/>
                </a:cxn>
                <a:cxn ang="0">
                  <a:pos x="579" y="879"/>
                </a:cxn>
                <a:cxn ang="0">
                  <a:pos x="714" y="886"/>
                </a:cxn>
                <a:cxn ang="0">
                  <a:pos x="862" y="851"/>
                </a:cxn>
                <a:cxn ang="0">
                  <a:pos x="784" y="856"/>
                </a:cxn>
                <a:cxn ang="0">
                  <a:pos x="700" y="835"/>
                </a:cxn>
                <a:cxn ang="0">
                  <a:pos x="621" y="794"/>
                </a:cxn>
                <a:cxn ang="0">
                  <a:pos x="542" y="728"/>
                </a:cxn>
                <a:cxn ang="0">
                  <a:pos x="466" y="649"/>
                </a:cxn>
                <a:cxn ang="0">
                  <a:pos x="397" y="557"/>
                </a:cxn>
                <a:cxn ang="0">
                  <a:pos x="334" y="454"/>
                </a:cxn>
                <a:cxn ang="0">
                  <a:pos x="279" y="339"/>
                </a:cxn>
                <a:cxn ang="0">
                  <a:pos x="238" y="225"/>
                </a:cxn>
                <a:cxn ang="0">
                  <a:pos x="205" y="105"/>
                </a:cxn>
                <a:cxn ang="0">
                  <a:pos x="184" y="3"/>
                </a:cxn>
              </a:cxnLst>
              <a:rect l="0" t="0" r="0" b="0"/>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w="9525">
              <a:noFill/>
            </a:ln>
          </p:spPr>
          <p:txBody>
            <a:bodyPr/>
            <a:lstStyle/>
            <a:p>
              <a:endParaRPr lang="zh-CN" altLang="en-US"/>
            </a:p>
          </p:txBody>
        </p:sp>
        <p:sp>
          <p:nvSpPr>
            <p:cNvPr id="2086" name="Freeform 38"/>
            <p:cNvSpPr/>
            <p:nvPr userDrawn="1"/>
          </p:nvSpPr>
          <p:spPr>
            <a:xfrm rot="9832527" flipV="1">
              <a:off x="2158" y="102"/>
              <a:ext cx="681" cy="593"/>
            </a:xfrm>
            <a:custGeom>
              <a:avLst/>
              <a:gdLst/>
              <a:ahLst/>
              <a:cxnLst>
                <a:cxn ang="0">
                  <a:pos x="0" y="0"/>
                </a:cxn>
                <a:cxn ang="0">
                  <a:pos x="0" y="15476"/>
                </a:cxn>
                <a:cxn ang="0">
                  <a:pos x="2753" y="30688"/>
                </a:cxn>
                <a:cxn ang="0">
                  <a:pos x="5469" y="46084"/>
                </a:cxn>
                <a:cxn ang="0">
                  <a:pos x="10069" y="60121"/>
                </a:cxn>
                <a:cxn ang="0">
                  <a:pos x="16612" y="73167"/>
                </a:cxn>
                <a:cxn ang="0">
                  <a:pos x="24948" y="86578"/>
                </a:cxn>
                <a:cxn ang="0">
                  <a:pos x="34996" y="98841"/>
                </a:cxn>
                <a:cxn ang="0">
                  <a:pos x="46790" y="109152"/>
                </a:cxn>
                <a:cxn ang="0">
                  <a:pos x="61677" y="119070"/>
                </a:cxn>
                <a:cxn ang="0">
                  <a:pos x="78887" y="127570"/>
                </a:cxn>
                <a:cxn ang="0">
                  <a:pos x="97325" y="134433"/>
                </a:cxn>
                <a:cxn ang="0">
                  <a:pos x="120047" y="139855"/>
                </a:cxn>
                <a:cxn ang="0">
                  <a:pos x="144992" y="143566"/>
                </a:cxn>
                <a:cxn ang="0">
                  <a:pos x="172455" y="145528"/>
                </a:cxn>
                <a:cxn ang="0">
                  <a:pos x="201833" y="144737"/>
                </a:cxn>
                <a:cxn ang="0">
                  <a:pos x="235809" y="142315"/>
                </a:cxn>
                <a:cxn ang="0">
                  <a:pos x="205630" y="139335"/>
                </a:cxn>
                <a:cxn ang="0">
                  <a:pos x="178963" y="134951"/>
                </a:cxn>
                <a:cxn ang="0">
                  <a:pos x="155750" y="130050"/>
                </a:cxn>
                <a:cxn ang="0">
                  <a:pos x="135726" y="125143"/>
                </a:cxn>
                <a:cxn ang="0">
                  <a:pos x="117344" y="118562"/>
                </a:cxn>
                <a:cxn ang="0">
                  <a:pos x="102794" y="111594"/>
                </a:cxn>
                <a:cxn ang="0">
                  <a:pos x="88991" y="103742"/>
                </a:cxn>
                <a:cxn ang="0">
                  <a:pos x="77215" y="95243"/>
                </a:cxn>
                <a:cxn ang="0">
                  <a:pos x="66107" y="86578"/>
                </a:cxn>
                <a:cxn ang="0">
                  <a:pos x="56059" y="76785"/>
                </a:cxn>
                <a:cxn ang="0">
                  <a:pos x="47816" y="65805"/>
                </a:cxn>
                <a:cxn ang="0">
                  <a:pos x="39448" y="53935"/>
                </a:cxn>
                <a:cxn ang="0">
                  <a:pos x="30179" y="42453"/>
                </a:cxn>
                <a:cxn ang="0">
                  <a:pos x="21156" y="28929"/>
                </a:cxn>
                <a:cxn ang="0">
                  <a:pos x="11087" y="14692"/>
                </a:cxn>
                <a:cxn ang="0">
                  <a:pos x="0" y="0"/>
                </a:cxn>
              </a:cxnLst>
              <a:rect l="0" t="0" r="0" b="0"/>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ln>
          </p:spPr>
          <p:txBody>
            <a:bodyPr/>
            <a:lstStyle/>
            <a:p>
              <a:endParaRPr lang="zh-CN" altLang="en-US"/>
            </a:p>
          </p:txBody>
        </p:sp>
        <p:sp>
          <p:nvSpPr>
            <p:cNvPr id="2087" name="Freeform 39"/>
            <p:cNvSpPr/>
            <p:nvPr userDrawn="1"/>
          </p:nvSpPr>
          <p:spPr>
            <a:xfrm rot="9832527" flipV="1">
              <a:off x="1997" y="858"/>
              <a:ext cx="330" cy="278"/>
            </a:xfrm>
            <a:custGeom>
              <a:avLst/>
              <a:gdLst/>
              <a:ahLst/>
              <a:cxnLst>
                <a:cxn ang="0">
                  <a:pos x="72885" y="0"/>
                </a:cxn>
                <a:cxn ang="0">
                  <a:pos x="117222" y="71153"/>
                </a:cxn>
                <a:cxn ang="0">
                  <a:pos x="113320" y="70329"/>
                </a:cxn>
                <a:cxn ang="0">
                  <a:pos x="101180" y="69070"/>
                </a:cxn>
                <a:cxn ang="0">
                  <a:pos x="84217" y="66407"/>
                </a:cxn>
                <a:cxn ang="0">
                  <a:pos x="64350" y="65148"/>
                </a:cxn>
                <a:cxn ang="0">
                  <a:pos x="42581" y="63806"/>
                </a:cxn>
                <a:cxn ang="0">
                  <a:pos x="23768" y="64663"/>
                </a:cxn>
                <a:cxn ang="0">
                  <a:pos x="8521" y="67231"/>
                </a:cxn>
                <a:cxn ang="0">
                  <a:pos x="0" y="72495"/>
                </a:cxn>
                <a:cxn ang="0">
                  <a:pos x="3867" y="64663"/>
                </a:cxn>
                <a:cxn ang="0">
                  <a:pos x="7486" y="58658"/>
                </a:cxn>
                <a:cxn ang="0">
                  <a:pos x="15191" y="53932"/>
                </a:cxn>
                <a:cxn ang="0">
                  <a:pos x="23768" y="50005"/>
                </a:cxn>
                <a:cxn ang="0">
                  <a:pos x="34059" y="47444"/>
                </a:cxn>
                <a:cxn ang="0">
                  <a:pos x="44444" y="46588"/>
                </a:cxn>
                <a:cxn ang="0">
                  <a:pos x="55775" y="46588"/>
                </a:cxn>
                <a:cxn ang="0">
                  <a:pos x="68212" y="48746"/>
                </a:cxn>
                <a:cxn ang="0">
                  <a:pos x="68869" y="46588"/>
                </a:cxn>
                <a:cxn ang="0">
                  <a:pos x="66067" y="36999"/>
                </a:cxn>
                <a:cxn ang="0">
                  <a:pos x="63254" y="25050"/>
                </a:cxn>
                <a:cxn ang="0">
                  <a:pos x="61391" y="19786"/>
                </a:cxn>
                <a:cxn ang="0">
                  <a:pos x="59690" y="19786"/>
                </a:cxn>
                <a:cxn ang="0">
                  <a:pos x="57545" y="18970"/>
                </a:cxn>
                <a:cxn ang="0">
                  <a:pos x="55775" y="17226"/>
                </a:cxn>
                <a:cxn ang="0">
                  <a:pos x="54075" y="15176"/>
                </a:cxn>
                <a:cxn ang="0">
                  <a:pos x="54075" y="12480"/>
                </a:cxn>
                <a:cxn ang="0">
                  <a:pos x="55775" y="9058"/>
                </a:cxn>
                <a:cxn ang="0">
                  <a:pos x="62447" y="5262"/>
                </a:cxn>
                <a:cxn ang="0">
                  <a:pos x="72885" y="0"/>
                </a:cxn>
              </a:cxnLst>
              <a:rect l="0" t="0" r="0" b="0"/>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ln>
          </p:spPr>
          <p:txBody>
            <a:bodyPr/>
            <a:lstStyle/>
            <a:p>
              <a:endParaRPr lang="zh-CN" altLang="en-US"/>
            </a:p>
          </p:txBody>
        </p:sp>
        <p:sp>
          <p:nvSpPr>
            <p:cNvPr id="2088" name="Freeform 40"/>
            <p:cNvSpPr/>
            <p:nvPr userDrawn="1"/>
          </p:nvSpPr>
          <p:spPr>
            <a:xfrm rot="9832527" flipV="1">
              <a:off x="2224" y="808"/>
              <a:ext cx="123" cy="233"/>
            </a:xfrm>
            <a:custGeom>
              <a:avLst/>
              <a:gdLst/>
              <a:ahLst/>
              <a:cxnLst>
                <a:cxn ang="0">
                  <a:pos x="30357" y="0"/>
                </a:cxn>
                <a:cxn ang="0">
                  <a:pos x="19426" y="21823"/>
                </a:cxn>
                <a:cxn ang="0">
                  <a:pos x="14629" y="35746"/>
                </a:cxn>
                <a:cxn ang="0">
                  <a:pos x="10690" y="45490"/>
                </a:cxn>
                <a:cxn ang="0">
                  <a:pos x="0" y="54093"/>
                </a:cxn>
                <a:cxn ang="0">
                  <a:pos x="11755" y="50546"/>
                </a:cxn>
                <a:cxn ang="0">
                  <a:pos x="22694" y="45946"/>
                </a:cxn>
                <a:cxn ang="0">
                  <a:pos x="31432" y="39672"/>
                </a:cxn>
                <a:cxn ang="0">
                  <a:pos x="39117" y="32774"/>
                </a:cxn>
                <a:cxn ang="0">
                  <a:pos x="43858" y="25253"/>
                </a:cxn>
                <a:cxn ang="0">
                  <a:pos x="44986" y="17135"/>
                </a:cxn>
                <a:cxn ang="0">
                  <a:pos x="40898" y="8601"/>
                </a:cxn>
                <a:cxn ang="0">
                  <a:pos x="30357" y="0"/>
                </a:cxn>
              </a:cxnLst>
              <a:rect l="0" t="0" r="0" b="0"/>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ln>
          </p:spPr>
          <p:txBody>
            <a:bodyPr/>
            <a:lstStyle/>
            <a:p>
              <a:endParaRPr lang="zh-CN" altLang="en-US"/>
            </a:p>
          </p:txBody>
        </p:sp>
        <p:sp>
          <p:nvSpPr>
            <p:cNvPr id="2089" name="Freeform 41"/>
            <p:cNvSpPr/>
            <p:nvPr userDrawn="1"/>
          </p:nvSpPr>
          <p:spPr>
            <a:xfrm>
              <a:off x="1603" y="0"/>
              <a:ext cx="124" cy="121"/>
            </a:xfrm>
            <a:custGeom>
              <a:avLst/>
              <a:gdLst/>
              <a:ahLst/>
              <a:cxnLst>
                <a:cxn ang="0">
                  <a:pos x="124" y="0"/>
                </a:cxn>
                <a:cxn ang="0">
                  <a:pos x="113" y="9"/>
                </a:cxn>
                <a:cxn ang="0">
                  <a:pos x="99" y="25"/>
                </a:cxn>
                <a:cxn ang="0">
                  <a:pos x="81" y="41"/>
                </a:cxn>
                <a:cxn ang="0">
                  <a:pos x="63" y="54"/>
                </a:cxn>
                <a:cxn ang="0">
                  <a:pos x="41" y="66"/>
                </a:cxn>
                <a:cxn ang="0">
                  <a:pos x="22" y="74"/>
                </a:cxn>
                <a:cxn ang="0">
                  <a:pos x="0" y="75"/>
                </a:cxn>
                <a:cxn ang="0">
                  <a:pos x="10" y="96"/>
                </a:cxn>
                <a:cxn ang="0">
                  <a:pos x="23" y="113"/>
                </a:cxn>
                <a:cxn ang="0">
                  <a:pos x="41" y="121"/>
                </a:cxn>
                <a:cxn ang="0">
                  <a:pos x="60" y="121"/>
                </a:cxn>
                <a:cxn ang="0">
                  <a:pos x="83" y="111"/>
                </a:cxn>
                <a:cxn ang="0">
                  <a:pos x="101" y="88"/>
                </a:cxn>
                <a:cxn ang="0">
                  <a:pos x="116" y="53"/>
                </a:cxn>
                <a:cxn ang="0">
                  <a:pos x="124" y="0"/>
                </a:cxn>
              </a:cxnLst>
              <a:rect l="0" t="0" r="0" b="0"/>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w="9525">
              <a:noFill/>
            </a:ln>
          </p:spPr>
          <p:txBody>
            <a:bodyPr/>
            <a:lstStyle/>
            <a:p>
              <a:endParaRPr lang="zh-CN" altLang="en-US"/>
            </a:p>
          </p:txBody>
        </p:sp>
        <p:sp>
          <p:nvSpPr>
            <p:cNvPr id="2090" name="Freeform 42"/>
            <p:cNvSpPr/>
            <p:nvPr userDrawn="1"/>
          </p:nvSpPr>
          <p:spPr>
            <a:xfrm rot="9832527" flipV="1">
              <a:off x="2173" y="1238"/>
              <a:ext cx="393" cy="2300"/>
            </a:xfrm>
            <a:custGeom>
              <a:avLst/>
              <a:gdLst/>
              <a:ahLst/>
              <a:cxnLst>
                <a:cxn ang="0">
                  <a:pos x="0" y="0"/>
                </a:cxn>
                <a:cxn ang="0">
                  <a:pos x="5378" y="24166"/>
                </a:cxn>
                <a:cxn ang="0">
                  <a:pos x="14185" y="55834"/>
                </a:cxn>
                <a:cxn ang="0">
                  <a:pos x="24886" y="94888"/>
                </a:cxn>
                <a:cxn ang="0">
                  <a:pos x="36385" y="146942"/>
                </a:cxn>
                <a:cxn ang="0">
                  <a:pos x="51599" y="210313"/>
                </a:cxn>
                <a:cxn ang="0">
                  <a:pos x="64990" y="278440"/>
                </a:cxn>
                <a:cxn ang="0">
                  <a:pos x="78112" y="357748"/>
                </a:cxn>
                <a:cxn ang="0">
                  <a:pos x="88865" y="448856"/>
                </a:cxn>
                <a:cxn ang="0">
                  <a:pos x="99310" y="544897"/>
                </a:cxn>
                <a:cxn ang="0">
                  <a:pos x="106719" y="655402"/>
                </a:cxn>
                <a:cxn ang="0">
                  <a:pos x="110058" y="778223"/>
                </a:cxn>
                <a:cxn ang="0">
                  <a:pos x="111839" y="905952"/>
                </a:cxn>
                <a:cxn ang="0">
                  <a:pos x="106719" y="1049235"/>
                </a:cxn>
                <a:cxn ang="0">
                  <a:pos x="96644" y="1200329"/>
                </a:cxn>
                <a:cxn ang="0">
                  <a:pos x="81842" y="1358085"/>
                </a:cxn>
                <a:cxn ang="0">
                  <a:pos x="59633" y="1533420"/>
                </a:cxn>
                <a:cxn ang="0">
                  <a:pos x="34700" y="1731459"/>
                </a:cxn>
                <a:cxn ang="0">
                  <a:pos x="18497" y="1915332"/>
                </a:cxn>
                <a:cxn ang="0">
                  <a:pos x="8807" y="2085394"/>
                </a:cxn>
                <a:cxn ang="0">
                  <a:pos x="5378" y="2248423"/>
                </a:cxn>
                <a:cxn ang="0">
                  <a:pos x="5378" y="2404042"/>
                </a:cxn>
                <a:cxn ang="0">
                  <a:pos x="7013" y="2546214"/>
                </a:cxn>
                <a:cxn ang="0">
                  <a:pos x="10756" y="2673851"/>
                </a:cxn>
                <a:cxn ang="0">
                  <a:pos x="12481" y="2796767"/>
                </a:cxn>
                <a:cxn ang="0">
                  <a:pos x="36385" y="2733410"/>
                </a:cxn>
                <a:cxn ang="0">
                  <a:pos x="34700" y="2701742"/>
                </a:cxn>
                <a:cxn ang="0">
                  <a:pos x="32036" y="2609477"/>
                </a:cxn>
                <a:cxn ang="0">
                  <a:pos x="29232" y="2471030"/>
                </a:cxn>
                <a:cxn ang="0">
                  <a:pos x="31029" y="2284893"/>
                </a:cxn>
                <a:cxn ang="0">
                  <a:pos x="36385" y="2062381"/>
                </a:cxn>
                <a:cxn ang="0">
                  <a:pos x="51599" y="1808107"/>
                </a:cxn>
                <a:cxn ang="0">
                  <a:pos x="76464" y="1533420"/>
                </a:cxn>
                <a:cxn ang="0">
                  <a:pos x="114516" y="1243856"/>
                </a:cxn>
                <a:cxn ang="0">
                  <a:pos x="126907" y="1109178"/>
                </a:cxn>
                <a:cxn ang="0">
                  <a:pos x="132375" y="933842"/>
                </a:cxn>
                <a:cxn ang="0">
                  <a:pos x="127915" y="730619"/>
                </a:cxn>
                <a:cxn ang="0">
                  <a:pos x="116534" y="532590"/>
                </a:cxn>
                <a:cxn ang="0">
                  <a:pos x="96644" y="337904"/>
                </a:cxn>
                <a:cxn ang="0">
                  <a:pos x="72025" y="174983"/>
                </a:cxn>
                <a:cxn ang="0">
                  <a:pos x="39063" y="55834"/>
                </a:cxn>
                <a:cxn ang="0">
                  <a:pos x="0" y="0"/>
                </a:cxn>
              </a:cxnLst>
              <a:rect l="0" t="0" r="0" b="0"/>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w="9525">
              <a:noFill/>
            </a:ln>
          </p:spPr>
          <p:txBody>
            <a:bodyPr/>
            <a:lstStyle/>
            <a:p>
              <a:endParaRPr lang="zh-CN" altLang="en-US"/>
            </a:p>
          </p:txBody>
        </p:sp>
        <p:sp>
          <p:nvSpPr>
            <p:cNvPr id="2091" name="Freeform 43"/>
            <p:cNvSpPr/>
            <p:nvPr userDrawn="1"/>
          </p:nvSpPr>
          <p:spPr>
            <a:xfrm>
              <a:off x="0" y="1848"/>
              <a:ext cx="36" cy="132"/>
            </a:xfrm>
            <a:custGeom>
              <a:avLst/>
              <a:gdLst/>
              <a:ahLst/>
              <a:cxnLst>
                <a:cxn ang="0">
                  <a:pos x="0" y="0"/>
                </a:cxn>
                <a:cxn ang="0">
                  <a:pos x="36" y="12"/>
                </a:cxn>
                <a:cxn ang="0">
                  <a:pos x="0" y="132"/>
                </a:cxn>
                <a:cxn ang="0">
                  <a:pos x="0" y="0"/>
                </a:cxn>
              </a:cxnLst>
              <a:rect l="0" t="0" r="0" b="0"/>
              <a:pathLst>
                <a:path w="36" h="132">
                  <a:moveTo>
                    <a:pt x="0" y="0"/>
                  </a:moveTo>
                  <a:lnTo>
                    <a:pt x="36" y="12"/>
                  </a:lnTo>
                  <a:lnTo>
                    <a:pt x="0" y="132"/>
                  </a:lnTo>
                  <a:lnTo>
                    <a:pt x="0" y="0"/>
                  </a:lnTo>
                  <a:close/>
                </a:path>
              </a:pathLst>
            </a:custGeom>
            <a:solidFill>
              <a:schemeClr val="folHlink"/>
            </a:solidFill>
            <a:ln w="9525">
              <a:noFill/>
            </a:ln>
          </p:spPr>
          <p:txBody>
            <a:bodyPr/>
            <a:lstStyle/>
            <a:p>
              <a:endParaRPr lang="zh-CN" altLang="en-US"/>
            </a:p>
          </p:txBody>
        </p:sp>
      </p:grpSp>
      <p:sp>
        <p:nvSpPr>
          <p:cNvPr id="181295" name="Rectangle 47"/>
          <p:cNvSpPr>
            <a:spLocks noGrp="1" noChangeArrowheads="1"/>
          </p:cNvSpPr>
          <p:nvPr>
            <p:ph type="ctrTitle"/>
          </p:nvPr>
        </p:nvSpPr>
        <p:spPr bwMode="auto">
          <a:xfrm>
            <a:off x="2455863" y="596900"/>
            <a:ext cx="6192837" cy="3581400"/>
          </a:xfrm>
          <a:prstGeom prst="rect">
            <a:avLst/>
          </a:prstGeom>
          <a:noFill/>
        </p:spPr>
        <p:txBody>
          <a:bodyPr vert="horz" wrap="square" lIns="91440" tIns="45720" rIns="91440" bIns="45720" numCol="1" anchor="b" anchorCtr="0" compatLnSpc="1"/>
          <a:lstStyle>
            <a:lvl1pPr>
              <a:defRPr sz="5200" b="1"/>
            </a:lvl1pPr>
          </a:lstStyle>
          <a:p>
            <a:pPr lvl="0" fontAlgn="base"/>
            <a:r>
              <a:rPr lang="zh-CN" altLang="en-US" strike="noStrike" noProof="0"/>
              <a:t>单击此处编辑母版标题样式</a:t>
            </a:r>
          </a:p>
        </p:txBody>
      </p:sp>
      <p:sp>
        <p:nvSpPr>
          <p:cNvPr id="181296" name="Rectangle 48"/>
          <p:cNvSpPr>
            <a:spLocks noGrp="1" noChangeArrowheads="1"/>
          </p:cNvSpPr>
          <p:nvPr>
            <p:ph type="subTitle" idx="1"/>
          </p:nvPr>
        </p:nvSpPr>
        <p:spPr bwMode="auto">
          <a:xfrm>
            <a:off x="2489200" y="4279900"/>
            <a:ext cx="6146800" cy="1485900"/>
          </a:xfrm>
          <a:prstGeom prst="rect">
            <a:avLst/>
          </a:prstGeom>
          <a:noFill/>
        </p:spPr>
        <p:txBody>
          <a:bodyPr vert="horz" wrap="square" lIns="91440" tIns="45720" rIns="91440" bIns="45720" numCol="1" anchor="t" anchorCtr="0" compatLnSpc="1"/>
          <a:lstStyle>
            <a:lvl1pPr marL="0" indent="0" algn="ctr">
              <a:buFontTx/>
              <a:buNone/>
              <a:defRPr b="1">
                <a:effectLst>
                  <a:outerShdw blurRad="38100" dist="38100" dir="2700000" algn="tl">
                    <a:srgbClr val="C0C0C0"/>
                  </a:outerShdw>
                </a:effectLst>
              </a:defRPr>
            </a:lvl1pPr>
          </a:lstStyle>
          <a:p>
            <a:pPr lvl="0" fontAlgn="base"/>
            <a:r>
              <a:rPr lang="zh-CN" altLang="en-US" strike="noStrike" noProof="0"/>
              <a:t>单击此处编辑母版副标题样式</a:t>
            </a:r>
          </a:p>
        </p:txBody>
      </p:sp>
      <p:sp>
        <p:nvSpPr>
          <p:cNvPr id="44" name="Rectangle 44"/>
          <p:cNvSpPr>
            <a:spLocks noGrp="1" noChangeArrowheads="1"/>
          </p:cNvSpPr>
          <p:nvPr>
            <p:ph type="dt" sz="half" idx="2"/>
          </p:nvPr>
        </p:nvSpPr>
        <p:spPr bwMode="auto">
          <a:xfrm>
            <a:off x="457200" y="6248400"/>
            <a:ext cx="2133600" cy="457200"/>
          </a:xfrm>
          <a:prstGeom prst="rect">
            <a:avLst/>
          </a:prstGeom>
        </p:spPr>
        <p:txBody>
          <a:bodyPr vert="horz" wrap="square" lIns="91440" tIns="45720" rIns="91440" bIns="45720" numCol="1" anchor="t" anchorCtr="0" compatLnSpc="1"/>
          <a:lstStyle>
            <a:lvl1pPr algn="l" eaLnBrk="1" hangingPunct="1">
              <a:spcBef>
                <a:spcPct val="0"/>
              </a:spcBef>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5" name="Rectangle 45"/>
          <p:cNvSpPr>
            <a:spLocks noGrp="1" noChangeArrowheads="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lgn="ctr" eaLnBrk="1" hangingPunct="1">
              <a:spcBef>
                <a:spcPct val="0"/>
              </a:spcBef>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6" name="Rectangle 46"/>
          <p:cNvSpPr>
            <a:spLocks noGrp="1" noChangeArrowheads="1"/>
          </p:cNvSpPr>
          <p:nvPr>
            <p:ph type="sldNum" sz="quarter" idx="4"/>
          </p:nvPr>
        </p:nvSpPr>
        <p:spPr bwMode="auto">
          <a:xfrm>
            <a:off x="6553200" y="6243638"/>
            <a:ext cx="2133600" cy="457200"/>
          </a:xfrm>
          <a:prstGeom prst="rect">
            <a:avLst/>
          </a:prstGeom>
        </p:spPr>
        <p:txBody>
          <a:bodyPr vert="horz" wrap="square" lIns="91440" tIns="45720" rIns="91440" bIns="45720" numCol="1" anchor="t" anchorCtr="0" compatLnSpc="1"/>
          <a:lstStyle/>
          <a:p>
            <a:pPr lvl="0" algn="r" eaLnBrk="1" fontAlgn="base" hangingPunct="1">
              <a:buNone/>
            </a:pPr>
            <a:fld id="{9A0DB2DC-4C9A-4742-B13C-FB6460FD3503}" type="slidenum">
              <a:rPr lang="zh-CN" altLang="en-US" sz="1400" b="0" strike="noStrike" noProof="1" dirty="0">
                <a:latin typeface="Verdana" panose="020B0604030504040204" pitchFamily="34" charset="0"/>
                <a:ea typeface="宋体" panose="02010600030101010101" pitchFamily="2" charset="-122"/>
                <a:cs typeface="+mn-cs"/>
              </a:rPr>
              <a:t>‹#›</a:t>
            </a:fld>
            <a:endParaRPr lang="zh-CN" altLang="en-US" sz="1400" b="0" strike="noStrike" noProof="1">
              <a:latin typeface="Verdana"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64333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
          <p:cNvGrpSpPr/>
          <p:nvPr userDrawn="1"/>
        </p:nvGrpSpPr>
        <p:grpSpPr>
          <a:xfrm>
            <a:off x="0" y="0"/>
            <a:ext cx="9144000" cy="795338"/>
            <a:chOff x="0" y="0"/>
            <a:chExt cx="5760" cy="501"/>
          </a:xfrm>
        </p:grpSpPr>
        <p:sp>
          <p:nvSpPr>
            <p:cNvPr id="180317" name="Rectangle 5"/>
            <p:cNvSpPr>
              <a:spLocks noChangeArrowheads="1"/>
            </p:cNvSpPr>
            <p:nvPr/>
          </p:nvSpPr>
          <p:spPr bwMode="auto">
            <a:xfrm>
              <a:off x="0" y="453"/>
              <a:ext cx="5760" cy="48"/>
            </a:xfrm>
            <a:prstGeom prst="rect">
              <a:avLst/>
            </a:prstGeom>
            <a:solidFill>
              <a:srgbClr val="CC3300"/>
            </a:solidFill>
            <a:ln>
              <a:noFill/>
            </a:ln>
          </p:spPr>
          <p:txBody>
            <a:bodyPr wrap="none" anchor="ctr"/>
            <a:lstStyle>
              <a:lvl1pPr algn="l">
                <a:spcBef>
                  <a:spcPct val="0"/>
                </a:spcBef>
                <a:defRPr sz="2400">
                  <a:solidFill>
                    <a:schemeClr val="tx1"/>
                  </a:solidFill>
                  <a:latin typeface="Arial" panose="020B0604020202020204" pitchFamily="34" charset="0"/>
                  <a:ea typeface="宋体" panose="02010600030101010101" pitchFamily="2" charset="-122"/>
                </a:defRPr>
              </a:lvl1pPr>
              <a:lvl2pPr marL="742950" indent="-285750" algn="l">
                <a:spcBef>
                  <a:spcPct val="0"/>
                </a:spcBef>
                <a:defRPr sz="2400">
                  <a:solidFill>
                    <a:schemeClr val="tx1"/>
                  </a:solidFill>
                  <a:latin typeface="Arial" panose="020B0604020202020204" pitchFamily="34" charset="0"/>
                  <a:ea typeface="宋体" panose="02010600030101010101" pitchFamily="2" charset="-122"/>
                </a:defRPr>
              </a:lvl2pPr>
              <a:lvl3pPr marL="1143000" indent="-228600" algn="l">
                <a:spcBef>
                  <a:spcPct val="0"/>
                </a:spcBef>
                <a:defRPr sz="2400">
                  <a:solidFill>
                    <a:schemeClr val="tx1"/>
                  </a:solidFill>
                  <a:latin typeface="Arial" panose="020B0604020202020204" pitchFamily="34" charset="0"/>
                  <a:ea typeface="宋体" panose="02010600030101010101" pitchFamily="2" charset="-122"/>
                </a:defRPr>
              </a:lvl3pPr>
              <a:lvl4pPr marL="1600200" indent="-228600" algn="l">
                <a:spcBef>
                  <a:spcPct val="0"/>
                </a:spcBef>
                <a:defRPr sz="2400">
                  <a:solidFill>
                    <a:schemeClr val="tx1"/>
                  </a:solidFill>
                  <a:latin typeface="Arial" panose="020B0604020202020204" pitchFamily="34" charset="0"/>
                  <a:ea typeface="宋体" panose="02010600030101010101" pitchFamily="2" charset="-122"/>
                </a:defRPr>
              </a:lvl4pPr>
              <a:lvl5pPr marL="2057400" indent="-228600" algn="l">
                <a:spcBef>
                  <a:spcPct val="0"/>
                </a:spcBef>
                <a:defRPr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rgbClr val="020844"/>
                </a:solidFill>
                <a:effectLst/>
                <a:uLnTx/>
                <a:uFillTx/>
                <a:latin typeface="Times New Roman" panose="02020603050405020304" pitchFamily="18" charset="0"/>
                <a:ea typeface="宋体" panose="02010600030101010101" pitchFamily="2" charset="-122"/>
                <a:cs typeface="+mn-cs"/>
              </a:endParaRPr>
            </a:p>
          </p:txBody>
        </p:sp>
        <p:sp>
          <p:nvSpPr>
            <p:cNvPr id="180318" name="Rectangle 6"/>
            <p:cNvSpPr>
              <a:spLocks noChangeArrowheads="1"/>
            </p:cNvSpPr>
            <p:nvPr/>
          </p:nvSpPr>
          <p:spPr bwMode="gray">
            <a:xfrm>
              <a:off x="0" y="0"/>
              <a:ext cx="5760" cy="480"/>
            </a:xfrm>
            <a:prstGeom prst="rect">
              <a:avLst/>
            </a:prstGeom>
            <a:solidFill>
              <a:srgbClr val="00467A"/>
            </a:solidFill>
            <a:ln>
              <a:noFill/>
            </a:ln>
          </p:spPr>
          <p:txBody>
            <a:bodyPr wrap="none" anchor="ctr"/>
            <a:lstStyle>
              <a:lvl1pPr algn="l">
                <a:spcBef>
                  <a:spcPct val="0"/>
                </a:spcBef>
                <a:defRPr sz="2400">
                  <a:solidFill>
                    <a:schemeClr val="tx1"/>
                  </a:solidFill>
                  <a:latin typeface="Arial" panose="020B0604020202020204" pitchFamily="34" charset="0"/>
                  <a:ea typeface="宋体" panose="02010600030101010101" pitchFamily="2" charset="-122"/>
                </a:defRPr>
              </a:lvl1pPr>
              <a:lvl2pPr marL="742950" indent="-285750" algn="l">
                <a:spcBef>
                  <a:spcPct val="0"/>
                </a:spcBef>
                <a:defRPr sz="2400">
                  <a:solidFill>
                    <a:schemeClr val="tx1"/>
                  </a:solidFill>
                  <a:latin typeface="Arial" panose="020B0604020202020204" pitchFamily="34" charset="0"/>
                  <a:ea typeface="宋体" panose="02010600030101010101" pitchFamily="2" charset="-122"/>
                </a:defRPr>
              </a:lvl2pPr>
              <a:lvl3pPr marL="1143000" indent="-228600" algn="l">
                <a:spcBef>
                  <a:spcPct val="0"/>
                </a:spcBef>
                <a:defRPr sz="2400">
                  <a:solidFill>
                    <a:schemeClr val="tx1"/>
                  </a:solidFill>
                  <a:latin typeface="Arial" panose="020B0604020202020204" pitchFamily="34" charset="0"/>
                  <a:ea typeface="宋体" panose="02010600030101010101" pitchFamily="2" charset="-122"/>
                </a:defRPr>
              </a:lvl3pPr>
              <a:lvl4pPr marL="1600200" indent="-228600" algn="l">
                <a:spcBef>
                  <a:spcPct val="0"/>
                </a:spcBef>
                <a:defRPr sz="2400">
                  <a:solidFill>
                    <a:schemeClr val="tx1"/>
                  </a:solidFill>
                  <a:latin typeface="Arial" panose="020B0604020202020204" pitchFamily="34" charset="0"/>
                  <a:ea typeface="宋体" panose="02010600030101010101" pitchFamily="2" charset="-122"/>
                </a:defRPr>
              </a:lvl4pPr>
              <a:lvl5pPr marL="2057400" indent="-228600" algn="l">
                <a:spcBef>
                  <a:spcPct val="0"/>
                </a:spcBef>
                <a:defRPr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rgbClr val="020844"/>
                </a:solidFill>
                <a:effectLst/>
                <a:uLnTx/>
                <a:uFillTx/>
                <a:latin typeface="Times New Roman" panose="02020603050405020304" pitchFamily="18"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lnSpc>
          <a:spcPct val="90000"/>
        </a:lnSpc>
        <a:spcBef>
          <a:spcPct val="0"/>
        </a:spcBef>
        <a:spcAft>
          <a:spcPct val="0"/>
        </a:spcAft>
        <a:defRPr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9-2&#26059;&#36716;&#30690;&#37327;.ppt" TargetMode="External"/><Relationship Id="rId3" Type="http://schemas.openxmlformats.org/officeDocument/2006/relationships/hyperlink" Target="12-2&#29289;&#36136;&#30340;&#24494;&#35266;&#27169;&#22411;&#32479;&#35745;&#35268;&#24459;&#24615;.ppt" TargetMode="External"/><Relationship Id="rId7" Type="http://schemas.openxmlformats.org/officeDocument/2006/relationships/hyperlink" Target="12-6&#40614;&#20811;&#26031;&#38886;&#27668;&#20307;&#20998;&#23376;&#36895;&#29575;&#20998;&#24067;&#24459;.ppt" TargetMode="External"/><Relationship Id="rId2" Type="http://schemas.openxmlformats.org/officeDocument/2006/relationships/hyperlink" Target="12-1&#24179;&#34913;&#24577;&#29702;&#24819;&#27668;&#20307;&#29289;&#24577;&#26041;&#31243;.ppt" TargetMode="External"/><Relationship Id="rId1" Type="http://schemas.openxmlformats.org/officeDocument/2006/relationships/slideLayout" Target="../slideLayouts/slideLayout7.xml"/><Relationship Id="rId6" Type="http://schemas.openxmlformats.org/officeDocument/2006/relationships/hyperlink" Target="12-5&#33021;&#37327;&#22343;&#20998;&#23450;&#29702;&#29702;&#24819;&#27668;&#20307;&#20869;&#33021;.ppt" TargetMode="External"/><Relationship Id="rId5" Type="http://schemas.openxmlformats.org/officeDocument/2006/relationships/hyperlink" Target="12-4&#29702;&#24819;&#27668;&#20307;&#20998;&#23376;&#30340;&#24179;&#22343;&#24179;&#21160;&#21160;&#33021;&#19982;&#28201;&#24230;&#30340;&#20851;&#31995;.ppt" TargetMode="External"/><Relationship Id="rId4" Type="http://schemas.openxmlformats.org/officeDocument/2006/relationships/hyperlink" Target="12-3&#29702;&#24819;&#27668;&#20307;&#21387;&#24378;&#20844;&#24335;.pp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e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2.xml"/><Relationship Id="rId6" Type="http://schemas.openxmlformats.org/officeDocument/2006/relationships/oleObject" Target="../embeddings/oleObject5.bin"/><Relationship Id="rId11" Type="http://schemas.openxmlformats.org/officeDocument/2006/relationships/image" Target="../media/image7.emf"/><Relationship Id="rId5" Type="http://schemas.openxmlformats.org/officeDocument/2006/relationships/image" Target="../media/image4.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10.bin"/><Relationship Id="rId5" Type="http://schemas.openxmlformats.org/officeDocument/2006/relationships/image" Target="../media/image10.emf"/><Relationship Id="rId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2.emf"/><Relationship Id="rId7" Type="http://schemas.openxmlformats.org/officeDocument/2006/relationships/image" Target="../media/image14.e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11" Type="http://schemas.openxmlformats.org/officeDocument/2006/relationships/image" Target="../media/image16.emf"/><Relationship Id="rId5" Type="http://schemas.openxmlformats.org/officeDocument/2006/relationships/image" Target="../media/image13.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5.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17.emf"/><Relationship Id="rId7" Type="http://schemas.openxmlformats.org/officeDocument/2006/relationships/image" Target="../media/image19.emf"/><Relationship Id="rId12" Type="http://schemas.openxmlformats.org/officeDocument/2006/relationships/image" Target="../media/image23.png"/><Relationship Id="rId2"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oleObject" Target="../embeddings/oleObject18.bin"/><Relationship Id="rId11" Type="http://schemas.openxmlformats.org/officeDocument/2006/relationships/image" Target="../media/image22.png"/><Relationship Id="rId5" Type="http://schemas.openxmlformats.org/officeDocument/2006/relationships/image" Target="../media/image18.emf"/><Relationship Id="rId10" Type="http://schemas.openxmlformats.org/officeDocument/2006/relationships/image" Target="../media/image21.png"/><Relationship Id="rId4" Type="http://schemas.openxmlformats.org/officeDocument/2006/relationships/oleObject" Target="../embeddings/oleObject17.bin"/><Relationship Id="rId9" Type="http://schemas.openxmlformats.org/officeDocument/2006/relationships/image" Target="../media/image20.emf"/></Relationships>
</file>

<file path=ppt/slides/_rels/slide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0.bin"/><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28.e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5" Type="http://schemas.openxmlformats.org/officeDocument/2006/relationships/image" Target="../media/image27.emf"/><Relationship Id="rId4"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4.bin"/><Relationship Id="rId1" Type="http://schemas.openxmlformats.org/officeDocument/2006/relationships/slideLayout" Target="../slideLayouts/slideLayout7.xml"/><Relationship Id="rId5" Type="http://schemas.openxmlformats.org/officeDocument/2006/relationships/image" Target="../media/image30.emf"/><Relationship Id="rId4" Type="http://schemas.openxmlformats.org/officeDocument/2006/relationships/oleObject" Target="../embeddings/oleObject25.bin"/></Relationships>
</file>

<file path=ppt/slides/_rels/slide12.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oleObject" Target="../embeddings/oleObject27.bin"/><Relationship Id="rId4" Type="http://schemas.openxmlformats.org/officeDocument/2006/relationships/image" Target="../media/image3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1.emf"/><Relationship Id="rId13" Type="http://schemas.openxmlformats.org/officeDocument/2006/relationships/image" Target="../media/image46.emf"/><Relationship Id="rId18" Type="http://schemas.openxmlformats.org/officeDocument/2006/relationships/image" Target="../media/image51.emf"/><Relationship Id="rId3" Type="http://schemas.openxmlformats.org/officeDocument/2006/relationships/image" Target="../media/image36.emf"/><Relationship Id="rId21" Type="http://schemas.openxmlformats.org/officeDocument/2006/relationships/image" Target="../media/image54.emf"/><Relationship Id="rId7" Type="http://schemas.openxmlformats.org/officeDocument/2006/relationships/image" Target="../media/image40.emf"/><Relationship Id="rId12" Type="http://schemas.openxmlformats.org/officeDocument/2006/relationships/image" Target="../media/image45.emf"/><Relationship Id="rId17" Type="http://schemas.openxmlformats.org/officeDocument/2006/relationships/image" Target="../media/image50.emf"/><Relationship Id="rId2" Type="http://schemas.openxmlformats.org/officeDocument/2006/relationships/image" Target="../media/image35.emf"/><Relationship Id="rId16" Type="http://schemas.openxmlformats.org/officeDocument/2006/relationships/image" Target="../media/image49.emf"/><Relationship Id="rId20" Type="http://schemas.openxmlformats.org/officeDocument/2006/relationships/image" Target="../media/image53.emf"/><Relationship Id="rId1" Type="http://schemas.openxmlformats.org/officeDocument/2006/relationships/slideLayout" Target="../slideLayouts/slideLayout7.xml"/><Relationship Id="rId6" Type="http://schemas.openxmlformats.org/officeDocument/2006/relationships/image" Target="../media/image39.emf"/><Relationship Id="rId11" Type="http://schemas.openxmlformats.org/officeDocument/2006/relationships/image" Target="../media/image44.emf"/><Relationship Id="rId24" Type="http://schemas.openxmlformats.org/officeDocument/2006/relationships/image" Target="../media/image57.emf"/><Relationship Id="rId5" Type="http://schemas.openxmlformats.org/officeDocument/2006/relationships/image" Target="../media/image38.emf"/><Relationship Id="rId15" Type="http://schemas.openxmlformats.org/officeDocument/2006/relationships/image" Target="../media/image48.emf"/><Relationship Id="rId23" Type="http://schemas.openxmlformats.org/officeDocument/2006/relationships/image" Target="../media/image56.emf"/><Relationship Id="rId10" Type="http://schemas.openxmlformats.org/officeDocument/2006/relationships/image" Target="../media/image43.emf"/><Relationship Id="rId19" Type="http://schemas.openxmlformats.org/officeDocument/2006/relationships/image" Target="../media/image52.emf"/><Relationship Id="rId4" Type="http://schemas.openxmlformats.org/officeDocument/2006/relationships/image" Target="../media/image37.emf"/><Relationship Id="rId9" Type="http://schemas.openxmlformats.org/officeDocument/2006/relationships/image" Target="../media/image42.emf"/><Relationship Id="rId14" Type="http://schemas.openxmlformats.org/officeDocument/2006/relationships/image" Target="../media/image47.emf"/><Relationship Id="rId22" Type="http://schemas.openxmlformats.org/officeDocument/2006/relationships/image" Target="../media/image55.emf"/></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65.emf"/><Relationship Id="rId3" Type="http://schemas.openxmlformats.org/officeDocument/2006/relationships/image" Target="../media/image60.wmf"/><Relationship Id="rId7" Type="http://schemas.openxmlformats.org/officeDocument/2006/relationships/image" Target="../media/image62.w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4.xml"/><Relationship Id="rId6" Type="http://schemas.openxmlformats.org/officeDocument/2006/relationships/oleObject" Target="../embeddings/oleObject31.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63.wmf"/></Relationships>
</file>

<file path=ppt/slides/_rels/slide19.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68.emf"/><Relationship Id="rId5" Type="http://schemas.openxmlformats.org/officeDocument/2006/relationships/oleObject" Target="../embeddings/oleObject36.bin"/><Relationship Id="rId4" Type="http://schemas.openxmlformats.org/officeDocument/2006/relationships/image" Target="../media/image67.emf"/></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71.emf"/><Relationship Id="rId5" Type="http://schemas.openxmlformats.org/officeDocument/2006/relationships/oleObject" Target="../embeddings/oleObject38.bin"/><Relationship Id="rId4" Type="http://schemas.openxmlformats.org/officeDocument/2006/relationships/image" Target="../media/image70.jpeg"/></Relationships>
</file>

<file path=ppt/slides/_rels/slide21.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7.png"/><Relationship Id="rId3" Type="http://schemas.openxmlformats.org/officeDocument/2006/relationships/image" Target="../media/image72.emf"/><Relationship Id="rId7" Type="http://schemas.openxmlformats.org/officeDocument/2006/relationships/oleObject" Target="../embeddings/oleObject41.bin"/><Relationship Id="rId12" Type="http://schemas.openxmlformats.org/officeDocument/2006/relationships/image" Target="../media/image76.emf"/><Relationship Id="rId2"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image" Target="../media/image73.e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75.emf"/><Relationship Id="rId4" Type="http://schemas.openxmlformats.org/officeDocument/2006/relationships/image" Target="../media/image70.jpeg"/><Relationship Id="rId9" Type="http://schemas.openxmlformats.org/officeDocument/2006/relationships/oleObject" Target="../embeddings/oleObject4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83.emf"/><Relationship Id="rId18" Type="http://schemas.openxmlformats.org/officeDocument/2006/relationships/oleObject" Target="../embeddings/oleObject52.bin"/><Relationship Id="rId3" Type="http://schemas.openxmlformats.org/officeDocument/2006/relationships/image" Target="../media/image78.emf"/><Relationship Id="rId21" Type="http://schemas.openxmlformats.org/officeDocument/2006/relationships/image" Target="../media/image87.wmf"/><Relationship Id="rId7" Type="http://schemas.openxmlformats.org/officeDocument/2006/relationships/image" Target="../media/image80.emf"/><Relationship Id="rId12" Type="http://schemas.openxmlformats.org/officeDocument/2006/relationships/oleObject" Target="../embeddings/oleObject49.bin"/><Relationship Id="rId17" Type="http://schemas.openxmlformats.org/officeDocument/2006/relationships/image" Target="../media/image85.emf"/><Relationship Id="rId2" Type="http://schemas.openxmlformats.org/officeDocument/2006/relationships/oleObject" Target="../embeddings/oleObject44.bin"/><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slideLayout" Target="../slideLayouts/slideLayout4.xml"/><Relationship Id="rId6" Type="http://schemas.openxmlformats.org/officeDocument/2006/relationships/oleObject" Target="../embeddings/oleObject46.bin"/><Relationship Id="rId11" Type="http://schemas.openxmlformats.org/officeDocument/2006/relationships/image" Target="../media/image82.emf"/><Relationship Id="rId5" Type="http://schemas.openxmlformats.org/officeDocument/2006/relationships/image" Target="../media/image79.emf"/><Relationship Id="rId15" Type="http://schemas.openxmlformats.org/officeDocument/2006/relationships/image" Target="../media/image84.emf"/><Relationship Id="rId10" Type="http://schemas.openxmlformats.org/officeDocument/2006/relationships/oleObject" Target="../embeddings/oleObject48.bin"/><Relationship Id="rId19" Type="http://schemas.openxmlformats.org/officeDocument/2006/relationships/image" Target="../media/image86.emf"/><Relationship Id="rId4" Type="http://schemas.openxmlformats.org/officeDocument/2006/relationships/oleObject" Target="../embeddings/oleObject45.bin"/><Relationship Id="rId9" Type="http://schemas.openxmlformats.org/officeDocument/2006/relationships/image" Target="../media/image81.emf"/><Relationship Id="rId14"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8.emf"/><Relationship Id="rId7" Type="http://schemas.openxmlformats.org/officeDocument/2006/relationships/image" Target="../media/image90.emf"/><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5" Type="http://schemas.openxmlformats.org/officeDocument/2006/relationships/image" Target="../media/image89.emf"/><Relationship Id="rId4" Type="http://schemas.openxmlformats.org/officeDocument/2006/relationships/oleObject" Target="../embeddings/oleObject55.bin"/><Relationship Id="rId9" Type="http://schemas.openxmlformats.org/officeDocument/2006/relationships/image" Target="../media/image90.png"/></Relationships>
</file>

<file path=ppt/slides/_rels/slide25.xml.rels><?xml version="1.0" encoding="UTF-8" standalone="yes"?>
<Relationships xmlns="http://schemas.openxmlformats.org/package/2006/relationships"><Relationship Id="rId8" Type="http://schemas.openxmlformats.org/officeDocument/2006/relationships/image" Target="../media/image93.e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95.emf"/><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92.e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94.emf"/><Relationship Id="rId4" Type="http://schemas.openxmlformats.org/officeDocument/2006/relationships/image" Target="../media/image91.emf"/><Relationship Id="rId9" Type="http://schemas.openxmlformats.org/officeDocument/2006/relationships/oleObject" Target="../embeddings/oleObject60.bin"/></Relationships>
</file>

<file path=ppt/slides/_rels/slide2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100.wmf"/><Relationship Id="rId4" Type="http://schemas.openxmlformats.org/officeDocument/2006/relationships/oleObject" Target="../embeddings/oleObject62.bin"/></Relationships>
</file>

<file path=ppt/slides/_rels/slide34.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63.bin"/><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107.w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4.wmf"/><Relationship Id="rId11" Type="http://schemas.openxmlformats.org/officeDocument/2006/relationships/oleObject" Target="../embeddings/oleObject68.bin"/><Relationship Id="rId5" Type="http://schemas.openxmlformats.org/officeDocument/2006/relationships/oleObject" Target="../embeddings/oleObject65.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67.bin"/></Relationships>
</file>

<file path=ppt/slides/_rels/slide4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oleObject" Target="../embeddings/oleObject74.bin"/><Relationship Id="rId18" Type="http://schemas.openxmlformats.org/officeDocument/2006/relationships/image" Target="../media/image125.wmf"/><Relationship Id="rId26" Type="http://schemas.openxmlformats.org/officeDocument/2006/relationships/image" Target="../media/image129.wmf"/><Relationship Id="rId3" Type="http://schemas.openxmlformats.org/officeDocument/2006/relationships/image" Target="../media/image117.wmf"/><Relationship Id="rId21" Type="http://schemas.openxmlformats.org/officeDocument/2006/relationships/oleObject" Target="../embeddings/oleObject78.bin"/><Relationship Id="rId7" Type="http://schemas.openxmlformats.org/officeDocument/2006/relationships/image" Target="../media/image119.wmf"/><Relationship Id="rId12" Type="http://schemas.openxmlformats.org/officeDocument/2006/relationships/image" Target="../media/image122.wmf"/><Relationship Id="rId17" Type="http://schemas.openxmlformats.org/officeDocument/2006/relationships/oleObject" Target="../embeddings/oleObject76.bin"/><Relationship Id="rId25" Type="http://schemas.openxmlformats.org/officeDocument/2006/relationships/oleObject" Target="../embeddings/oleObject80.bin"/><Relationship Id="rId2" Type="http://schemas.openxmlformats.org/officeDocument/2006/relationships/oleObject" Target="../embeddings/oleObject69.bin"/><Relationship Id="rId16" Type="http://schemas.openxmlformats.org/officeDocument/2006/relationships/image" Target="../media/image124.wmf"/><Relationship Id="rId20" Type="http://schemas.openxmlformats.org/officeDocument/2006/relationships/image" Target="../media/image126.wmf"/><Relationship Id="rId1" Type="http://schemas.openxmlformats.org/officeDocument/2006/relationships/slideLayout" Target="../slideLayouts/slideLayout7.xml"/><Relationship Id="rId6" Type="http://schemas.openxmlformats.org/officeDocument/2006/relationships/oleObject" Target="../embeddings/oleObject71.bin"/><Relationship Id="rId11" Type="http://schemas.openxmlformats.org/officeDocument/2006/relationships/oleObject" Target="../embeddings/oleObject73.bin"/><Relationship Id="rId24" Type="http://schemas.openxmlformats.org/officeDocument/2006/relationships/image" Target="../media/image128.wmf"/><Relationship Id="rId5" Type="http://schemas.openxmlformats.org/officeDocument/2006/relationships/image" Target="../media/image118.wmf"/><Relationship Id="rId15" Type="http://schemas.openxmlformats.org/officeDocument/2006/relationships/oleObject" Target="../embeddings/oleObject75.bin"/><Relationship Id="rId23" Type="http://schemas.openxmlformats.org/officeDocument/2006/relationships/oleObject" Target="../embeddings/oleObject79.bin"/><Relationship Id="rId28" Type="http://schemas.openxmlformats.org/officeDocument/2006/relationships/image" Target="../media/image130.wmf"/><Relationship Id="rId10" Type="http://schemas.openxmlformats.org/officeDocument/2006/relationships/image" Target="../media/image121.emf"/><Relationship Id="rId19" Type="http://schemas.openxmlformats.org/officeDocument/2006/relationships/oleObject" Target="../embeddings/oleObject77.bin"/><Relationship Id="rId4" Type="http://schemas.openxmlformats.org/officeDocument/2006/relationships/oleObject" Target="../embeddings/oleObject70.bin"/><Relationship Id="rId9" Type="http://schemas.openxmlformats.org/officeDocument/2006/relationships/oleObject" Target="../embeddings/oleObject72.bin"/><Relationship Id="rId14" Type="http://schemas.openxmlformats.org/officeDocument/2006/relationships/image" Target="../media/image123.wmf"/><Relationship Id="rId22" Type="http://schemas.openxmlformats.org/officeDocument/2006/relationships/image" Target="../media/image127.wmf"/><Relationship Id="rId27" Type="http://schemas.openxmlformats.org/officeDocument/2006/relationships/oleObject" Target="../embeddings/oleObject81.bin"/></Relationships>
</file>

<file path=ppt/slides/_rels/slide51.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oleObject" Target="../embeddings/oleObject82.bin"/><Relationship Id="rId1" Type="http://schemas.openxmlformats.org/officeDocument/2006/relationships/slideLayout" Target="../slideLayouts/slideLayout7.xml"/><Relationship Id="rId5"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image" Target="../media/image132.jpeg"/><Relationship Id="rId1" Type="http://schemas.openxmlformats.org/officeDocument/2006/relationships/slideLayout" Target="../slideLayouts/slideLayout7.xml"/><Relationship Id="rId6" Type="http://schemas.openxmlformats.org/officeDocument/2006/relationships/image" Target="../media/image134.wmf"/><Relationship Id="rId5" Type="http://schemas.openxmlformats.org/officeDocument/2006/relationships/oleObject" Target="../embeddings/oleObject84.bin"/><Relationship Id="rId4" Type="http://schemas.openxmlformats.org/officeDocument/2006/relationships/image" Target="../media/image133.wmf"/></Relationships>
</file>

<file path=ppt/slides/_rels/slide5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6">
            <a:hlinkClick r:id="rId2"/>
            <a:extLst>
              <a:ext uri="{FF2B5EF4-FFF2-40B4-BE49-F238E27FC236}">
                <a16:creationId xmlns:a16="http://schemas.microsoft.com/office/drawing/2014/main" id="{B69FA72F-E889-8BEB-5FF8-08AEE8A81C88}"/>
              </a:ext>
            </a:extLst>
          </p:cNvPr>
          <p:cNvSpPr txBox="1">
            <a:spLocks noChangeArrowheads="1"/>
          </p:cNvSpPr>
          <p:nvPr/>
        </p:nvSpPr>
        <p:spPr bwMode="auto">
          <a:xfrm>
            <a:off x="143669" y="1135204"/>
            <a:ext cx="7956723"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a:solidFill>
                  <a:srgbClr val="003366"/>
                </a:solidFill>
                <a:latin typeface="楷体_GB2312" pitchFamily="49" charset="-122"/>
                <a:ea typeface="楷体_GB2312" pitchFamily="49" charset="-122"/>
              </a:rPr>
              <a:t>平衡态 理想气体物态方程 热力学第零定律</a:t>
            </a:r>
          </a:p>
        </p:txBody>
      </p:sp>
      <p:sp>
        <p:nvSpPr>
          <p:cNvPr id="3076" name="Text Box 7">
            <a:hlinkClick r:id="rId3"/>
            <a:extLst>
              <a:ext uri="{FF2B5EF4-FFF2-40B4-BE49-F238E27FC236}">
                <a16:creationId xmlns:a16="http://schemas.microsoft.com/office/drawing/2014/main" id="{B72581FE-5191-5291-355B-9D3BF0546E94}"/>
              </a:ext>
            </a:extLst>
          </p:cNvPr>
          <p:cNvSpPr txBox="1">
            <a:spLocks noChangeArrowheads="1"/>
          </p:cNvSpPr>
          <p:nvPr/>
        </p:nvSpPr>
        <p:spPr bwMode="auto">
          <a:xfrm>
            <a:off x="179388" y="2032075"/>
            <a:ext cx="640873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dirty="0">
                <a:solidFill>
                  <a:srgbClr val="003366"/>
                </a:solidFill>
                <a:latin typeface="楷体_GB2312" pitchFamily="49" charset="-122"/>
                <a:ea typeface="楷体_GB2312" pitchFamily="49" charset="-122"/>
              </a:rPr>
              <a:t>物质的微观模型 统计规律性</a:t>
            </a:r>
          </a:p>
        </p:txBody>
      </p:sp>
      <p:sp>
        <p:nvSpPr>
          <p:cNvPr id="3077" name="Text Box 8">
            <a:hlinkClick r:id="rId4"/>
            <a:extLst>
              <a:ext uri="{FF2B5EF4-FFF2-40B4-BE49-F238E27FC236}">
                <a16:creationId xmlns:a16="http://schemas.microsoft.com/office/drawing/2014/main" id="{12AFAA8F-31AA-417D-D124-7A4352B10D48}"/>
              </a:ext>
            </a:extLst>
          </p:cNvPr>
          <p:cNvSpPr txBox="1">
            <a:spLocks noChangeArrowheads="1"/>
          </p:cNvSpPr>
          <p:nvPr/>
        </p:nvSpPr>
        <p:spPr bwMode="auto">
          <a:xfrm>
            <a:off x="179388" y="2896170"/>
            <a:ext cx="5688012"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dirty="0">
                <a:solidFill>
                  <a:srgbClr val="003366"/>
                </a:solidFill>
                <a:latin typeface="楷体_GB2312" pitchFamily="49" charset="-122"/>
                <a:ea typeface="楷体_GB2312" pitchFamily="49" charset="-122"/>
              </a:rPr>
              <a:t>理想气体的压强公式</a:t>
            </a:r>
          </a:p>
        </p:txBody>
      </p:sp>
      <p:sp>
        <p:nvSpPr>
          <p:cNvPr id="3078" name="Text Box 9">
            <a:hlinkClick r:id="rId5"/>
            <a:extLst>
              <a:ext uri="{FF2B5EF4-FFF2-40B4-BE49-F238E27FC236}">
                <a16:creationId xmlns:a16="http://schemas.microsoft.com/office/drawing/2014/main" id="{9C167ECE-61BE-C923-F731-BEAA3CFCCEC5}"/>
              </a:ext>
            </a:extLst>
          </p:cNvPr>
          <p:cNvSpPr txBox="1">
            <a:spLocks noChangeArrowheads="1"/>
          </p:cNvSpPr>
          <p:nvPr/>
        </p:nvSpPr>
        <p:spPr bwMode="auto">
          <a:xfrm>
            <a:off x="180975" y="3799500"/>
            <a:ext cx="7775401"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dirty="0">
                <a:solidFill>
                  <a:srgbClr val="003366"/>
                </a:solidFill>
                <a:latin typeface="楷体_GB2312" pitchFamily="49" charset="-122"/>
                <a:ea typeface="楷体_GB2312" pitchFamily="49" charset="-122"/>
              </a:rPr>
              <a:t>理想气体分子的平均平动动能与温度的关系</a:t>
            </a:r>
          </a:p>
        </p:txBody>
      </p:sp>
      <p:sp>
        <p:nvSpPr>
          <p:cNvPr id="3079" name="Text Box 10">
            <a:hlinkClick r:id="rId6"/>
            <a:extLst>
              <a:ext uri="{FF2B5EF4-FFF2-40B4-BE49-F238E27FC236}">
                <a16:creationId xmlns:a16="http://schemas.microsoft.com/office/drawing/2014/main" id="{3BB7E7EB-CBF1-D715-AC0F-42E4AFC36005}"/>
              </a:ext>
            </a:extLst>
          </p:cNvPr>
          <p:cNvSpPr txBox="1">
            <a:spLocks noChangeArrowheads="1"/>
          </p:cNvSpPr>
          <p:nvPr/>
        </p:nvSpPr>
        <p:spPr bwMode="auto">
          <a:xfrm>
            <a:off x="179388" y="4624363"/>
            <a:ext cx="65024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dirty="0">
                <a:solidFill>
                  <a:srgbClr val="003366"/>
                </a:solidFill>
                <a:latin typeface="楷体_GB2312" pitchFamily="49" charset="-122"/>
                <a:ea typeface="楷体_GB2312" pitchFamily="49" charset="-122"/>
              </a:rPr>
              <a:t>能量均分定理 理想气体内能</a:t>
            </a:r>
          </a:p>
        </p:txBody>
      </p:sp>
      <p:sp>
        <p:nvSpPr>
          <p:cNvPr id="3080" name="Text Box 11">
            <a:hlinkClick r:id="rId7"/>
            <a:extLst>
              <a:ext uri="{FF2B5EF4-FFF2-40B4-BE49-F238E27FC236}">
                <a16:creationId xmlns:a16="http://schemas.microsoft.com/office/drawing/2014/main" id="{AC7D847A-E71A-DE8A-1FC9-A4F5C0F626EE}"/>
              </a:ext>
            </a:extLst>
          </p:cNvPr>
          <p:cNvSpPr txBox="1">
            <a:spLocks noChangeArrowheads="1"/>
          </p:cNvSpPr>
          <p:nvPr/>
        </p:nvSpPr>
        <p:spPr bwMode="auto">
          <a:xfrm>
            <a:off x="179388" y="5416450"/>
            <a:ext cx="66960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en-US" altLang="zh-CN" sz="2800" b="1" dirty="0">
                <a:solidFill>
                  <a:srgbClr val="003366"/>
                </a:solidFill>
                <a:latin typeface="楷体_GB2312" pitchFamily="49" charset="-122"/>
                <a:ea typeface="楷体_GB2312" pitchFamily="49" charset="-122"/>
              </a:rPr>
              <a:t> </a:t>
            </a:r>
            <a:r>
              <a:rPr lang="zh-CN" altLang="en-US" sz="2800" b="1" dirty="0">
                <a:solidFill>
                  <a:srgbClr val="003366"/>
                </a:solidFill>
                <a:latin typeface="楷体_GB2312" pitchFamily="49" charset="-122"/>
                <a:ea typeface="楷体_GB2312" pitchFamily="49" charset="-122"/>
              </a:rPr>
              <a:t>麦克斯韦气体分子速率分布律</a:t>
            </a:r>
          </a:p>
        </p:txBody>
      </p:sp>
      <p:sp>
        <p:nvSpPr>
          <p:cNvPr id="2" name="Rectangle 12">
            <a:hlinkClick r:id="rId8"/>
            <a:extLst>
              <a:ext uri="{FF2B5EF4-FFF2-40B4-BE49-F238E27FC236}">
                <a16:creationId xmlns:a16="http://schemas.microsoft.com/office/drawing/2014/main" id="{BCAFD23B-B103-AD15-D1CA-AC64C886F384}"/>
              </a:ext>
            </a:extLst>
          </p:cNvPr>
          <p:cNvSpPr/>
          <p:nvPr/>
        </p:nvSpPr>
        <p:spPr>
          <a:xfrm>
            <a:off x="2670175" y="50800"/>
            <a:ext cx="3917950" cy="641350"/>
          </a:xfrm>
          <a:prstGeom prst="rect">
            <a:avLst/>
          </a:prstGeom>
          <a:noFill/>
          <a:ln w="9525">
            <a:noFill/>
          </a:ln>
        </p:spPr>
        <p:txBody>
          <a:bodyPr anchor="t" anchorCtr="0">
            <a:spAutoFit/>
          </a:bodyPr>
          <a:lstStyle/>
          <a:p>
            <a:r>
              <a:rPr lang="zh-CN" altLang="en-US" sz="3600" dirty="0">
                <a:solidFill>
                  <a:schemeClr val="bg1"/>
                </a:solidFill>
                <a:latin typeface="Times New Roman" panose="02020603050405020304" pitchFamily="18" charset="0"/>
              </a:rPr>
              <a:t>第十二章主要内容</a:t>
            </a:r>
            <a:endParaRPr lang="zh-CN" altLang="en-US" sz="3600" dirty="0">
              <a:solidFill>
                <a:srgbClr val="336699"/>
              </a:solidFill>
              <a:latin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E052EFA-86B5-7E50-4D27-315CE68A5F2B}"/>
              </a:ext>
            </a:extLst>
          </p:cNvPr>
          <p:cNvSpPr>
            <a:spLocks noChangeArrowheads="1"/>
          </p:cNvSpPr>
          <p:nvPr/>
        </p:nvSpPr>
        <p:spPr bwMode="auto">
          <a:xfrm>
            <a:off x="609600" y="2286000"/>
            <a:ext cx="81534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宏观量</a:t>
            </a: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描述大量分子集体特征的物理量</a:t>
            </a:r>
            <a:r>
              <a:rPr lang="en-US" altLang="zh-CN" sz="3200" b="1" dirty="0">
                <a:solidFill>
                  <a:srgbClr val="003366"/>
                </a:solidFill>
                <a:latin typeface="宋体" panose="02010600030101010101" pitchFamily="2" charset="-122"/>
              </a:rPr>
              <a:t>(</a:t>
            </a:r>
            <a:r>
              <a:rPr lang="zh-CN" altLang="en-US" sz="3200" b="1">
                <a:solidFill>
                  <a:srgbClr val="003366"/>
                </a:solidFill>
                <a:latin typeface="Times New Roman" panose="02020603050405020304" pitchFamily="18" charset="0"/>
              </a:rPr>
              <a:t>可直接测量</a:t>
            </a:r>
            <a:r>
              <a:rPr lang="en-US" altLang="zh-CN" sz="3200" b="1" dirty="0">
                <a:solidFill>
                  <a:srgbClr val="003366"/>
                </a:solidFill>
                <a:latin typeface="宋体" panose="02010600030101010101" pitchFamily="2" charset="-122"/>
              </a:rPr>
              <a:t>)</a:t>
            </a: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如 </a:t>
            </a:r>
            <a:r>
              <a:rPr lang="en-US" altLang="zh-CN" sz="3200" i="1" dirty="0">
                <a:solidFill>
                  <a:srgbClr val="003366"/>
                </a:solidFill>
                <a:latin typeface="Times New Roman" panose="02020603050405020304" pitchFamily="18" charset="0"/>
              </a:rPr>
              <a:t>p</a:t>
            </a:r>
            <a:r>
              <a:rPr lang="zh-CN" altLang="en-US" sz="3200" b="1">
                <a:solidFill>
                  <a:srgbClr val="003366"/>
                </a:solidFill>
                <a:latin typeface="Times New Roman" panose="02020603050405020304" pitchFamily="18" charset="0"/>
              </a:rPr>
              <a:t>，</a:t>
            </a:r>
            <a:r>
              <a:rPr lang="en-US" altLang="zh-CN" sz="3200" i="1" dirty="0">
                <a:solidFill>
                  <a:srgbClr val="003366"/>
                </a:solidFill>
                <a:latin typeface="Times New Roman" panose="02020603050405020304" pitchFamily="18" charset="0"/>
              </a:rPr>
              <a:t>V</a:t>
            </a:r>
            <a:r>
              <a:rPr lang="zh-CN" altLang="en-US" sz="3200" b="1">
                <a:solidFill>
                  <a:srgbClr val="003366"/>
                </a:solidFill>
                <a:latin typeface="Times New Roman" panose="02020603050405020304" pitchFamily="18" charset="0"/>
              </a:rPr>
              <a:t>，</a:t>
            </a:r>
            <a:r>
              <a:rPr lang="en-US" altLang="zh-CN" sz="3200" i="1" dirty="0">
                <a:solidFill>
                  <a:srgbClr val="003366"/>
                </a:solidFill>
                <a:latin typeface="Times New Roman" panose="02020603050405020304" pitchFamily="18" charset="0"/>
              </a:rPr>
              <a:t>T</a:t>
            </a: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等</a:t>
            </a:r>
            <a:r>
              <a:rPr lang="en-US" altLang="zh-CN" sz="3200" b="1" dirty="0">
                <a:solidFill>
                  <a:srgbClr val="003366"/>
                </a:solidFill>
                <a:latin typeface="Times New Roman" panose="02020603050405020304" pitchFamily="18" charset="0"/>
              </a:rPr>
              <a:t>.</a:t>
            </a:r>
          </a:p>
        </p:txBody>
      </p:sp>
      <p:grpSp>
        <p:nvGrpSpPr>
          <p:cNvPr id="6147" name="Group 3">
            <a:extLst>
              <a:ext uri="{FF2B5EF4-FFF2-40B4-BE49-F238E27FC236}">
                <a16:creationId xmlns:a16="http://schemas.microsoft.com/office/drawing/2014/main" id="{6B244EB2-707A-59A9-19D1-5008ACA99C4D}"/>
              </a:ext>
            </a:extLst>
          </p:cNvPr>
          <p:cNvGrpSpPr>
            <a:grpSpLocks/>
          </p:cNvGrpSpPr>
          <p:nvPr/>
        </p:nvGrpSpPr>
        <p:grpSpPr bwMode="auto">
          <a:xfrm>
            <a:off x="611188" y="949325"/>
            <a:ext cx="7999412" cy="1336675"/>
            <a:chOff x="385" y="598"/>
            <a:chExt cx="5039" cy="842"/>
          </a:xfrm>
        </p:grpSpPr>
        <p:sp>
          <p:nvSpPr>
            <p:cNvPr id="6154" name="Text Box 4">
              <a:extLst>
                <a:ext uri="{FF2B5EF4-FFF2-40B4-BE49-F238E27FC236}">
                  <a16:creationId xmlns:a16="http://schemas.microsoft.com/office/drawing/2014/main" id="{5AED81F4-DAB0-86C4-2A4C-4BBEC086CC1E}"/>
                </a:ext>
              </a:extLst>
            </p:cNvPr>
            <p:cNvSpPr txBox="1">
              <a:spLocks noChangeArrowheads="1"/>
            </p:cNvSpPr>
            <p:nvPr/>
          </p:nvSpPr>
          <p:spPr bwMode="auto">
            <a:xfrm>
              <a:off x="385" y="598"/>
              <a:ext cx="5039"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微观量</a:t>
              </a: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描述个别分子运动状态的物理量</a:t>
              </a:r>
              <a:r>
                <a:rPr lang="en-US" altLang="zh-CN" sz="3200" b="1" dirty="0">
                  <a:solidFill>
                    <a:srgbClr val="003366"/>
                  </a:solidFill>
                  <a:latin typeface="宋体" panose="02010600030101010101" pitchFamily="2" charset="-122"/>
                </a:rPr>
                <a:t>(</a:t>
              </a:r>
              <a:r>
                <a:rPr lang="zh-CN" altLang="en-US" sz="3200" b="1">
                  <a:solidFill>
                    <a:srgbClr val="003366"/>
                  </a:solidFill>
                  <a:latin typeface="Times New Roman" panose="02020603050405020304" pitchFamily="18" charset="0"/>
                </a:rPr>
                <a:t>不可直接测量</a:t>
              </a:r>
              <a:r>
                <a:rPr lang="en-US" altLang="zh-CN" sz="3200" b="1" dirty="0">
                  <a:solidFill>
                    <a:srgbClr val="003366"/>
                  </a:solidFill>
                  <a:latin typeface="宋体" panose="02010600030101010101" pitchFamily="2" charset="-122"/>
                </a:rPr>
                <a:t>)</a:t>
              </a:r>
              <a:r>
                <a:rPr lang="zh-CN" altLang="en-US" sz="3200" b="1">
                  <a:solidFill>
                    <a:srgbClr val="003366"/>
                  </a:solidFill>
                  <a:latin typeface="Times New Roman" panose="02020603050405020304" pitchFamily="18" charset="0"/>
                </a:rPr>
                <a:t>，如分子的</a:t>
              </a:r>
              <a:r>
                <a:rPr lang="en-US" altLang="zh-CN" sz="3200" i="1" dirty="0">
                  <a:solidFill>
                    <a:srgbClr val="003366"/>
                  </a:solidFill>
                  <a:latin typeface="Times New Roman" panose="02020603050405020304" pitchFamily="18" charset="0"/>
                </a:rPr>
                <a:t>m</a:t>
              </a: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   等</a:t>
              </a:r>
              <a:r>
                <a:rPr lang="en-US" altLang="zh-CN" sz="3200" b="1" dirty="0">
                  <a:solidFill>
                    <a:srgbClr val="003366"/>
                  </a:solidFill>
                  <a:latin typeface="Times New Roman" panose="02020603050405020304" pitchFamily="18" charset="0"/>
                </a:rPr>
                <a:t>.</a:t>
              </a:r>
            </a:p>
          </p:txBody>
        </p:sp>
        <p:graphicFrame>
          <p:nvGraphicFramePr>
            <p:cNvPr id="6155" name="Object 5">
              <a:extLst>
                <a:ext uri="{FF2B5EF4-FFF2-40B4-BE49-F238E27FC236}">
                  <a16:creationId xmlns:a16="http://schemas.microsoft.com/office/drawing/2014/main" id="{82600A4C-7AD0-9E1C-E3E9-3A363A4F938C}"/>
                </a:ext>
              </a:extLst>
            </p:cNvPr>
            <p:cNvGraphicFramePr>
              <a:graphicFrameLocks noChangeAspect="1"/>
            </p:cNvGraphicFramePr>
            <p:nvPr/>
          </p:nvGraphicFramePr>
          <p:xfrm>
            <a:off x="4176" y="968"/>
            <a:ext cx="274" cy="472"/>
          </p:xfrm>
          <a:graphic>
            <a:graphicData uri="http://schemas.openxmlformats.org/presentationml/2006/ole">
              <mc:AlternateContent xmlns:mc="http://schemas.openxmlformats.org/markup-compatibility/2006">
                <mc:Choice xmlns:v="urn:schemas-microsoft-com:vml" Requires="v">
                  <p:oleObj r:id="rId2" imgW="126780" imgH="215526" progId="Equation.3">
                    <p:embed/>
                  </p:oleObj>
                </mc:Choice>
                <mc:Fallback>
                  <p:oleObj r:id="rId2" imgW="126780" imgH="215526" progId="Equation.3">
                    <p:embed/>
                    <p:pic>
                      <p:nvPicPr>
                        <p:cNvPr id="6155" name="Object 5">
                          <a:extLst>
                            <a:ext uri="{FF2B5EF4-FFF2-40B4-BE49-F238E27FC236}">
                              <a16:creationId xmlns:a16="http://schemas.microsoft.com/office/drawing/2014/main" id="{82600A4C-7AD0-9E1C-E3E9-3A363A4F9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 y="968"/>
                          <a:ext cx="27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102" name="Text Box 6">
            <a:extLst>
              <a:ext uri="{FF2B5EF4-FFF2-40B4-BE49-F238E27FC236}">
                <a16:creationId xmlns:a16="http://schemas.microsoft.com/office/drawing/2014/main" id="{69AB72B6-D0EB-2B78-B65C-D8FE0BBEA41C}"/>
              </a:ext>
            </a:extLst>
          </p:cNvPr>
          <p:cNvSpPr txBox="1">
            <a:spLocks noChangeArrowheads="1"/>
          </p:cNvSpPr>
          <p:nvPr/>
        </p:nvSpPr>
        <p:spPr bwMode="auto">
          <a:xfrm>
            <a:off x="6019800" y="4114800"/>
            <a:ext cx="1905000" cy="592138"/>
          </a:xfrm>
          <a:prstGeom prst="rect">
            <a:avLst/>
          </a:prstGeom>
          <a:gradFill rotWithShape="0">
            <a:gsLst>
              <a:gs pos="0">
                <a:srgbClr val="FFFFD9"/>
              </a:gs>
              <a:gs pos="50000">
                <a:srgbClr val="FFFFFF"/>
              </a:gs>
              <a:gs pos="100000">
                <a:srgbClr val="FFFFD9"/>
              </a:gs>
            </a:gsLst>
            <a:lin ang="5400000" scaled="1"/>
          </a:gradFill>
          <a:ln w="12700">
            <a:solidFill>
              <a:srgbClr val="CC66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rgbClr val="003366"/>
                </a:solidFill>
                <a:latin typeface="Times New Roman" panose="02020603050405020304" pitchFamily="18" charset="0"/>
              </a:rPr>
              <a:t>宏观量</a:t>
            </a:r>
          </a:p>
        </p:txBody>
      </p:sp>
      <p:sp>
        <p:nvSpPr>
          <p:cNvPr id="4103" name="Rectangle 7">
            <a:extLst>
              <a:ext uri="{FF2B5EF4-FFF2-40B4-BE49-F238E27FC236}">
                <a16:creationId xmlns:a16="http://schemas.microsoft.com/office/drawing/2014/main" id="{1D403144-A5D8-41A7-DA0C-FC819C1285E2}"/>
              </a:ext>
            </a:extLst>
          </p:cNvPr>
          <p:cNvSpPr>
            <a:spLocks noChangeArrowheads="1"/>
          </p:cNvSpPr>
          <p:nvPr/>
        </p:nvSpPr>
        <p:spPr bwMode="auto">
          <a:xfrm>
            <a:off x="1524000" y="4114800"/>
            <a:ext cx="1905000" cy="592138"/>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ln>
          <a:effectLst/>
        </p:spPr>
        <p:txBody>
          <a:bodyPr>
            <a:spAutoFit/>
          </a:bodyPr>
          <a:lstStyle/>
          <a:p>
            <a:pPr algn="ctr" eaLnBrk="1" hangingPunct="1">
              <a:defRPr/>
            </a:pPr>
            <a:r>
              <a:rPr kumimoji="1" lang="zh-CN" altLang="en-US" sz="3200" b="1">
                <a:solidFill>
                  <a:srgbClr val="003366"/>
                </a:solidFill>
                <a:latin typeface="Times New Roman" panose="02020603050405020304" pitchFamily="18" charset="0"/>
              </a:rPr>
              <a:t>微观量</a:t>
            </a:r>
          </a:p>
        </p:txBody>
      </p:sp>
      <p:grpSp>
        <p:nvGrpSpPr>
          <p:cNvPr id="3" name="Group 8">
            <a:extLst>
              <a:ext uri="{FF2B5EF4-FFF2-40B4-BE49-F238E27FC236}">
                <a16:creationId xmlns:a16="http://schemas.microsoft.com/office/drawing/2014/main" id="{09CF30C7-0580-C8AB-2865-55599288DC66}"/>
              </a:ext>
            </a:extLst>
          </p:cNvPr>
          <p:cNvGrpSpPr>
            <a:grpSpLocks/>
          </p:cNvGrpSpPr>
          <p:nvPr/>
        </p:nvGrpSpPr>
        <p:grpSpPr bwMode="auto">
          <a:xfrm>
            <a:off x="3560763" y="3810000"/>
            <a:ext cx="2382837" cy="762000"/>
            <a:chOff x="2160" y="432"/>
            <a:chExt cx="1488" cy="480"/>
          </a:xfrm>
        </p:grpSpPr>
        <p:sp>
          <p:nvSpPr>
            <p:cNvPr id="6152" name="AutoShape 9">
              <a:extLst>
                <a:ext uri="{FF2B5EF4-FFF2-40B4-BE49-F238E27FC236}">
                  <a16:creationId xmlns:a16="http://schemas.microsoft.com/office/drawing/2014/main" id="{D8CAAAAE-DF05-54F7-C287-968C4077C314}"/>
                </a:ext>
              </a:extLst>
            </p:cNvPr>
            <p:cNvSpPr>
              <a:spLocks noChangeArrowheads="1"/>
            </p:cNvSpPr>
            <p:nvPr/>
          </p:nvSpPr>
          <p:spPr bwMode="auto">
            <a:xfrm>
              <a:off x="2160" y="720"/>
              <a:ext cx="1488" cy="192"/>
            </a:xfrm>
            <a:prstGeom prst="rightArrow">
              <a:avLst>
                <a:gd name="adj1" fmla="val 55954"/>
                <a:gd name="adj2" fmla="val 228625"/>
              </a:avLst>
            </a:prstGeom>
            <a:gradFill rotWithShape="0">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28575">
              <a:solidFill>
                <a:srgbClr val="0000FF"/>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3" name="Text Box 10">
              <a:extLst>
                <a:ext uri="{FF2B5EF4-FFF2-40B4-BE49-F238E27FC236}">
                  <a16:creationId xmlns:a16="http://schemas.microsoft.com/office/drawing/2014/main" id="{7D01DF5B-58CF-E0E1-54FE-1D0F41CFAC6E}"/>
                </a:ext>
              </a:extLst>
            </p:cNvPr>
            <p:cNvSpPr txBox="1">
              <a:spLocks noChangeArrowheads="1"/>
            </p:cNvSpPr>
            <p:nvPr/>
          </p:nvSpPr>
          <p:spPr bwMode="auto">
            <a:xfrm>
              <a:off x="2208" y="432"/>
              <a:ext cx="11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latin typeface="Times New Roman" panose="02020603050405020304" pitchFamily="18" charset="0"/>
                </a:rPr>
                <a:t>统计平均</a:t>
              </a:r>
            </a:p>
          </p:txBody>
        </p:sp>
      </p:grpSp>
      <p:sp>
        <p:nvSpPr>
          <p:cNvPr id="6151" name="Rectangle 11">
            <a:extLst>
              <a:ext uri="{FF2B5EF4-FFF2-40B4-BE49-F238E27FC236}">
                <a16:creationId xmlns:a16="http://schemas.microsoft.com/office/drawing/2014/main" id="{85D5BD71-22B4-77A9-DDF3-BFF03E256E53}"/>
              </a:ext>
            </a:extLst>
          </p:cNvPr>
          <p:cNvSpPr>
            <a:spLocks noChangeArrowheads="1"/>
          </p:cNvSpPr>
          <p:nvPr/>
        </p:nvSpPr>
        <p:spPr bwMode="auto">
          <a:xfrm>
            <a:off x="2843213" y="50800"/>
            <a:ext cx="3395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chemeClr val="bg1"/>
                </a:solidFill>
              </a:rPr>
              <a:t>微观量、宏观量</a:t>
            </a:r>
          </a:p>
        </p:txBody>
      </p:sp>
      <p:sp>
        <p:nvSpPr>
          <p:cNvPr id="2" name="文本框 1">
            <a:extLst>
              <a:ext uri="{FF2B5EF4-FFF2-40B4-BE49-F238E27FC236}">
                <a16:creationId xmlns:a16="http://schemas.microsoft.com/office/drawing/2014/main" id="{DE02A598-2FC2-3601-7EFA-96F964F51915}"/>
              </a:ext>
            </a:extLst>
          </p:cNvPr>
          <p:cNvSpPr txBox="1"/>
          <p:nvPr/>
        </p:nvSpPr>
        <p:spPr>
          <a:xfrm>
            <a:off x="761739" y="5122575"/>
            <a:ext cx="5258061" cy="584775"/>
          </a:xfrm>
          <a:prstGeom prst="rect">
            <a:avLst/>
          </a:prstGeom>
          <a:noFill/>
        </p:spPr>
        <p:txBody>
          <a:bodyPr wrap="square" rtlCol="0">
            <a:spAutoFit/>
          </a:bodyPr>
          <a:lstStyle/>
          <a:p>
            <a:r>
              <a:rPr lang="zh-CN" altLang="en-US" sz="3200" b="1" dirty="0">
                <a:solidFill>
                  <a:srgbClr val="002060"/>
                </a:solidFill>
                <a:latin typeface="Times New Roman" panose="02020603050405020304" pitchFamily="18" charset="0"/>
              </a:rPr>
              <a:t>气体的物态参量：</a:t>
            </a:r>
            <a:r>
              <a:rPr lang="en-US" altLang="zh-CN" sz="3200" b="1" dirty="0">
                <a:solidFill>
                  <a:srgbClr val="002060"/>
                </a:solidFill>
                <a:latin typeface="Times New Roman" panose="02020603050405020304" pitchFamily="18" charset="0"/>
              </a:rPr>
              <a:t>p</a:t>
            </a:r>
            <a:r>
              <a:rPr lang="zh-CN" altLang="en-US" sz="3200" b="1" dirty="0">
                <a:solidFill>
                  <a:srgbClr val="002060"/>
                </a:solidFill>
                <a:latin typeface="Times New Roman" panose="02020603050405020304" pitchFamily="18" charset="0"/>
              </a:rPr>
              <a:t>、</a:t>
            </a:r>
            <a:r>
              <a:rPr lang="en-US" altLang="zh-CN" sz="3200" b="1" dirty="0">
                <a:solidFill>
                  <a:srgbClr val="002060"/>
                </a:solidFill>
                <a:latin typeface="Times New Roman" panose="02020603050405020304" pitchFamily="18" charset="0"/>
              </a:rPr>
              <a:t>V</a:t>
            </a:r>
            <a:r>
              <a:rPr lang="zh-CN" altLang="en-US" sz="3200" b="1" dirty="0">
                <a:solidFill>
                  <a:srgbClr val="002060"/>
                </a:solidFill>
                <a:latin typeface="Times New Roman" panose="02020603050405020304" pitchFamily="18" charset="0"/>
              </a:rPr>
              <a:t>、</a:t>
            </a:r>
            <a:r>
              <a:rPr lang="en-US" altLang="zh-CN" sz="3200" b="1" dirty="0">
                <a:solidFill>
                  <a:srgbClr val="002060"/>
                </a:solidFill>
                <a:latin typeface="Times New Roman" panose="02020603050405020304" pitchFamily="18" charset="0"/>
              </a:rPr>
              <a:t>T</a:t>
            </a:r>
            <a:endParaRPr lang="zh-CN" altLang="en-US" dirty="0">
              <a:solidFill>
                <a:srgbClr val="002060"/>
              </a:solidFill>
            </a:endParaRPr>
          </a:p>
        </p:txBody>
      </p:sp>
      <p:graphicFrame>
        <p:nvGraphicFramePr>
          <p:cNvPr id="4" name="Object 23">
            <a:extLst>
              <a:ext uri="{FF2B5EF4-FFF2-40B4-BE49-F238E27FC236}">
                <a16:creationId xmlns:a16="http://schemas.microsoft.com/office/drawing/2014/main" id="{959F7800-1E5C-B633-D21B-DFF874F8C6AC}"/>
              </a:ext>
            </a:extLst>
          </p:cNvPr>
          <p:cNvGraphicFramePr>
            <a:graphicFrameLocks noChangeAspect="1"/>
          </p:cNvGraphicFramePr>
          <p:nvPr>
            <p:extLst>
              <p:ext uri="{D42A27DB-BD31-4B8C-83A1-F6EECF244321}">
                <p14:modId xmlns:p14="http://schemas.microsoft.com/office/powerpoint/2010/main" val="905800293"/>
              </p:ext>
            </p:extLst>
          </p:nvPr>
        </p:nvGraphicFramePr>
        <p:xfrm>
          <a:off x="6238875" y="5233363"/>
          <a:ext cx="1847850" cy="493712"/>
        </p:xfrm>
        <a:graphic>
          <a:graphicData uri="http://schemas.openxmlformats.org/presentationml/2006/ole">
            <mc:AlternateContent xmlns:mc="http://schemas.openxmlformats.org/markup-compatibility/2006">
              <mc:Choice xmlns:v="urn:schemas-microsoft-com:vml" Requires="v">
                <p:oleObj r:id="rId4" imgW="624927" imgH="144641" progId="Equation.3">
                  <p:embed/>
                </p:oleObj>
              </mc:Choice>
              <mc:Fallback>
                <p:oleObj r:id="rId4" imgW="624927" imgH="144641" progId="Equation.3">
                  <p:embed/>
                  <p:pic>
                    <p:nvPicPr>
                      <p:cNvPr id="7185" name="Object 23">
                        <a:extLst>
                          <a:ext uri="{FF2B5EF4-FFF2-40B4-BE49-F238E27FC236}">
                            <a16:creationId xmlns:a16="http://schemas.microsoft.com/office/drawing/2014/main" id="{EE4C6CD4-AA4E-8E7D-739C-F355333E2C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875" y="5233363"/>
                        <a:ext cx="1847850" cy="493712"/>
                      </a:xfrm>
                      <a:prstGeom prst="rect">
                        <a:avLst/>
                      </a:prstGeom>
                      <a:gradFill rotWithShape="0">
                        <a:gsLst>
                          <a:gs pos="0">
                            <a:srgbClr val="F1D8F4"/>
                          </a:gs>
                          <a:gs pos="50000">
                            <a:srgbClr val="FFFFFF"/>
                          </a:gs>
                          <a:gs pos="100000">
                            <a:srgbClr val="F1D8F4"/>
                          </a:gs>
                        </a:gsLst>
                        <a:lin ang="5400000" scaled="1"/>
                      </a:gradFill>
                      <a:ln w="12700">
                        <a:solidFill>
                          <a:srgbClr val="CC00FF"/>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03"/>
                                        </p:tgtEl>
                                        <p:attrNameLst>
                                          <p:attrName>style.visibility</p:attrName>
                                        </p:attrNameLst>
                                      </p:cBhvr>
                                      <p:to>
                                        <p:strVal val="visible"/>
                                      </p:to>
                                    </p:set>
                                    <p:animEffect transition="in" filter="blinds(horizontal)">
                                      <p:cBhvr>
                                        <p:cTn id="7" dur="500"/>
                                        <p:tgtEl>
                                          <p:spTgt spid="4103"/>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4102"/>
                                        </p:tgtEl>
                                        <p:attrNameLst>
                                          <p:attrName>style.visibility</p:attrName>
                                        </p:attrNameLst>
                                      </p:cBhvr>
                                      <p:to>
                                        <p:strVal val="visible"/>
                                      </p:to>
                                    </p:set>
                                    <p:animEffect transition="in" filter="blinds(horizontal)">
                                      <p:cBhvr>
                                        <p:cTn id="15"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animBg="1"/>
      <p:bldP spid="410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FC951650-2D5B-83CF-4CE6-B6EC32D2F59B}"/>
              </a:ext>
            </a:extLst>
          </p:cNvPr>
          <p:cNvSpPr txBox="1">
            <a:spLocks noChangeArrowheads="1"/>
          </p:cNvSpPr>
          <p:nvPr/>
        </p:nvSpPr>
        <p:spPr bwMode="auto">
          <a:xfrm>
            <a:off x="928688" y="3232150"/>
            <a:ext cx="76327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sz="3600" b="1" dirty="0">
              <a:solidFill>
                <a:srgbClr val="CC0000"/>
              </a:solidFill>
              <a:latin typeface="Times New Roman" panose="02020603050405020304" pitchFamily="18" charset="0"/>
            </a:endParaRPr>
          </a:p>
          <a:p>
            <a:pPr eaLnBrk="1" hangingPunct="1">
              <a:lnSpc>
                <a:spcPct val="120000"/>
              </a:lnSpc>
              <a:spcBef>
                <a:spcPct val="50000"/>
              </a:spcBef>
            </a:pPr>
            <a:r>
              <a:rPr lang="en-US" altLang="zh-CN" sz="3200" b="1" dirty="0">
                <a:solidFill>
                  <a:srgbClr val="000000"/>
                </a:solidFill>
                <a:latin typeface="Times New Roman" panose="02020603050405020304" pitchFamily="18" charset="0"/>
              </a:rPr>
              <a:t>        </a:t>
            </a:r>
            <a:r>
              <a:rPr lang="zh-CN" altLang="en-US" sz="3200" b="1">
                <a:solidFill>
                  <a:srgbClr val="003366"/>
                </a:solidFill>
                <a:latin typeface="Times New Roman" panose="02020603050405020304" pitchFamily="18" charset="0"/>
              </a:rPr>
              <a:t>如果物体</a:t>
            </a:r>
            <a:r>
              <a:rPr lang="en-US" altLang="zh-CN" sz="3200" b="1" dirty="0">
                <a:solidFill>
                  <a:srgbClr val="003366"/>
                </a:solidFill>
                <a:latin typeface="Times New Roman" panose="02020603050405020304" pitchFamily="18" charset="0"/>
              </a:rPr>
              <a:t>A</a:t>
            </a:r>
            <a:r>
              <a:rPr lang="zh-CN" altLang="en-US" sz="3200" b="1">
                <a:solidFill>
                  <a:srgbClr val="003366"/>
                </a:solidFill>
                <a:latin typeface="Times New Roman" panose="02020603050405020304" pitchFamily="18" charset="0"/>
              </a:rPr>
              <a:t>和</a:t>
            </a:r>
            <a:r>
              <a:rPr lang="en-US" altLang="zh-CN" sz="3200" b="1" dirty="0">
                <a:solidFill>
                  <a:srgbClr val="003366"/>
                </a:solidFill>
                <a:latin typeface="Times New Roman" panose="02020603050405020304" pitchFamily="18" charset="0"/>
              </a:rPr>
              <a:t>B</a:t>
            </a:r>
            <a:r>
              <a:rPr lang="zh-CN" altLang="en-US" sz="3200" b="1">
                <a:solidFill>
                  <a:srgbClr val="003366"/>
                </a:solidFill>
                <a:latin typeface="Times New Roman" panose="02020603050405020304" pitchFamily="18" charset="0"/>
              </a:rPr>
              <a:t>分别与物体</a:t>
            </a:r>
            <a:r>
              <a:rPr lang="en-US" altLang="zh-CN" sz="3200" b="1" dirty="0">
                <a:solidFill>
                  <a:srgbClr val="003366"/>
                </a:solidFill>
                <a:latin typeface="Times New Roman" panose="02020603050405020304" pitchFamily="18" charset="0"/>
              </a:rPr>
              <a:t>C</a:t>
            </a:r>
            <a:r>
              <a:rPr lang="zh-CN" altLang="en-US" sz="3200" b="1">
                <a:solidFill>
                  <a:srgbClr val="003366"/>
                </a:solidFill>
                <a:latin typeface="Times New Roman" panose="02020603050405020304" pitchFamily="18" charset="0"/>
              </a:rPr>
              <a:t>处于热平衡的状态，那么</a:t>
            </a:r>
            <a:r>
              <a:rPr lang="en-US" altLang="zh-CN" sz="3200" b="1" dirty="0">
                <a:solidFill>
                  <a:srgbClr val="003366"/>
                </a:solidFill>
                <a:latin typeface="Times New Roman" panose="02020603050405020304" pitchFamily="18" charset="0"/>
              </a:rPr>
              <a:t>A</a:t>
            </a:r>
            <a:r>
              <a:rPr lang="zh-CN" altLang="en-US" sz="3200" b="1">
                <a:solidFill>
                  <a:srgbClr val="003366"/>
                </a:solidFill>
                <a:latin typeface="Times New Roman" panose="02020603050405020304" pitchFamily="18" charset="0"/>
              </a:rPr>
              <a:t>和</a:t>
            </a:r>
            <a:r>
              <a:rPr lang="en-US" altLang="zh-CN" sz="3200" b="1" dirty="0">
                <a:solidFill>
                  <a:srgbClr val="003366"/>
                </a:solidFill>
                <a:latin typeface="Times New Roman" panose="02020603050405020304" pitchFamily="18" charset="0"/>
              </a:rPr>
              <a:t>B</a:t>
            </a:r>
            <a:r>
              <a:rPr lang="zh-CN" altLang="en-US" sz="3200" b="1">
                <a:solidFill>
                  <a:srgbClr val="003366"/>
                </a:solidFill>
                <a:latin typeface="Times New Roman" panose="02020603050405020304" pitchFamily="18" charset="0"/>
              </a:rPr>
              <a:t>之间也处于热平衡</a:t>
            </a:r>
            <a:r>
              <a:rPr lang="en-US" altLang="zh-CN" sz="3200" b="1" dirty="0">
                <a:solidFill>
                  <a:srgbClr val="003366"/>
                </a:solidFill>
                <a:latin typeface="Times New Roman" panose="02020603050405020304" pitchFamily="18" charset="0"/>
              </a:rPr>
              <a:t>.</a:t>
            </a:r>
          </a:p>
        </p:txBody>
      </p:sp>
      <p:sp>
        <p:nvSpPr>
          <p:cNvPr id="13315" name="Rectangle 5">
            <a:extLst>
              <a:ext uri="{FF2B5EF4-FFF2-40B4-BE49-F238E27FC236}">
                <a16:creationId xmlns:a16="http://schemas.microsoft.com/office/drawing/2014/main" id="{F7C49089-5E1C-49C1-65D9-5855ED68B086}"/>
              </a:ext>
            </a:extLst>
          </p:cNvPr>
          <p:cNvSpPr>
            <a:spLocks noChangeArrowheads="1"/>
          </p:cNvSpPr>
          <p:nvPr/>
        </p:nvSpPr>
        <p:spPr bwMode="auto">
          <a:xfrm>
            <a:off x="3059113" y="11113"/>
            <a:ext cx="3395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chemeClr val="bg1"/>
                </a:solidFill>
              </a:rPr>
              <a:t>热力学第零定律</a:t>
            </a:r>
          </a:p>
        </p:txBody>
      </p:sp>
      <p:sp>
        <p:nvSpPr>
          <p:cNvPr id="13316" name="Text Box 2">
            <a:extLst>
              <a:ext uri="{FF2B5EF4-FFF2-40B4-BE49-F238E27FC236}">
                <a16:creationId xmlns:a16="http://schemas.microsoft.com/office/drawing/2014/main" id="{304D1857-E903-299A-E2D0-7A537CF111E5}"/>
              </a:ext>
            </a:extLst>
          </p:cNvPr>
          <p:cNvSpPr txBox="1">
            <a:spLocks noChangeArrowheads="1"/>
          </p:cNvSpPr>
          <p:nvPr/>
        </p:nvSpPr>
        <p:spPr bwMode="auto">
          <a:xfrm>
            <a:off x="571500" y="214313"/>
            <a:ext cx="8143875"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sz="3600" b="1" dirty="0">
              <a:solidFill>
                <a:srgbClr val="CC0000"/>
              </a:solidFill>
              <a:latin typeface="Times New Roman" panose="02020603050405020304" pitchFamily="18" charset="0"/>
            </a:endParaRPr>
          </a:p>
          <a:p>
            <a:pPr eaLnBrk="1" hangingPunct="1">
              <a:lnSpc>
                <a:spcPct val="120000"/>
              </a:lnSpc>
              <a:spcBef>
                <a:spcPct val="50000"/>
              </a:spcBef>
            </a:pPr>
            <a:r>
              <a:rPr lang="en-US" altLang="zh-CN" sz="2400" b="1" dirty="0">
                <a:solidFill>
                  <a:srgbClr val="003366"/>
                </a:solidFill>
                <a:latin typeface="Times New Roman" panose="02020603050405020304" pitchFamily="18" charset="0"/>
              </a:rPr>
              <a:t>        </a:t>
            </a:r>
            <a:r>
              <a:rPr lang="zh-CN" altLang="en-US" sz="2400" b="1">
                <a:solidFill>
                  <a:srgbClr val="003366"/>
                </a:solidFill>
                <a:latin typeface="Times New Roman" panose="02020603050405020304" pitchFamily="18" charset="0"/>
              </a:rPr>
              <a:t>在没有做功的情况下，若两个物体在相互接触的过程中，有能量从一个物体传递给另一个物体，那么我们就说这两个物体之间有温差，当两个物体之间停止了能量传递后，它们就达到了热平衡，这时，它们的温度相等。</a:t>
            </a:r>
            <a:endParaRPr lang="en-US" altLang="zh-CN" sz="2400" b="1" dirty="0">
              <a:solidFill>
                <a:srgbClr val="003366"/>
              </a:solidFill>
              <a:latin typeface="Times New Roman" panose="02020603050405020304" pitchFamily="18" charset="0"/>
            </a:endParaRPr>
          </a:p>
        </p:txBody>
      </p:sp>
      <p:sp>
        <p:nvSpPr>
          <p:cNvPr id="13317" name="TextBox 4">
            <a:extLst>
              <a:ext uri="{FF2B5EF4-FFF2-40B4-BE49-F238E27FC236}">
                <a16:creationId xmlns:a16="http://schemas.microsoft.com/office/drawing/2014/main" id="{546ED444-BB0B-2296-D064-5610E27157B9}"/>
              </a:ext>
            </a:extLst>
          </p:cNvPr>
          <p:cNvSpPr txBox="1">
            <a:spLocks noChangeArrowheads="1"/>
          </p:cNvSpPr>
          <p:nvPr/>
        </p:nvSpPr>
        <p:spPr bwMode="auto">
          <a:xfrm>
            <a:off x="714375" y="3344863"/>
            <a:ext cx="557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003366"/>
                </a:solidFill>
              </a:rPr>
              <a:t>热力学第零定律：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8">
            <a:extLst>
              <a:ext uri="{FF2B5EF4-FFF2-40B4-BE49-F238E27FC236}">
                <a16:creationId xmlns:a16="http://schemas.microsoft.com/office/drawing/2014/main" id="{F26CF85F-B808-03C6-43A1-8F07FBFAFE71}"/>
              </a:ext>
            </a:extLst>
          </p:cNvPr>
          <p:cNvSpPr txBox="1">
            <a:spLocks noChangeArrowheads="1"/>
          </p:cNvSpPr>
          <p:nvPr/>
        </p:nvSpPr>
        <p:spPr bwMode="auto">
          <a:xfrm>
            <a:off x="2773363" y="115888"/>
            <a:ext cx="3238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b="1" dirty="0">
                <a:solidFill>
                  <a:srgbClr val="003366"/>
                </a:solidFill>
                <a:latin typeface="Times New Roman" panose="02020603050405020304" pitchFamily="18" charset="0"/>
              </a:rPr>
              <a:t>   </a:t>
            </a:r>
            <a:r>
              <a:rPr lang="zh-CN" altLang="en-US" sz="3600" b="1">
                <a:solidFill>
                  <a:schemeClr val="bg1"/>
                </a:solidFill>
                <a:latin typeface="Times New Roman" panose="02020603050405020304" pitchFamily="18" charset="0"/>
              </a:rPr>
              <a:t>平衡态</a:t>
            </a:r>
          </a:p>
        </p:txBody>
      </p:sp>
      <p:sp>
        <p:nvSpPr>
          <p:cNvPr id="8195" name="Text Box 9">
            <a:extLst>
              <a:ext uri="{FF2B5EF4-FFF2-40B4-BE49-F238E27FC236}">
                <a16:creationId xmlns:a16="http://schemas.microsoft.com/office/drawing/2014/main" id="{661A06E1-8AFD-508D-C791-7E9F5D106E5A}"/>
              </a:ext>
            </a:extLst>
          </p:cNvPr>
          <p:cNvSpPr txBox="1">
            <a:spLocks noChangeArrowheads="1"/>
          </p:cNvSpPr>
          <p:nvPr/>
        </p:nvSpPr>
        <p:spPr bwMode="auto">
          <a:xfrm>
            <a:off x="250825" y="908050"/>
            <a:ext cx="7991475"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3200" b="1" dirty="0">
                <a:solidFill>
                  <a:srgbClr val="003366"/>
                </a:solidFill>
                <a:latin typeface="Times New Roman" panose="02020603050405020304" pitchFamily="18" charset="0"/>
              </a:rPr>
              <a:t>        </a:t>
            </a:r>
            <a:r>
              <a:rPr lang="zh-CN" altLang="en-US" sz="3200" b="1">
                <a:solidFill>
                  <a:srgbClr val="003366"/>
                </a:solidFill>
                <a:latin typeface="Times New Roman" panose="02020603050405020304" pitchFamily="18" charset="0"/>
              </a:rPr>
              <a:t>一定量的气体，在不受外界的影响下，经过一定的时间，系统达到一个稳定的 宏观性质不随时间变化的状态称为平衡态</a:t>
            </a:r>
            <a:r>
              <a:rPr lang="en-US" altLang="zh-CN" sz="3200" b="1" dirty="0">
                <a:solidFill>
                  <a:srgbClr val="003366"/>
                </a:solidFill>
                <a:latin typeface="Times New Roman" panose="02020603050405020304" pitchFamily="18" charset="0"/>
              </a:rPr>
              <a:t>.</a:t>
            </a:r>
            <a:r>
              <a:rPr lang="zh-CN" altLang="en-US" sz="3200" b="1">
                <a:solidFill>
                  <a:srgbClr val="003366"/>
                </a:solidFill>
                <a:latin typeface="Times New Roman" panose="02020603050405020304" pitchFamily="18" charset="0"/>
              </a:rPr>
              <a:t>　</a:t>
            </a:r>
          </a:p>
        </p:txBody>
      </p:sp>
      <p:grpSp>
        <p:nvGrpSpPr>
          <p:cNvPr id="2" name="Group 10">
            <a:extLst>
              <a:ext uri="{FF2B5EF4-FFF2-40B4-BE49-F238E27FC236}">
                <a16:creationId xmlns:a16="http://schemas.microsoft.com/office/drawing/2014/main" id="{410BB82F-F52B-B7C6-4B9E-206A8294F6CE}"/>
              </a:ext>
            </a:extLst>
          </p:cNvPr>
          <p:cNvGrpSpPr>
            <a:grpSpLocks/>
          </p:cNvGrpSpPr>
          <p:nvPr/>
        </p:nvGrpSpPr>
        <p:grpSpPr bwMode="auto">
          <a:xfrm>
            <a:off x="6038850" y="3770313"/>
            <a:ext cx="2995613" cy="2971800"/>
            <a:chOff x="768" y="2112"/>
            <a:chExt cx="1887" cy="1872"/>
          </a:xfrm>
        </p:grpSpPr>
        <p:sp>
          <p:nvSpPr>
            <p:cNvPr id="8199" name="Line 11">
              <a:extLst>
                <a:ext uri="{FF2B5EF4-FFF2-40B4-BE49-F238E27FC236}">
                  <a16:creationId xmlns:a16="http://schemas.microsoft.com/office/drawing/2014/main" id="{CCC0E5A3-578C-A144-351D-5112AF67A860}"/>
                </a:ext>
              </a:extLst>
            </p:cNvPr>
            <p:cNvSpPr>
              <a:spLocks noChangeShapeType="1"/>
            </p:cNvSpPr>
            <p:nvPr/>
          </p:nvSpPr>
          <p:spPr bwMode="auto">
            <a:xfrm>
              <a:off x="816" y="3744"/>
              <a:ext cx="1776"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200" name="Line 12">
              <a:extLst>
                <a:ext uri="{FF2B5EF4-FFF2-40B4-BE49-F238E27FC236}">
                  <a16:creationId xmlns:a16="http://schemas.microsoft.com/office/drawing/2014/main" id="{9FE503C3-0EC1-22D6-D923-02A2721A7DA8}"/>
                </a:ext>
              </a:extLst>
            </p:cNvPr>
            <p:cNvSpPr>
              <a:spLocks noChangeShapeType="1"/>
            </p:cNvSpPr>
            <p:nvPr/>
          </p:nvSpPr>
          <p:spPr bwMode="auto">
            <a:xfrm flipV="1">
              <a:off x="816" y="2112"/>
              <a:ext cx="0" cy="1632"/>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201" name="Oval 13">
              <a:extLst>
                <a:ext uri="{FF2B5EF4-FFF2-40B4-BE49-F238E27FC236}">
                  <a16:creationId xmlns:a16="http://schemas.microsoft.com/office/drawing/2014/main" id="{95E1DA38-B516-4156-E923-247EDC19B2DE}"/>
                </a:ext>
              </a:extLst>
            </p:cNvPr>
            <p:cNvSpPr>
              <a:spLocks noChangeArrowheads="1"/>
            </p:cNvSpPr>
            <p:nvPr/>
          </p:nvSpPr>
          <p:spPr bwMode="auto">
            <a:xfrm>
              <a:off x="1200" y="2736"/>
              <a:ext cx="48" cy="48"/>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02" name="Oval 14">
              <a:extLst>
                <a:ext uri="{FF2B5EF4-FFF2-40B4-BE49-F238E27FC236}">
                  <a16:creationId xmlns:a16="http://schemas.microsoft.com/office/drawing/2014/main" id="{A938A2F8-5125-AF2A-4F76-6800E220912F}"/>
                </a:ext>
              </a:extLst>
            </p:cNvPr>
            <p:cNvSpPr>
              <a:spLocks noChangeArrowheads="1"/>
            </p:cNvSpPr>
            <p:nvPr/>
          </p:nvSpPr>
          <p:spPr bwMode="auto">
            <a:xfrm>
              <a:off x="1518" y="3312"/>
              <a:ext cx="48" cy="48"/>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203" name="Object 15">
              <a:extLst>
                <a:ext uri="{FF2B5EF4-FFF2-40B4-BE49-F238E27FC236}">
                  <a16:creationId xmlns:a16="http://schemas.microsoft.com/office/drawing/2014/main" id="{3C3CB58F-31F8-6DC3-F0C8-FE517DC4C990}"/>
                </a:ext>
              </a:extLst>
            </p:cNvPr>
            <p:cNvGraphicFramePr>
              <a:graphicFrameLocks noChangeAspect="1"/>
            </p:cNvGraphicFramePr>
            <p:nvPr/>
          </p:nvGraphicFramePr>
          <p:xfrm>
            <a:off x="870" y="2154"/>
            <a:ext cx="213" cy="253"/>
          </p:xfrm>
          <a:graphic>
            <a:graphicData uri="http://schemas.openxmlformats.org/presentationml/2006/ole">
              <mc:AlternateContent xmlns:mc="http://schemas.openxmlformats.org/markup-compatibility/2006">
                <mc:Choice xmlns:v="urn:schemas-microsoft-com:vml" Requires="v">
                  <p:oleObj r:id="rId2" imgW="175042" imgH="205989" progId="Equation.3">
                    <p:embed/>
                  </p:oleObj>
                </mc:Choice>
                <mc:Fallback>
                  <p:oleObj r:id="rId2" imgW="175042" imgH="205989" progId="Equation.3">
                    <p:embed/>
                    <p:pic>
                      <p:nvPicPr>
                        <p:cNvPr id="8203" name="Object 15">
                          <a:extLst>
                            <a:ext uri="{FF2B5EF4-FFF2-40B4-BE49-F238E27FC236}">
                              <a16:creationId xmlns:a16="http://schemas.microsoft.com/office/drawing/2014/main" id="{3C3CB58F-31F8-6DC3-F0C8-FE517DC4C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 y="2154"/>
                          <a:ext cx="213"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4" name="Object 16">
              <a:extLst>
                <a:ext uri="{FF2B5EF4-FFF2-40B4-BE49-F238E27FC236}">
                  <a16:creationId xmlns:a16="http://schemas.microsoft.com/office/drawing/2014/main" id="{8C8AF513-56D7-FC23-0D02-EA7D3536EB7D}"/>
                </a:ext>
              </a:extLst>
            </p:cNvPr>
            <p:cNvGraphicFramePr>
              <a:graphicFrameLocks noChangeAspect="1"/>
            </p:cNvGraphicFramePr>
            <p:nvPr/>
          </p:nvGraphicFramePr>
          <p:xfrm>
            <a:off x="2256" y="3744"/>
            <a:ext cx="215" cy="240"/>
          </p:xfrm>
          <a:graphic>
            <a:graphicData uri="http://schemas.openxmlformats.org/presentationml/2006/ole">
              <mc:AlternateContent xmlns:mc="http://schemas.openxmlformats.org/markup-compatibility/2006">
                <mc:Choice xmlns:v="urn:schemas-microsoft-com:vml" Requires="v">
                  <p:oleObj r:id="rId4" imgW="182880" imgH="205989" progId="Equation.3">
                    <p:embed/>
                  </p:oleObj>
                </mc:Choice>
                <mc:Fallback>
                  <p:oleObj r:id="rId4" imgW="182880" imgH="205989" progId="Equation.3">
                    <p:embed/>
                    <p:pic>
                      <p:nvPicPr>
                        <p:cNvPr id="8204" name="Object 16">
                          <a:extLst>
                            <a:ext uri="{FF2B5EF4-FFF2-40B4-BE49-F238E27FC236}">
                              <a16:creationId xmlns:a16="http://schemas.microsoft.com/office/drawing/2014/main" id="{8C8AF513-56D7-FC23-0D02-EA7D3536EB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6" y="3744"/>
                          <a:ext cx="2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5" name="Object 17">
              <a:extLst>
                <a:ext uri="{FF2B5EF4-FFF2-40B4-BE49-F238E27FC236}">
                  <a16:creationId xmlns:a16="http://schemas.microsoft.com/office/drawing/2014/main" id="{659CF4F0-447C-8460-2FBE-345174FC30C4}"/>
                </a:ext>
              </a:extLst>
            </p:cNvPr>
            <p:cNvGraphicFramePr>
              <a:graphicFrameLocks noChangeAspect="1"/>
            </p:cNvGraphicFramePr>
            <p:nvPr/>
          </p:nvGraphicFramePr>
          <p:xfrm>
            <a:off x="768" y="3744"/>
            <a:ext cx="166" cy="192"/>
          </p:xfrm>
          <a:graphic>
            <a:graphicData uri="http://schemas.openxmlformats.org/presentationml/2006/ole">
              <mc:AlternateContent xmlns:mc="http://schemas.openxmlformats.org/markup-compatibility/2006">
                <mc:Choice xmlns:v="urn:schemas-microsoft-com:vml" Requires="v">
                  <p:oleObj r:id="rId6" imgW="164957" imgH="190335" progId="Equation.3">
                    <p:embed/>
                  </p:oleObj>
                </mc:Choice>
                <mc:Fallback>
                  <p:oleObj r:id="rId6" imgW="164957" imgH="190335" progId="Equation.3">
                    <p:embed/>
                    <p:pic>
                      <p:nvPicPr>
                        <p:cNvPr id="8205" name="Object 17">
                          <a:extLst>
                            <a:ext uri="{FF2B5EF4-FFF2-40B4-BE49-F238E27FC236}">
                              <a16:creationId xmlns:a16="http://schemas.microsoft.com/office/drawing/2014/main" id="{659CF4F0-447C-8460-2FBE-345174FC30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 y="3744"/>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6" name="Object 18">
              <a:extLst>
                <a:ext uri="{FF2B5EF4-FFF2-40B4-BE49-F238E27FC236}">
                  <a16:creationId xmlns:a16="http://schemas.microsoft.com/office/drawing/2014/main" id="{566F9C3F-D6DF-C8B1-AB39-9D1C161BC039}"/>
                </a:ext>
              </a:extLst>
            </p:cNvPr>
            <p:cNvGraphicFramePr>
              <a:graphicFrameLocks noChangeAspect="1"/>
            </p:cNvGraphicFramePr>
            <p:nvPr/>
          </p:nvGraphicFramePr>
          <p:xfrm>
            <a:off x="1344" y="2609"/>
            <a:ext cx="912" cy="294"/>
          </p:xfrm>
          <a:graphic>
            <a:graphicData uri="http://schemas.openxmlformats.org/presentationml/2006/ole">
              <mc:AlternateContent xmlns:mc="http://schemas.openxmlformats.org/markup-compatibility/2006">
                <mc:Choice xmlns:v="urn:schemas-microsoft-com:vml" Requires="v">
                  <p:oleObj r:id="rId8" imgW="799969" imgH="266839" progId="Equation.3">
                    <p:embed/>
                  </p:oleObj>
                </mc:Choice>
                <mc:Fallback>
                  <p:oleObj r:id="rId8" imgW="799969" imgH="266839" progId="Equation.3">
                    <p:embed/>
                    <p:pic>
                      <p:nvPicPr>
                        <p:cNvPr id="8206" name="Object 18">
                          <a:extLst>
                            <a:ext uri="{FF2B5EF4-FFF2-40B4-BE49-F238E27FC236}">
                              <a16:creationId xmlns:a16="http://schemas.microsoft.com/office/drawing/2014/main" id="{566F9C3F-D6DF-C8B1-AB39-9D1C161BC03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44" y="2609"/>
                          <a:ext cx="91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07" name="Object 19">
              <a:extLst>
                <a:ext uri="{FF2B5EF4-FFF2-40B4-BE49-F238E27FC236}">
                  <a16:creationId xmlns:a16="http://schemas.microsoft.com/office/drawing/2014/main" id="{60D0317F-8BFF-CAEC-74BA-9ACAECEAD89D}"/>
                </a:ext>
              </a:extLst>
            </p:cNvPr>
            <p:cNvGraphicFramePr>
              <a:graphicFrameLocks noChangeAspect="1"/>
            </p:cNvGraphicFramePr>
            <p:nvPr/>
          </p:nvGraphicFramePr>
          <p:xfrm>
            <a:off x="1617" y="3114"/>
            <a:ext cx="1038" cy="359"/>
          </p:xfrm>
          <a:graphic>
            <a:graphicData uri="http://schemas.openxmlformats.org/presentationml/2006/ole">
              <mc:AlternateContent xmlns:mc="http://schemas.openxmlformats.org/markup-compatibility/2006">
                <mc:Choice xmlns:v="urn:schemas-microsoft-com:vml" Requires="v">
                  <p:oleObj r:id="rId10" imgW="899247" imgH="320206" progId="Equation.3">
                    <p:embed/>
                  </p:oleObj>
                </mc:Choice>
                <mc:Fallback>
                  <p:oleObj r:id="rId10" imgW="899247" imgH="320206" progId="Equation.3">
                    <p:embed/>
                    <p:pic>
                      <p:nvPicPr>
                        <p:cNvPr id="8207" name="Object 19">
                          <a:extLst>
                            <a:ext uri="{FF2B5EF4-FFF2-40B4-BE49-F238E27FC236}">
                              <a16:creationId xmlns:a16="http://schemas.microsoft.com/office/drawing/2014/main" id="{60D0317F-8BFF-CAEC-74BA-9ACAECEAD89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7" y="3114"/>
                          <a:ext cx="103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7188" name="Rectangle 20">
            <a:extLst>
              <a:ext uri="{FF2B5EF4-FFF2-40B4-BE49-F238E27FC236}">
                <a16:creationId xmlns:a16="http://schemas.microsoft.com/office/drawing/2014/main" id="{10CFE13D-8D2D-65FA-51E5-A93A4E4F2EC3}"/>
              </a:ext>
            </a:extLst>
          </p:cNvPr>
          <p:cNvSpPr>
            <a:spLocks noChangeArrowheads="1"/>
          </p:cNvSpPr>
          <p:nvPr/>
        </p:nvSpPr>
        <p:spPr bwMode="auto">
          <a:xfrm>
            <a:off x="466725" y="3087688"/>
            <a:ext cx="75549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3200" b="1" dirty="0">
                <a:solidFill>
                  <a:schemeClr val="hlink"/>
                </a:solidFill>
              </a:rPr>
              <a:t> </a:t>
            </a:r>
            <a:r>
              <a:rPr lang="zh-CN" altLang="en-US" sz="3200" b="1">
                <a:solidFill>
                  <a:srgbClr val="003366"/>
                </a:solidFill>
              </a:rPr>
              <a:t>对于处在平衡态的气体状态可以用一组</a:t>
            </a:r>
          </a:p>
          <a:p>
            <a:pPr eaLnBrk="1" hangingPunct="1">
              <a:buFont typeface="Wingdings" panose="05000000000000000000" pitchFamily="2" charset="2"/>
              <a:buNone/>
            </a:pPr>
            <a:r>
              <a:rPr lang="zh-CN" altLang="en-US" sz="3200" b="1">
                <a:solidFill>
                  <a:srgbClr val="003366"/>
                </a:solidFill>
              </a:rPr>
              <a:t>    </a:t>
            </a:r>
            <a:r>
              <a:rPr lang="en-US" altLang="zh-CN" sz="3200" b="1" dirty="0">
                <a:solidFill>
                  <a:srgbClr val="003366"/>
                </a:solidFill>
              </a:rPr>
              <a:t>P , V, T </a:t>
            </a:r>
            <a:r>
              <a:rPr lang="zh-CN" altLang="en-US" sz="3200" b="1">
                <a:solidFill>
                  <a:srgbClr val="003366"/>
                </a:solidFill>
              </a:rPr>
              <a:t>值来表示。</a:t>
            </a:r>
          </a:p>
        </p:txBody>
      </p:sp>
      <p:sp>
        <p:nvSpPr>
          <p:cNvPr id="7191" name="Rectangle 23">
            <a:extLst>
              <a:ext uri="{FF2B5EF4-FFF2-40B4-BE49-F238E27FC236}">
                <a16:creationId xmlns:a16="http://schemas.microsoft.com/office/drawing/2014/main" id="{8A3344B7-B78C-D460-7BD3-71781997DB5A}"/>
              </a:ext>
            </a:extLst>
          </p:cNvPr>
          <p:cNvSpPr>
            <a:spLocks noChangeArrowheads="1"/>
          </p:cNvSpPr>
          <p:nvPr/>
        </p:nvSpPr>
        <p:spPr bwMode="auto">
          <a:xfrm>
            <a:off x="466725" y="4738688"/>
            <a:ext cx="57848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3200" b="1" dirty="0">
                <a:solidFill>
                  <a:schemeClr val="hlink"/>
                </a:solidFill>
              </a:rPr>
              <a:t> </a:t>
            </a:r>
            <a:r>
              <a:rPr lang="zh-CN" altLang="en-US" sz="3200" b="1">
                <a:solidFill>
                  <a:srgbClr val="003366"/>
                </a:solidFill>
              </a:rPr>
              <a:t>平衡态可以在</a:t>
            </a:r>
            <a:r>
              <a:rPr lang="en-US" altLang="zh-CN" sz="3200" b="1" dirty="0">
                <a:solidFill>
                  <a:srgbClr val="003366"/>
                </a:solidFill>
              </a:rPr>
              <a:t>P-V</a:t>
            </a:r>
            <a:r>
              <a:rPr lang="zh-CN" altLang="en-US" sz="3200" b="1">
                <a:solidFill>
                  <a:srgbClr val="003366"/>
                </a:solidFill>
              </a:rPr>
              <a:t>图上用一个</a:t>
            </a:r>
          </a:p>
          <a:p>
            <a:pPr eaLnBrk="1" hangingPunct="1">
              <a:buFont typeface="Wingdings" panose="05000000000000000000" pitchFamily="2" charset="2"/>
              <a:buNone/>
            </a:pPr>
            <a:r>
              <a:rPr lang="zh-CN" altLang="en-US" sz="3200" b="1">
                <a:solidFill>
                  <a:srgbClr val="003366"/>
                </a:solidFill>
              </a:rPr>
              <a:t>     确定的点来表示。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88"/>
                                        </p:tgtEl>
                                        <p:attrNameLst>
                                          <p:attrName>style.visibility</p:attrName>
                                        </p:attrNameLst>
                                      </p:cBhvr>
                                      <p:to>
                                        <p:strVal val="visible"/>
                                      </p:to>
                                    </p:set>
                                    <p:animEffect transition="in" filter="blinds(horizontal)">
                                      <p:cBhvr>
                                        <p:cTn id="7" dur="500"/>
                                        <p:tgtEl>
                                          <p:spTgt spid="7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91"/>
                                        </p:tgtEl>
                                        <p:attrNameLst>
                                          <p:attrName>style.visibility</p:attrName>
                                        </p:attrNameLst>
                                      </p:cBhvr>
                                      <p:to>
                                        <p:strVal val="visible"/>
                                      </p:to>
                                    </p:set>
                                    <p:animEffect transition="in" filter="blinds(horizontal)">
                                      <p:cBhvr>
                                        <p:cTn id="12" dur="500"/>
                                        <p:tgtEl>
                                          <p:spTgt spid="71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 grpId="0"/>
      <p:bldP spid="7191"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5090" name="Rectangle 2">
            <a:extLst>
              <a:ext uri="{FF2B5EF4-FFF2-40B4-BE49-F238E27FC236}">
                <a16:creationId xmlns:a16="http://schemas.microsoft.com/office/drawing/2014/main" id="{B88D6FEE-7B91-1706-8844-D1A341D626A3}"/>
              </a:ext>
            </a:extLst>
          </p:cNvPr>
          <p:cNvSpPr>
            <a:spLocks noChangeArrowheads="1"/>
          </p:cNvSpPr>
          <p:nvPr/>
        </p:nvSpPr>
        <p:spPr bwMode="auto">
          <a:xfrm>
            <a:off x="5257800" y="457200"/>
            <a:ext cx="3276600" cy="1219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a:solidFill>
                  <a:srgbClr val="000000"/>
                </a:solidFill>
                <a:latin typeface="楷体_GB2312" pitchFamily="49" charset="-122"/>
                <a:ea typeface="楷体_GB2312" pitchFamily="49" charset="-122"/>
              </a:rPr>
              <a:t>玻</a:t>
            </a:r>
            <a:r>
              <a:rPr lang="en-US" altLang="zh-CN" sz="3200" dirty="0">
                <a:solidFill>
                  <a:srgbClr val="000000"/>
                </a:solidFill>
                <a:ea typeface="楷体_GB2312" pitchFamily="49" charset="-122"/>
              </a:rPr>
              <a:t>—</a:t>
            </a:r>
            <a:r>
              <a:rPr lang="zh-CN" altLang="en-US" sz="3200">
                <a:solidFill>
                  <a:srgbClr val="000000"/>
                </a:solidFill>
                <a:latin typeface="楷体_GB2312" pitchFamily="49" charset="-122"/>
                <a:ea typeface="楷体_GB2312" pitchFamily="49" charset="-122"/>
              </a:rPr>
              <a:t>马定律</a:t>
            </a:r>
          </a:p>
          <a:p>
            <a:pPr algn="ctr" eaLnBrk="1" hangingPunct="1"/>
            <a:r>
              <a:rPr lang="en-US" altLang="zh-CN" sz="3200" i="1" dirty="0">
                <a:solidFill>
                  <a:srgbClr val="000000"/>
                </a:solidFill>
                <a:latin typeface="Times New Roman" panose="02020603050405020304" pitchFamily="18" charset="0"/>
                <a:ea typeface="楷体_GB2312" pitchFamily="49" charset="-122"/>
              </a:rPr>
              <a:t>PV</a:t>
            </a:r>
            <a:r>
              <a:rPr lang="en-US" altLang="zh-CN" sz="3200" dirty="0">
                <a:solidFill>
                  <a:srgbClr val="000000"/>
                </a:solidFill>
                <a:latin typeface="Times New Roman" panose="02020603050405020304" pitchFamily="18" charset="0"/>
                <a:ea typeface="楷体_GB2312" pitchFamily="49" charset="-122"/>
              </a:rPr>
              <a:t>=</a:t>
            </a:r>
            <a:r>
              <a:rPr lang="zh-CN" altLang="en-US" sz="3200">
                <a:solidFill>
                  <a:srgbClr val="000000"/>
                </a:solidFill>
                <a:latin typeface="Times New Roman" panose="02020603050405020304" pitchFamily="18" charset="0"/>
                <a:ea typeface="楷体_GB2312" pitchFamily="49" charset="-122"/>
              </a:rPr>
              <a:t>常数</a:t>
            </a:r>
          </a:p>
        </p:txBody>
      </p:sp>
      <p:sp>
        <p:nvSpPr>
          <p:cNvPr id="345091" name="Rectangle 3">
            <a:extLst>
              <a:ext uri="{FF2B5EF4-FFF2-40B4-BE49-F238E27FC236}">
                <a16:creationId xmlns:a16="http://schemas.microsoft.com/office/drawing/2014/main" id="{F4983978-C038-5810-38BC-955F9B492AE3}"/>
              </a:ext>
            </a:extLst>
          </p:cNvPr>
          <p:cNvSpPr>
            <a:spLocks noChangeArrowheads="1"/>
          </p:cNvSpPr>
          <p:nvPr/>
        </p:nvSpPr>
        <p:spPr bwMode="auto">
          <a:xfrm>
            <a:off x="5257800" y="2133600"/>
            <a:ext cx="3276600" cy="1219200"/>
          </a:xfrm>
          <a:prstGeom prst="rect">
            <a:avLst/>
          </a:prstGeom>
          <a:solidFill>
            <a:srgbClr val="CCFF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a:solidFill>
                  <a:srgbClr val="000000"/>
                </a:solidFill>
                <a:latin typeface="楷体_GB2312" pitchFamily="49" charset="-122"/>
                <a:ea typeface="楷体_GB2312" pitchFamily="49" charset="-122"/>
              </a:rPr>
              <a:t>盖</a:t>
            </a:r>
            <a:r>
              <a:rPr lang="en-US" altLang="zh-CN" sz="3200" dirty="0">
                <a:solidFill>
                  <a:srgbClr val="000000"/>
                </a:solidFill>
                <a:ea typeface="楷体_GB2312" pitchFamily="49" charset="-122"/>
              </a:rPr>
              <a:t>—</a:t>
            </a:r>
            <a:r>
              <a:rPr lang="zh-CN" altLang="en-US" sz="3200">
                <a:solidFill>
                  <a:srgbClr val="000000"/>
                </a:solidFill>
                <a:latin typeface="楷体_GB2312" pitchFamily="49" charset="-122"/>
                <a:ea typeface="楷体_GB2312" pitchFamily="49" charset="-122"/>
              </a:rPr>
              <a:t>吕萨克定律</a:t>
            </a:r>
          </a:p>
          <a:p>
            <a:pPr algn="ctr" eaLnBrk="1" hangingPunct="1"/>
            <a:r>
              <a:rPr lang="en-US" altLang="zh-CN" sz="3200" i="1" dirty="0">
                <a:solidFill>
                  <a:srgbClr val="000000"/>
                </a:solidFill>
                <a:latin typeface="Times New Roman" panose="02020603050405020304" pitchFamily="18" charset="0"/>
                <a:ea typeface="楷体_GB2312" pitchFamily="49" charset="-122"/>
              </a:rPr>
              <a:t>V/T</a:t>
            </a:r>
            <a:r>
              <a:rPr lang="en-US" altLang="zh-CN" sz="3200" dirty="0">
                <a:solidFill>
                  <a:srgbClr val="000000"/>
                </a:solidFill>
                <a:latin typeface="Times New Roman" panose="02020603050405020304" pitchFamily="18" charset="0"/>
                <a:ea typeface="楷体_GB2312" pitchFamily="49" charset="-122"/>
              </a:rPr>
              <a:t>=</a:t>
            </a:r>
            <a:r>
              <a:rPr lang="zh-CN" altLang="en-US" sz="3200">
                <a:solidFill>
                  <a:srgbClr val="000000"/>
                </a:solidFill>
                <a:latin typeface="Times New Roman" panose="02020603050405020304" pitchFamily="18" charset="0"/>
                <a:ea typeface="楷体_GB2312" pitchFamily="49" charset="-122"/>
              </a:rPr>
              <a:t>常数</a:t>
            </a:r>
          </a:p>
        </p:txBody>
      </p:sp>
      <p:sp>
        <p:nvSpPr>
          <p:cNvPr id="345092" name="Rectangle 4">
            <a:extLst>
              <a:ext uri="{FF2B5EF4-FFF2-40B4-BE49-F238E27FC236}">
                <a16:creationId xmlns:a16="http://schemas.microsoft.com/office/drawing/2014/main" id="{AC1A02EB-8AEE-1215-7C92-1E9ECE5B8BFE}"/>
              </a:ext>
            </a:extLst>
          </p:cNvPr>
          <p:cNvSpPr>
            <a:spLocks noChangeArrowheads="1"/>
          </p:cNvSpPr>
          <p:nvPr/>
        </p:nvSpPr>
        <p:spPr bwMode="auto">
          <a:xfrm>
            <a:off x="5257800" y="3962400"/>
            <a:ext cx="3276600" cy="1219200"/>
          </a:xfrm>
          <a:prstGeom prst="rect">
            <a:avLst/>
          </a:prstGeom>
          <a:solidFill>
            <a:srgbClr val="FFE36D"/>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a:solidFill>
                  <a:srgbClr val="000000"/>
                </a:solidFill>
                <a:latin typeface="楷体_GB2312" pitchFamily="49" charset="-122"/>
                <a:ea typeface="楷体_GB2312" pitchFamily="49" charset="-122"/>
              </a:rPr>
              <a:t>查理定律</a:t>
            </a:r>
          </a:p>
          <a:p>
            <a:pPr algn="ctr" eaLnBrk="1" hangingPunct="1"/>
            <a:r>
              <a:rPr lang="en-US" altLang="zh-CN" sz="3200" i="1" dirty="0">
                <a:solidFill>
                  <a:srgbClr val="000000"/>
                </a:solidFill>
                <a:latin typeface="Times New Roman" panose="02020603050405020304" pitchFamily="18" charset="0"/>
                <a:ea typeface="楷体_GB2312" pitchFamily="49" charset="-122"/>
              </a:rPr>
              <a:t>P/T</a:t>
            </a:r>
            <a:r>
              <a:rPr lang="en-US" altLang="zh-CN" sz="3200" dirty="0">
                <a:solidFill>
                  <a:srgbClr val="000000"/>
                </a:solidFill>
                <a:latin typeface="楷体_GB2312" pitchFamily="49" charset="-122"/>
                <a:ea typeface="楷体_GB2312" pitchFamily="49" charset="-122"/>
              </a:rPr>
              <a:t>=</a:t>
            </a:r>
            <a:r>
              <a:rPr lang="zh-CN" altLang="en-US" sz="3200">
                <a:solidFill>
                  <a:srgbClr val="000000"/>
                </a:solidFill>
                <a:latin typeface="Times New Roman" panose="02020603050405020304" pitchFamily="18" charset="0"/>
                <a:ea typeface="楷体_GB2312" pitchFamily="49" charset="-122"/>
              </a:rPr>
              <a:t>常数</a:t>
            </a:r>
          </a:p>
        </p:txBody>
      </p:sp>
      <p:grpSp>
        <p:nvGrpSpPr>
          <p:cNvPr id="2" name="Group 5">
            <a:extLst>
              <a:ext uri="{FF2B5EF4-FFF2-40B4-BE49-F238E27FC236}">
                <a16:creationId xmlns:a16="http://schemas.microsoft.com/office/drawing/2014/main" id="{1076255D-32A5-29FD-184D-E47D98C7B380}"/>
              </a:ext>
            </a:extLst>
          </p:cNvPr>
          <p:cNvGrpSpPr>
            <a:grpSpLocks/>
          </p:cNvGrpSpPr>
          <p:nvPr/>
        </p:nvGrpSpPr>
        <p:grpSpPr bwMode="auto">
          <a:xfrm>
            <a:off x="3657600" y="533400"/>
            <a:ext cx="1600200" cy="2286000"/>
            <a:chOff x="2304" y="816"/>
            <a:chExt cx="1008" cy="1440"/>
          </a:xfrm>
        </p:grpSpPr>
        <p:sp>
          <p:nvSpPr>
            <p:cNvPr id="10258" name="Line 6">
              <a:extLst>
                <a:ext uri="{FF2B5EF4-FFF2-40B4-BE49-F238E27FC236}">
                  <a16:creationId xmlns:a16="http://schemas.microsoft.com/office/drawing/2014/main" id="{506F2E3B-154A-1EE0-D01E-C8FCC596AA97}"/>
                </a:ext>
              </a:extLst>
            </p:cNvPr>
            <p:cNvSpPr>
              <a:spLocks noChangeShapeType="1"/>
            </p:cNvSpPr>
            <p:nvPr/>
          </p:nvSpPr>
          <p:spPr bwMode="auto">
            <a:xfrm>
              <a:off x="2304" y="1152"/>
              <a:ext cx="1008" cy="0"/>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 name="Line 7">
              <a:extLst>
                <a:ext uri="{FF2B5EF4-FFF2-40B4-BE49-F238E27FC236}">
                  <a16:creationId xmlns:a16="http://schemas.microsoft.com/office/drawing/2014/main" id="{ABDD88C2-1C92-4510-DF6B-05F52F2CE677}"/>
                </a:ext>
              </a:extLst>
            </p:cNvPr>
            <p:cNvSpPr>
              <a:spLocks noChangeShapeType="1"/>
            </p:cNvSpPr>
            <p:nvPr/>
          </p:nvSpPr>
          <p:spPr bwMode="auto">
            <a:xfrm flipV="1">
              <a:off x="2304" y="1152"/>
              <a:ext cx="0" cy="1104"/>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Text Box 8">
              <a:extLst>
                <a:ext uri="{FF2B5EF4-FFF2-40B4-BE49-F238E27FC236}">
                  <a16:creationId xmlns:a16="http://schemas.microsoft.com/office/drawing/2014/main" id="{549E61D4-202A-31EF-F23E-19221CF506AE}"/>
                </a:ext>
              </a:extLst>
            </p:cNvPr>
            <p:cNvSpPr txBox="1">
              <a:spLocks noChangeArrowheads="1"/>
            </p:cNvSpPr>
            <p:nvPr/>
          </p:nvSpPr>
          <p:spPr bwMode="auto">
            <a:xfrm>
              <a:off x="2400" y="816"/>
              <a:ext cx="720" cy="347"/>
            </a:xfrm>
            <a:prstGeom prst="rect">
              <a:avLst/>
            </a:prstGeom>
            <a:solidFill>
              <a:srgbClr val="CC99FF"/>
            </a:solidFill>
            <a:ln w="31750">
              <a:solidFill>
                <a:srgbClr val="000066"/>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i="1" dirty="0">
                  <a:solidFill>
                    <a:srgbClr val="000000"/>
                  </a:solidFill>
                  <a:latin typeface="Times New Roman" panose="02020603050405020304" pitchFamily="18" charset="0"/>
                  <a:ea typeface="楷体_GB2312" pitchFamily="49" charset="-122"/>
                </a:rPr>
                <a:t>T</a:t>
              </a:r>
              <a:r>
                <a:rPr lang="zh-CN" altLang="en-US" sz="2400">
                  <a:solidFill>
                    <a:srgbClr val="000000"/>
                  </a:solidFill>
                  <a:latin typeface="Times New Roman" panose="02020603050405020304" pitchFamily="18" charset="0"/>
                  <a:ea typeface="楷体_GB2312" pitchFamily="49" charset="-122"/>
                </a:rPr>
                <a:t>不变</a:t>
              </a:r>
            </a:p>
          </p:txBody>
        </p:sp>
      </p:grpSp>
      <p:grpSp>
        <p:nvGrpSpPr>
          <p:cNvPr id="3" name="Group 9">
            <a:extLst>
              <a:ext uri="{FF2B5EF4-FFF2-40B4-BE49-F238E27FC236}">
                <a16:creationId xmlns:a16="http://schemas.microsoft.com/office/drawing/2014/main" id="{D51F1020-A5A1-B6EC-2AD7-BF8D73F1B779}"/>
              </a:ext>
            </a:extLst>
          </p:cNvPr>
          <p:cNvGrpSpPr>
            <a:grpSpLocks/>
          </p:cNvGrpSpPr>
          <p:nvPr/>
        </p:nvGrpSpPr>
        <p:grpSpPr bwMode="auto">
          <a:xfrm>
            <a:off x="3657600" y="2209800"/>
            <a:ext cx="1600200" cy="609600"/>
            <a:chOff x="2304" y="1872"/>
            <a:chExt cx="1008" cy="384"/>
          </a:xfrm>
        </p:grpSpPr>
        <p:sp>
          <p:nvSpPr>
            <p:cNvPr id="10256" name="Line 10">
              <a:extLst>
                <a:ext uri="{FF2B5EF4-FFF2-40B4-BE49-F238E27FC236}">
                  <a16:creationId xmlns:a16="http://schemas.microsoft.com/office/drawing/2014/main" id="{EBEE61BA-B2DE-8FE2-9F70-5402E680C275}"/>
                </a:ext>
              </a:extLst>
            </p:cNvPr>
            <p:cNvSpPr>
              <a:spLocks noChangeShapeType="1"/>
            </p:cNvSpPr>
            <p:nvPr/>
          </p:nvSpPr>
          <p:spPr bwMode="auto">
            <a:xfrm>
              <a:off x="2304" y="2256"/>
              <a:ext cx="1008" cy="0"/>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 name="Text Box 11">
              <a:extLst>
                <a:ext uri="{FF2B5EF4-FFF2-40B4-BE49-F238E27FC236}">
                  <a16:creationId xmlns:a16="http://schemas.microsoft.com/office/drawing/2014/main" id="{93555EAA-214A-4E65-8917-EBC6F76D010E}"/>
                </a:ext>
              </a:extLst>
            </p:cNvPr>
            <p:cNvSpPr txBox="1">
              <a:spLocks noChangeArrowheads="1"/>
            </p:cNvSpPr>
            <p:nvPr/>
          </p:nvSpPr>
          <p:spPr bwMode="auto">
            <a:xfrm>
              <a:off x="2400" y="1872"/>
              <a:ext cx="727" cy="371"/>
            </a:xfrm>
            <a:prstGeom prst="rect">
              <a:avLst/>
            </a:prstGeom>
            <a:solidFill>
              <a:srgbClr val="CC99FF"/>
            </a:solidFill>
            <a:ln w="9525">
              <a:solidFill>
                <a:srgbClr val="000066"/>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i="1" dirty="0">
                  <a:solidFill>
                    <a:srgbClr val="000000"/>
                  </a:solidFill>
                  <a:latin typeface="Times New Roman" panose="02020603050405020304" pitchFamily="18" charset="0"/>
                  <a:ea typeface="楷体_GB2312" pitchFamily="49" charset="-122"/>
                </a:rPr>
                <a:t>P</a:t>
              </a:r>
              <a:r>
                <a:rPr lang="zh-CN" altLang="en-US" sz="2400">
                  <a:solidFill>
                    <a:srgbClr val="000000"/>
                  </a:solidFill>
                  <a:latin typeface="Times New Roman" panose="02020603050405020304" pitchFamily="18" charset="0"/>
                  <a:ea typeface="楷体_GB2312" pitchFamily="49" charset="-122"/>
                </a:rPr>
                <a:t>不变</a:t>
              </a:r>
            </a:p>
          </p:txBody>
        </p:sp>
      </p:grpSp>
      <p:grpSp>
        <p:nvGrpSpPr>
          <p:cNvPr id="4" name="Group 12">
            <a:extLst>
              <a:ext uri="{FF2B5EF4-FFF2-40B4-BE49-F238E27FC236}">
                <a16:creationId xmlns:a16="http://schemas.microsoft.com/office/drawing/2014/main" id="{EB5B94B8-2719-5242-A732-16E502BE0B21}"/>
              </a:ext>
            </a:extLst>
          </p:cNvPr>
          <p:cNvGrpSpPr>
            <a:grpSpLocks/>
          </p:cNvGrpSpPr>
          <p:nvPr/>
        </p:nvGrpSpPr>
        <p:grpSpPr bwMode="auto">
          <a:xfrm>
            <a:off x="3657600" y="2819400"/>
            <a:ext cx="1600200" cy="1828800"/>
            <a:chOff x="2208" y="2784"/>
            <a:chExt cx="1008" cy="1152"/>
          </a:xfrm>
        </p:grpSpPr>
        <p:sp>
          <p:nvSpPr>
            <p:cNvPr id="10253" name="Line 13">
              <a:extLst>
                <a:ext uri="{FF2B5EF4-FFF2-40B4-BE49-F238E27FC236}">
                  <a16:creationId xmlns:a16="http://schemas.microsoft.com/office/drawing/2014/main" id="{6A3EE645-39FF-65C2-9C22-490EEC285D89}"/>
                </a:ext>
              </a:extLst>
            </p:cNvPr>
            <p:cNvSpPr>
              <a:spLocks noChangeShapeType="1"/>
            </p:cNvSpPr>
            <p:nvPr/>
          </p:nvSpPr>
          <p:spPr bwMode="auto">
            <a:xfrm>
              <a:off x="2208" y="2784"/>
              <a:ext cx="0" cy="1152"/>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 name="Line 14">
              <a:extLst>
                <a:ext uri="{FF2B5EF4-FFF2-40B4-BE49-F238E27FC236}">
                  <a16:creationId xmlns:a16="http://schemas.microsoft.com/office/drawing/2014/main" id="{72326396-A166-5CBB-7F21-FC1CD43E0656}"/>
                </a:ext>
              </a:extLst>
            </p:cNvPr>
            <p:cNvSpPr>
              <a:spLocks noChangeShapeType="1"/>
            </p:cNvSpPr>
            <p:nvPr/>
          </p:nvSpPr>
          <p:spPr bwMode="auto">
            <a:xfrm>
              <a:off x="2208" y="3936"/>
              <a:ext cx="1008" cy="0"/>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 name="Text Box 15">
              <a:extLst>
                <a:ext uri="{FF2B5EF4-FFF2-40B4-BE49-F238E27FC236}">
                  <a16:creationId xmlns:a16="http://schemas.microsoft.com/office/drawing/2014/main" id="{1ECB1BF8-B097-666A-33B4-A6D5C0D230BD}"/>
                </a:ext>
              </a:extLst>
            </p:cNvPr>
            <p:cNvSpPr txBox="1">
              <a:spLocks noChangeArrowheads="1"/>
            </p:cNvSpPr>
            <p:nvPr/>
          </p:nvSpPr>
          <p:spPr bwMode="auto">
            <a:xfrm>
              <a:off x="2407" y="3559"/>
              <a:ext cx="662" cy="371"/>
            </a:xfrm>
            <a:prstGeom prst="rect">
              <a:avLst/>
            </a:prstGeom>
            <a:solidFill>
              <a:srgbClr val="CC99FF"/>
            </a:solidFill>
            <a:ln w="9525">
              <a:solidFill>
                <a:srgbClr val="000066"/>
              </a:solidFill>
              <a:miter lim="800000"/>
              <a:headEnd/>
              <a:tailEnd/>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3200" i="1" dirty="0">
                  <a:solidFill>
                    <a:srgbClr val="000000"/>
                  </a:solidFill>
                  <a:latin typeface="Times New Roman" panose="02020603050405020304" pitchFamily="18" charset="0"/>
                  <a:ea typeface="楷体_GB2312" pitchFamily="49" charset="-122"/>
                </a:rPr>
                <a:t>V</a:t>
              </a:r>
              <a:r>
                <a:rPr lang="zh-CN" altLang="en-US" sz="2400">
                  <a:solidFill>
                    <a:srgbClr val="000000"/>
                  </a:solidFill>
                  <a:latin typeface="Times New Roman" panose="02020603050405020304" pitchFamily="18" charset="0"/>
                  <a:ea typeface="楷体_GB2312" pitchFamily="49" charset="-122"/>
                </a:rPr>
                <a:t>不变</a:t>
              </a:r>
            </a:p>
          </p:txBody>
        </p:sp>
      </p:grpSp>
      <p:sp>
        <p:nvSpPr>
          <p:cNvPr id="345104" name="Rectangle 16">
            <a:extLst>
              <a:ext uri="{FF2B5EF4-FFF2-40B4-BE49-F238E27FC236}">
                <a16:creationId xmlns:a16="http://schemas.microsoft.com/office/drawing/2014/main" id="{B48B0FEE-1DC8-F1E1-5607-D4ED31D877A5}"/>
              </a:ext>
            </a:extLst>
          </p:cNvPr>
          <p:cNvSpPr>
            <a:spLocks noChangeArrowheads="1"/>
          </p:cNvSpPr>
          <p:nvPr/>
        </p:nvSpPr>
        <p:spPr bwMode="auto">
          <a:xfrm>
            <a:off x="381000" y="4495800"/>
            <a:ext cx="60960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i="1" dirty="0">
                <a:solidFill>
                  <a:srgbClr val="000000"/>
                </a:solidFill>
                <a:latin typeface="Times New Roman" panose="02020603050405020304" pitchFamily="18" charset="0"/>
                <a:ea typeface="楷体_GB2312" pitchFamily="49" charset="-122"/>
              </a:rPr>
              <a:t>M</a:t>
            </a:r>
            <a:r>
              <a:rPr lang="zh-CN" altLang="en-US" sz="2800" b="1" dirty="0">
                <a:solidFill>
                  <a:srgbClr val="000000"/>
                </a:solidFill>
                <a:latin typeface="Times New Roman" panose="02020603050405020304" pitchFamily="18" charset="0"/>
                <a:ea typeface="楷体_GB2312" pitchFamily="49" charset="-122"/>
              </a:rPr>
              <a:t>为气体的质量，</a:t>
            </a:r>
          </a:p>
          <a:p>
            <a:pPr eaLnBrk="1" hangingPunct="1">
              <a:spcBef>
                <a:spcPct val="50000"/>
              </a:spcBef>
            </a:pPr>
            <a:r>
              <a:rPr lang="en-US" altLang="zh-CN" sz="2800" b="1" i="1" dirty="0">
                <a:solidFill>
                  <a:srgbClr val="000000"/>
                </a:solidFill>
                <a:latin typeface="Times New Roman" panose="02020603050405020304" pitchFamily="18" charset="0"/>
                <a:ea typeface="楷体_GB2312" pitchFamily="49" charset="-122"/>
              </a:rPr>
              <a:t>M</a:t>
            </a:r>
            <a:r>
              <a:rPr lang="en-US" altLang="zh-CN" sz="2800" b="1" i="1" baseline="-25000" dirty="0">
                <a:solidFill>
                  <a:srgbClr val="000000"/>
                </a:solidFill>
                <a:latin typeface="Times New Roman" panose="02020603050405020304" pitchFamily="18" charset="0"/>
                <a:ea typeface="楷体_GB2312" pitchFamily="49" charset="-122"/>
              </a:rPr>
              <a:t>mol</a:t>
            </a:r>
            <a:r>
              <a:rPr lang="zh-CN" altLang="en-US" sz="2800" b="1" dirty="0">
                <a:solidFill>
                  <a:srgbClr val="000000"/>
                </a:solidFill>
                <a:latin typeface="Times New Roman" panose="02020603050405020304" pitchFamily="18" charset="0"/>
                <a:ea typeface="楷体_GB2312" pitchFamily="49" charset="-122"/>
              </a:rPr>
              <a:t>为气体的摩尔质量。</a:t>
            </a:r>
          </a:p>
          <a:p>
            <a:pPr eaLnBrk="1" hangingPunct="1">
              <a:spcBef>
                <a:spcPct val="50000"/>
              </a:spcBef>
            </a:pPr>
            <a:r>
              <a:rPr lang="en-US" altLang="zh-CN" sz="2800" b="1" i="1" dirty="0">
                <a:solidFill>
                  <a:srgbClr val="000000"/>
                </a:solidFill>
                <a:latin typeface="Times New Roman" panose="02020603050405020304" pitchFamily="18" charset="0"/>
                <a:ea typeface="楷体_GB2312" pitchFamily="49" charset="-122"/>
              </a:rPr>
              <a:t>R</a:t>
            </a:r>
            <a:r>
              <a:rPr lang="zh-CN" altLang="en-US" sz="2800" b="1" dirty="0">
                <a:solidFill>
                  <a:srgbClr val="000000"/>
                </a:solidFill>
                <a:latin typeface="Times New Roman" panose="02020603050405020304" pitchFamily="18" charset="0"/>
                <a:ea typeface="楷体_GB2312" pitchFamily="49" charset="-122"/>
              </a:rPr>
              <a:t>＝</a:t>
            </a:r>
            <a:r>
              <a:rPr lang="en-US" altLang="zh-CN" sz="2800" b="1" dirty="0">
                <a:solidFill>
                  <a:srgbClr val="000000"/>
                </a:solidFill>
                <a:latin typeface="Times New Roman" panose="02020603050405020304" pitchFamily="18" charset="0"/>
                <a:ea typeface="楷体_GB2312" pitchFamily="49" charset="-122"/>
              </a:rPr>
              <a:t>8.31 J/(mol</a:t>
            </a:r>
            <a:r>
              <a:rPr lang="en-US" altLang="zh-CN" sz="2800" b="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ea typeface="楷体_GB2312" pitchFamily="49" charset="-122"/>
              </a:rPr>
              <a:t>K)</a:t>
            </a:r>
            <a:r>
              <a:rPr lang="zh-CN" altLang="en-US" sz="2800" b="1" dirty="0">
                <a:solidFill>
                  <a:srgbClr val="000000"/>
                </a:solidFill>
                <a:latin typeface="Times New Roman" panose="02020603050405020304" pitchFamily="18" charset="0"/>
                <a:ea typeface="楷体_GB2312" pitchFamily="49" charset="-122"/>
              </a:rPr>
              <a:t>为摩尔气体常量。</a:t>
            </a:r>
          </a:p>
        </p:txBody>
      </p:sp>
      <p:sp>
        <p:nvSpPr>
          <p:cNvPr id="345105" name="Line 17">
            <a:extLst>
              <a:ext uri="{FF2B5EF4-FFF2-40B4-BE49-F238E27FC236}">
                <a16:creationId xmlns:a16="http://schemas.microsoft.com/office/drawing/2014/main" id="{F88F82CA-FA8D-3726-5C93-FD086CE451C5}"/>
              </a:ext>
            </a:extLst>
          </p:cNvPr>
          <p:cNvSpPr>
            <a:spLocks noChangeShapeType="1"/>
          </p:cNvSpPr>
          <p:nvPr/>
        </p:nvSpPr>
        <p:spPr bwMode="auto">
          <a:xfrm>
            <a:off x="3352800" y="2819400"/>
            <a:ext cx="304800" cy="0"/>
          </a:xfrm>
          <a:prstGeom prst="line">
            <a:avLst/>
          </a:prstGeom>
          <a:noFill/>
          <a:ln w="3175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5106" name="Rectangle 18">
            <a:extLst>
              <a:ext uri="{FF2B5EF4-FFF2-40B4-BE49-F238E27FC236}">
                <a16:creationId xmlns:a16="http://schemas.microsoft.com/office/drawing/2014/main" id="{3DFDE5FA-23E7-DF9A-DFCA-4292E692F369}"/>
              </a:ext>
            </a:extLst>
          </p:cNvPr>
          <p:cNvSpPr>
            <a:spLocks noChangeArrowheads="1"/>
          </p:cNvSpPr>
          <p:nvPr/>
        </p:nvSpPr>
        <p:spPr bwMode="auto">
          <a:xfrm>
            <a:off x="304800" y="1752600"/>
            <a:ext cx="3048000" cy="2057400"/>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3600" i="1">
              <a:solidFill>
                <a:srgbClr val="000000"/>
              </a:solidFill>
              <a:latin typeface="Times New Roman" panose="02020603050405020304" pitchFamily="18" charset="0"/>
              <a:ea typeface="楷体_GB2312" pitchFamily="49" charset="-122"/>
            </a:endParaRPr>
          </a:p>
        </p:txBody>
      </p:sp>
      <p:sp>
        <p:nvSpPr>
          <p:cNvPr id="10251" name="Rectangle 20">
            <a:extLst>
              <a:ext uri="{FF2B5EF4-FFF2-40B4-BE49-F238E27FC236}">
                <a16:creationId xmlns:a16="http://schemas.microsoft.com/office/drawing/2014/main" id="{C4E8181B-C8CA-472A-C60E-438BA807D6EA}"/>
              </a:ext>
            </a:extLst>
          </p:cNvPr>
          <p:cNvSpPr>
            <a:spLocks noChangeArrowheads="1"/>
          </p:cNvSpPr>
          <p:nvPr/>
        </p:nvSpPr>
        <p:spPr bwMode="auto">
          <a:xfrm>
            <a:off x="304800" y="1905000"/>
            <a:ext cx="3048000" cy="519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00"/>
                </a:solidFill>
                <a:latin typeface="Times New Roman" panose="02020603050405020304" pitchFamily="18" charset="0"/>
                <a:ea typeface="楷体_GB2312" pitchFamily="49" charset="-122"/>
              </a:rPr>
              <a:t>理想气体状态方程</a:t>
            </a:r>
          </a:p>
        </p:txBody>
      </p:sp>
      <p:sp>
        <p:nvSpPr>
          <p:cNvPr id="10252" name="Object 21">
            <a:extLst>
              <a:ext uri="{FF2B5EF4-FFF2-40B4-BE49-F238E27FC236}">
                <a16:creationId xmlns:a16="http://schemas.microsoft.com/office/drawing/2014/main" id="{2BDBC208-11F5-BC2A-B9B6-BF4B59FF0FD0}"/>
              </a:ext>
            </a:extLst>
          </p:cNvPr>
          <p:cNvSpPr txBox="1">
            <a:spLocks noRot="1" noChangeAspect="1" noMove="1" noResize="1" noEditPoints="1" noAdjustHandles="1" noChangeArrowheads="1" noTextEdit="1"/>
          </p:cNvSpPr>
          <p:nvPr/>
        </p:nvSpPr>
        <p:spPr bwMode="auto">
          <a:xfrm>
            <a:off x="611188" y="2565400"/>
            <a:ext cx="2482850" cy="1060450"/>
          </a:xfrm>
          <a:prstGeom prst="rect">
            <a:avLst/>
          </a:prstGeom>
          <a:blipFill dpi="0" rotWithShape="1">
            <a:blip r:embed="rId2"/>
            <a:srcRect/>
            <a:stretch>
              <a:fillRect/>
            </a:stretch>
          </a:blipFill>
          <a:ln w="25400">
            <a:solidFill>
              <a:schemeClr val="bg1"/>
            </a:solidFill>
            <a:miter lim="800000"/>
            <a:headEnd/>
            <a:tailEnd/>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5106"/>
                                        </p:tgtEl>
                                        <p:attrNameLst>
                                          <p:attrName>style.visibility</p:attrName>
                                        </p:attrNameLst>
                                      </p:cBhvr>
                                      <p:to>
                                        <p:strVal val="visible"/>
                                      </p:to>
                                    </p:set>
                                    <p:animEffect transition="in" filter="wipe(left)">
                                      <p:cBhvr>
                                        <p:cTn id="7" dur="500"/>
                                        <p:tgtEl>
                                          <p:spTgt spid="345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45105"/>
                                        </p:tgtEl>
                                        <p:attrNameLst>
                                          <p:attrName>style.visibility</p:attrName>
                                        </p:attrNameLst>
                                      </p:cBhvr>
                                      <p:to>
                                        <p:strVal val="visible"/>
                                      </p:to>
                                    </p:set>
                                    <p:animEffect transition="in" filter="wipe(left)">
                                      <p:cBhvr>
                                        <p:cTn id="16" dur="500"/>
                                        <p:tgtEl>
                                          <p:spTgt spid="3451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45090"/>
                                        </p:tgtEl>
                                        <p:attrNameLst>
                                          <p:attrName>style.visibility</p:attrName>
                                        </p:attrNameLst>
                                      </p:cBhvr>
                                      <p:to>
                                        <p:strVal val="visible"/>
                                      </p:to>
                                    </p:set>
                                    <p:animEffect transition="in" filter="wipe(left)">
                                      <p:cBhvr>
                                        <p:cTn id="21" dur="500"/>
                                        <p:tgtEl>
                                          <p:spTgt spid="3450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45091"/>
                                        </p:tgtEl>
                                        <p:attrNameLst>
                                          <p:attrName>style.visibility</p:attrName>
                                        </p:attrNameLst>
                                      </p:cBhvr>
                                      <p:to>
                                        <p:strVal val="visible"/>
                                      </p:to>
                                    </p:set>
                                    <p:animEffect transition="in" filter="wipe(left)">
                                      <p:cBhvr>
                                        <p:cTn id="31" dur="500"/>
                                        <p:tgtEl>
                                          <p:spTgt spid="34509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45092"/>
                                        </p:tgtEl>
                                        <p:attrNameLst>
                                          <p:attrName>style.visibility</p:attrName>
                                        </p:attrNameLst>
                                      </p:cBhvr>
                                      <p:to>
                                        <p:strVal val="visible"/>
                                      </p:to>
                                    </p:set>
                                    <p:animEffect transition="in" filter="wipe(left)">
                                      <p:cBhvr>
                                        <p:cTn id="41" dur="500"/>
                                        <p:tgtEl>
                                          <p:spTgt spid="34509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45104"/>
                                        </p:tgtEl>
                                        <p:attrNameLst>
                                          <p:attrName>style.visibility</p:attrName>
                                        </p:attrNameLst>
                                      </p:cBhvr>
                                      <p:to>
                                        <p:strVal val="visible"/>
                                      </p:to>
                                    </p:set>
                                    <p:animEffect transition="in" filter="wipe(left)">
                                      <p:cBhvr>
                                        <p:cTn id="46" dur="500"/>
                                        <p:tgtEl>
                                          <p:spTgt spid="345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0" grpId="0" animBg="1"/>
      <p:bldP spid="345091" grpId="0" animBg="1"/>
      <p:bldP spid="345092" grpId="0" animBg="1"/>
      <p:bldP spid="345104" grpId="0"/>
      <p:bldP spid="34510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a:extLst>
              <a:ext uri="{FF2B5EF4-FFF2-40B4-BE49-F238E27FC236}">
                <a16:creationId xmlns:a16="http://schemas.microsoft.com/office/drawing/2014/main" id="{B1F3C8C1-6964-C9BD-3AE8-E6EB37691420}"/>
              </a:ext>
            </a:extLst>
          </p:cNvPr>
          <p:cNvSpPr txBox="1">
            <a:spLocks noChangeArrowheads="1"/>
          </p:cNvSpPr>
          <p:nvPr/>
        </p:nvSpPr>
        <p:spPr bwMode="auto">
          <a:xfrm>
            <a:off x="611188" y="1412875"/>
            <a:ext cx="7848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a:t>
            </a:r>
            <a:r>
              <a:rPr lang="en-US" altLang="zh-CN" sz="3200" b="1" dirty="0">
                <a:solidFill>
                  <a:srgbClr val="003366"/>
                </a:solidFill>
                <a:latin typeface="Times New Roman" panose="02020603050405020304" pitchFamily="18" charset="0"/>
              </a:rPr>
              <a:t>1</a:t>
            </a:r>
            <a:r>
              <a:rPr lang="zh-CN" altLang="en-US" sz="3200" b="1">
                <a:solidFill>
                  <a:srgbClr val="003366"/>
                </a:solidFill>
              </a:rPr>
              <a:t>）分子可视为质点； 线度</a:t>
            </a:r>
          </a:p>
          <a:p>
            <a:pPr eaLnBrk="1" hangingPunct="1">
              <a:spcBef>
                <a:spcPct val="50000"/>
              </a:spcBef>
            </a:pPr>
            <a:r>
              <a:rPr lang="zh-CN" altLang="en-US" sz="3200" b="1">
                <a:solidFill>
                  <a:srgbClr val="003366"/>
                </a:solidFill>
              </a:rPr>
              <a:t>间距</a:t>
            </a:r>
            <a:r>
              <a:rPr lang="zh-CN" altLang="en-US" sz="2800" b="1">
                <a:solidFill>
                  <a:srgbClr val="003366"/>
                </a:solidFill>
              </a:rPr>
              <a:t>                   ，              </a:t>
            </a:r>
            <a:r>
              <a:rPr lang="zh-CN" altLang="en-US" sz="3200" b="1">
                <a:solidFill>
                  <a:srgbClr val="003366"/>
                </a:solidFill>
              </a:rPr>
              <a:t>；</a:t>
            </a:r>
            <a:r>
              <a:rPr lang="zh-CN" altLang="en-US" sz="2400" b="1">
                <a:solidFill>
                  <a:srgbClr val="003366"/>
                </a:solidFill>
              </a:rPr>
              <a:t> </a:t>
            </a:r>
          </a:p>
        </p:txBody>
      </p:sp>
      <p:graphicFrame>
        <p:nvGraphicFramePr>
          <p:cNvPr id="2051" name="Object 3">
            <a:extLst>
              <a:ext uri="{FF2B5EF4-FFF2-40B4-BE49-F238E27FC236}">
                <a16:creationId xmlns:a16="http://schemas.microsoft.com/office/drawing/2014/main" id="{5E0CB8D8-E843-86E8-2968-B357B8910C83}"/>
              </a:ext>
            </a:extLst>
          </p:cNvPr>
          <p:cNvGraphicFramePr>
            <a:graphicFrameLocks noChangeAspect="1"/>
          </p:cNvGraphicFramePr>
          <p:nvPr/>
        </p:nvGraphicFramePr>
        <p:xfrm>
          <a:off x="6308725" y="1425575"/>
          <a:ext cx="2024063" cy="579438"/>
        </p:xfrm>
        <a:graphic>
          <a:graphicData uri="http://schemas.openxmlformats.org/presentationml/2006/ole">
            <mc:AlternateContent xmlns:mc="http://schemas.openxmlformats.org/markup-compatibility/2006">
              <mc:Choice xmlns:v="urn:schemas-microsoft-com:vml" Requires="v">
                <p:oleObj name="公式" r:id="rId2" imgW="701214" imgH="198009" progId="Equation.3">
                  <p:embed/>
                </p:oleObj>
              </mc:Choice>
              <mc:Fallback>
                <p:oleObj name="公式" r:id="rId2" imgW="701214" imgH="198009" progId="Equation.3">
                  <p:embed/>
                  <p:pic>
                    <p:nvPicPr>
                      <p:cNvPr id="2051" name="Object 3">
                        <a:extLst>
                          <a:ext uri="{FF2B5EF4-FFF2-40B4-BE49-F238E27FC236}">
                            <a16:creationId xmlns:a16="http://schemas.microsoft.com/office/drawing/2014/main" id="{5E0CB8D8-E843-86E8-2968-B357B8910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8725" y="1425575"/>
                        <a:ext cx="20240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4">
            <a:extLst>
              <a:ext uri="{FF2B5EF4-FFF2-40B4-BE49-F238E27FC236}">
                <a16:creationId xmlns:a16="http://schemas.microsoft.com/office/drawing/2014/main" id="{A67B5C09-3656-4F1D-0FBE-B6310AE66532}"/>
              </a:ext>
            </a:extLst>
          </p:cNvPr>
          <p:cNvGraphicFramePr>
            <a:graphicFrameLocks noChangeAspect="1"/>
          </p:cNvGraphicFramePr>
          <p:nvPr/>
        </p:nvGraphicFramePr>
        <p:xfrm>
          <a:off x="1692275" y="2112963"/>
          <a:ext cx="1570038" cy="549275"/>
        </p:xfrm>
        <a:graphic>
          <a:graphicData uri="http://schemas.openxmlformats.org/presentationml/2006/ole">
            <mc:AlternateContent xmlns:mc="http://schemas.openxmlformats.org/markup-compatibility/2006">
              <mc:Choice xmlns:v="urn:schemas-microsoft-com:vml" Requires="v">
                <p:oleObj name="公式" r:id="rId4" imgW="640080" imgH="198009" progId="Equation.3">
                  <p:embed/>
                </p:oleObj>
              </mc:Choice>
              <mc:Fallback>
                <p:oleObj name="公式" r:id="rId4" imgW="640080" imgH="198009" progId="Equation.3">
                  <p:embed/>
                  <p:pic>
                    <p:nvPicPr>
                      <p:cNvPr id="2052" name="Object 4">
                        <a:extLst>
                          <a:ext uri="{FF2B5EF4-FFF2-40B4-BE49-F238E27FC236}">
                            <a16:creationId xmlns:a16="http://schemas.microsoft.com/office/drawing/2014/main" id="{A67B5C09-3656-4F1D-0FBE-B6310AE665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112963"/>
                        <a:ext cx="15700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 name="Text Box 5">
            <a:extLst>
              <a:ext uri="{FF2B5EF4-FFF2-40B4-BE49-F238E27FC236}">
                <a16:creationId xmlns:a16="http://schemas.microsoft.com/office/drawing/2014/main" id="{D71C5FBA-F7BD-71E0-C166-DABE06BF88A6}"/>
              </a:ext>
            </a:extLst>
          </p:cNvPr>
          <p:cNvSpPr txBox="1">
            <a:spLocks noChangeArrowheads="1"/>
          </p:cNvSpPr>
          <p:nvPr/>
        </p:nvSpPr>
        <p:spPr bwMode="auto">
          <a:xfrm>
            <a:off x="403225" y="2833688"/>
            <a:ext cx="81295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003366"/>
                </a:solidFill>
              </a:rPr>
              <a:t> </a:t>
            </a:r>
            <a:r>
              <a:rPr lang="zh-CN" altLang="en-US" sz="3200" b="1">
                <a:solidFill>
                  <a:srgbClr val="003366"/>
                </a:solidFill>
              </a:rPr>
              <a:t>（</a:t>
            </a:r>
            <a:r>
              <a:rPr lang="en-US" altLang="zh-CN" sz="3200" b="1" dirty="0">
                <a:solidFill>
                  <a:srgbClr val="003366"/>
                </a:solidFill>
                <a:latin typeface="Times New Roman" panose="02020603050405020304" pitchFamily="18" charset="0"/>
              </a:rPr>
              <a:t>2</a:t>
            </a:r>
            <a:r>
              <a:rPr lang="zh-CN" altLang="en-US" sz="3200" b="1">
                <a:solidFill>
                  <a:srgbClr val="003366"/>
                </a:solidFill>
              </a:rPr>
              <a:t>）除碰撞瞬间</a:t>
            </a:r>
            <a:r>
              <a:rPr lang="en-US" altLang="zh-CN" sz="3200" b="1" dirty="0">
                <a:solidFill>
                  <a:srgbClr val="003366"/>
                </a:solidFill>
                <a:latin typeface="宋体" panose="02010600030101010101" pitchFamily="2" charset="-122"/>
              </a:rPr>
              <a:t>, </a:t>
            </a:r>
            <a:r>
              <a:rPr lang="en-US" altLang="zh-CN" sz="3200" b="1" dirty="0">
                <a:solidFill>
                  <a:srgbClr val="003366"/>
                </a:solidFill>
              </a:rPr>
              <a:t> </a:t>
            </a:r>
            <a:r>
              <a:rPr lang="zh-CN" altLang="en-US" sz="3200" b="1">
                <a:solidFill>
                  <a:srgbClr val="003366"/>
                </a:solidFill>
              </a:rPr>
              <a:t>分子间无相互作用力；</a:t>
            </a:r>
          </a:p>
        </p:txBody>
      </p:sp>
      <p:sp>
        <p:nvSpPr>
          <p:cNvPr id="2054" name="Text Box 6">
            <a:extLst>
              <a:ext uri="{FF2B5EF4-FFF2-40B4-BE49-F238E27FC236}">
                <a16:creationId xmlns:a16="http://schemas.microsoft.com/office/drawing/2014/main" id="{C51CC83E-CDCC-EF36-4CA1-80582741B8E4}"/>
              </a:ext>
            </a:extLst>
          </p:cNvPr>
          <p:cNvSpPr txBox="1">
            <a:spLocks noChangeArrowheads="1"/>
          </p:cNvSpPr>
          <p:nvPr/>
        </p:nvSpPr>
        <p:spPr bwMode="auto">
          <a:xfrm>
            <a:off x="1597025" y="115888"/>
            <a:ext cx="5638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b="1" dirty="0">
                <a:solidFill>
                  <a:srgbClr val="003366"/>
                </a:solidFill>
              </a:rPr>
              <a:t>   </a:t>
            </a:r>
            <a:r>
              <a:rPr lang="zh-CN" altLang="en-US" sz="3600" b="1">
                <a:solidFill>
                  <a:schemeClr val="bg1"/>
                </a:solidFill>
              </a:rPr>
              <a:t>理想气体的微观模型</a:t>
            </a:r>
          </a:p>
        </p:txBody>
      </p:sp>
      <p:sp>
        <p:nvSpPr>
          <p:cNvPr id="2055" name="Text Box 7">
            <a:extLst>
              <a:ext uri="{FF2B5EF4-FFF2-40B4-BE49-F238E27FC236}">
                <a16:creationId xmlns:a16="http://schemas.microsoft.com/office/drawing/2014/main" id="{F7DDD4B8-48AB-9A84-0B69-71CC3EDC92B6}"/>
              </a:ext>
            </a:extLst>
          </p:cNvPr>
          <p:cNvSpPr txBox="1">
            <a:spLocks noChangeArrowheads="1"/>
          </p:cNvSpPr>
          <p:nvPr/>
        </p:nvSpPr>
        <p:spPr bwMode="auto">
          <a:xfrm>
            <a:off x="403225" y="5400860"/>
            <a:ext cx="815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003366"/>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a:t>
            </a:r>
            <a:r>
              <a:rPr lang="en-US" altLang="zh-CN" sz="3200" b="1" dirty="0">
                <a:solidFill>
                  <a:srgbClr val="003366"/>
                </a:solidFill>
                <a:latin typeface="Times New Roman" panose="02020603050405020304" pitchFamily="18" charset="0"/>
              </a:rPr>
              <a:t>5</a:t>
            </a:r>
            <a:r>
              <a:rPr lang="zh-CN" altLang="en-US" sz="3200" b="1" dirty="0">
                <a:solidFill>
                  <a:srgbClr val="003366"/>
                </a:solidFill>
                <a:latin typeface="Times New Roman" panose="02020603050405020304" pitchFamily="18" charset="0"/>
              </a:rPr>
              <a:t>）分子的运动遵从经典力学的规律 </a:t>
            </a:r>
            <a:r>
              <a:rPr lang="en-US" altLang="zh-CN" sz="3200" b="1" dirty="0">
                <a:solidFill>
                  <a:srgbClr val="003366"/>
                </a:solidFill>
                <a:latin typeface="Times New Roman" panose="02020603050405020304" pitchFamily="18" charset="0"/>
              </a:rPr>
              <a:t>.</a:t>
            </a:r>
          </a:p>
        </p:txBody>
      </p:sp>
      <p:sp>
        <p:nvSpPr>
          <p:cNvPr id="2056" name="Rectangle 8">
            <a:extLst>
              <a:ext uri="{FF2B5EF4-FFF2-40B4-BE49-F238E27FC236}">
                <a16:creationId xmlns:a16="http://schemas.microsoft.com/office/drawing/2014/main" id="{F043638E-D510-5D88-95BE-97EC9CA777A1}"/>
              </a:ext>
            </a:extLst>
          </p:cNvPr>
          <p:cNvSpPr>
            <a:spLocks noChangeArrowheads="1"/>
          </p:cNvSpPr>
          <p:nvPr/>
        </p:nvSpPr>
        <p:spPr bwMode="auto">
          <a:xfrm>
            <a:off x="395288" y="3698875"/>
            <a:ext cx="84248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003366"/>
                </a:solidFill>
              </a:rPr>
              <a:t> </a:t>
            </a:r>
            <a:r>
              <a:rPr lang="zh-CN" altLang="en-US" sz="3200" b="1" dirty="0">
                <a:solidFill>
                  <a:srgbClr val="003366"/>
                </a:solidFill>
              </a:rPr>
              <a:t>（</a:t>
            </a:r>
            <a:r>
              <a:rPr lang="en-US" altLang="zh-CN" sz="3200" b="1" dirty="0">
                <a:solidFill>
                  <a:srgbClr val="003366"/>
                </a:solidFill>
                <a:latin typeface="Times New Roman" panose="02020603050405020304" pitchFamily="18" charset="0"/>
              </a:rPr>
              <a:t>3</a:t>
            </a:r>
            <a:r>
              <a:rPr lang="zh-CN" altLang="en-US" sz="3200" b="1" dirty="0">
                <a:solidFill>
                  <a:srgbClr val="003366"/>
                </a:solidFill>
              </a:rPr>
              <a:t>）弹性质点（碰撞均为完全弹性碰撞）；</a:t>
            </a:r>
          </a:p>
        </p:txBody>
      </p:sp>
      <p:graphicFrame>
        <p:nvGraphicFramePr>
          <p:cNvPr id="2057" name="Object 9">
            <a:extLst>
              <a:ext uri="{FF2B5EF4-FFF2-40B4-BE49-F238E27FC236}">
                <a16:creationId xmlns:a16="http://schemas.microsoft.com/office/drawing/2014/main" id="{368898CD-63CF-8BBB-1D12-4946B40E4CE1}"/>
              </a:ext>
            </a:extLst>
          </p:cNvPr>
          <p:cNvGraphicFramePr>
            <a:graphicFrameLocks noChangeAspect="1"/>
          </p:cNvGraphicFramePr>
          <p:nvPr/>
        </p:nvGraphicFramePr>
        <p:xfrm>
          <a:off x="3851275" y="2185988"/>
          <a:ext cx="1077913" cy="481012"/>
        </p:xfrm>
        <a:graphic>
          <a:graphicData uri="http://schemas.openxmlformats.org/presentationml/2006/ole">
            <mc:AlternateContent xmlns:mc="http://schemas.openxmlformats.org/markup-compatibility/2006">
              <mc:Choice xmlns:v="urn:schemas-microsoft-com:vml" Requires="v">
                <p:oleObj name="公式" r:id="rId6" imgW="434209" imgH="167585" progId="Equation.3">
                  <p:embed/>
                </p:oleObj>
              </mc:Choice>
              <mc:Fallback>
                <p:oleObj name="公式" r:id="rId6" imgW="434209" imgH="167585" progId="Equation.3">
                  <p:embed/>
                  <p:pic>
                    <p:nvPicPr>
                      <p:cNvPr id="2057" name="Object 9">
                        <a:extLst>
                          <a:ext uri="{FF2B5EF4-FFF2-40B4-BE49-F238E27FC236}">
                            <a16:creationId xmlns:a16="http://schemas.microsoft.com/office/drawing/2014/main" id="{368898CD-63CF-8BBB-1D12-4946B40E4C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275" y="2185988"/>
                        <a:ext cx="1077913"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 Box 7">
            <a:extLst>
              <a:ext uri="{FF2B5EF4-FFF2-40B4-BE49-F238E27FC236}">
                <a16:creationId xmlns:a16="http://schemas.microsoft.com/office/drawing/2014/main" id="{B25B42CC-B48D-9556-17DD-CEB5B8CF6F5A}"/>
              </a:ext>
            </a:extLst>
          </p:cNvPr>
          <p:cNvSpPr txBox="1">
            <a:spLocks noChangeArrowheads="1"/>
          </p:cNvSpPr>
          <p:nvPr/>
        </p:nvSpPr>
        <p:spPr bwMode="auto">
          <a:xfrm>
            <a:off x="395536" y="4577754"/>
            <a:ext cx="748883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003366"/>
                </a:solidFill>
                <a:latin typeface="Times New Roman" panose="02020603050405020304" pitchFamily="18" charset="0"/>
              </a:rPr>
              <a:t> </a:t>
            </a:r>
            <a:r>
              <a:rPr lang="zh-CN" altLang="en-US" sz="3200" b="1" dirty="0">
                <a:solidFill>
                  <a:srgbClr val="003366"/>
                </a:solidFill>
                <a:latin typeface="Times New Roman" panose="02020603050405020304" pitchFamily="18" charset="0"/>
              </a:rPr>
              <a:t>（</a:t>
            </a:r>
            <a:r>
              <a:rPr lang="en-US" altLang="zh-CN" sz="3200" b="1" dirty="0">
                <a:solidFill>
                  <a:srgbClr val="003366"/>
                </a:solidFill>
                <a:latin typeface="Times New Roman" panose="02020603050405020304" pitchFamily="18" charset="0"/>
              </a:rPr>
              <a:t>4</a:t>
            </a:r>
            <a:r>
              <a:rPr lang="zh-CN" altLang="en-US" sz="3200" b="1" dirty="0">
                <a:solidFill>
                  <a:srgbClr val="003366"/>
                </a:solidFill>
                <a:latin typeface="Times New Roman" panose="02020603050405020304" pitchFamily="18" charset="0"/>
              </a:rPr>
              <a:t>）忽略重力；</a:t>
            </a:r>
            <a:endParaRPr lang="en-US" altLang="zh-CN" sz="3200" b="1" dirty="0">
              <a:solidFill>
                <a:srgbClr val="003366"/>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96B8BE4D-ED2B-B6C3-D9D9-DADCA3802DAC}"/>
              </a:ext>
            </a:extLst>
          </p:cNvPr>
          <p:cNvSpPr txBox="1">
            <a:spLocks noChangeArrowheads="1"/>
          </p:cNvSpPr>
          <p:nvPr/>
        </p:nvSpPr>
        <p:spPr bwMode="auto">
          <a:xfrm>
            <a:off x="1174750" y="44450"/>
            <a:ext cx="67818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3200" b="1">
                <a:solidFill>
                  <a:schemeClr val="bg1"/>
                </a:solidFill>
              </a:rPr>
              <a:t>热动平衡的统计规律（ 平衡态 ）</a:t>
            </a:r>
          </a:p>
        </p:txBody>
      </p:sp>
      <p:graphicFrame>
        <p:nvGraphicFramePr>
          <p:cNvPr id="3075" name="Object 4">
            <a:extLst>
              <a:ext uri="{FF2B5EF4-FFF2-40B4-BE49-F238E27FC236}">
                <a16:creationId xmlns:a16="http://schemas.microsoft.com/office/drawing/2014/main" id="{2E83DDDF-51F4-CA3D-0FB8-150FB0A5196B}"/>
              </a:ext>
            </a:extLst>
          </p:cNvPr>
          <p:cNvGraphicFramePr>
            <a:graphicFrameLocks noChangeAspect="1"/>
          </p:cNvGraphicFramePr>
          <p:nvPr/>
        </p:nvGraphicFramePr>
        <p:xfrm>
          <a:off x="6345238" y="817563"/>
          <a:ext cx="2763837" cy="1027112"/>
        </p:xfrm>
        <a:graphic>
          <a:graphicData uri="http://schemas.openxmlformats.org/presentationml/2006/ole">
            <mc:AlternateContent xmlns:mc="http://schemas.openxmlformats.org/markup-compatibility/2006">
              <mc:Choice xmlns:v="urn:schemas-microsoft-com:vml" Requires="v">
                <p:oleObj name="Equation" r:id="rId2" imgW="1249854" imgH="602008" progId="Equation.3">
                  <p:embed/>
                </p:oleObj>
              </mc:Choice>
              <mc:Fallback>
                <p:oleObj name="Equation" r:id="rId2" imgW="1249854" imgH="602008" progId="Equation.3">
                  <p:embed/>
                  <p:pic>
                    <p:nvPicPr>
                      <p:cNvPr id="3075" name="Object 4">
                        <a:extLst>
                          <a:ext uri="{FF2B5EF4-FFF2-40B4-BE49-F238E27FC236}">
                            <a16:creationId xmlns:a16="http://schemas.microsoft.com/office/drawing/2014/main" id="{2E83DDDF-51F4-CA3D-0FB8-150FB0A51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238" y="817563"/>
                        <a:ext cx="2763837" cy="102711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6" name="Text Box 5">
            <a:extLst>
              <a:ext uri="{FF2B5EF4-FFF2-40B4-BE49-F238E27FC236}">
                <a16:creationId xmlns:a16="http://schemas.microsoft.com/office/drawing/2014/main" id="{EE73761A-B3FC-F68C-7EC8-79A12605AA3C}"/>
              </a:ext>
            </a:extLst>
          </p:cNvPr>
          <p:cNvSpPr txBox="1">
            <a:spLocks noChangeArrowheads="1"/>
          </p:cNvSpPr>
          <p:nvPr/>
        </p:nvSpPr>
        <p:spPr bwMode="auto">
          <a:xfrm>
            <a:off x="-180975" y="908050"/>
            <a:ext cx="687228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3200" b="1">
                <a:solidFill>
                  <a:srgbClr val="CC0000"/>
                </a:solidFill>
              </a:rPr>
              <a:t>（</a:t>
            </a:r>
            <a:r>
              <a:rPr lang="en-US" altLang="zh-CN" sz="3200" b="1" dirty="0">
                <a:solidFill>
                  <a:srgbClr val="CC0000"/>
                </a:solidFill>
              </a:rPr>
              <a:t>1</a:t>
            </a:r>
            <a:r>
              <a:rPr lang="zh-CN" altLang="en-US" sz="3200" b="1">
                <a:solidFill>
                  <a:srgbClr val="CC0000"/>
                </a:solidFill>
              </a:rPr>
              <a:t>）</a:t>
            </a:r>
            <a:r>
              <a:rPr lang="zh-CN" altLang="en-US" sz="3200" b="1">
                <a:solidFill>
                  <a:srgbClr val="003366"/>
                </a:solidFill>
              </a:rPr>
              <a:t>分子按位置的分布是均匀的</a:t>
            </a:r>
            <a:r>
              <a:rPr lang="en-US" altLang="zh-CN" sz="3200" b="1" dirty="0">
                <a:solidFill>
                  <a:srgbClr val="003366"/>
                </a:solidFill>
                <a:latin typeface="Times New Roman" panose="02020603050405020304" pitchFamily="18" charset="0"/>
              </a:rPr>
              <a:t>.</a:t>
            </a:r>
            <a:r>
              <a:rPr lang="en-US" altLang="zh-CN" sz="3200" b="1" dirty="0">
                <a:solidFill>
                  <a:srgbClr val="003366"/>
                </a:solidFill>
              </a:rPr>
              <a:t> </a:t>
            </a:r>
          </a:p>
        </p:txBody>
      </p:sp>
      <p:grpSp>
        <p:nvGrpSpPr>
          <p:cNvPr id="2" name="Group 8">
            <a:extLst>
              <a:ext uri="{FF2B5EF4-FFF2-40B4-BE49-F238E27FC236}">
                <a16:creationId xmlns:a16="http://schemas.microsoft.com/office/drawing/2014/main" id="{E7279BC8-00C9-4912-0192-59720E427319}"/>
              </a:ext>
            </a:extLst>
          </p:cNvPr>
          <p:cNvGrpSpPr>
            <a:grpSpLocks/>
          </p:cNvGrpSpPr>
          <p:nvPr/>
        </p:nvGrpSpPr>
        <p:grpSpPr bwMode="auto">
          <a:xfrm>
            <a:off x="179388" y="3646488"/>
            <a:ext cx="7848600" cy="2525712"/>
            <a:chOff x="432" y="1662"/>
            <a:chExt cx="4944" cy="1591"/>
          </a:xfrm>
        </p:grpSpPr>
        <p:grpSp>
          <p:nvGrpSpPr>
            <p:cNvPr id="3082" name="Group 9">
              <a:extLst>
                <a:ext uri="{FF2B5EF4-FFF2-40B4-BE49-F238E27FC236}">
                  <a16:creationId xmlns:a16="http://schemas.microsoft.com/office/drawing/2014/main" id="{A577A161-38E5-72EE-28B7-DFEFAA50509F}"/>
                </a:ext>
              </a:extLst>
            </p:cNvPr>
            <p:cNvGrpSpPr>
              <a:grpSpLocks/>
            </p:cNvGrpSpPr>
            <p:nvPr/>
          </p:nvGrpSpPr>
          <p:grpSpPr bwMode="auto">
            <a:xfrm>
              <a:off x="528" y="2515"/>
              <a:ext cx="4848" cy="738"/>
              <a:chOff x="528" y="2515"/>
              <a:chExt cx="4848" cy="738"/>
            </a:xfrm>
          </p:grpSpPr>
          <p:graphicFrame>
            <p:nvGraphicFramePr>
              <p:cNvPr id="3087" name="Object 10">
                <a:extLst>
                  <a:ext uri="{FF2B5EF4-FFF2-40B4-BE49-F238E27FC236}">
                    <a16:creationId xmlns:a16="http://schemas.microsoft.com/office/drawing/2014/main" id="{8770ECFA-54AC-931C-3B1D-ED2B4058825C}"/>
                  </a:ext>
                </a:extLst>
              </p:cNvPr>
              <p:cNvGraphicFramePr>
                <a:graphicFrameLocks noChangeAspect="1"/>
              </p:cNvGraphicFramePr>
              <p:nvPr/>
            </p:nvGraphicFramePr>
            <p:xfrm>
              <a:off x="2928" y="2515"/>
              <a:ext cx="2448" cy="738"/>
            </p:xfrm>
            <a:graphic>
              <a:graphicData uri="http://schemas.openxmlformats.org/presentationml/2006/ole">
                <mc:AlternateContent xmlns:mc="http://schemas.openxmlformats.org/markup-compatibility/2006">
                  <mc:Choice xmlns:v="urn:schemas-microsoft-com:vml" Requires="v">
                    <p:oleObj name="Equation" r:id="rId4" imgW="2011680" imgH="602008" progId="Equation.3">
                      <p:embed/>
                    </p:oleObj>
                  </mc:Choice>
                  <mc:Fallback>
                    <p:oleObj name="Equation" r:id="rId4" imgW="2011680" imgH="602008" progId="Equation.3">
                      <p:embed/>
                      <p:pic>
                        <p:nvPicPr>
                          <p:cNvPr id="3087" name="Object 10">
                            <a:extLst>
                              <a:ext uri="{FF2B5EF4-FFF2-40B4-BE49-F238E27FC236}">
                                <a16:creationId xmlns:a16="http://schemas.microsoft.com/office/drawing/2014/main" id="{8770ECFA-54AC-931C-3B1D-ED2B405882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2515"/>
                            <a:ext cx="2448" cy="738"/>
                          </a:xfrm>
                          <a:prstGeom prst="rect">
                            <a:avLst/>
                          </a:prstGeom>
                          <a:gradFill rotWithShape="0">
                            <a:gsLst>
                              <a:gs pos="0">
                                <a:schemeClr val="accent1"/>
                              </a:gs>
                              <a:gs pos="50000">
                                <a:srgbClr val="FFFFFF"/>
                              </a:gs>
                              <a:gs pos="100000">
                                <a:schemeClr val="accent1"/>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8" name="Text Box 11">
                <a:extLst>
                  <a:ext uri="{FF2B5EF4-FFF2-40B4-BE49-F238E27FC236}">
                    <a16:creationId xmlns:a16="http://schemas.microsoft.com/office/drawing/2014/main" id="{4F7BA3CB-74EA-35D0-D4F5-F56CC82F463D}"/>
                  </a:ext>
                </a:extLst>
              </p:cNvPr>
              <p:cNvSpPr txBox="1">
                <a:spLocks noChangeArrowheads="1"/>
              </p:cNvSpPr>
              <p:nvPr/>
            </p:nvSpPr>
            <p:spPr bwMode="auto">
              <a:xfrm>
                <a:off x="528" y="2688"/>
                <a:ext cx="31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各方向运动概率均等</a:t>
                </a:r>
              </a:p>
            </p:txBody>
          </p:sp>
        </p:grpSp>
        <p:grpSp>
          <p:nvGrpSpPr>
            <p:cNvPr id="3083" name="Group 12">
              <a:extLst>
                <a:ext uri="{FF2B5EF4-FFF2-40B4-BE49-F238E27FC236}">
                  <a16:creationId xmlns:a16="http://schemas.microsoft.com/office/drawing/2014/main" id="{6687FA66-9C02-0606-57A0-3B1D86520C58}"/>
                </a:ext>
              </a:extLst>
            </p:cNvPr>
            <p:cNvGrpSpPr>
              <a:grpSpLocks/>
            </p:cNvGrpSpPr>
            <p:nvPr/>
          </p:nvGrpSpPr>
          <p:grpSpPr bwMode="auto">
            <a:xfrm>
              <a:off x="432" y="1662"/>
              <a:ext cx="4671" cy="763"/>
              <a:chOff x="340" y="1609"/>
              <a:chExt cx="4671" cy="763"/>
            </a:xfrm>
          </p:grpSpPr>
          <p:graphicFrame>
            <p:nvGraphicFramePr>
              <p:cNvPr id="3084" name="Object 13">
                <a:extLst>
                  <a:ext uri="{FF2B5EF4-FFF2-40B4-BE49-F238E27FC236}">
                    <a16:creationId xmlns:a16="http://schemas.microsoft.com/office/drawing/2014/main" id="{8295DE9B-0EFD-ED65-BC32-A5089BEFA150}"/>
                  </a:ext>
                </a:extLst>
              </p:cNvPr>
              <p:cNvGraphicFramePr>
                <a:graphicFrameLocks noChangeAspect="1"/>
              </p:cNvGraphicFramePr>
              <p:nvPr/>
            </p:nvGraphicFramePr>
            <p:xfrm>
              <a:off x="3379" y="1609"/>
              <a:ext cx="1632" cy="763"/>
            </p:xfrm>
            <a:graphic>
              <a:graphicData uri="http://schemas.openxmlformats.org/presentationml/2006/ole">
                <mc:AlternateContent xmlns:mc="http://schemas.openxmlformats.org/markup-compatibility/2006">
                  <mc:Choice xmlns:v="urn:schemas-microsoft-com:vml" Requires="v">
                    <p:oleObj name="Equation" r:id="rId6" imgW="1303151" imgH="617469" progId="Equation.3">
                      <p:embed/>
                    </p:oleObj>
                  </mc:Choice>
                  <mc:Fallback>
                    <p:oleObj name="Equation" r:id="rId6" imgW="1303151" imgH="617469" progId="Equation.3">
                      <p:embed/>
                      <p:pic>
                        <p:nvPicPr>
                          <p:cNvPr id="3084" name="Object 13">
                            <a:extLst>
                              <a:ext uri="{FF2B5EF4-FFF2-40B4-BE49-F238E27FC236}">
                                <a16:creationId xmlns:a16="http://schemas.microsoft.com/office/drawing/2014/main" id="{8295DE9B-0EFD-ED65-BC32-A5089BEFA1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9" y="1609"/>
                            <a:ext cx="1632" cy="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5" name="Rectangle 14">
                <a:extLst>
                  <a:ext uri="{FF2B5EF4-FFF2-40B4-BE49-F238E27FC236}">
                    <a16:creationId xmlns:a16="http://schemas.microsoft.com/office/drawing/2014/main" id="{EF25FBF7-E704-D679-5830-AAB752162BE4}"/>
                  </a:ext>
                </a:extLst>
              </p:cNvPr>
              <p:cNvSpPr>
                <a:spLocks noChangeArrowheads="1"/>
              </p:cNvSpPr>
              <p:nvPr/>
            </p:nvSpPr>
            <p:spPr bwMode="auto">
              <a:xfrm>
                <a:off x="340" y="1836"/>
                <a:ext cx="33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i="1" dirty="0">
                    <a:solidFill>
                      <a:srgbClr val="003366"/>
                    </a:solidFill>
                    <a:latin typeface="Times New Roman" panose="02020603050405020304" pitchFamily="18" charset="0"/>
                  </a:rPr>
                  <a:t>    </a:t>
                </a:r>
                <a:r>
                  <a:rPr lang="en-US" altLang="zh-CN" sz="3200" b="1" dirty="0">
                    <a:solidFill>
                      <a:srgbClr val="003366"/>
                    </a:solidFill>
                  </a:rPr>
                  <a:t> </a:t>
                </a:r>
                <a:r>
                  <a:rPr lang="zh-CN" altLang="en-US" sz="3200" b="1">
                    <a:solidFill>
                      <a:srgbClr val="003366"/>
                    </a:solidFill>
                  </a:rPr>
                  <a:t>方向速度平方的平均值</a:t>
                </a:r>
              </a:p>
            </p:txBody>
          </p:sp>
          <p:graphicFrame>
            <p:nvGraphicFramePr>
              <p:cNvPr id="3086" name="Object 15">
                <a:extLst>
                  <a:ext uri="{FF2B5EF4-FFF2-40B4-BE49-F238E27FC236}">
                    <a16:creationId xmlns:a16="http://schemas.microsoft.com/office/drawing/2014/main" id="{AA4256FB-C89F-505F-9431-5ED0CEE6B6B3}"/>
                  </a:ext>
                </a:extLst>
              </p:cNvPr>
              <p:cNvGraphicFramePr>
                <a:graphicFrameLocks noChangeAspect="1"/>
              </p:cNvGraphicFramePr>
              <p:nvPr/>
            </p:nvGraphicFramePr>
            <p:xfrm>
              <a:off x="431" y="1877"/>
              <a:ext cx="280" cy="300"/>
            </p:xfrm>
            <a:graphic>
              <a:graphicData uri="http://schemas.openxmlformats.org/presentationml/2006/ole">
                <mc:AlternateContent xmlns:mc="http://schemas.openxmlformats.org/markup-compatibility/2006">
                  <mc:Choice xmlns:v="urn:schemas-microsoft-com:vml" Requires="v">
                    <p:oleObj name="Equation" r:id="rId8" imgW="177646" imgH="190335" progId="Equation.3">
                      <p:embed/>
                    </p:oleObj>
                  </mc:Choice>
                  <mc:Fallback>
                    <p:oleObj name="Equation" r:id="rId8" imgW="177646" imgH="190335" progId="Equation.3">
                      <p:embed/>
                      <p:pic>
                        <p:nvPicPr>
                          <p:cNvPr id="3086" name="Object 15">
                            <a:extLst>
                              <a:ext uri="{FF2B5EF4-FFF2-40B4-BE49-F238E27FC236}">
                                <a16:creationId xmlns:a16="http://schemas.microsoft.com/office/drawing/2014/main" id="{AA4256FB-C89F-505F-9431-5ED0CEE6B6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1" y="1877"/>
                            <a:ext cx="280"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3078" name="Text Box 16">
            <a:extLst>
              <a:ext uri="{FF2B5EF4-FFF2-40B4-BE49-F238E27FC236}">
                <a16:creationId xmlns:a16="http://schemas.microsoft.com/office/drawing/2014/main" id="{22729537-5814-FCB4-EC14-F4997973B603}"/>
              </a:ext>
            </a:extLst>
          </p:cNvPr>
          <p:cNvSpPr txBox="1">
            <a:spLocks noChangeArrowheads="1"/>
          </p:cNvSpPr>
          <p:nvPr/>
        </p:nvSpPr>
        <p:spPr bwMode="auto">
          <a:xfrm>
            <a:off x="-107950" y="1989138"/>
            <a:ext cx="6096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FF3300"/>
                </a:solidFill>
              </a:rPr>
              <a:t>（</a:t>
            </a:r>
            <a:r>
              <a:rPr lang="en-US" altLang="zh-CN" sz="3200" b="1" dirty="0">
                <a:solidFill>
                  <a:srgbClr val="FF3300"/>
                </a:solidFill>
              </a:rPr>
              <a:t>2</a:t>
            </a:r>
            <a:r>
              <a:rPr lang="zh-CN" altLang="en-US" sz="3200" b="1">
                <a:solidFill>
                  <a:srgbClr val="FF3300"/>
                </a:solidFill>
              </a:rPr>
              <a:t>）</a:t>
            </a:r>
            <a:r>
              <a:rPr lang="zh-CN" altLang="en-US" sz="3200" b="1">
                <a:solidFill>
                  <a:srgbClr val="003366"/>
                </a:solidFill>
              </a:rPr>
              <a:t>分子各方向运动概率均等</a:t>
            </a:r>
            <a:r>
              <a:rPr lang="en-US" altLang="zh-CN" sz="3200" b="1" dirty="0">
                <a:solidFill>
                  <a:srgbClr val="003366"/>
                </a:solidFill>
                <a:latin typeface="Times New Roman" panose="02020603050405020304" pitchFamily="18" charset="0"/>
              </a:rPr>
              <a:t>.</a:t>
            </a:r>
          </a:p>
        </p:txBody>
      </p:sp>
      <p:grpSp>
        <p:nvGrpSpPr>
          <p:cNvPr id="3079" name="Group 21">
            <a:extLst>
              <a:ext uri="{FF2B5EF4-FFF2-40B4-BE49-F238E27FC236}">
                <a16:creationId xmlns:a16="http://schemas.microsoft.com/office/drawing/2014/main" id="{6CEC978C-2BDE-C4AD-9B0D-48514902BD66}"/>
              </a:ext>
            </a:extLst>
          </p:cNvPr>
          <p:cNvGrpSpPr>
            <a:grpSpLocks/>
          </p:cNvGrpSpPr>
          <p:nvPr/>
        </p:nvGrpSpPr>
        <p:grpSpPr bwMode="auto">
          <a:xfrm>
            <a:off x="331788" y="2708275"/>
            <a:ext cx="7239000" cy="731838"/>
            <a:chOff x="432" y="768"/>
            <a:chExt cx="4560" cy="461"/>
          </a:xfrm>
        </p:grpSpPr>
        <p:graphicFrame>
          <p:nvGraphicFramePr>
            <p:cNvPr id="3080" name="Object 22">
              <a:extLst>
                <a:ext uri="{FF2B5EF4-FFF2-40B4-BE49-F238E27FC236}">
                  <a16:creationId xmlns:a16="http://schemas.microsoft.com/office/drawing/2014/main" id="{57933076-4C01-8CFA-CBD0-B12AC5E391F9}"/>
                </a:ext>
              </a:extLst>
            </p:cNvPr>
            <p:cNvGraphicFramePr>
              <a:graphicFrameLocks noChangeAspect="1"/>
            </p:cNvGraphicFramePr>
            <p:nvPr/>
          </p:nvGraphicFramePr>
          <p:xfrm>
            <a:off x="2400" y="768"/>
            <a:ext cx="2592" cy="460"/>
          </p:xfrm>
          <a:graphic>
            <a:graphicData uri="http://schemas.openxmlformats.org/presentationml/2006/ole">
              <mc:AlternateContent xmlns:mc="http://schemas.openxmlformats.org/markup-compatibility/2006">
                <mc:Choice xmlns:v="urn:schemas-microsoft-com:vml" Requires="v">
                  <p:oleObj name="Equation" r:id="rId10" imgW="2202398" imgH="388537" progId="Equation.3">
                    <p:embed/>
                  </p:oleObj>
                </mc:Choice>
                <mc:Fallback>
                  <p:oleObj name="Equation" r:id="rId10" imgW="2202398" imgH="388537" progId="Equation.3">
                    <p:embed/>
                    <p:pic>
                      <p:nvPicPr>
                        <p:cNvPr id="3080" name="Object 22">
                          <a:extLst>
                            <a:ext uri="{FF2B5EF4-FFF2-40B4-BE49-F238E27FC236}">
                              <a16:creationId xmlns:a16="http://schemas.microsoft.com/office/drawing/2014/main" id="{57933076-4C01-8CFA-CBD0-B12AC5E391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00" y="768"/>
                          <a:ext cx="2592" cy="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1" name="Text Box 23">
              <a:extLst>
                <a:ext uri="{FF2B5EF4-FFF2-40B4-BE49-F238E27FC236}">
                  <a16:creationId xmlns:a16="http://schemas.microsoft.com/office/drawing/2014/main" id="{CE76259E-4053-FE55-6CB9-C8C9AEDD49D4}"/>
                </a:ext>
              </a:extLst>
            </p:cNvPr>
            <p:cNvSpPr txBox="1">
              <a:spLocks noChangeArrowheads="1"/>
            </p:cNvSpPr>
            <p:nvPr/>
          </p:nvSpPr>
          <p:spPr bwMode="auto">
            <a:xfrm>
              <a:off x="432" y="864"/>
              <a:ext cx="18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分子运动速度</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vertical)">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392381B3-5E20-8BD2-CBDC-B7830E09B360}"/>
              </a:ext>
            </a:extLst>
          </p:cNvPr>
          <p:cNvSpPr txBox="1">
            <a:spLocks noChangeArrowheads="1"/>
          </p:cNvSpPr>
          <p:nvPr/>
        </p:nvSpPr>
        <p:spPr bwMode="auto">
          <a:xfrm>
            <a:off x="1100138" y="1186655"/>
            <a:ext cx="1943100" cy="523220"/>
          </a:xfrm>
          <a:prstGeom prst="rect">
            <a:avLst/>
          </a:prstGeom>
          <a:solidFill>
            <a:schemeClr val="accent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气体压强</a:t>
            </a:r>
          </a:p>
        </p:txBody>
      </p:sp>
      <p:graphicFrame>
        <p:nvGraphicFramePr>
          <p:cNvPr id="8195" name="Object 3">
            <a:extLst>
              <a:ext uri="{FF2B5EF4-FFF2-40B4-BE49-F238E27FC236}">
                <a16:creationId xmlns:a16="http://schemas.microsoft.com/office/drawing/2014/main" id="{2F0A50B0-3A95-B0B4-EF89-3AE18605B9BA}"/>
              </a:ext>
            </a:extLst>
          </p:cNvPr>
          <p:cNvGraphicFramePr>
            <a:graphicFrameLocks noChangeAspect="1"/>
          </p:cNvGraphicFramePr>
          <p:nvPr>
            <p:extLst>
              <p:ext uri="{D42A27DB-BD31-4B8C-83A1-F6EECF244321}">
                <p14:modId xmlns:p14="http://schemas.microsoft.com/office/powerpoint/2010/main" val="613098526"/>
              </p:ext>
            </p:extLst>
          </p:nvPr>
        </p:nvGraphicFramePr>
        <p:xfrm>
          <a:off x="3819525" y="930275"/>
          <a:ext cx="2696691" cy="1060943"/>
        </p:xfrm>
        <a:graphic>
          <a:graphicData uri="http://schemas.openxmlformats.org/presentationml/2006/ole">
            <mc:AlternateContent xmlns:mc="http://schemas.openxmlformats.org/markup-compatibility/2006">
              <mc:Choice xmlns:v="urn:schemas-microsoft-com:vml" Requires="v">
                <p:oleObj name="公式" r:id="rId2" imgW="1036146" imgH="426942" progId="Equation.3">
                  <p:embed/>
                </p:oleObj>
              </mc:Choice>
              <mc:Fallback>
                <p:oleObj name="公式" r:id="rId2" imgW="1036146" imgH="426942" progId="Equation.3">
                  <p:embed/>
                  <p:pic>
                    <p:nvPicPr>
                      <p:cNvPr id="8195" name="Object 3">
                        <a:extLst>
                          <a:ext uri="{FF2B5EF4-FFF2-40B4-BE49-F238E27FC236}">
                            <a16:creationId xmlns:a16="http://schemas.microsoft.com/office/drawing/2014/main" id="{2F0A50B0-3A95-B0B4-EF89-3AE18605B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9525" y="930275"/>
                        <a:ext cx="2696691" cy="1060943"/>
                      </a:xfrm>
                      <a:prstGeom prst="rect">
                        <a:avLst/>
                      </a:prstGeom>
                      <a:noFill/>
                      <a:ln>
                        <a:noFill/>
                      </a:ln>
                      <a:effectLst/>
                    </p:spPr>
                  </p:pic>
                </p:oleObj>
              </mc:Fallback>
            </mc:AlternateContent>
          </a:graphicData>
        </a:graphic>
      </p:graphicFrame>
      <p:sp>
        <p:nvSpPr>
          <p:cNvPr id="11268" name="Text Box 4">
            <a:extLst>
              <a:ext uri="{FF2B5EF4-FFF2-40B4-BE49-F238E27FC236}">
                <a16:creationId xmlns:a16="http://schemas.microsoft.com/office/drawing/2014/main" id="{0AA3DA93-4FDF-F946-5C86-EB5FD52B46B8}"/>
              </a:ext>
            </a:extLst>
          </p:cNvPr>
          <p:cNvSpPr txBox="1">
            <a:spLocks noChangeArrowheads="1"/>
          </p:cNvSpPr>
          <p:nvPr/>
        </p:nvSpPr>
        <p:spPr bwMode="auto">
          <a:xfrm>
            <a:off x="1109306" y="2323499"/>
            <a:ext cx="1981200" cy="523220"/>
          </a:xfrm>
          <a:prstGeom prst="rect">
            <a:avLst/>
          </a:prstGeom>
          <a:solidFill>
            <a:schemeClr val="accent1"/>
          </a:solidFill>
          <a:ln w="12700">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solidFill>
                  <a:srgbClr val="003366"/>
                </a:solidFill>
              </a:rPr>
              <a:t>统计规律</a:t>
            </a:r>
          </a:p>
        </p:txBody>
      </p:sp>
      <p:graphicFrame>
        <p:nvGraphicFramePr>
          <p:cNvPr id="11269" name="Object 5">
            <a:extLst>
              <a:ext uri="{FF2B5EF4-FFF2-40B4-BE49-F238E27FC236}">
                <a16:creationId xmlns:a16="http://schemas.microsoft.com/office/drawing/2014/main" id="{2F1A6E03-D3F0-D5D6-891A-B3FBB9647556}"/>
              </a:ext>
            </a:extLst>
          </p:cNvPr>
          <p:cNvGraphicFramePr>
            <a:graphicFrameLocks noChangeAspect="1"/>
          </p:cNvGraphicFramePr>
          <p:nvPr>
            <p:extLst>
              <p:ext uri="{D42A27DB-BD31-4B8C-83A1-F6EECF244321}">
                <p14:modId xmlns:p14="http://schemas.microsoft.com/office/powerpoint/2010/main" val="3213381205"/>
              </p:ext>
            </p:extLst>
          </p:nvPr>
        </p:nvGraphicFramePr>
        <p:xfrm>
          <a:off x="3754197" y="2166937"/>
          <a:ext cx="1321859" cy="992111"/>
        </p:xfrm>
        <a:graphic>
          <a:graphicData uri="http://schemas.openxmlformats.org/presentationml/2006/ole">
            <mc:AlternateContent xmlns:mc="http://schemas.openxmlformats.org/markup-compatibility/2006">
              <mc:Choice xmlns:v="urn:schemas-microsoft-com:vml" Requires="v">
                <p:oleObj name="公式" r:id="rId4" imgW="503181" imgH="411480" progId="Equation.3">
                  <p:embed/>
                </p:oleObj>
              </mc:Choice>
              <mc:Fallback>
                <p:oleObj name="公式" r:id="rId4" imgW="503181" imgH="411480" progId="Equation.3">
                  <p:embed/>
                  <p:pic>
                    <p:nvPicPr>
                      <p:cNvPr id="11269" name="Object 5">
                        <a:extLst>
                          <a:ext uri="{FF2B5EF4-FFF2-40B4-BE49-F238E27FC236}">
                            <a16:creationId xmlns:a16="http://schemas.microsoft.com/office/drawing/2014/main" id="{2F1A6E03-D3F0-D5D6-891A-B3FBB96475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4197" y="2166937"/>
                        <a:ext cx="1321859" cy="992111"/>
                      </a:xfrm>
                      <a:prstGeom prst="rect">
                        <a:avLst/>
                      </a:prstGeom>
                      <a:noFill/>
                      <a:ln>
                        <a:noFill/>
                      </a:ln>
                      <a:effectLst/>
                    </p:spPr>
                  </p:pic>
                </p:oleObj>
              </mc:Fallback>
            </mc:AlternateContent>
          </a:graphicData>
        </a:graphic>
      </p:graphicFrame>
      <p:graphicFrame>
        <p:nvGraphicFramePr>
          <p:cNvPr id="11270" name="Object 6">
            <a:extLst>
              <a:ext uri="{FF2B5EF4-FFF2-40B4-BE49-F238E27FC236}">
                <a16:creationId xmlns:a16="http://schemas.microsoft.com/office/drawing/2014/main" id="{5CC0902E-96B5-C688-EAD3-F7EE27BC0CFF}"/>
              </a:ext>
            </a:extLst>
          </p:cNvPr>
          <p:cNvGraphicFramePr>
            <a:graphicFrameLocks noChangeAspect="1"/>
          </p:cNvGraphicFramePr>
          <p:nvPr>
            <p:extLst>
              <p:ext uri="{D42A27DB-BD31-4B8C-83A1-F6EECF244321}">
                <p14:modId xmlns:p14="http://schemas.microsoft.com/office/powerpoint/2010/main" val="3773184168"/>
              </p:ext>
            </p:extLst>
          </p:nvPr>
        </p:nvGraphicFramePr>
        <p:xfrm>
          <a:off x="5593074" y="2174577"/>
          <a:ext cx="1658098" cy="973854"/>
        </p:xfrm>
        <a:graphic>
          <a:graphicData uri="http://schemas.openxmlformats.org/presentationml/2006/ole">
            <mc:AlternateContent xmlns:mc="http://schemas.openxmlformats.org/markup-compatibility/2006">
              <mc:Choice xmlns:v="urn:schemas-microsoft-com:vml" Requires="v">
                <p:oleObj name="公式" r:id="rId6" imgW="601936" imgH="388537" progId="Equation.3">
                  <p:embed/>
                </p:oleObj>
              </mc:Choice>
              <mc:Fallback>
                <p:oleObj name="公式" r:id="rId6" imgW="601936" imgH="388537" progId="Equation.3">
                  <p:embed/>
                  <p:pic>
                    <p:nvPicPr>
                      <p:cNvPr id="11270" name="Object 6">
                        <a:extLst>
                          <a:ext uri="{FF2B5EF4-FFF2-40B4-BE49-F238E27FC236}">
                            <a16:creationId xmlns:a16="http://schemas.microsoft.com/office/drawing/2014/main" id="{5CC0902E-96B5-C688-EAD3-F7EE27BC0C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3074" y="2174577"/>
                        <a:ext cx="1658098" cy="973854"/>
                      </a:xfrm>
                      <a:prstGeom prst="rect">
                        <a:avLst/>
                      </a:prstGeom>
                      <a:noFill/>
                      <a:ln>
                        <a:noFill/>
                      </a:ln>
                      <a:effectLst/>
                    </p:spPr>
                  </p:pic>
                </p:oleObj>
              </mc:Fallback>
            </mc:AlternateContent>
          </a:graphicData>
        </a:graphic>
      </p:graphicFrame>
      <p:sp>
        <p:nvSpPr>
          <p:cNvPr id="11271" name="Text Box 7">
            <a:extLst>
              <a:ext uri="{FF2B5EF4-FFF2-40B4-BE49-F238E27FC236}">
                <a16:creationId xmlns:a16="http://schemas.microsoft.com/office/drawing/2014/main" id="{3A8A648D-B9BD-EE30-0D68-2A3369B0BBF1}"/>
              </a:ext>
            </a:extLst>
          </p:cNvPr>
          <p:cNvSpPr txBox="1">
            <a:spLocks noChangeArrowheads="1"/>
          </p:cNvSpPr>
          <p:nvPr/>
        </p:nvSpPr>
        <p:spPr bwMode="auto">
          <a:xfrm>
            <a:off x="1080453" y="3451607"/>
            <a:ext cx="3228341" cy="523220"/>
          </a:xfrm>
          <a:prstGeom prst="rect">
            <a:avLst/>
          </a:prstGeom>
          <a:solidFill>
            <a:schemeClr val="accent1"/>
          </a:solidFill>
          <a:ln w="12700">
            <a:solidFill>
              <a:schemeClr val="tx1"/>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分子平均平动动能</a:t>
            </a:r>
          </a:p>
        </p:txBody>
      </p:sp>
      <p:graphicFrame>
        <p:nvGraphicFramePr>
          <p:cNvPr id="11272" name="Object 8">
            <a:extLst>
              <a:ext uri="{FF2B5EF4-FFF2-40B4-BE49-F238E27FC236}">
                <a16:creationId xmlns:a16="http://schemas.microsoft.com/office/drawing/2014/main" id="{C0F45A6C-F295-74D2-12AA-3FEA60F45EC8}"/>
              </a:ext>
            </a:extLst>
          </p:cNvPr>
          <p:cNvGraphicFramePr>
            <a:graphicFrameLocks noChangeAspect="1"/>
          </p:cNvGraphicFramePr>
          <p:nvPr>
            <p:extLst>
              <p:ext uri="{D42A27DB-BD31-4B8C-83A1-F6EECF244321}">
                <p14:modId xmlns:p14="http://schemas.microsoft.com/office/powerpoint/2010/main" val="185681815"/>
              </p:ext>
            </p:extLst>
          </p:nvPr>
        </p:nvGraphicFramePr>
        <p:xfrm>
          <a:off x="4944110" y="3309938"/>
          <a:ext cx="1932146" cy="907762"/>
        </p:xfrm>
        <a:graphic>
          <a:graphicData uri="http://schemas.openxmlformats.org/presentationml/2006/ole">
            <mc:AlternateContent xmlns:mc="http://schemas.openxmlformats.org/markup-compatibility/2006">
              <mc:Choice xmlns:v="urn:schemas-microsoft-com:vml" Requires="v">
                <p:oleObj name="Equation" r:id="rId8" imgW="1158414" imgH="602008" progId="Equation.3">
                  <p:embed/>
                </p:oleObj>
              </mc:Choice>
              <mc:Fallback>
                <p:oleObj name="Equation" r:id="rId8" imgW="1158414" imgH="602008" progId="Equation.3">
                  <p:embed/>
                  <p:pic>
                    <p:nvPicPr>
                      <p:cNvPr id="11272" name="Object 8">
                        <a:extLst>
                          <a:ext uri="{FF2B5EF4-FFF2-40B4-BE49-F238E27FC236}">
                            <a16:creationId xmlns:a16="http://schemas.microsoft.com/office/drawing/2014/main" id="{C0F45A6C-F295-74D2-12AA-3FEA60F45E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4110" y="3309938"/>
                        <a:ext cx="1932146" cy="907762"/>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11273" name="Object 9">
                <a:extLst>
                  <a:ext uri="{FF2B5EF4-FFF2-40B4-BE49-F238E27FC236}">
                    <a16:creationId xmlns:a16="http://schemas.microsoft.com/office/drawing/2014/main" id="{34E0AABB-BAEE-5472-6955-3959AE708F5C}"/>
                  </a:ext>
                </a:extLst>
              </p:cNvPr>
              <p:cNvSpPr txBox="1"/>
              <p:nvPr/>
            </p:nvSpPr>
            <p:spPr bwMode="auto">
              <a:xfrm>
                <a:off x="4618459" y="4293096"/>
                <a:ext cx="1609725" cy="993775"/>
              </a:xfrm>
              <a:prstGeom prst="rect">
                <a:avLst/>
              </a:prstGeom>
              <a:gradFill rotWithShape="0">
                <a:gsLst>
                  <a:gs pos="0">
                    <a:srgbClr val="FFE7FF"/>
                  </a:gs>
                  <a:gs pos="50000">
                    <a:srgbClr val="FFFFFF"/>
                  </a:gs>
                  <a:gs pos="100000">
                    <a:srgbClr val="FFE7FF"/>
                  </a:gs>
                </a:gsLst>
                <a:lin ang="5400000" scaled="1"/>
              </a:gradFill>
              <a:ln w="9525">
                <a:solidFill>
                  <a:srgbClr val="CC3399"/>
                </a:solidFill>
                <a:miter lim="800000"/>
                <a:headEnd/>
                <a:tailEnd/>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b="1" i="1">
                          <a:solidFill>
                            <a:srgbClr val="000000"/>
                          </a:solidFill>
                          <a:latin typeface="Cambria Math" panose="02040503050406030204" pitchFamily="18" charset="0"/>
                        </a:rPr>
                        <m:t>𝒑</m:t>
                      </m:r>
                      <m:r>
                        <a:rPr lang="zh-CN" altLang="en-US" b="1"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b="1" i="1">
                              <a:solidFill>
                                <a:srgbClr val="000000"/>
                              </a:solidFill>
                              <a:latin typeface="Cambria Math" panose="02040503050406030204" pitchFamily="18" charset="0"/>
                            </a:rPr>
                            <m:t>𝟐</m:t>
                          </m:r>
                        </m:num>
                        <m:den>
                          <m:r>
                            <a:rPr lang="zh-CN" altLang="en-US" b="1" i="1">
                              <a:solidFill>
                                <a:srgbClr val="000000"/>
                              </a:solidFill>
                              <a:latin typeface="Cambria Math" panose="02040503050406030204" pitchFamily="18" charset="0"/>
                            </a:rPr>
                            <m:t>𝟑</m:t>
                          </m:r>
                        </m:den>
                      </m:f>
                      <m:r>
                        <a:rPr lang="zh-CN" altLang="en-US" b="1" i="1">
                          <a:solidFill>
                            <a:srgbClr val="000000"/>
                          </a:solidFill>
                          <a:latin typeface="Cambria Math" panose="02040503050406030204" pitchFamily="18" charset="0"/>
                        </a:rPr>
                        <m:t>𝒏</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𝜺</m:t>
                              </m:r>
                            </m:e>
                          </m:acc>
                        </m:e>
                        <m:sub>
                          <m:r>
                            <a:rPr lang="zh-CN" altLang="en-US" b="1" i="0">
                              <a:solidFill>
                                <a:srgbClr val="000000"/>
                              </a:solidFill>
                              <a:latin typeface="Cambria Math" panose="02040503050406030204" pitchFamily="18" charset="0"/>
                            </a:rPr>
                            <m:t>𝐤</m:t>
                          </m:r>
                        </m:sub>
                      </m:sSub>
                    </m:oMath>
                  </m:oMathPara>
                </a14:m>
                <a:endParaRPr lang="zh-CN" altLang="en-US" dirty="0"/>
              </a:p>
            </p:txBody>
          </p:sp>
        </mc:Choice>
        <mc:Fallback>
          <p:sp>
            <p:nvSpPr>
              <p:cNvPr id="11273" name="Object 9">
                <a:extLst>
                  <a:ext uri="{FF2B5EF4-FFF2-40B4-BE49-F238E27FC236}">
                    <a16:creationId xmlns:a16="http://schemas.microsoft.com/office/drawing/2014/main" id="{34E0AABB-BAEE-5472-6955-3959AE708F5C}"/>
                  </a:ext>
                </a:extLst>
              </p:cNvPr>
              <p:cNvSpPr txBox="1">
                <a:spLocks noRot="1" noChangeAspect="1" noMove="1" noResize="1" noEditPoints="1" noAdjustHandles="1" noChangeArrowheads="1" noChangeShapeType="1" noTextEdit="1"/>
              </p:cNvSpPr>
              <p:nvPr/>
            </p:nvSpPr>
            <p:spPr bwMode="auto">
              <a:xfrm>
                <a:off x="4618459" y="4293096"/>
                <a:ext cx="1609725" cy="993775"/>
              </a:xfrm>
              <a:prstGeom prst="rect">
                <a:avLst/>
              </a:prstGeom>
              <a:blipFill>
                <a:blip r:embed="rId10"/>
                <a:stretch>
                  <a:fillRect/>
                </a:stretch>
              </a:blipFill>
              <a:ln w="9525">
                <a:solidFill>
                  <a:srgbClr val="CC3399"/>
                </a:solidFill>
                <a:miter lim="800000"/>
                <a:headEnd/>
                <a:tailEnd/>
              </a:ln>
              <a:effectLst/>
            </p:spPr>
            <p:txBody>
              <a:bodyPr/>
              <a:lstStyle/>
              <a:p>
                <a:r>
                  <a:rPr lang="zh-CN" altLang="en-US">
                    <a:noFill/>
                  </a:rPr>
                  <a:t> </a:t>
                </a:r>
              </a:p>
            </p:txBody>
          </p:sp>
        </mc:Fallback>
      </mc:AlternateContent>
      <p:sp>
        <p:nvSpPr>
          <p:cNvPr id="11274" name="Text Box 10">
            <a:extLst>
              <a:ext uri="{FF2B5EF4-FFF2-40B4-BE49-F238E27FC236}">
                <a16:creationId xmlns:a16="http://schemas.microsoft.com/office/drawing/2014/main" id="{4AC4807F-DF01-BDF7-0DB2-0C626F5A3801}"/>
              </a:ext>
            </a:extLst>
          </p:cNvPr>
          <p:cNvSpPr txBox="1">
            <a:spLocks noChangeArrowheads="1"/>
          </p:cNvSpPr>
          <p:nvPr/>
        </p:nvSpPr>
        <p:spPr bwMode="auto">
          <a:xfrm>
            <a:off x="1100138" y="4439814"/>
            <a:ext cx="2520330" cy="523220"/>
          </a:xfrm>
          <a:prstGeom prst="rect">
            <a:avLst/>
          </a:prstGeom>
          <a:solidFill>
            <a:schemeClr val="accent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3366"/>
                </a:solidFill>
              </a:rPr>
              <a:t>气体压强公式</a:t>
            </a:r>
          </a:p>
        </p:txBody>
      </p:sp>
      <p:sp>
        <p:nvSpPr>
          <p:cNvPr id="8203" name="Text Box 12">
            <a:extLst>
              <a:ext uri="{FF2B5EF4-FFF2-40B4-BE49-F238E27FC236}">
                <a16:creationId xmlns:a16="http://schemas.microsoft.com/office/drawing/2014/main" id="{A80A674F-A678-7CBE-22C5-C18B0BFDB3BB}"/>
              </a:ext>
            </a:extLst>
          </p:cNvPr>
          <p:cNvSpPr txBox="1">
            <a:spLocks noChangeArrowheads="1"/>
          </p:cNvSpPr>
          <p:nvPr/>
        </p:nvSpPr>
        <p:spPr bwMode="auto">
          <a:xfrm>
            <a:off x="2071688" y="44450"/>
            <a:ext cx="6461125"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3600" b="1" dirty="0">
                <a:solidFill>
                  <a:srgbClr val="003366"/>
                </a:solidFill>
              </a:rPr>
              <a:t> </a:t>
            </a:r>
            <a:r>
              <a:rPr lang="zh-CN" altLang="en-US" sz="3600" b="1">
                <a:solidFill>
                  <a:schemeClr val="bg1"/>
                </a:solidFill>
              </a:rPr>
              <a:t>理想气体压强公式之推导</a:t>
            </a:r>
          </a:p>
        </p:txBody>
      </p:sp>
      <p:sp>
        <p:nvSpPr>
          <p:cNvPr id="2" name="Text Box 2">
            <a:extLst>
              <a:ext uri="{FF2B5EF4-FFF2-40B4-BE49-F238E27FC236}">
                <a16:creationId xmlns:a16="http://schemas.microsoft.com/office/drawing/2014/main" id="{FD92FB0C-C038-061B-1E50-CCBD7C9A98B3}"/>
              </a:ext>
            </a:extLst>
          </p:cNvPr>
          <p:cNvSpPr txBox="1">
            <a:spLocks noChangeArrowheads="1"/>
          </p:cNvSpPr>
          <p:nvPr/>
        </p:nvSpPr>
        <p:spPr bwMode="auto">
          <a:xfrm>
            <a:off x="1152287" y="5371419"/>
            <a:ext cx="1656184" cy="523220"/>
          </a:xfrm>
          <a:prstGeom prst="rect">
            <a:avLst/>
          </a:prstGeom>
          <a:solidFill>
            <a:schemeClr val="accent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003366"/>
                </a:solidFill>
              </a:rPr>
              <a:t>气体密度</a:t>
            </a: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1BF6F17C-A1EB-E9E7-F2CE-C424C2743AD0}"/>
                  </a:ext>
                </a:extLst>
              </p:cNvPr>
              <p:cNvSpPr txBox="1"/>
              <p:nvPr/>
            </p:nvSpPr>
            <p:spPr>
              <a:xfrm>
                <a:off x="1237166" y="5962341"/>
                <a:ext cx="1537665" cy="49244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𝝆</m:t>
                      </m:r>
                      <m:r>
                        <a:rPr lang="en-US" altLang="zh-CN" i="1" smtClean="0">
                          <a:latin typeface="Cambria Math" panose="02040503050406030204" pitchFamily="18" charset="0"/>
                        </a:rPr>
                        <m:t>=</m:t>
                      </m:r>
                      <m:r>
                        <a:rPr lang="en-US" altLang="zh-CN" b="1" i="1" smtClean="0">
                          <a:latin typeface="Cambria Math" panose="02040503050406030204" pitchFamily="18" charset="0"/>
                        </a:rPr>
                        <m:t>𝒏𝒎</m:t>
                      </m:r>
                    </m:oMath>
                  </m:oMathPara>
                </a14:m>
                <a:endParaRPr lang="zh-CN" altLang="en-US" dirty="0"/>
              </a:p>
            </p:txBody>
          </p:sp>
        </mc:Choice>
        <mc:Fallback>
          <p:sp>
            <p:nvSpPr>
              <p:cNvPr id="3" name="文本框 2">
                <a:extLst>
                  <a:ext uri="{FF2B5EF4-FFF2-40B4-BE49-F238E27FC236}">
                    <a16:creationId xmlns:a16="http://schemas.microsoft.com/office/drawing/2014/main" id="{1BF6F17C-A1EB-E9E7-F2CE-C424C2743AD0}"/>
                  </a:ext>
                </a:extLst>
              </p:cNvPr>
              <p:cNvSpPr txBox="1">
                <a:spLocks noRot="1" noChangeAspect="1" noMove="1" noResize="1" noEditPoints="1" noAdjustHandles="1" noChangeArrowheads="1" noChangeShapeType="1" noTextEdit="1"/>
              </p:cNvSpPr>
              <p:nvPr/>
            </p:nvSpPr>
            <p:spPr>
              <a:xfrm>
                <a:off x="1237166" y="5962341"/>
                <a:ext cx="1537665" cy="492443"/>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9">
                <a:extLst>
                  <a:ext uri="{FF2B5EF4-FFF2-40B4-BE49-F238E27FC236}">
                    <a16:creationId xmlns:a16="http://schemas.microsoft.com/office/drawing/2014/main" id="{B7EF9582-DC78-C61E-DF16-EE91BD11BB90}"/>
                  </a:ext>
                </a:extLst>
              </p:cNvPr>
              <p:cNvSpPr txBox="1"/>
              <p:nvPr/>
            </p:nvSpPr>
            <p:spPr bwMode="auto">
              <a:xfrm>
                <a:off x="3923928" y="5491683"/>
                <a:ext cx="3327244" cy="1033661"/>
              </a:xfrm>
              <a:prstGeom prst="rect">
                <a:avLst/>
              </a:prstGeom>
              <a:gradFill rotWithShape="0">
                <a:gsLst>
                  <a:gs pos="0">
                    <a:srgbClr val="FFE7FF"/>
                  </a:gs>
                  <a:gs pos="50000">
                    <a:srgbClr val="FFFFFF"/>
                  </a:gs>
                  <a:gs pos="100000">
                    <a:srgbClr val="FFE7FF"/>
                  </a:gs>
                </a:gsLst>
                <a:lin ang="5400000" scaled="1"/>
              </a:gradFill>
              <a:ln w="9525">
                <a:solidFill>
                  <a:srgbClr val="CC3399"/>
                </a:solidFill>
                <a:miter lim="800000"/>
                <a:headEnd/>
                <a:tailEnd/>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b="1" i="1" smtClean="0">
                          <a:solidFill>
                            <a:srgbClr val="000000"/>
                          </a:solidFill>
                          <a:latin typeface="Cambria Math" panose="02040503050406030204" pitchFamily="18" charset="0"/>
                        </a:rPr>
                        <m:t>𝒑</m:t>
                      </m:r>
                      <m:r>
                        <a:rPr lang="zh-CN" altLang="en-US" b="1"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en-US" altLang="zh-CN" b="1" i="1" smtClean="0">
                              <a:solidFill>
                                <a:srgbClr val="000000"/>
                              </a:solidFill>
                              <a:latin typeface="Cambria Math" panose="02040503050406030204" pitchFamily="18" charset="0"/>
                            </a:rPr>
                            <m:t>𝟏</m:t>
                          </m:r>
                        </m:num>
                        <m:den>
                          <m:r>
                            <a:rPr lang="zh-CN" altLang="en-US" b="1" i="1">
                              <a:solidFill>
                                <a:srgbClr val="000000"/>
                              </a:solidFill>
                              <a:latin typeface="Cambria Math" panose="02040503050406030204" pitchFamily="18" charset="0"/>
                            </a:rPr>
                            <m:t>𝟑</m:t>
                          </m:r>
                        </m:den>
                      </m:f>
                      <m:r>
                        <a:rPr lang="zh-CN" altLang="en-US" b="1" i="1">
                          <a:solidFill>
                            <a:srgbClr val="000000"/>
                          </a:solidFill>
                          <a:latin typeface="Cambria Math" panose="02040503050406030204" pitchFamily="18" charset="0"/>
                        </a:rPr>
                        <m:t>𝒏</m:t>
                      </m:r>
                      <m:r>
                        <a:rPr lang="en-US" altLang="zh-CN" b="1" i="1" smtClean="0">
                          <a:solidFill>
                            <a:srgbClr val="000000"/>
                          </a:solidFill>
                          <a:latin typeface="Cambria Math" panose="02040503050406030204" pitchFamily="18" charset="0"/>
                        </a:rPr>
                        <m:t>𝒎</m:t>
                      </m:r>
                      <m:acc>
                        <m:accPr>
                          <m:chr m:val="̅"/>
                          <m:ctrlPr>
                            <a:rPr lang="zh-CN" altLang="en-US" i="1" smtClean="0">
                              <a:solidFill>
                                <a:srgbClr val="000000"/>
                              </a:solidFill>
                              <a:latin typeface="Cambria Math" panose="02040503050406030204" pitchFamily="18" charset="0"/>
                            </a:rPr>
                          </m:ctrlPr>
                        </m:accPr>
                        <m:e>
                          <m:sSup>
                            <m:sSupPr>
                              <m:ctrlPr>
                                <a:rPr lang="en-US" altLang="zh-CN" i="1" smtClean="0">
                                  <a:solidFill>
                                    <a:srgbClr val="000000"/>
                                  </a:solidFill>
                                  <a:latin typeface="Cambria Math" panose="02040503050406030204" pitchFamily="18" charset="0"/>
                                </a:rPr>
                              </m:ctrlPr>
                            </m:sSupPr>
                            <m:e>
                              <m:r>
                                <a:rPr lang="en-US" altLang="zh-CN" b="1" i="1" smtClean="0">
                                  <a:solidFill>
                                    <a:srgbClr val="000000"/>
                                  </a:solidFill>
                                  <a:latin typeface="Cambria Math" panose="02040503050406030204" pitchFamily="18" charset="0"/>
                                </a:rPr>
                                <m:t>𝒗</m:t>
                              </m:r>
                            </m:e>
                            <m:sup>
                              <m:r>
                                <a:rPr lang="en-US" altLang="zh-CN" b="1" i="1" smtClean="0">
                                  <a:solidFill>
                                    <a:srgbClr val="000000"/>
                                  </a:solidFill>
                                  <a:latin typeface="Cambria Math" panose="02040503050406030204" pitchFamily="18" charset="0"/>
                                </a:rPr>
                                <m:t>𝟐</m:t>
                              </m:r>
                            </m:sup>
                          </m:sSup>
                        </m:e>
                      </m:acc>
                      <m:r>
                        <a:rPr lang="en-US" altLang="zh-CN" b="1" i="1" smtClean="0">
                          <a:solidFill>
                            <a:srgbClr val="000000"/>
                          </a:solidFill>
                          <a:latin typeface="Cambria Math" panose="02040503050406030204" pitchFamily="18" charset="0"/>
                        </a:rPr>
                        <m:t>=</m:t>
                      </m:r>
                      <m:f>
                        <m:fPr>
                          <m:ctrlPr>
                            <a:rPr lang="en-US" altLang="zh-CN" i="1" smtClean="0">
                              <a:solidFill>
                                <a:srgbClr val="000000"/>
                              </a:solidFill>
                              <a:latin typeface="Cambria Math" panose="02040503050406030204" pitchFamily="18" charset="0"/>
                            </a:rPr>
                          </m:ctrlPr>
                        </m:fPr>
                        <m:num>
                          <m:r>
                            <a:rPr lang="en-US" altLang="zh-CN" b="1" i="1" smtClean="0">
                              <a:solidFill>
                                <a:srgbClr val="000000"/>
                              </a:solidFill>
                              <a:latin typeface="Cambria Math" panose="02040503050406030204" pitchFamily="18" charset="0"/>
                            </a:rPr>
                            <m:t>𝟏</m:t>
                          </m:r>
                        </m:num>
                        <m:den>
                          <m:r>
                            <a:rPr lang="en-US" altLang="zh-CN" b="1" i="1" smtClean="0">
                              <a:solidFill>
                                <a:srgbClr val="000000"/>
                              </a:solidFill>
                              <a:latin typeface="Cambria Math" panose="02040503050406030204" pitchFamily="18" charset="0"/>
                            </a:rPr>
                            <m:t>𝟑</m:t>
                          </m:r>
                        </m:den>
                      </m:f>
                      <m:r>
                        <a:rPr lang="zh-CN" altLang="en-US" b="1" i="1" smtClean="0">
                          <a:solidFill>
                            <a:srgbClr val="000000"/>
                          </a:solidFill>
                          <a:latin typeface="Cambria Math" panose="02040503050406030204" pitchFamily="18" charset="0"/>
                        </a:rPr>
                        <m:t>𝝆</m:t>
                      </m:r>
                      <m:acc>
                        <m:accPr>
                          <m:chr m:val="̅"/>
                          <m:ctrlPr>
                            <a:rPr lang="zh-CN" altLang="en-US" i="1">
                              <a:solidFill>
                                <a:srgbClr val="000000"/>
                              </a:solidFill>
                              <a:latin typeface="Cambria Math" panose="02040503050406030204" pitchFamily="18" charset="0"/>
                            </a:rPr>
                          </m:ctrlPr>
                        </m:accPr>
                        <m:e>
                          <m:sSup>
                            <m:sSupPr>
                              <m:ctrlPr>
                                <a:rPr lang="en-US" altLang="zh-CN"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𝒗</m:t>
                              </m:r>
                            </m:e>
                            <m:sup>
                              <m:r>
                                <a:rPr lang="en-US" altLang="zh-CN" b="1" i="1">
                                  <a:solidFill>
                                    <a:srgbClr val="000000"/>
                                  </a:solidFill>
                                  <a:latin typeface="Cambria Math" panose="02040503050406030204" pitchFamily="18" charset="0"/>
                                </a:rPr>
                                <m:t>𝟐</m:t>
                              </m:r>
                            </m:sup>
                          </m:sSup>
                        </m:e>
                      </m:acc>
                    </m:oMath>
                  </m:oMathPara>
                </a14:m>
                <a:endParaRPr lang="zh-CN" altLang="en-US" dirty="0"/>
              </a:p>
            </p:txBody>
          </p:sp>
        </mc:Choice>
        <mc:Fallback>
          <p:sp>
            <p:nvSpPr>
              <p:cNvPr id="6" name="Object 9">
                <a:extLst>
                  <a:ext uri="{FF2B5EF4-FFF2-40B4-BE49-F238E27FC236}">
                    <a16:creationId xmlns:a16="http://schemas.microsoft.com/office/drawing/2014/main" id="{B7EF9582-DC78-C61E-DF16-EE91BD11BB90}"/>
                  </a:ext>
                </a:extLst>
              </p:cNvPr>
              <p:cNvSpPr txBox="1">
                <a:spLocks noRot="1" noChangeAspect="1" noMove="1" noResize="1" noEditPoints="1" noAdjustHandles="1" noChangeArrowheads="1" noChangeShapeType="1" noTextEdit="1"/>
              </p:cNvSpPr>
              <p:nvPr/>
            </p:nvSpPr>
            <p:spPr bwMode="auto">
              <a:xfrm>
                <a:off x="3923928" y="5491683"/>
                <a:ext cx="3327244" cy="1033661"/>
              </a:xfrm>
              <a:prstGeom prst="rect">
                <a:avLst/>
              </a:prstGeom>
              <a:blipFill>
                <a:blip r:embed="rId12"/>
                <a:stretch>
                  <a:fillRect/>
                </a:stretch>
              </a:blipFill>
              <a:ln w="9525">
                <a:solidFill>
                  <a:srgbClr val="CC3399"/>
                </a:solidFill>
                <a:miter lim="800000"/>
                <a:headEnd/>
                <a:tailEnd/>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blinds(horizontal)">
                                      <p:cBhvr>
                                        <p:cTn id="7" dur="500"/>
                                        <p:tgtEl>
                                          <p:spTgt spid="11268"/>
                                        </p:tgtEl>
                                      </p:cBhvr>
                                    </p:animEffect>
                                  </p:childTnLst>
                                </p:cTn>
                              </p:par>
                              <p:par>
                                <p:cTn id="8" presetID="3" presetClass="entr" presetSubtype="10" fill="hold" nodeType="withEffect">
                                  <p:stCondLst>
                                    <p:cond delay="0"/>
                                  </p:stCondLst>
                                  <p:childTnLst>
                                    <p:set>
                                      <p:cBhvr>
                                        <p:cTn id="9" dur="1" fill="hold">
                                          <p:stCondLst>
                                            <p:cond delay="0"/>
                                          </p:stCondLst>
                                        </p:cTn>
                                        <p:tgtEl>
                                          <p:spTgt spid="11269"/>
                                        </p:tgtEl>
                                        <p:attrNameLst>
                                          <p:attrName>style.visibility</p:attrName>
                                        </p:attrNameLst>
                                      </p:cBhvr>
                                      <p:to>
                                        <p:strVal val="visible"/>
                                      </p:to>
                                    </p:set>
                                    <p:animEffect transition="in" filter="blinds(horizontal)">
                                      <p:cBhvr>
                                        <p:cTn id="10" dur="500"/>
                                        <p:tgtEl>
                                          <p:spTgt spid="11269"/>
                                        </p:tgtEl>
                                      </p:cBhvr>
                                    </p:animEffect>
                                  </p:childTnLst>
                                </p:cTn>
                              </p:par>
                              <p:par>
                                <p:cTn id="11" presetID="3" presetClass="entr" presetSubtype="10" fill="hold" nodeType="withEffect">
                                  <p:stCondLst>
                                    <p:cond delay="0"/>
                                  </p:stCondLst>
                                  <p:childTnLst>
                                    <p:set>
                                      <p:cBhvr>
                                        <p:cTn id="12" dur="1" fill="hold">
                                          <p:stCondLst>
                                            <p:cond delay="0"/>
                                          </p:stCondLst>
                                        </p:cTn>
                                        <p:tgtEl>
                                          <p:spTgt spid="11270"/>
                                        </p:tgtEl>
                                        <p:attrNameLst>
                                          <p:attrName>style.visibility</p:attrName>
                                        </p:attrNameLst>
                                      </p:cBhvr>
                                      <p:to>
                                        <p:strVal val="visible"/>
                                      </p:to>
                                    </p:set>
                                    <p:animEffect transition="in" filter="blinds(horizontal)">
                                      <p:cBhvr>
                                        <p:cTn id="13" dur="500"/>
                                        <p:tgtEl>
                                          <p:spTgt spid="1127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1271"/>
                                        </p:tgtEl>
                                        <p:attrNameLst>
                                          <p:attrName>style.visibility</p:attrName>
                                        </p:attrNameLst>
                                      </p:cBhvr>
                                      <p:to>
                                        <p:strVal val="visible"/>
                                      </p:to>
                                    </p:set>
                                    <p:animEffect transition="in" filter="blinds(horizontal)">
                                      <p:cBhvr>
                                        <p:cTn id="18" dur="500"/>
                                        <p:tgtEl>
                                          <p:spTgt spid="11271"/>
                                        </p:tgtEl>
                                      </p:cBhvr>
                                    </p:animEffect>
                                  </p:childTnLst>
                                </p:cTn>
                              </p:par>
                              <p:par>
                                <p:cTn id="19" presetID="3" presetClass="entr" presetSubtype="10" fill="hold" nodeType="withEffect">
                                  <p:stCondLst>
                                    <p:cond delay="0"/>
                                  </p:stCondLst>
                                  <p:childTnLst>
                                    <p:set>
                                      <p:cBhvr>
                                        <p:cTn id="20" dur="1" fill="hold">
                                          <p:stCondLst>
                                            <p:cond delay="0"/>
                                          </p:stCondLst>
                                        </p:cTn>
                                        <p:tgtEl>
                                          <p:spTgt spid="11272"/>
                                        </p:tgtEl>
                                        <p:attrNameLst>
                                          <p:attrName>style.visibility</p:attrName>
                                        </p:attrNameLst>
                                      </p:cBhvr>
                                      <p:to>
                                        <p:strVal val="visible"/>
                                      </p:to>
                                    </p:set>
                                    <p:animEffect transition="in" filter="blinds(horizontal)">
                                      <p:cBhvr>
                                        <p:cTn id="21" dur="500"/>
                                        <p:tgtEl>
                                          <p:spTgt spid="112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1274"/>
                                        </p:tgtEl>
                                        <p:attrNameLst>
                                          <p:attrName>style.visibility</p:attrName>
                                        </p:attrNameLst>
                                      </p:cBhvr>
                                      <p:to>
                                        <p:strVal val="visible"/>
                                      </p:to>
                                    </p:set>
                                    <p:animEffect transition="in" filter="blinds(horizontal)">
                                      <p:cBhvr>
                                        <p:cTn id="26"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P spid="11271" grpId="0" animBg="1"/>
      <p:bldP spid="1127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EBD8F93A-771D-79E4-3DEC-39990468714E}"/>
              </a:ext>
            </a:extLst>
          </p:cNvPr>
          <p:cNvGrpSpPr>
            <a:grpSpLocks/>
          </p:cNvGrpSpPr>
          <p:nvPr/>
        </p:nvGrpSpPr>
        <p:grpSpPr bwMode="auto">
          <a:xfrm>
            <a:off x="838200" y="1484313"/>
            <a:ext cx="6705600" cy="1338262"/>
            <a:chOff x="528" y="912"/>
            <a:chExt cx="4224" cy="843"/>
          </a:xfrm>
        </p:grpSpPr>
        <p:graphicFrame>
          <p:nvGraphicFramePr>
            <p:cNvPr id="9227" name="Object 3">
              <a:extLst>
                <a:ext uri="{FF2B5EF4-FFF2-40B4-BE49-F238E27FC236}">
                  <a16:creationId xmlns:a16="http://schemas.microsoft.com/office/drawing/2014/main" id="{AC489601-FC9F-398A-4DC0-A6E6AF8E807A}"/>
                </a:ext>
              </a:extLst>
            </p:cNvPr>
            <p:cNvGraphicFramePr>
              <a:graphicFrameLocks noChangeAspect="1"/>
            </p:cNvGraphicFramePr>
            <p:nvPr/>
          </p:nvGraphicFramePr>
          <p:xfrm>
            <a:off x="3168" y="912"/>
            <a:ext cx="1584" cy="843"/>
          </p:xfrm>
          <a:graphic>
            <a:graphicData uri="http://schemas.openxmlformats.org/presentationml/2006/ole">
              <mc:AlternateContent xmlns:mc="http://schemas.openxmlformats.org/markup-compatibility/2006">
                <mc:Choice xmlns:v="urn:schemas-microsoft-com:vml" Requires="v">
                  <p:oleObj name="Equation" r:id="rId2" imgW="998002" imgH="602008" progId="Equation.3">
                    <p:embed/>
                  </p:oleObj>
                </mc:Choice>
                <mc:Fallback>
                  <p:oleObj name="Equation" r:id="rId2" imgW="998002" imgH="602008" progId="Equation.3">
                    <p:embed/>
                    <p:pic>
                      <p:nvPicPr>
                        <p:cNvPr id="9227" name="Object 3">
                          <a:extLst>
                            <a:ext uri="{FF2B5EF4-FFF2-40B4-BE49-F238E27FC236}">
                              <a16:creationId xmlns:a16="http://schemas.microsoft.com/office/drawing/2014/main" id="{AC489601-FC9F-398A-4DC0-A6E6AF8E8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 y="912"/>
                          <a:ext cx="1584" cy="843"/>
                        </a:xfrm>
                        <a:prstGeom prst="rect">
                          <a:avLst/>
                        </a:prstGeom>
                        <a:gradFill rotWithShape="0">
                          <a:gsLst>
                            <a:gs pos="0">
                              <a:srgbClr val="FFFFDD"/>
                            </a:gs>
                            <a:gs pos="50000">
                              <a:srgbClr val="FFFFFF"/>
                            </a:gs>
                            <a:gs pos="100000">
                              <a:srgbClr val="FFFFDD"/>
                            </a:gs>
                          </a:gsLst>
                          <a:lin ang="5400000" scaled="1"/>
                        </a:gra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8" name="Text Box 4">
              <a:extLst>
                <a:ext uri="{FF2B5EF4-FFF2-40B4-BE49-F238E27FC236}">
                  <a16:creationId xmlns:a16="http://schemas.microsoft.com/office/drawing/2014/main" id="{99B55CC5-CBDA-6C64-E723-2FFF4A93B13D}"/>
                </a:ext>
              </a:extLst>
            </p:cNvPr>
            <p:cNvSpPr txBox="1">
              <a:spLocks noChangeArrowheads="1"/>
            </p:cNvSpPr>
            <p:nvPr/>
          </p:nvSpPr>
          <p:spPr bwMode="auto">
            <a:xfrm>
              <a:off x="528" y="1248"/>
              <a:ext cx="1536" cy="371"/>
            </a:xfrm>
            <a:prstGeom prst="rect">
              <a:avLst/>
            </a:prstGeom>
            <a:gradFill rotWithShape="0">
              <a:gsLst>
                <a:gs pos="0">
                  <a:srgbClr val="FFFFDD"/>
                </a:gs>
                <a:gs pos="50000">
                  <a:srgbClr val="FFFFFF"/>
                </a:gs>
                <a:gs pos="100000">
                  <a:srgbClr val="FFFFDD"/>
                </a:gs>
              </a:gsLst>
              <a:lin ang="5400000" scaled="1"/>
            </a:gradFill>
            <a:ln w="9525">
              <a:solidFill>
                <a:srgbClr val="996633"/>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3200" b="1" dirty="0">
                  <a:solidFill>
                    <a:srgbClr val="003366"/>
                  </a:solidFill>
                </a:rPr>
                <a:t> </a:t>
              </a:r>
              <a:r>
                <a:rPr lang="zh-CN" altLang="en-US" sz="3200" b="1">
                  <a:solidFill>
                    <a:srgbClr val="003366"/>
                  </a:solidFill>
                </a:rPr>
                <a:t>统计关系式</a:t>
              </a:r>
            </a:p>
          </p:txBody>
        </p:sp>
        <p:sp>
          <p:nvSpPr>
            <p:cNvPr id="9229" name="AutoShape 5">
              <a:extLst>
                <a:ext uri="{FF2B5EF4-FFF2-40B4-BE49-F238E27FC236}">
                  <a16:creationId xmlns:a16="http://schemas.microsoft.com/office/drawing/2014/main" id="{1F61C944-DC7E-78BB-6F39-97E623ECC8C1}"/>
                </a:ext>
              </a:extLst>
            </p:cNvPr>
            <p:cNvSpPr>
              <a:spLocks noChangeArrowheads="1"/>
            </p:cNvSpPr>
            <p:nvPr/>
          </p:nvSpPr>
          <p:spPr bwMode="auto">
            <a:xfrm>
              <a:off x="2208" y="1344"/>
              <a:ext cx="864" cy="96"/>
            </a:xfrm>
            <a:prstGeom prst="leftRightArrow">
              <a:avLst>
                <a:gd name="adj1" fmla="val 50000"/>
                <a:gd name="adj2" fmla="val 180000"/>
              </a:avLst>
            </a:prstGeom>
            <a:solidFill>
              <a:srgbClr val="FFFFDD"/>
            </a:solidFill>
            <a:ln w="28575">
              <a:solidFill>
                <a:srgbClr val="996633"/>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 name="Group 9">
            <a:extLst>
              <a:ext uri="{FF2B5EF4-FFF2-40B4-BE49-F238E27FC236}">
                <a16:creationId xmlns:a16="http://schemas.microsoft.com/office/drawing/2014/main" id="{36C69A6F-0E78-1D3D-DFC0-94B5247D1AEB}"/>
              </a:ext>
            </a:extLst>
          </p:cNvPr>
          <p:cNvGrpSpPr>
            <a:grpSpLocks/>
          </p:cNvGrpSpPr>
          <p:nvPr/>
        </p:nvGrpSpPr>
        <p:grpSpPr bwMode="auto">
          <a:xfrm>
            <a:off x="1600200" y="2401888"/>
            <a:ext cx="3505200" cy="1233487"/>
            <a:chOff x="1104" y="1536"/>
            <a:chExt cx="2112" cy="724"/>
          </a:xfrm>
        </p:grpSpPr>
        <p:sp>
          <p:nvSpPr>
            <p:cNvPr id="9225" name="Freeform 10">
              <a:extLst>
                <a:ext uri="{FF2B5EF4-FFF2-40B4-BE49-F238E27FC236}">
                  <a16:creationId xmlns:a16="http://schemas.microsoft.com/office/drawing/2014/main" id="{45242A62-0F54-A5D0-DBFD-B003F59E7545}"/>
                </a:ext>
              </a:extLst>
            </p:cNvPr>
            <p:cNvSpPr>
              <a:spLocks/>
            </p:cNvSpPr>
            <p:nvPr/>
          </p:nvSpPr>
          <p:spPr bwMode="auto">
            <a:xfrm>
              <a:off x="1104" y="1536"/>
              <a:ext cx="2112" cy="720"/>
            </a:xfrm>
            <a:custGeom>
              <a:avLst/>
              <a:gdLst>
                <a:gd name="T0" fmla="*/ 0 w 2112"/>
                <a:gd name="T1" fmla="*/ 384 h 720"/>
                <a:gd name="T2" fmla="*/ 0 w 2112"/>
                <a:gd name="T3" fmla="*/ 720 h 720"/>
                <a:gd name="T4" fmla="*/ 1536 w 2112"/>
                <a:gd name="T5" fmla="*/ 720 h 720"/>
                <a:gd name="T6" fmla="*/ 1536 w 2112"/>
                <a:gd name="T7" fmla="*/ 432 h 720"/>
                <a:gd name="T8" fmla="*/ 1536 w 2112"/>
                <a:gd name="T9" fmla="*/ 384 h 720"/>
                <a:gd name="T10" fmla="*/ 2112 w 2112"/>
                <a:gd name="T11" fmla="*/ 0 h 720"/>
                <a:gd name="T12" fmla="*/ 1344 w 2112"/>
                <a:gd name="T13" fmla="*/ 384 h 720"/>
                <a:gd name="T14" fmla="*/ 0 w 2112"/>
                <a:gd name="T15" fmla="*/ 384 h 720"/>
                <a:gd name="T16" fmla="*/ 0 60000 65536"/>
                <a:gd name="T17" fmla="*/ 0 60000 65536"/>
                <a:gd name="T18" fmla="*/ 0 60000 65536"/>
                <a:gd name="T19" fmla="*/ 0 60000 65536"/>
                <a:gd name="T20" fmla="*/ 0 60000 65536"/>
                <a:gd name="T21" fmla="*/ 0 60000 65536"/>
                <a:gd name="T22" fmla="*/ 0 60000 65536"/>
                <a:gd name="T23" fmla="*/ 0 60000 65536"/>
                <a:gd name="T24" fmla="*/ 0 w 2112"/>
                <a:gd name="T25" fmla="*/ 0 h 720"/>
                <a:gd name="T26" fmla="*/ 2112 w 2112"/>
                <a:gd name="T27" fmla="*/ 720 h 7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12" h="720">
                  <a:moveTo>
                    <a:pt x="0" y="384"/>
                  </a:moveTo>
                  <a:lnTo>
                    <a:pt x="0" y="720"/>
                  </a:lnTo>
                  <a:lnTo>
                    <a:pt x="1536" y="720"/>
                  </a:lnTo>
                  <a:lnTo>
                    <a:pt x="1536" y="432"/>
                  </a:lnTo>
                  <a:lnTo>
                    <a:pt x="1536" y="384"/>
                  </a:lnTo>
                  <a:lnTo>
                    <a:pt x="2112" y="0"/>
                  </a:lnTo>
                  <a:lnTo>
                    <a:pt x="1344" y="384"/>
                  </a:lnTo>
                  <a:lnTo>
                    <a:pt x="0" y="384"/>
                  </a:lnTo>
                  <a:close/>
                </a:path>
              </a:pathLst>
            </a:custGeom>
            <a:gradFill rotWithShape="0">
              <a:gsLst>
                <a:gs pos="0">
                  <a:schemeClr val="bg1"/>
                </a:gs>
                <a:gs pos="100000">
                  <a:schemeClr val="accent1"/>
                </a:gs>
              </a:gsLst>
              <a:lin ang="5400000" scaled="1"/>
            </a:gradFill>
            <a:ln w="12700">
              <a:solidFill>
                <a:schemeClr val="tx1"/>
              </a:solidFill>
              <a:round/>
              <a:headEnd/>
              <a:tailEnd/>
            </a:ln>
          </p:spPr>
          <p:txBody>
            <a:bodyPr wrap="none"/>
            <a:lstStyle/>
            <a:p>
              <a:endParaRPr lang="zh-CN" altLang="en-US"/>
            </a:p>
          </p:txBody>
        </p:sp>
        <p:sp>
          <p:nvSpPr>
            <p:cNvPr id="9226" name="Text Box 11">
              <a:extLst>
                <a:ext uri="{FF2B5EF4-FFF2-40B4-BE49-F238E27FC236}">
                  <a16:creationId xmlns:a16="http://schemas.microsoft.com/office/drawing/2014/main" id="{D16C5BE1-B8CD-A037-C12E-2AEF444869AA}"/>
                </a:ext>
              </a:extLst>
            </p:cNvPr>
            <p:cNvSpPr txBox="1">
              <a:spLocks noChangeArrowheads="1"/>
            </p:cNvSpPr>
            <p:nvPr/>
          </p:nvSpPr>
          <p:spPr bwMode="auto">
            <a:xfrm>
              <a:off x="1104" y="1920"/>
              <a:ext cx="2016"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宏观可测量量</a:t>
              </a:r>
            </a:p>
          </p:txBody>
        </p:sp>
      </p:grpSp>
      <p:grpSp>
        <p:nvGrpSpPr>
          <p:cNvPr id="4" name="Group 12">
            <a:extLst>
              <a:ext uri="{FF2B5EF4-FFF2-40B4-BE49-F238E27FC236}">
                <a16:creationId xmlns:a16="http://schemas.microsoft.com/office/drawing/2014/main" id="{803FBE6C-DCAB-DD11-9F06-8284835CAAB2}"/>
              </a:ext>
            </a:extLst>
          </p:cNvPr>
          <p:cNvGrpSpPr>
            <a:grpSpLocks/>
          </p:cNvGrpSpPr>
          <p:nvPr/>
        </p:nvGrpSpPr>
        <p:grpSpPr bwMode="auto">
          <a:xfrm>
            <a:off x="4800600" y="2466975"/>
            <a:ext cx="4343400" cy="1249363"/>
            <a:chOff x="3024" y="1509"/>
            <a:chExt cx="2592" cy="766"/>
          </a:xfrm>
        </p:grpSpPr>
        <p:sp>
          <p:nvSpPr>
            <p:cNvPr id="9223" name="Freeform 13">
              <a:extLst>
                <a:ext uri="{FF2B5EF4-FFF2-40B4-BE49-F238E27FC236}">
                  <a16:creationId xmlns:a16="http://schemas.microsoft.com/office/drawing/2014/main" id="{700F09F0-DA38-753E-AAB2-D037A0E32CFF}"/>
                </a:ext>
              </a:extLst>
            </p:cNvPr>
            <p:cNvSpPr>
              <a:spLocks/>
            </p:cNvSpPr>
            <p:nvPr/>
          </p:nvSpPr>
          <p:spPr bwMode="auto">
            <a:xfrm>
              <a:off x="3024" y="1509"/>
              <a:ext cx="2304" cy="747"/>
            </a:xfrm>
            <a:custGeom>
              <a:avLst/>
              <a:gdLst>
                <a:gd name="T0" fmla="*/ 0 w 2304"/>
                <a:gd name="T1" fmla="*/ 411 h 747"/>
                <a:gd name="T2" fmla="*/ 0 w 2304"/>
                <a:gd name="T3" fmla="*/ 747 h 747"/>
                <a:gd name="T4" fmla="*/ 2304 w 2304"/>
                <a:gd name="T5" fmla="*/ 747 h 747"/>
                <a:gd name="T6" fmla="*/ 2304 w 2304"/>
                <a:gd name="T7" fmla="*/ 363 h 747"/>
                <a:gd name="T8" fmla="*/ 1728 w 2304"/>
                <a:gd name="T9" fmla="*/ 363 h 747"/>
                <a:gd name="T10" fmla="*/ 1488 w 2304"/>
                <a:gd name="T11" fmla="*/ 27 h 747"/>
                <a:gd name="T12" fmla="*/ 1632 w 2304"/>
                <a:gd name="T13" fmla="*/ 363 h 747"/>
                <a:gd name="T14" fmla="*/ 1248 w 2304"/>
                <a:gd name="T15" fmla="*/ 363 h 747"/>
                <a:gd name="T16" fmla="*/ 1200 w 2304"/>
                <a:gd name="T17" fmla="*/ 0 h 747"/>
                <a:gd name="T18" fmla="*/ 1152 w 2304"/>
                <a:gd name="T19" fmla="*/ 363 h 747"/>
                <a:gd name="T20" fmla="*/ 0 w 2304"/>
                <a:gd name="T21" fmla="*/ 363 h 747"/>
                <a:gd name="T22" fmla="*/ 0 w 2304"/>
                <a:gd name="T23" fmla="*/ 507 h 7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04"/>
                <a:gd name="T37" fmla="*/ 0 h 747"/>
                <a:gd name="T38" fmla="*/ 2304 w 2304"/>
                <a:gd name="T39" fmla="*/ 747 h 7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04" h="747">
                  <a:moveTo>
                    <a:pt x="0" y="411"/>
                  </a:moveTo>
                  <a:lnTo>
                    <a:pt x="0" y="747"/>
                  </a:lnTo>
                  <a:lnTo>
                    <a:pt x="2304" y="747"/>
                  </a:lnTo>
                  <a:lnTo>
                    <a:pt x="2304" y="363"/>
                  </a:lnTo>
                  <a:lnTo>
                    <a:pt x="1728" y="363"/>
                  </a:lnTo>
                  <a:lnTo>
                    <a:pt x="1488" y="27"/>
                  </a:lnTo>
                  <a:lnTo>
                    <a:pt x="1632" y="363"/>
                  </a:lnTo>
                  <a:lnTo>
                    <a:pt x="1248" y="363"/>
                  </a:lnTo>
                  <a:lnTo>
                    <a:pt x="1200" y="0"/>
                  </a:lnTo>
                  <a:lnTo>
                    <a:pt x="1152" y="363"/>
                  </a:lnTo>
                  <a:lnTo>
                    <a:pt x="0" y="363"/>
                  </a:lnTo>
                  <a:lnTo>
                    <a:pt x="0" y="507"/>
                  </a:lnTo>
                </a:path>
              </a:pathLst>
            </a:custGeom>
            <a:gradFill rotWithShape="0">
              <a:gsLst>
                <a:gs pos="0">
                  <a:srgbClr val="FFFFFF"/>
                </a:gs>
                <a:gs pos="100000">
                  <a:srgbClr val="FFEFFF"/>
                </a:gs>
              </a:gsLst>
              <a:lin ang="5400000" scaled="1"/>
            </a:gradFill>
            <a:ln w="12700">
              <a:solidFill>
                <a:srgbClr val="CC0099"/>
              </a:solidFill>
              <a:round/>
              <a:headEnd/>
              <a:tailEnd/>
            </a:ln>
          </p:spPr>
          <p:txBody>
            <a:bodyPr wrap="none"/>
            <a:lstStyle/>
            <a:p>
              <a:endParaRPr lang="zh-CN" altLang="en-US"/>
            </a:p>
          </p:txBody>
        </p:sp>
        <p:sp>
          <p:nvSpPr>
            <p:cNvPr id="9224" name="Text Box 14">
              <a:extLst>
                <a:ext uri="{FF2B5EF4-FFF2-40B4-BE49-F238E27FC236}">
                  <a16:creationId xmlns:a16="http://schemas.microsoft.com/office/drawing/2014/main" id="{39BDEB0D-0377-50C2-DF8B-908387B08354}"/>
                </a:ext>
              </a:extLst>
            </p:cNvPr>
            <p:cNvSpPr txBox="1">
              <a:spLocks noChangeArrowheads="1"/>
            </p:cNvSpPr>
            <p:nvPr/>
          </p:nvSpPr>
          <p:spPr bwMode="auto">
            <a:xfrm>
              <a:off x="3072" y="1920"/>
              <a:ext cx="254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微观量的统计平均值</a:t>
              </a:r>
            </a:p>
          </p:txBody>
        </p:sp>
      </p:grpSp>
      <p:sp>
        <p:nvSpPr>
          <p:cNvPr id="9221" name="Text Box 18">
            <a:extLst>
              <a:ext uri="{FF2B5EF4-FFF2-40B4-BE49-F238E27FC236}">
                <a16:creationId xmlns:a16="http://schemas.microsoft.com/office/drawing/2014/main" id="{4AF3CABA-B1EA-FACE-2D71-6F6B2CCF4FD1}"/>
              </a:ext>
            </a:extLst>
          </p:cNvPr>
          <p:cNvSpPr txBox="1">
            <a:spLocks noChangeArrowheads="1"/>
          </p:cNvSpPr>
          <p:nvPr/>
        </p:nvSpPr>
        <p:spPr bwMode="auto">
          <a:xfrm>
            <a:off x="2071688" y="44450"/>
            <a:ext cx="6461125"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3600" b="1" dirty="0">
                <a:solidFill>
                  <a:srgbClr val="003366"/>
                </a:solidFill>
              </a:rPr>
              <a:t> </a:t>
            </a:r>
            <a:r>
              <a:rPr lang="zh-CN" altLang="en-US" sz="3600" b="1">
                <a:solidFill>
                  <a:schemeClr val="bg1"/>
                </a:solidFill>
              </a:rPr>
              <a:t>理想气体压强公式</a:t>
            </a:r>
          </a:p>
        </p:txBody>
      </p:sp>
      <p:sp>
        <p:nvSpPr>
          <p:cNvPr id="2" name="Text Box 17">
            <a:extLst>
              <a:ext uri="{FF2B5EF4-FFF2-40B4-BE49-F238E27FC236}">
                <a16:creationId xmlns:a16="http://schemas.microsoft.com/office/drawing/2014/main" id="{77530722-9FF6-4600-364B-F04D344F5039}"/>
              </a:ext>
            </a:extLst>
          </p:cNvPr>
          <p:cNvSpPr txBox="1">
            <a:spLocks noChangeArrowheads="1"/>
          </p:cNvSpPr>
          <p:nvPr/>
        </p:nvSpPr>
        <p:spPr bwMode="auto">
          <a:xfrm>
            <a:off x="250825" y="4149725"/>
            <a:ext cx="8686800" cy="2352675"/>
          </a:xfrm>
          <a:prstGeom prst="rect">
            <a:avLst/>
          </a:prstGeom>
          <a:noFill/>
          <a:ln w="31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Blip>
                <a:blip r:embed="rId4"/>
              </a:buBlip>
            </a:pPr>
            <a:r>
              <a:rPr lang="en-US" altLang="zh-CN" sz="2800" b="1" dirty="0">
                <a:solidFill>
                  <a:srgbClr val="1C1C1C"/>
                </a:solidFill>
              </a:rPr>
              <a:t> </a:t>
            </a:r>
            <a:r>
              <a:rPr lang="zh-CN" altLang="en-US" sz="2800" b="1">
                <a:solidFill>
                  <a:srgbClr val="1C1C1C"/>
                </a:solidFill>
              </a:rPr>
              <a:t>压强是大量分子的宏观性质和集体行为；</a:t>
            </a:r>
          </a:p>
          <a:p>
            <a:pPr eaLnBrk="1" hangingPunct="1">
              <a:spcBef>
                <a:spcPct val="50000"/>
              </a:spcBef>
              <a:buFontTx/>
              <a:buBlip>
                <a:blip r:embed="rId4"/>
              </a:buBlip>
            </a:pPr>
            <a:r>
              <a:rPr lang="zh-CN" altLang="en-US" sz="2800" b="1">
                <a:solidFill>
                  <a:srgbClr val="1C1C1C"/>
                </a:solidFill>
              </a:rPr>
              <a:t>压强对时间、对面积的统计平均结果 </a:t>
            </a:r>
            <a:r>
              <a:rPr lang="en-US" altLang="zh-CN" sz="2800" b="1" dirty="0">
                <a:solidFill>
                  <a:srgbClr val="1C1C1C"/>
                </a:solidFill>
              </a:rPr>
              <a:t>.</a:t>
            </a:r>
          </a:p>
          <a:p>
            <a:pPr eaLnBrk="1" hangingPunct="1">
              <a:spcBef>
                <a:spcPct val="50000"/>
              </a:spcBef>
              <a:buFontTx/>
              <a:buBlip>
                <a:blip r:embed="rId4"/>
              </a:buBlip>
            </a:pPr>
            <a:r>
              <a:rPr lang="zh-CN" altLang="en-US" sz="2800" b="1">
                <a:solidFill>
                  <a:srgbClr val="1C1C1C"/>
                </a:solidFill>
              </a:rPr>
              <a:t>分子数越多，分子平均平动动能越大，则压强越大。</a:t>
            </a:r>
          </a:p>
          <a:p>
            <a:pPr eaLnBrk="1" hangingPunct="1">
              <a:spcBef>
                <a:spcPct val="50000"/>
              </a:spcBef>
              <a:buFontTx/>
              <a:buBlip>
                <a:blip r:embed="rId4"/>
              </a:buBlip>
            </a:pPr>
            <a:r>
              <a:rPr lang="zh-CN" altLang="en-US" sz="2400" b="1" u="sng">
                <a:solidFill>
                  <a:schemeClr val="tx2"/>
                </a:solidFill>
              </a:rPr>
              <a:t>   对单个分子讲压强无意义</a:t>
            </a:r>
            <a:r>
              <a:rPr lang="en-US" altLang="zh-CN" sz="2400" b="1" u="sng" dirty="0">
                <a:solidFill>
                  <a:srgbClr val="D60093"/>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up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8" name="Text Box 22">
            <a:extLst>
              <a:ext uri="{FF2B5EF4-FFF2-40B4-BE49-F238E27FC236}">
                <a16:creationId xmlns:a16="http://schemas.microsoft.com/office/drawing/2014/main" id="{7F24849B-E289-4D5B-2595-5C40A9BB0D38}"/>
              </a:ext>
            </a:extLst>
          </p:cNvPr>
          <p:cNvSpPr txBox="1">
            <a:spLocks noChangeArrowheads="1"/>
          </p:cNvSpPr>
          <p:nvPr/>
        </p:nvSpPr>
        <p:spPr bwMode="auto">
          <a:xfrm>
            <a:off x="1187450" y="2981325"/>
            <a:ext cx="3878263" cy="592138"/>
          </a:xfrm>
          <a:prstGeom prst="rect">
            <a:avLst/>
          </a:prstGeom>
          <a:gradFill rotWithShape="0">
            <a:gsLst>
              <a:gs pos="0">
                <a:srgbClr val="FFEBFF"/>
              </a:gs>
              <a:gs pos="50000">
                <a:srgbClr val="FFFFFF"/>
              </a:gs>
              <a:gs pos="100000">
                <a:srgbClr val="FFEBFF"/>
              </a:gs>
            </a:gsLst>
            <a:lin ang="5400000" scaled="1"/>
          </a:gradFill>
          <a:ln w="12700">
            <a:solidFill>
              <a:srgbClr val="D60093"/>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rgbClr val="003366"/>
                </a:solidFill>
              </a:rPr>
              <a:t>分子平均平动动能：</a:t>
            </a:r>
            <a:r>
              <a:rPr lang="zh-CN" altLang="en-US" sz="2800" b="1">
                <a:solidFill>
                  <a:srgbClr val="003366"/>
                </a:solidFill>
              </a:rPr>
              <a:t> </a:t>
            </a:r>
          </a:p>
        </p:txBody>
      </p:sp>
      <p:grpSp>
        <p:nvGrpSpPr>
          <p:cNvPr id="2" name="Group 35">
            <a:extLst>
              <a:ext uri="{FF2B5EF4-FFF2-40B4-BE49-F238E27FC236}">
                <a16:creationId xmlns:a16="http://schemas.microsoft.com/office/drawing/2014/main" id="{3EE9DE05-395A-11BD-F8DD-A0F4BA363B20}"/>
              </a:ext>
            </a:extLst>
          </p:cNvPr>
          <p:cNvGrpSpPr>
            <a:grpSpLocks/>
          </p:cNvGrpSpPr>
          <p:nvPr/>
        </p:nvGrpSpPr>
        <p:grpSpPr bwMode="auto">
          <a:xfrm>
            <a:off x="1114425" y="3716338"/>
            <a:ext cx="6913563" cy="1873250"/>
            <a:chOff x="657" y="2341"/>
            <a:chExt cx="4355" cy="1180"/>
          </a:xfrm>
        </p:grpSpPr>
        <p:grpSp>
          <p:nvGrpSpPr>
            <p:cNvPr id="3083" name="Group 33">
              <a:extLst>
                <a:ext uri="{FF2B5EF4-FFF2-40B4-BE49-F238E27FC236}">
                  <a16:creationId xmlns:a16="http://schemas.microsoft.com/office/drawing/2014/main" id="{BE55483C-A899-BBD0-BF81-5F7E4A297E87}"/>
                </a:ext>
              </a:extLst>
            </p:cNvPr>
            <p:cNvGrpSpPr>
              <a:grpSpLocks/>
            </p:cNvGrpSpPr>
            <p:nvPr/>
          </p:nvGrpSpPr>
          <p:grpSpPr bwMode="auto">
            <a:xfrm>
              <a:off x="3107" y="2432"/>
              <a:ext cx="1905" cy="1056"/>
              <a:chOff x="3152" y="2441"/>
              <a:chExt cx="1905" cy="1056"/>
            </a:xfrm>
          </p:grpSpPr>
          <p:sp>
            <p:nvSpPr>
              <p:cNvPr id="3089" name="Rectangle 9">
                <a:extLst>
                  <a:ext uri="{FF2B5EF4-FFF2-40B4-BE49-F238E27FC236}">
                    <a16:creationId xmlns:a16="http://schemas.microsoft.com/office/drawing/2014/main" id="{35830239-D5EE-3EB8-3FA2-ADAD1265B8F1}"/>
                  </a:ext>
                </a:extLst>
              </p:cNvPr>
              <p:cNvSpPr>
                <a:spLocks noChangeArrowheads="1"/>
              </p:cNvSpPr>
              <p:nvPr/>
            </p:nvSpPr>
            <p:spPr bwMode="auto">
              <a:xfrm>
                <a:off x="4382" y="2441"/>
                <a:ext cx="2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0" name="Freeform 10">
                <a:extLst>
                  <a:ext uri="{FF2B5EF4-FFF2-40B4-BE49-F238E27FC236}">
                    <a16:creationId xmlns:a16="http://schemas.microsoft.com/office/drawing/2014/main" id="{931D9825-D012-CB8B-DC74-3C2FF0DB1695}"/>
                  </a:ext>
                </a:extLst>
              </p:cNvPr>
              <p:cNvSpPr>
                <a:spLocks/>
              </p:cNvSpPr>
              <p:nvPr/>
            </p:nvSpPr>
            <p:spPr bwMode="auto">
              <a:xfrm>
                <a:off x="3152" y="2777"/>
                <a:ext cx="1867" cy="720"/>
              </a:xfrm>
              <a:custGeom>
                <a:avLst/>
                <a:gdLst>
                  <a:gd name="T0" fmla="*/ 0 w 1632"/>
                  <a:gd name="T1" fmla="*/ 336 h 720"/>
                  <a:gd name="T2" fmla="*/ 0 w 1632"/>
                  <a:gd name="T3" fmla="*/ 720 h 720"/>
                  <a:gd name="T4" fmla="*/ 2136 w 1632"/>
                  <a:gd name="T5" fmla="*/ 720 h 720"/>
                  <a:gd name="T6" fmla="*/ 2136 w 1632"/>
                  <a:gd name="T7" fmla="*/ 336 h 720"/>
                  <a:gd name="T8" fmla="*/ 1571 w 1632"/>
                  <a:gd name="T9" fmla="*/ 336 h 720"/>
                  <a:gd name="T10" fmla="*/ 1508 w 1632"/>
                  <a:gd name="T11" fmla="*/ 0 h 720"/>
                  <a:gd name="T12" fmla="*/ 1382 w 1632"/>
                  <a:gd name="T13" fmla="*/ 336 h 720"/>
                  <a:gd name="T14" fmla="*/ 0 w 1632"/>
                  <a:gd name="T15" fmla="*/ 336 h 720"/>
                  <a:gd name="T16" fmla="*/ 0 60000 65536"/>
                  <a:gd name="T17" fmla="*/ 0 60000 65536"/>
                  <a:gd name="T18" fmla="*/ 0 60000 65536"/>
                  <a:gd name="T19" fmla="*/ 0 60000 65536"/>
                  <a:gd name="T20" fmla="*/ 0 60000 65536"/>
                  <a:gd name="T21" fmla="*/ 0 60000 65536"/>
                  <a:gd name="T22" fmla="*/ 0 60000 65536"/>
                  <a:gd name="T23" fmla="*/ 0 60000 65536"/>
                  <a:gd name="T24" fmla="*/ 0 w 1632"/>
                  <a:gd name="T25" fmla="*/ 0 h 720"/>
                  <a:gd name="T26" fmla="*/ 1632 w 1632"/>
                  <a:gd name="T27" fmla="*/ 720 h 7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32" h="720">
                    <a:moveTo>
                      <a:pt x="0" y="336"/>
                    </a:moveTo>
                    <a:lnTo>
                      <a:pt x="0" y="720"/>
                    </a:lnTo>
                    <a:lnTo>
                      <a:pt x="1632" y="720"/>
                    </a:lnTo>
                    <a:lnTo>
                      <a:pt x="1632" y="336"/>
                    </a:lnTo>
                    <a:lnTo>
                      <a:pt x="1200" y="336"/>
                    </a:lnTo>
                    <a:lnTo>
                      <a:pt x="1152" y="0"/>
                    </a:lnTo>
                    <a:lnTo>
                      <a:pt x="1056" y="336"/>
                    </a:lnTo>
                    <a:lnTo>
                      <a:pt x="0" y="336"/>
                    </a:lnTo>
                    <a:close/>
                  </a:path>
                </a:pathLst>
              </a:custGeom>
              <a:solidFill>
                <a:schemeClr val="accent1"/>
              </a:solidFill>
              <a:ln w="19050">
                <a:solidFill>
                  <a:schemeClr val="tx2"/>
                </a:solidFill>
                <a:round/>
                <a:headEnd/>
                <a:tailEnd/>
              </a:ln>
            </p:spPr>
            <p:txBody>
              <a:bodyPr wrap="none"/>
              <a:lstStyle/>
              <a:p>
                <a:endParaRPr lang="zh-CN" altLang="en-US"/>
              </a:p>
            </p:txBody>
          </p:sp>
          <p:sp>
            <p:nvSpPr>
              <p:cNvPr id="3091" name="Text Box 11">
                <a:extLst>
                  <a:ext uri="{FF2B5EF4-FFF2-40B4-BE49-F238E27FC236}">
                    <a16:creationId xmlns:a16="http://schemas.microsoft.com/office/drawing/2014/main" id="{AA5341C4-A760-53FD-E0CF-76BC8BA71B14}"/>
                  </a:ext>
                </a:extLst>
              </p:cNvPr>
              <p:cNvSpPr txBox="1">
                <a:spLocks noChangeArrowheads="1"/>
              </p:cNvSpPr>
              <p:nvPr/>
            </p:nvSpPr>
            <p:spPr bwMode="auto">
              <a:xfrm>
                <a:off x="3198" y="3113"/>
                <a:ext cx="18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宏观可测量量</a:t>
                </a:r>
              </a:p>
            </p:txBody>
          </p:sp>
        </p:grpSp>
        <p:grpSp>
          <p:nvGrpSpPr>
            <p:cNvPr id="3084" name="Group 17">
              <a:extLst>
                <a:ext uri="{FF2B5EF4-FFF2-40B4-BE49-F238E27FC236}">
                  <a16:creationId xmlns:a16="http://schemas.microsoft.com/office/drawing/2014/main" id="{534B7A30-6398-DDA6-F839-2B41E49AFADC}"/>
                </a:ext>
              </a:extLst>
            </p:cNvPr>
            <p:cNvGrpSpPr>
              <a:grpSpLocks/>
            </p:cNvGrpSpPr>
            <p:nvPr/>
          </p:nvGrpSpPr>
          <p:grpSpPr bwMode="auto">
            <a:xfrm>
              <a:off x="657" y="2513"/>
              <a:ext cx="2448" cy="1008"/>
              <a:chOff x="1104" y="3120"/>
              <a:chExt cx="2448" cy="1008"/>
            </a:xfrm>
          </p:grpSpPr>
          <p:sp>
            <p:nvSpPr>
              <p:cNvPr id="3086" name="Rectangle 18">
                <a:extLst>
                  <a:ext uri="{FF2B5EF4-FFF2-40B4-BE49-F238E27FC236}">
                    <a16:creationId xmlns:a16="http://schemas.microsoft.com/office/drawing/2014/main" id="{0A1B4FE1-A70F-BB88-4230-F0CDE1B4F6AC}"/>
                  </a:ext>
                </a:extLst>
              </p:cNvPr>
              <p:cNvSpPr>
                <a:spLocks noChangeArrowheads="1"/>
              </p:cNvSpPr>
              <p:nvPr/>
            </p:nvSpPr>
            <p:spPr bwMode="auto">
              <a:xfrm>
                <a:off x="2736" y="3120"/>
                <a:ext cx="384" cy="384"/>
              </a:xfrm>
              <a:prstGeom prst="rect">
                <a:avLst/>
              </a:prstGeom>
              <a:solidFill>
                <a:srgbClr val="FFEBFF"/>
              </a:solidFill>
              <a:ln w="9525">
                <a:solidFill>
                  <a:srgbClr val="FF000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87" name="Freeform 19">
                <a:extLst>
                  <a:ext uri="{FF2B5EF4-FFF2-40B4-BE49-F238E27FC236}">
                    <a16:creationId xmlns:a16="http://schemas.microsoft.com/office/drawing/2014/main" id="{CEF48FDE-E963-7B7C-DEF1-8D4852FEC236}"/>
                  </a:ext>
                </a:extLst>
              </p:cNvPr>
              <p:cNvSpPr>
                <a:spLocks/>
              </p:cNvSpPr>
              <p:nvPr/>
            </p:nvSpPr>
            <p:spPr bwMode="auto">
              <a:xfrm>
                <a:off x="1104" y="3456"/>
                <a:ext cx="2208" cy="672"/>
              </a:xfrm>
              <a:custGeom>
                <a:avLst/>
                <a:gdLst>
                  <a:gd name="T0" fmla="*/ 0 w 2208"/>
                  <a:gd name="T1" fmla="*/ 288 h 672"/>
                  <a:gd name="T2" fmla="*/ 0 w 2208"/>
                  <a:gd name="T3" fmla="*/ 672 h 672"/>
                  <a:gd name="T4" fmla="*/ 2208 w 2208"/>
                  <a:gd name="T5" fmla="*/ 672 h 672"/>
                  <a:gd name="T6" fmla="*/ 2208 w 2208"/>
                  <a:gd name="T7" fmla="*/ 288 h 672"/>
                  <a:gd name="T8" fmla="*/ 1776 w 2208"/>
                  <a:gd name="T9" fmla="*/ 288 h 672"/>
                  <a:gd name="T10" fmla="*/ 1824 w 2208"/>
                  <a:gd name="T11" fmla="*/ 0 h 672"/>
                  <a:gd name="T12" fmla="*/ 1632 w 2208"/>
                  <a:gd name="T13" fmla="*/ 288 h 672"/>
                  <a:gd name="T14" fmla="*/ 0 w 2208"/>
                  <a:gd name="T15" fmla="*/ 288 h 672"/>
                  <a:gd name="T16" fmla="*/ 0 60000 65536"/>
                  <a:gd name="T17" fmla="*/ 0 60000 65536"/>
                  <a:gd name="T18" fmla="*/ 0 60000 65536"/>
                  <a:gd name="T19" fmla="*/ 0 60000 65536"/>
                  <a:gd name="T20" fmla="*/ 0 60000 65536"/>
                  <a:gd name="T21" fmla="*/ 0 60000 65536"/>
                  <a:gd name="T22" fmla="*/ 0 60000 65536"/>
                  <a:gd name="T23" fmla="*/ 0 60000 65536"/>
                  <a:gd name="T24" fmla="*/ 0 w 2208"/>
                  <a:gd name="T25" fmla="*/ 0 h 672"/>
                  <a:gd name="T26" fmla="*/ 2208 w 2208"/>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08" h="672">
                    <a:moveTo>
                      <a:pt x="0" y="288"/>
                    </a:moveTo>
                    <a:lnTo>
                      <a:pt x="0" y="672"/>
                    </a:lnTo>
                    <a:lnTo>
                      <a:pt x="2208" y="672"/>
                    </a:lnTo>
                    <a:lnTo>
                      <a:pt x="2208" y="288"/>
                    </a:lnTo>
                    <a:lnTo>
                      <a:pt x="1776" y="288"/>
                    </a:lnTo>
                    <a:lnTo>
                      <a:pt x="1824" y="0"/>
                    </a:lnTo>
                    <a:lnTo>
                      <a:pt x="1632" y="288"/>
                    </a:lnTo>
                    <a:lnTo>
                      <a:pt x="0" y="288"/>
                    </a:lnTo>
                    <a:close/>
                  </a:path>
                </a:pathLst>
              </a:custGeom>
              <a:solidFill>
                <a:srgbClr val="FFFFEB"/>
              </a:solidFill>
              <a:ln w="19050">
                <a:solidFill>
                  <a:srgbClr val="996633"/>
                </a:solidFill>
                <a:round/>
                <a:headEnd/>
                <a:tailEnd/>
              </a:ln>
            </p:spPr>
            <p:txBody>
              <a:bodyPr wrap="none"/>
              <a:lstStyle/>
              <a:p>
                <a:endParaRPr lang="zh-CN" altLang="en-US"/>
              </a:p>
            </p:txBody>
          </p:sp>
          <p:sp>
            <p:nvSpPr>
              <p:cNvPr id="3088" name="Text Box 20">
                <a:extLst>
                  <a:ext uri="{FF2B5EF4-FFF2-40B4-BE49-F238E27FC236}">
                    <a16:creationId xmlns:a16="http://schemas.microsoft.com/office/drawing/2014/main" id="{9E0F6AEC-3B66-2C13-4B6A-94F18D371D24}"/>
                  </a:ext>
                </a:extLst>
              </p:cNvPr>
              <p:cNvSpPr txBox="1">
                <a:spLocks noChangeArrowheads="1"/>
              </p:cNvSpPr>
              <p:nvPr/>
            </p:nvSpPr>
            <p:spPr bwMode="auto">
              <a:xfrm>
                <a:off x="1152" y="3753"/>
                <a:ext cx="240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rPr>
                  <a:t>微观量的统计平均</a:t>
                </a:r>
              </a:p>
            </p:txBody>
          </p:sp>
        </p:grpSp>
        <p:graphicFrame>
          <p:nvGraphicFramePr>
            <p:cNvPr id="3085" name="Object 23">
              <a:extLst>
                <a:ext uri="{FF2B5EF4-FFF2-40B4-BE49-F238E27FC236}">
                  <a16:creationId xmlns:a16="http://schemas.microsoft.com/office/drawing/2014/main" id="{285D546F-3B41-65B6-7A4D-4D6679C6F3A6}"/>
                </a:ext>
              </a:extLst>
            </p:cNvPr>
            <p:cNvGraphicFramePr>
              <a:graphicFrameLocks noChangeAspect="1"/>
            </p:cNvGraphicFramePr>
            <p:nvPr/>
          </p:nvGraphicFramePr>
          <p:xfrm>
            <a:off x="2336" y="2341"/>
            <a:ext cx="2313" cy="686"/>
          </p:xfrm>
          <a:graphic>
            <a:graphicData uri="http://schemas.openxmlformats.org/presentationml/2006/ole">
              <mc:AlternateContent xmlns:mc="http://schemas.openxmlformats.org/markup-compatibility/2006">
                <mc:Choice xmlns:v="urn:schemas-microsoft-com:vml" Requires="v">
                  <p:oleObj name="公式" r:id="rId2" imgW="1150576" imgH="381055" progId="Equation.3">
                    <p:embed/>
                  </p:oleObj>
                </mc:Choice>
                <mc:Fallback>
                  <p:oleObj name="公式" r:id="rId2" imgW="1150576" imgH="381055" progId="Equation.3">
                    <p:embed/>
                    <p:pic>
                      <p:nvPicPr>
                        <p:cNvPr id="3085" name="Object 23">
                          <a:extLst>
                            <a:ext uri="{FF2B5EF4-FFF2-40B4-BE49-F238E27FC236}">
                              <a16:creationId xmlns:a16="http://schemas.microsoft.com/office/drawing/2014/main" id="{285D546F-3B41-65B6-7A4D-4D6679C6F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 y="2341"/>
                          <a:ext cx="2313" cy="686"/>
                        </a:xfrm>
                        <a:prstGeom prst="rect">
                          <a:avLst/>
                        </a:prstGeom>
                        <a:noFill/>
                        <a:ln>
                          <a:noFill/>
                        </a:ln>
                        <a:effectLst/>
                        <a:extLst>
                          <a:ext uri="{909E8E84-426E-40DD-AFC4-6F175D3DCCD1}">
                            <a14:hiddenFill xmlns:a14="http://schemas.microsoft.com/office/drawing/2010/main">
                              <a:solidFill>
                                <a:srgbClr val="FFEB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076" name="Group 31">
            <a:extLst>
              <a:ext uri="{FF2B5EF4-FFF2-40B4-BE49-F238E27FC236}">
                <a16:creationId xmlns:a16="http://schemas.microsoft.com/office/drawing/2014/main" id="{DF919E04-4DA4-9CFE-EE57-A3F83EF02C11}"/>
              </a:ext>
            </a:extLst>
          </p:cNvPr>
          <p:cNvGrpSpPr>
            <a:grpSpLocks/>
          </p:cNvGrpSpPr>
          <p:nvPr/>
        </p:nvGrpSpPr>
        <p:grpSpPr bwMode="auto">
          <a:xfrm>
            <a:off x="1146175" y="908050"/>
            <a:ext cx="5802313" cy="1800225"/>
            <a:chOff x="249" y="300"/>
            <a:chExt cx="3655" cy="1134"/>
          </a:xfrm>
        </p:grpSpPr>
        <p:grpSp>
          <p:nvGrpSpPr>
            <p:cNvPr id="3078" name="Group 30">
              <a:extLst>
                <a:ext uri="{FF2B5EF4-FFF2-40B4-BE49-F238E27FC236}">
                  <a16:creationId xmlns:a16="http://schemas.microsoft.com/office/drawing/2014/main" id="{DC4D67B6-0CE6-A4AB-FB95-ACBBB9E3A699}"/>
                </a:ext>
              </a:extLst>
            </p:cNvPr>
            <p:cNvGrpSpPr>
              <a:grpSpLocks/>
            </p:cNvGrpSpPr>
            <p:nvPr/>
          </p:nvGrpSpPr>
          <p:grpSpPr bwMode="auto">
            <a:xfrm>
              <a:off x="249" y="300"/>
              <a:ext cx="3655" cy="1133"/>
              <a:chOff x="249" y="300"/>
              <a:chExt cx="3655" cy="1133"/>
            </a:xfrm>
          </p:grpSpPr>
          <p:graphicFrame>
            <p:nvGraphicFramePr>
              <p:cNvPr id="3080" name="Object 14">
                <a:extLst>
                  <a:ext uri="{FF2B5EF4-FFF2-40B4-BE49-F238E27FC236}">
                    <a16:creationId xmlns:a16="http://schemas.microsoft.com/office/drawing/2014/main" id="{3933EC1B-0888-C0A5-3CCB-84FD5277DC65}"/>
                  </a:ext>
                </a:extLst>
              </p:cNvPr>
              <p:cNvGraphicFramePr>
                <a:graphicFrameLocks noChangeAspect="1"/>
              </p:cNvGraphicFramePr>
              <p:nvPr/>
            </p:nvGraphicFramePr>
            <p:xfrm>
              <a:off x="2608" y="300"/>
              <a:ext cx="1296" cy="654"/>
            </p:xfrm>
            <a:graphic>
              <a:graphicData uri="http://schemas.openxmlformats.org/presentationml/2006/ole">
                <mc:AlternateContent xmlns:mc="http://schemas.openxmlformats.org/markup-compatibility/2006">
                  <mc:Choice xmlns:v="urn:schemas-microsoft-com:vml" Requires="v">
                    <p:oleObj name="Equation" r:id="rId4" imgW="990687" imgH="594526" progId="Equation.3">
                      <p:embed/>
                    </p:oleObj>
                  </mc:Choice>
                  <mc:Fallback>
                    <p:oleObj name="Equation" r:id="rId4" imgW="990687" imgH="594526" progId="Equation.3">
                      <p:embed/>
                      <p:pic>
                        <p:nvPicPr>
                          <p:cNvPr id="3080" name="Object 14">
                            <a:extLst>
                              <a:ext uri="{FF2B5EF4-FFF2-40B4-BE49-F238E27FC236}">
                                <a16:creationId xmlns:a16="http://schemas.microsoft.com/office/drawing/2014/main" id="{3933EC1B-0888-C0A5-3CCB-84FD5277DC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8" y="300"/>
                            <a:ext cx="1296" cy="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1" name="Text Box 15">
                <a:extLst>
                  <a:ext uri="{FF2B5EF4-FFF2-40B4-BE49-F238E27FC236}">
                    <a16:creationId xmlns:a16="http://schemas.microsoft.com/office/drawing/2014/main" id="{445B1B53-CDAE-6FB3-0392-C1170C50639B}"/>
                  </a:ext>
                </a:extLst>
              </p:cNvPr>
              <p:cNvSpPr txBox="1">
                <a:spLocks noChangeArrowheads="1"/>
              </p:cNvSpPr>
              <p:nvPr/>
            </p:nvSpPr>
            <p:spPr bwMode="auto">
              <a:xfrm>
                <a:off x="249" y="444"/>
                <a:ext cx="23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003366"/>
                    </a:solidFill>
                    <a:latin typeface="Times New Roman" panose="02020603050405020304" pitchFamily="18" charset="0"/>
                  </a:rPr>
                  <a:t>理想气体压强公式</a:t>
                </a:r>
              </a:p>
            </p:txBody>
          </p:sp>
          <p:sp>
            <p:nvSpPr>
              <p:cNvPr id="3082" name="Rectangle 16">
                <a:extLst>
                  <a:ext uri="{FF2B5EF4-FFF2-40B4-BE49-F238E27FC236}">
                    <a16:creationId xmlns:a16="http://schemas.microsoft.com/office/drawing/2014/main" id="{2C3E97A8-EE11-D702-79AE-015E107C24A7}"/>
                  </a:ext>
                </a:extLst>
              </p:cNvPr>
              <p:cNvSpPr>
                <a:spLocks noChangeArrowheads="1"/>
              </p:cNvSpPr>
              <p:nvPr/>
            </p:nvSpPr>
            <p:spPr bwMode="auto">
              <a:xfrm>
                <a:off x="249" y="1068"/>
                <a:ext cx="23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003366"/>
                    </a:solidFill>
                    <a:latin typeface="Times New Roman" panose="02020603050405020304" pitchFamily="18" charset="0"/>
                  </a:rPr>
                  <a:t>理想气体物态方程</a:t>
                </a:r>
              </a:p>
            </p:txBody>
          </p:sp>
        </p:grpSp>
        <p:graphicFrame>
          <p:nvGraphicFramePr>
            <p:cNvPr id="3079" name="Object 29">
              <a:extLst>
                <a:ext uri="{FF2B5EF4-FFF2-40B4-BE49-F238E27FC236}">
                  <a16:creationId xmlns:a16="http://schemas.microsoft.com/office/drawing/2014/main" id="{018B70F7-D67E-0668-16F0-75940E574B44}"/>
                </a:ext>
              </a:extLst>
            </p:cNvPr>
            <p:cNvGraphicFramePr>
              <a:graphicFrameLocks noChangeAspect="1"/>
            </p:cNvGraphicFramePr>
            <p:nvPr/>
          </p:nvGraphicFramePr>
          <p:xfrm>
            <a:off x="2608" y="1053"/>
            <a:ext cx="1222" cy="381"/>
          </p:xfrm>
          <a:graphic>
            <a:graphicData uri="http://schemas.openxmlformats.org/presentationml/2006/ole">
              <mc:AlternateContent xmlns:mc="http://schemas.openxmlformats.org/markup-compatibility/2006">
                <mc:Choice xmlns:v="urn:schemas-microsoft-com:vml" Requires="v">
                  <p:oleObj name="公式" r:id="rId6" imgW="495344" imgH="175066" progId="Equation.3">
                    <p:embed/>
                  </p:oleObj>
                </mc:Choice>
                <mc:Fallback>
                  <p:oleObj name="公式" r:id="rId6" imgW="495344" imgH="175066" progId="Equation.3">
                    <p:embed/>
                    <p:pic>
                      <p:nvPicPr>
                        <p:cNvPr id="3079" name="Object 29">
                          <a:extLst>
                            <a:ext uri="{FF2B5EF4-FFF2-40B4-BE49-F238E27FC236}">
                              <a16:creationId xmlns:a16="http://schemas.microsoft.com/office/drawing/2014/main" id="{018B70F7-D67E-0668-16F0-75940E574B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8" y="1053"/>
                          <a:ext cx="122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7" name="Text Box 36">
            <a:extLst>
              <a:ext uri="{FF2B5EF4-FFF2-40B4-BE49-F238E27FC236}">
                <a16:creationId xmlns:a16="http://schemas.microsoft.com/office/drawing/2014/main" id="{F68EF150-D720-0A8E-53D9-5D897B8E844B}"/>
              </a:ext>
            </a:extLst>
          </p:cNvPr>
          <p:cNvSpPr txBox="1">
            <a:spLocks noChangeArrowheads="1"/>
          </p:cNvSpPr>
          <p:nvPr/>
        </p:nvSpPr>
        <p:spPr bwMode="auto">
          <a:xfrm>
            <a:off x="611188" y="100013"/>
            <a:ext cx="80645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chemeClr val="bg1"/>
                </a:solidFill>
              </a:rPr>
              <a:t>理想气体分子平均平动动能与温度的关系</a:t>
            </a:r>
            <a:r>
              <a:rPr lang="zh-CN" altLang="en-US" sz="2800" b="1">
                <a:solidFill>
                  <a:schemeClr val="bg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98"/>
                                        </p:tgtEl>
                                        <p:attrNameLst>
                                          <p:attrName>style.visibility</p:attrName>
                                        </p:attrNameLst>
                                      </p:cBhvr>
                                      <p:to>
                                        <p:strVal val="visible"/>
                                      </p:to>
                                    </p:set>
                                    <p:animEffect transition="in" filter="blinds(horizontal)">
                                      <p:cBhvr>
                                        <p:cTn id="7" dur="500"/>
                                        <p:tgtEl>
                                          <p:spTgt spid="245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5">
            <a:extLst>
              <a:ext uri="{FF2B5EF4-FFF2-40B4-BE49-F238E27FC236}">
                <a16:creationId xmlns:a16="http://schemas.microsoft.com/office/drawing/2014/main" id="{1D898FF7-FD30-0C44-4A4D-DCF29FFE0EFC}"/>
              </a:ext>
            </a:extLst>
          </p:cNvPr>
          <p:cNvSpPr>
            <a:spLocks noChangeArrowheads="1"/>
          </p:cNvSpPr>
          <p:nvPr/>
        </p:nvSpPr>
        <p:spPr bwMode="auto">
          <a:xfrm>
            <a:off x="315897" y="3695750"/>
            <a:ext cx="8405663"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2800" dirty="0">
                <a:solidFill>
                  <a:srgbClr val="003366"/>
                </a:solidFill>
              </a:rPr>
              <a:t>(</a:t>
            </a:r>
            <a:r>
              <a:rPr lang="en-US" altLang="zh-CN" sz="2800" b="1" dirty="0">
                <a:solidFill>
                  <a:srgbClr val="003366"/>
                </a:solidFill>
              </a:rPr>
              <a:t>3) </a:t>
            </a:r>
            <a:r>
              <a:rPr lang="zh-CN" altLang="en-US" sz="2800" b="1" dirty="0">
                <a:solidFill>
                  <a:srgbClr val="003366"/>
                </a:solidFill>
              </a:rPr>
              <a:t>在同一温度下各种气体分子平均平动动能均相等</a:t>
            </a:r>
            <a:r>
              <a:rPr lang="en-US" altLang="zh-CN" sz="2800" b="1" dirty="0">
                <a:solidFill>
                  <a:srgbClr val="003366"/>
                </a:solidFill>
                <a:latin typeface="Times New Roman" panose="02020603050405020304" pitchFamily="18" charset="0"/>
              </a:rPr>
              <a:t>.</a:t>
            </a:r>
          </a:p>
        </p:txBody>
      </p:sp>
      <p:grpSp>
        <p:nvGrpSpPr>
          <p:cNvPr id="2" name="Group 12">
            <a:extLst>
              <a:ext uri="{FF2B5EF4-FFF2-40B4-BE49-F238E27FC236}">
                <a16:creationId xmlns:a16="http://schemas.microsoft.com/office/drawing/2014/main" id="{68CBE003-419E-6455-D058-44826C1E569B}"/>
              </a:ext>
            </a:extLst>
          </p:cNvPr>
          <p:cNvGrpSpPr>
            <a:grpSpLocks/>
          </p:cNvGrpSpPr>
          <p:nvPr/>
        </p:nvGrpSpPr>
        <p:grpSpPr bwMode="auto">
          <a:xfrm>
            <a:off x="315897" y="2339354"/>
            <a:ext cx="8657183" cy="600075"/>
            <a:chOff x="145" y="1356"/>
            <a:chExt cx="5217" cy="378"/>
          </a:xfrm>
        </p:grpSpPr>
        <p:sp>
          <p:nvSpPr>
            <p:cNvPr id="4103" name="Text Box 7">
              <a:extLst>
                <a:ext uri="{FF2B5EF4-FFF2-40B4-BE49-F238E27FC236}">
                  <a16:creationId xmlns:a16="http://schemas.microsoft.com/office/drawing/2014/main" id="{6EEE5A04-B293-6B43-C6C3-2EDD78BCB1CA}"/>
                </a:ext>
              </a:extLst>
            </p:cNvPr>
            <p:cNvSpPr txBox="1">
              <a:spLocks noChangeArrowheads="1"/>
            </p:cNvSpPr>
            <p:nvPr/>
          </p:nvSpPr>
          <p:spPr bwMode="auto">
            <a:xfrm>
              <a:off x="145" y="1366"/>
              <a:ext cx="521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solidFill>
                    <a:srgbClr val="003366"/>
                  </a:solidFill>
                </a:rPr>
                <a:t>(1) </a:t>
              </a:r>
              <a:r>
                <a:rPr lang="zh-CN" altLang="en-US" sz="2800" b="1" dirty="0">
                  <a:solidFill>
                    <a:srgbClr val="003366"/>
                  </a:solidFill>
                </a:rPr>
                <a:t>温度是分子平均平动动能的量度</a:t>
              </a:r>
              <a:r>
                <a:rPr lang="en-US" altLang="zh-CN" sz="2800" b="1" dirty="0">
                  <a:solidFill>
                    <a:srgbClr val="003366"/>
                  </a:solidFill>
                  <a:latin typeface="Times New Roman" panose="02020603050405020304" pitchFamily="18" charset="0"/>
                </a:rPr>
                <a:t>.</a:t>
              </a:r>
              <a:r>
                <a:rPr lang="en-US" altLang="zh-CN" sz="3200" b="1" dirty="0">
                  <a:solidFill>
                    <a:srgbClr val="003366"/>
                  </a:solidFill>
                  <a:latin typeface="Times New Roman" panose="02020603050405020304" pitchFamily="18" charset="0"/>
                </a:rPr>
                <a:t> </a:t>
              </a:r>
              <a:r>
                <a:rPr lang="en-US" altLang="zh-CN" sz="3200" b="1" dirty="0">
                  <a:solidFill>
                    <a:srgbClr val="003366"/>
                  </a:solidFill>
                </a:rPr>
                <a:t>  </a:t>
              </a:r>
            </a:p>
          </p:txBody>
        </p:sp>
        <p:graphicFrame>
          <p:nvGraphicFramePr>
            <p:cNvPr id="4104" name="Object 8">
              <a:extLst>
                <a:ext uri="{FF2B5EF4-FFF2-40B4-BE49-F238E27FC236}">
                  <a16:creationId xmlns:a16="http://schemas.microsoft.com/office/drawing/2014/main" id="{E4488C9F-D7B9-8F94-D703-52F0C3C359A0}"/>
                </a:ext>
              </a:extLst>
            </p:cNvPr>
            <p:cNvGraphicFramePr>
              <a:graphicFrameLocks noChangeAspect="1"/>
            </p:cNvGraphicFramePr>
            <p:nvPr>
              <p:extLst>
                <p:ext uri="{D42A27DB-BD31-4B8C-83A1-F6EECF244321}">
                  <p14:modId xmlns:p14="http://schemas.microsoft.com/office/powerpoint/2010/main" val="3601953295"/>
                </p:ext>
              </p:extLst>
            </p:nvPr>
          </p:nvGraphicFramePr>
          <p:xfrm>
            <a:off x="3664" y="1356"/>
            <a:ext cx="930" cy="376"/>
          </p:xfrm>
          <a:graphic>
            <a:graphicData uri="http://schemas.openxmlformats.org/presentationml/2006/ole">
              <mc:AlternateContent xmlns:mc="http://schemas.openxmlformats.org/markup-compatibility/2006">
                <mc:Choice xmlns:v="urn:schemas-microsoft-com:vml" Requires="v">
                  <p:oleObj name="Equation" r:id="rId2" imgW="723682" imgH="304745" progId="Equation.3">
                    <p:embed/>
                  </p:oleObj>
                </mc:Choice>
                <mc:Fallback>
                  <p:oleObj name="Equation" r:id="rId2" imgW="723682" imgH="304745" progId="Equation.3">
                    <p:embed/>
                    <p:pic>
                      <p:nvPicPr>
                        <p:cNvPr id="4104" name="Object 8">
                          <a:extLst>
                            <a:ext uri="{FF2B5EF4-FFF2-40B4-BE49-F238E27FC236}">
                              <a16:creationId xmlns:a16="http://schemas.microsoft.com/office/drawing/2014/main" id="{E4488C9F-D7B9-8F94-D703-52F0C3C35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4" y="1356"/>
                          <a:ext cx="930"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5609" name="Rectangle 9">
            <a:extLst>
              <a:ext uri="{FF2B5EF4-FFF2-40B4-BE49-F238E27FC236}">
                <a16:creationId xmlns:a16="http://schemas.microsoft.com/office/drawing/2014/main" id="{8C25B353-4B00-D600-3762-13F580CCA611}"/>
              </a:ext>
            </a:extLst>
          </p:cNvPr>
          <p:cNvSpPr>
            <a:spLocks noChangeArrowheads="1"/>
          </p:cNvSpPr>
          <p:nvPr/>
        </p:nvSpPr>
        <p:spPr bwMode="auto">
          <a:xfrm>
            <a:off x="315897" y="3058079"/>
            <a:ext cx="6029399"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2800" dirty="0">
                <a:solidFill>
                  <a:srgbClr val="003366"/>
                </a:solidFill>
              </a:rPr>
              <a:t>(</a:t>
            </a:r>
            <a:r>
              <a:rPr lang="en-US" altLang="zh-CN" sz="2800" b="1" dirty="0">
                <a:solidFill>
                  <a:srgbClr val="003366"/>
                </a:solidFill>
              </a:rPr>
              <a:t>2) </a:t>
            </a:r>
            <a:r>
              <a:rPr lang="zh-CN" altLang="en-US" sz="2800" b="1" dirty="0">
                <a:solidFill>
                  <a:srgbClr val="003366"/>
                </a:solidFill>
              </a:rPr>
              <a:t>温度是大量分子的集体表现</a:t>
            </a:r>
            <a:r>
              <a:rPr lang="en-US" altLang="zh-CN" sz="2800" b="1" dirty="0">
                <a:solidFill>
                  <a:srgbClr val="003366"/>
                </a:solidFill>
                <a:latin typeface="Times New Roman" panose="02020603050405020304" pitchFamily="18" charset="0"/>
              </a:rPr>
              <a:t>.</a:t>
            </a:r>
          </a:p>
        </p:txBody>
      </p:sp>
      <p:graphicFrame>
        <p:nvGraphicFramePr>
          <p:cNvPr id="4101" name="Object 10">
            <a:extLst>
              <a:ext uri="{FF2B5EF4-FFF2-40B4-BE49-F238E27FC236}">
                <a16:creationId xmlns:a16="http://schemas.microsoft.com/office/drawing/2014/main" id="{EEF5BCDB-76DC-CB2D-3493-F6A2E53622AB}"/>
              </a:ext>
            </a:extLst>
          </p:cNvPr>
          <p:cNvGraphicFramePr>
            <a:graphicFrameLocks noChangeAspect="1"/>
          </p:cNvGraphicFramePr>
          <p:nvPr>
            <p:extLst>
              <p:ext uri="{D42A27DB-BD31-4B8C-83A1-F6EECF244321}">
                <p14:modId xmlns:p14="http://schemas.microsoft.com/office/powerpoint/2010/main" val="3963416809"/>
              </p:ext>
            </p:extLst>
          </p:nvPr>
        </p:nvGraphicFramePr>
        <p:xfrm>
          <a:off x="2771775" y="967736"/>
          <a:ext cx="3168352" cy="1079998"/>
        </p:xfrm>
        <a:graphic>
          <a:graphicData uri="http://schemas.openxmlformats.org/presentationml/2006/ole">
            <mc:AlternateContent xmlns:mc="http://schemas.openxmlformats.org/markup-compatibility/2006">
              <mc:Choice xmlns:v="urn:schemas-microsoft-com:vml" Requires="v">
                <p:oleObj name="Equation" r:id="rId4" imgW="1882096" imgH="594526" progId="Equation.3">
                  <p:embed/>
                </p:oleObj>
              </mc:Choice>
              <mc:Fallback>
                <p:oleObj name="Equation" r:id="rId4" imgW="1882096" imgH="594526" progId="Equation.3">
                  <p:embed/>
                  <p:pic>
                    <p:nvPicPr>
                      <p:cNvPr id="4101" name="Object 10">
                        <a:extLst>
                          <a:ext uri="{FF2B5EF4-FFF2-40B4-BE49-F238E27FC236}">
                            <a16:creationId xmlns:a16="http://schemas.microsoft.com/office/drawing/2014/main" id="{EEF5BCDB-76DC-CB2D-3493-F6A2E53622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967736"/>
                        <a:ext cx="3168352" cy="1079998"/>
                      </a:xfrm>
                      <a:prstGeom prst="rect">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p:spPr>
                  </p:pic>
                </p:oleObj>
              </mc:Fallback>
            </mc:AlternateContent>
          </a:graphicData>
        </a:graphic>
      </p:graphicFrame>
      <p:sp>
        <p:nvSpPr>
          <p:cNvPr id="4102" name="Rectangle 13">
            <a:extLst>
              <a:ext uri="{FF2B5EF4-FFF2-40B4-BE49-F238E27FC236}">
                <a16:creationId xmlns:a16="http://schemas.microsoft.com/office/drawing/2014/main" id="{D04C86CD-6607-60BB-92C6-5D15AFCA0320}"/>
              </a:ext>
            </a:extLst>
          </p:cNvPr>
          <p:cNvSpPr>
            <a:spLocks noChangeArrowheads="1"/>
          </p:cNvSpPr>
          <p:nvPr/>
        </p:nvSpPr>
        <p:spPr bwMode="auto">
          <a:xfrm>
            <a:off x="2771775" y="123825"/>
            <a:ext cx="3917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chemeClr val="bg1"/>
                </a:solidFill>
              </a:rPr>
              <a:t>温度 </a:t>
            </a:r>
            <a:r>
              <a:rPr lang="en-US" altLang="zh-CN" sz="3600" b="1" i="1" dirty="0">
                <a:solidFill>
                  <a:schemeClr val="bg1"/>
                </a:solidFill>
              </a:rPr>
              <a:t>T</a:t>
            </a:r>
            <a:r>
              <a:rPr lang="en-US" altLang="zh-CN" sz="3600" b="1" dirty="0">
                <a:solidFill>
                  <a:schemeClr val="bg1"/>
                </a:solidFill>
              </a:rPr>
              <a:t> </a:t>
            </a:r>
            <a:r>
              <a:rPr lang="zh-CN" altLang="en-US" sz="3600" b="1">
                <a:solidFill>
                  <a:schemeClr val="bg1"/>
                </a:solidFill>
              </a:rPr>
              <a:t>的物理意义</a:t>
            </a:r>
          </a:p>
        </p:txBody>
      </p:sp>
      <p:sp>
        <p:nvSpPr>
          <p:cNvPr id="3" name="Text Box 2">
            <a:extLst>
              <a:ext uri="{FF2B5EF4-FFF2-40B4-BE49-F238E27FC236}">
                <a16:creationId xmlns:a16="http://schemas.microsoft.com/office/drawing/2014/main" id="{09201423-FF3E-97C1-EE4F-6ED594BA25B9}"/>
              </a:ext>
            </a:extLst>
          </p:cNvPr>
          <p:cNvSpPr txBox="1">
            <a:spLocks noChangeArrowheads="1"/>
          </p:cNvSpPr>
          <p:nvPr/>
        </p:nvSpPr>
        <p:spPr bwMode="auto">
          <a:xfrm>
            <a:off x="190136" y="4653136"/>
            <a:ext cx="8657183" cy="159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en-US" altLang="zh-CN" sz="2000" b="1" dirty="0">
                <a:solidFill>
                  <a:srgbClr val="A50021"/>
                </a:solidFill>
              </a:rPr>
              <a:t>          </a:t>
            </a:r>
            <a:r>
              <a:rPr lang="zh-CN" altLang="en-US" sz="2800" b="1" dirty="0">
                <a:solidFill>
                  <a:srgbClr val="CC0000"/>
                </a:solidFill>
              </a:rPr>
              <a:t>热</a:t>
            </a:r>
            <a:r>
              <a:rPr lang="zh-CN" altLang="en-US" sz="2800" b="1" dirty="0">
                <a:solidFill>
                  <a:srgbClr val="003366"/>
                </a:solidFill>
              </a:rPr>
              <a:t>运动与</a:t>
            </a:r>
            <a:r>
              <a:rPr lang="zh-CN" altLang="en-US" sz="2800" b="1" dirty="0">
                <a:solidFill>
                  <a:srgbClr val="CC0000"/>
                </a:solidFill>
              </a:rPr>
              <a:t>宏观</a:t>
            </a:r>
            <a:r>
              <a:rPr lang="zh-CN" altLang="en-US" sz="2800" b="1" dirty="0">
                <a:solidFill>
                  <a:srgbClr val="003366"/>
                </a:solidFill>
              </a:rPr>
              <a:t>运动的</a:t>
            </a:r>
            <a:r>
              <a:rPr lang="zh-CN" altLang="en-US" sz="2800" b="1" dirty="0">
                <a:solidFill>
                  <a:srgbClr val="CC0000"/>
                </a:solidFill>
              </a:rPr>
              <a:t>区别</a:t>
            </a:r>
            <a:r>
              <a:rPr lang="zh-CN" altLang="en-US" sz="2800" b="1" dirty="0">
                <a:solidFill>
                  <a:srgbClr val="003366"/>
                </a:solidFill>
              </a:rPr>
              <a:t>：温度所反映的是分子的无规则运动，它和物体的整体运动无关，物体的整体运动是其中所有分子的一种有规则运动的表现</a:t>
            </a:r>
            <a:r>
              <a:rPr lang="en-US" altLang="zh-CN" sz="2800" b="1" dirty="0">
                <a:solidFill>
                  <a:srgbClr val="003366"/>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609"/>
                                        </p:tgtEl>
                                        <p:attrNameLst>
                                          <p:attrName>style.visibility</p:attrName>
                                        </p:attrNameLst>
                                      </p:cBhvr>
                                      <p:to>
                                        <p:strVal val="visible"/>
                                      </p:to>
                                    </p:set>
                                    <p:animEffect transition="in" filter="blinds(horizontal)">
                                      <p:cBhvr>
                                        <p:cTn id="12" dur="500"/>
                                        <p:tgtEl>
                                          <p:spTgt spid="256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linds(horizontal)">
                                      <p:cBhvr>
                                        <p:cTn id="17" dur="500"/>
                                        <p:tgtEl>
                                          <p:spTgt spid="256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p:bldP spid="25609" grpId="0" autoUpdateAnimBg="0"/>
      <p:bldP spid="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a:extLst>
              <a:ext uri="{FF2B5EF4-FFF2-40B4-BE49-F238E27FC236}">
                <a16:creationId xmlns:a16="http://schemas.microsoft.com/office/drawing/2014/main" id="{58BFC148-48D1-E547-E7AD-09BAA5D59810}"/>
              </a:ext>
            </a:extLst>
          </p:cNvPr>
          <p:cNvSpPr txBox="1">
            <a:spLocks noChangeArrowheads="1"/>
          </p:cNvSpPr>
          <p:nvPr/>
        </p:nvSpPr>
        <p:spPr bwMode="auto">
          <a:xfrm>
            <a:off x="2549525" y="44450"/>
            <a:ext cx="39671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3600" b="1" dirty="0">
                <a:solidFill>
                  <a:srgbClr val="CC0000"/>
                </a:solidFill>
              </a:rPr>
              <a:t>   </a:t>
            </a:r>
            <a:r>
              <a:rPr lang="zh-CN" altLang="en-US" sz="3600" b="1">
                <a:solidFill>
                  <a:schemeClr val="bg1"/>
                </a:solidFill>
              </a:rPr>
              <a:t>理想气体的内能</a:t>
            </a:r>
          </a:p>
        </p:txBody>
      </p:sp>
      <p:sp>
        <p:nvSpPr>
          <p:cNvPr id="36869" name="Text Box 5">
            <a:extLst>
              <a:ext uri="{FF2B5EF4-FFF2-40B4-BE49-F238E27FC236}">
                <a16:creationId xmlns:a16="http://schemas.microsoft.com/office/drawing/2014/main" id="{6B6FD00B-6195-9F72-E711-41FB8C72680B}"/>
              </a:ext>
            </a:extLst>
          </p:cNvPr>
          <p:cNvSpPr txBox="1">
            <a:spLocks noChangeArrowheads="1"/>
          </p:cNvSpPr>
          <p:nvPr/>
        </p:nvSpPr>
        <p:spPr bwMode="auto">
          <a:xfrm>
            <a:off x="611560" y="1128945"/>
            <a:ext cx="8142287" cy="146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 typeface="Arial" panose="020B0604020202020204" pitchFamily="34" charset="0"/>
              <a:buBlip>
                <a:blip r:embed="rId2"/>
              </a:buBlip>
            </a:pPr>
            <a:r>
              <a:rPr lang="en-US" altLang="zh-CN" sz="3200" b="1" dirty="0">
                <a:solidFill>
                  <a:srgbClr val="1C1C1C"/>
                </a:solidFill>
              </a:rPr>
              <a:t>    </a:t>
            </a:r>
            <a:r>
              <a:rPr lang="zh-CN" altLang="en-US" sz="3200" b="1" dirty="0">
                <a:solidFill>
                  <a:srgbClr val="003366"/>
                </a:solidFill>
              </a:rPr>
              <a:t>理想气体刚性分子的内能 ：</a:t>
            </a:r>
            <a:endParaRPr lang="en-US" altLang="zh-CN" sz="3200" b="1" dirty="0">
              <a:solidFill>
                <a:srgbClr val="003366"/>
              </a:solidFill>
            </a:endParaRPr>
          </a:p>
          <a:p>
            <a:pPr eaLnBrk="1" hangingPunct="1">
              <a:lnSpc>
                <a:spcPct val="120000"/>
              </a:lnSpc>
              <a:spcBef>
                <a:spcPct val="50000"/>
              </a:spcBef>
            </a:pPr>
            <a:r>
              <a:rPr lang="en-US" altLang="zh-CN" dirty="0">
                <a:solidFill>
                  <a:srgbClr val="003366"/>
                </a:solidFill>
              </a:rPr>
              <a:t>       </a:t>
            </a:r>
            <a:r>
              <a:rPr lang="zh-CN" altLang="en-US" sz="3200" b="1" dirty="0">
                <a:solidFill>
                  <a:srgbClr val="003366"/>
                </a:solidFill>
              </a:rPr>
              <a:t>所有分子动能之和</a:t>
            </a:r>
            <a:r>
              <a:rPr lang="en-US" altLang="zh-CN" sz="3200" b="1" dirty="0">
                <a:solidFill>
                  <a:srgbClr val="003366"/>
                </a:solidFill>
                <a:latin typeface="Times New Roman" panose="02020603050405020304" pitchFamily="18" charset="0"/>
              </a:rPr>
              <a:t>.</a:t>
            </a:r>
          </a:p>
        </p:txBody>
      </p:sp>
      <p:grpSp>
        <p:nvGrpSpPr>
          <p:cNvPr id="2" name="Group 6">
            <a:extLst>
              <a:ext uri="{FF2B5EF4-FFF2-40B4-BE49-F238E27FC236}">
                <a16:creationId xmlns:a16="http://schemas.microsoft.com/office/drawing/2014/main" id="{DDDA8BCD-D7FE-1B68-86FB-B2DF617D6EAC}"/>
              </a:ext>
            </a:extLst>
          </p:cNvPr>
          <p:cNvGrpSpPr>
            <a:grpSpLocks/>
          </p:cNvGrpSpPr>
          <p:nvPr/>
        </p:nvGrpSpPr>
        <p:grpSpPr bwMode="auto">
          <a:xfrm>
            <a:off x="693448" y="2780407"/>
            <a:ext cx="7561263" cy="936625"/>
            <a:chOff x="340" y="3527"/>
            <a:chExt cx="4853" cy="629"/>
          </a:xfrm>
        </p:grpSpPr>
        <p:graphicFrame>
          <p:nvGraphicFramePr>
            <p:cNvPr id="9227" name="Object 7">
              <a:extLst>
                <a:ext uri="{FF2B5EF4-FFF2-40B4-BE49-F238E27FC236}">
                  <a16:creationId xmlns:a16="http://schemas.microsoft.com/office/drawing/2014/main" id="{AD2AF461-B346-A1F4-3F47-3A87F25446B5}"/>
                </a:ext>
              </a:extLst>
            </p:cNvPr>
            <p:cNvGraphicFramePr>
              <a:graphicFrameLocks/>
            </p:cNvGraphicFramePr>
            <p:nvPr/>
          </p:nvGraphicFramePr>
          <p:xfrm>
            <a:off x="3513" y="3527"/>
            <a:ext cx="1680" cy="629"/>
          </p:xfrm>
          <a:graphic>
            <a:graphicData uri="http://schemas.openxmlformats.org/presentationml/2006/ole">
              <mc:AlternateContent xmlns:mc="http://schemas.openxmlformats.org/markup-compatibility/2006">
                <mc:Choice xmlns:v="urn:schemas-microsoft-com:vml" Requires="v">
                  <p:oleObj r:id="rId3" imgW="1722207" imgH="586546" progId="Equation.3">
                    <p:embed/>
                  </p:oleObj>
                </mc:Choice>
                <mc:Fallback>
                  <p:oleObj r:id="rId3" imgW="1722207" imgH="586546" progId="Equation.3">
                    <p:embed/>
                    <p:pic>
                      <p:nvPicPr>
                        <p:cNvPr id="9227" name="Object 7">
                          <a:extLst>
                            <a:ext uri="{FF2B5EF4-FFF2-40B4-BE49-F238E27FC236}">
                              <a16:creationId xmlns:a16="http://schemas.microsoft.com/office/drawing/2014/main" id="{AD2AF461-B346-A1F4-3F47-3A87F25446B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 y="3527"/>
                          <a:ext cx="1680" cy="629"/>
                        </a:xfrm>
                        <a:prstGeom prst="rect">
                          <a:avLst/>
                        </a:prstGeom>
                        <a:gradFill rotWithShape="0">
                          <a:gsLst>
                            <a:gs pos="0">
                              <a:srgbClr val="FFEFFF"/>
                            </a:gs>
                            <a:gs pos="50000">
                              <a:srgbClr val="FFFFFF"/>
                            </a:gs>
                            <a:gs pos="100000">
                              <a:srgbClr val="FFEFFF"/>
                            </a:gs>
                          </a:gsLst>
                          <a:lin ang="5400000" scaled="1"/>
                        </a:gradFill>
                        <a:ln w="6350">
                          <a:solidFill>
                            <a:srgbClr val="D60093"/>
                          </a:solidFill>
                          <a:miter lim="800000"/>
                          <a:headEnd/>
                          <a:tailEnd/>
                        </a:ln>
                      </p:spPr>
                    </p:pic>
                  </p:oleObj>
                </mc:Fallback>
              </mc:AlternateContent>
            </a:graphicData>
          </a:graphic>
        </p:graphicFrame>
        <p:sp>
          <p:nvSpPr>
            <p:cNvPr id="9228" name="Text Box 8">
              <a:extLst>
                <a:ext uri="{FF2B5EF4-FFF2-40B4-BE49-F238E27FC236}">
                  <a16:creationId xmlns:a16="http://schemas.microsoft.com/office/drawing/2014/main" id="{2B9D7F31-E597-A3FE-2015-526A2798A5AF}"/>
                </a:ext>
              </a:extLst>
            </p:cNvPr>
            <p:cNvSpPr txBox="1">
              <a:spLocks noChangeArrowheads="1"/>
            </p:cNvSpPr>
            <p:nvPr/>
          </p:nvSpPr>
          <p:spPr bwMode="auto">
            <a:xfrm>
              <a:off x="340" y="3663"/>
              <a:ext cx="3168"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Blip>
                  <a:blip r:embed="rId2"/>
                </a:buBlip>
              </a:pPr>
              <a:r>
                <a:rPr lang="en-US" altLang="zh-CN" sz="3200" dirty="0">
                  <a:solidFill>
                    <a:srgbClr val="1C1C1C"/>
                  </a:solidFill>
                </a:rPr>
                <a:t>    </a:t>
              </a:r>
              <a:r>
                <a:rPr lang="en-US" altLang="zh-CN" sz="3200" dirty="0">
                  <a:solidFill>
                    <a:srgbClr val="003366"/>
                  </a:solidFill>
                  <a:latin typeface="Times New Roman" panose="02020603050405020304" pitchFamily="18" charset="0"/>
                </a:rPr>
                <a:t>1 mol</a:t>
              </a:r>
              <a:r>
                <a:rPr lang="en-US" altLang="zh-CN" sz="3200" b="1" dirty="0">
                  <a:solidFill>
                    <a:srgbClr val="1C1C1C"/>
                  </a:solidFill>
                </a:rPr>
                <a:t> </a:t>
              </a:r>
              <a:r>
                <a:rPr lang="zh-CN" altLang="en-US" sz="3200" b="1" dirty="0">
                  <a:solidFill>
                    <a:srgbClr val="003366"/>
                  </a:solidFill>
                </a:rPr>
                <a:t>理想气体的内能</a:t>
              </a:r>
              <a:r>
                <a:rPr lang="zh-CN" altLang="en-US" sz="3200" b="1" dirty="0">
                  <a:solidFill>
                    <a:srgbClr val="1C1C1C"/>
                  </a:solidFill>
                </a:rPr>
                <a:t> </a:t>
              </a:r>
            </a:p>
          </p:txBody>
        </p:sp>
      </p:grpSp>
      <p:grpSp>
        <p:nvGrpSpPr>
          <p:cNvPr id="3" name="Group 15">
            <a:extLst>
              <a:ext uri="{FF2B5EF4-FFF2-40B4-BE49-F238E27FC236}">
                <a16:creationId xmlns:a16="http://schemas.microsoft.com/office/drawing/2014/main" id="{FAEF971C-ADCC-6990-176E-D7BFAC72E420}"/>
              </a:ext>
            </a:extLst>
          </p:cNvPr>
          <p:cNvGrpSpPr>
            <a:grpSpLocks/>
          </p:cNvGrpSpPr>
          <p:nvPr/>
        </p:nvGrpSpPr>
        <p:grpSpPr bwMode="auto">
          <a:xfrm>
            <a:off x="755650" y="3893418"/>
            <a:ext cx="6624638" cy="1047750"/>
            <a:chOff x="476" y="2498"/>
            <a:chExt cx="4128" cy="613"/>
          </a:xfrm>
        </p:grpSpPr>
        <p:sp>
          <p:nvSpPr>
            <p:cNvPr id="9225" name="Text Box 10">
              <a:extLst>
                <a:ext uri="{FF2B5EF4-FFF2-40B4-BE49-F238E27FC236}">
                  <a16:creationId xmlns:a16="http://schemas.microsoft.com/office/drawing/2014/main" id="{ED07518C-DB37-B373-151A-6BF7343DB8ED}"/>
                </a:ext>
              </a:extLst>
            </p:cNvPr>
            <p:cNvSpPr txBox="1">
              <a:spLocks noChangeArrowheads="1"/>
            </p:cNvSpPr>
            <p:nvPr/>
          </p:nvSpPr>
          <p:spPr bwMode="auto">
            <a:xfrm>
              <a:off x="476" y="2622"/>
              <a:ext cx="3024"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Blip>
                  <a:blip r:embed="rId2"/>
                </a:buBlip>
              </a:pPr>
              <a:r>
                <a:rPr lang="en-US" altLang="zh-CN" sz="3200" b="1" dirty="0">
                  <a:solidFill>
                    <a:srgbClr val="1C1C1C"/>
                  </a:solidFill>
                </a:rPr>
                <a:t>   </a:t>
              </a:r>
              <a:r>
                <a:rPr lang="zh-CN" altLang="en-US" sz="3200" b="1">
                  <a:solidFill>
                    <a:srgbClr val="003366"/>
                  </a:solidFill>
                </a:rPr>
                <a:t>理想气体的内能</a:t>
              </a:r>
            </a:p>
          </p:txBody>
        </p:sp>
        <p:graphicFrame>
          <p:nvGraphicFramePr>
            <p:cNvPr id="9226" name="Object 11">
              <a:extLst>
                <a:ext uri="{FF2B5EF4-FFF2-40B4-BE49-F238E27FC236}">
                  <a16:creationId xmlns:a16="http://schemas.microsoft.com/office/drawing/2014/main" id="{64D5015A-8E03-31B1-46B4-6AB4CA8DB466}"/>
                </a:ext>
              </a:extLst>
            </p:cNvPr>
            <p:cNvGraphicFramePr>
              <a:graphicFrameLocks/>
            </p:cNvGraphicFramePr>
            <p:nvPr/>
          </p:nvGraphicFramePr>
          <p:xfrm>
            <a:off x="3480" y="2498"/>
            <a:ext cx="1124" cy="613"/>
          </p:xfrm>
          <a:graphic>
            <a:graphicData uri="http://schemas.openxmlformats.org/presentationml/2006/ole">
              <mc:AlternateContent xmlns:mc="http://schemas.openxmlformats.org/markup-compatibility/2006">
                <mc:Choice xmlns:v="urn:schemas-microsoft-com:vml" Requires="v">
                  <p:oleObj r:id="rId5" imgW="655233" imgH="343149" progId="Equation.3">
                    <p:embed/>
                  </p:oleObj>
                </mc:Choice>
                <mc:Fallback>
                  <p:oleObj r:id="rId5" imgW="655233" imgH="343149" progId="Equation.3">
                    <p:embed/>
                    <p:pic>
                      <p:nvPicPr>
                        <p:cNvPr id="9226" name="Object 11">
                          <a:extLst>
                            <a:ext uri="{FF2B5EF4-FFF2-40B4-BE49-F238E27FC236}">
                              <a16:creationId xmlns:a16="http://schemas.microsoft.com/office/drawing/2014/main" id="{64D5015A-8E03-31B1-46B4-6AB4CA8DB466}"/>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0" y="2498"/>
                          <a:ext cx="1124"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Group 16">
            <a:extLst>
              <a:ext uri="{FF2B5EF4-FFF2-40B4-BE49-F238E27FC236}">
                <a16:creationId xmlns:a16="http://schemas.microsoft.com/office/drawing/2014/main" id="{951E1FE0-7D63-352F-F728-C90CDA2D7C7B}"/>
              </a:ext>
            </a:extLst>
          </p:cNvPr>
          <p:cNvGrpSpPr>
            <a:grpSpLocks/>
          </p:cNvGrpSpPr>
          <p:nvPr/>
        </p:nvGrpSpPr>
        <p:grpSpPr bwMode="auto">
          <a:xfrm>
            <a:off x="755650" y="5011638"/>
            <a:ext cx="6911975" cy="1009650"/>
            <a:chOff x="476" y="3269"/>
            <a:chExt cx="4354" cy="636"/>
          </a:xfrm>
        </p:grpSpPr>
        <p:graphicFrame>
          <p:nvGraphicFramePr>
            <p:cNvPr id="9223" name="Object 13">
              <a:extLst>
                <a:ext uri="{FF2B5EF4-FFF2-40B4-BE49-F238E27FC236}">
                  <a16:creationId xmlns:a16="http://schemas.microsoft.com/office/drawing/2014/main" id="{13ADFD41-E52B-2AFA-31B4-0B2B8469AB1E}"/>
                </a:ext>
              </a:extLst>
            </p:cNvPr>
            <p:cNvGraphicFramePr>
              <a:graphicFrameLocks/>
            </p:cNvGraphicFramePr>
            <p:nvPr/>
          </p:nvGraphicFramePr>
          <p:xfrm>
            <a:off x="3408" y="3269"/>
            <a:ext cx="1422" cy="636"/>
          </p:xfrm>
          <a:graphic>
            <a:graphicData uri="http://schemas.openxmlformats.org/presentationml/2006/ole">
              <mc:AlternateContent xmlns:mc="http://schemas.openxmlformats.org/markup-compatibility/2006">
                <mc:Choice xmlns:v="urn:schemas-microsoft-com:vml" Requires="v">
                  <p:oleObj r:id="rId7" imgW="777501" imgH="343149" progId="Equation.3">
                    <p:embed/>
                  </p:oleObj>
                </mc:Choice>
                <mc:Fallback>
                  <p:oleObj r:id="rId7" imgW="777501" imgH="343149" progId="Equation.3">
                    <p:embed/>
                    <p:pic>
                      <p:nvPicPr>
                        <p:cNvPr id="9223" name="Object 13">
                          <a:extLst>
                            <a:ext uri="{FF2B5EF4-FFF2-40B4-BE49-F238E27FC236}">
                              <a16:creationId xmlns:a16="http://schemas.microsoft.com/office/drawing/2014/main" id="{13ADFD41-E52B-2AFA-31B4-0B2B8469AB1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8" y="3269"/>
                          <a:ext cx="1422"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24" name="Text Box 14">
              <a:extLst>
                <a:ext uri="{FF2B5EF4-FFF2-40B4-BE49-F238E27FC236}">
                  <a16:creationId xmlns:a16="http://schemas.microsoft.com/office/drawing/2014/main" id="{365C376D-3908-E959-115E-7648A41560A1}"/>
                </a:ext>
              </a:extLst>
            </p:cNvPr>
            <p:cNvSpPr txBox="1">
              <a:spLocks noChangeArrowheads="1"/>
            </p:cNvSpPr>
            <p:nvPr/>
          </p:nvSpPr>
          <p:spPr bwMode="auto">
            <a:xfrm>
              <a:off x="476" y="3393"/>
              <a:ext cx="26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Blip>
                  <a:blip r:embed="rId2"/>
                </a:buBlip>
              </a:pPr>
              <a:r>
                <a:rPr lang="en-US" altLang="zh-CN" sz="3200" b="1" dirty="0">
                  <a:solidFill>
                    <a:srgbClr val="000000"/>
                  </a:solidFill>
                </a:rPr>
                <a:t>   </a:t>
              </a:r>
              <a:r>
                <a:rPr lang="zh-CN" altLang="en-US" sz="3200" b="1">
                  <a:solidFill>
                    <a:srgbClr val="003366"/>
                  </a:solidFill>
                </a:rPr>
                <a:t>理想气体内能变化</a:t>
              </a:r>
              <a:r>
                <a:rPr lang="zh-CN" altLang="en-US" sz="3200" b="1">
                  <a:solidFill>
                    <a:srgbClr val="1C1C1C"/>
                  </a:solidFill>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blinds(vertical)">
                                      <p:cBhvr>
                                        <p:cTn id="7" dur="500"/>
                                        <p:tgtEl>
                                          <p:spTgt spid="368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表格 28673">
            <a:extLst>
              <a:ext uri="{FF2B5EF4-FFF2-40B4-BE49-F238E27FC236}">
                <a16:creationId xmlns:a16="http://schemas.microsoft.com/office/drawing/2014/main" id="{C304BD42-CB99-C9AF-C021-9D5E2A505DDF}"/>
              </a:ext>
            </a:extLst>
          </p:cNvPr>
          <p:cNvGraphicFramePr>
            <a:graphicFrameLocks noGrp="1"/>
          </p:cNvGraphicFramePr>
          <p:nvPr/>
        </p:nvGraphicFramePr>
        <p:xfrm>
          <a:off x="528638" y="1209675"/>
          <a:ext cx="8043862" cy="4811714"/>
        </p:xfrm>
        <a:graphic>
          <a:graphicData uri="http://schemas.openxmlformats.org/drawingml/2006/table">
            <a:tbl>
              <a:tblPr/>
              <a:tblGrid>
                <a:gridCol w="1339850">
                  <a:extLst>
                    <a:ext uri="{9D8B030D-6E8A-4147-A177-3AD203B41FA5}">
                      <a16:colId xmlns:a16="http://schemas.microsoft.com/office/drawing/2014/main" val="20000"/>
                    </a:ext>
                  </a:extLst>
                </a:gridCol>
                <a:gridCol w="1341437">
                  <a:extLst>
                    <a:ext uri="{9D8B030D-6E8A-4147-A177-3AD203B41FA5}">
                      <a16:colId xmlns:a16="http://schemas.microsoft.com/office/drawing/2014/main" val="20001"/>
                    </a:ext>
                  </a:extLst>
                </a:gridCol>
                <a:gridCol w="1339850">
                  <a:extLst>
                    <a:ext uri="{9D8B030D-6E8A-4147-A177-3AD203B41FA5}">
                      <a16:colId xmlns:a16="http://schemas.microsoft.com/office/drawing/2014/main" val="20002"/>
                    </a:ext>
                  </a:extLst>
                </a:gridCol>
                <a:gridCol w="1341438">
                  <a:extLst>
                    <a:ext uri="{9D8B030D-6E8A-4147-A177-3AD203B41FA5}">
                      <a16:colId xmlns:a16="http://schemas.microsoft.com/office/drawing/2014/main" val="20003"/>
                    </a:ext>
                  </a:extLst>
                </a:gridCol>
                <a:gridCol w="1339850">
                  <a:extLst>
                    <a:ext uri="{9D8B030D-6E8A-4147-A177-3AD203B41FA5}">
                      <a16:colId xmlns:a16="http://schemas.microsoft.com/office/drawing/2014/main" val="20004"/>
                    </a:ext>
                  </a:extLst>
                </a:gridCol>
                <a:gridCol w="1341437">
                  <a:extLst>
                    <a:ext uri="{9D8B030D-6E8A-4147-A177-3AD203B41FA5}">
                      <a16:colId xmlns:a16="http://schemas.microsoft.com/office/drawing/2014/main" val="20005"/>
                    </a:ext>
                  </a:extLst>
                </a:gridCol>
              </a:tblGrid>
              <a:tr h="781050">
                <a:tc row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分子</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类型</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row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单原子</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分子</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双原子分子</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多原子分子</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extLst>
                  <a:ext uri="{0D108BD9-81ED-4DB2-BD59-A6C34878D82A}">
                    <a16:rowId xmlns:a16="http://schemas.microsoft.com/office/drawing/2014/main" val="10000"/>
                  </a:ext>
                </a:extLst>
              </a:tr>
              <a:tr h="712788">
                <a:tc vMerge="1">
                  <a:txBody>
                    <a:bodyPr/>
                    <a:lstStyle/>
                    <a:p>
                      <a:endParaRPr lang="zh-CN" altLang="en-US"/>
                    </a:p>
                  </a:txBody>
                  <a:tcPr/>
                </a:tc>
                <a:tc v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刚性</a:t>
                      </a:r>
                    </a:p>
                  </a:txBody>
                  <a:tcPr anchor="ctr" horzOverflow="overflow">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非刚性</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刚性</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非刚性</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1189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自由度（</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（平）</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（平）</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（转）</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7</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（平）</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（转）</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6</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（平）</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（转）</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12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（平）</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（转）</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+6</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（振）</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10652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分子平均</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能量（</a:t>
                      </a:r>
                      <a:r>
                        <a:rPr kumimoji="0" lang="el-GR" altLang="zh-CN" sz="18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rPr>
                        <a:t>ε</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endParaRPr kumimoji="0" lang="zh-CN" altLang="en-US"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5</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=5/2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7</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=7/2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endParaRPr kumimoji="0" lang="zh-CN" altLang="en-US"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6</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endParaRPr kumimoji="0" lang="zh-CN" altLang="en-US"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12</a:t>
                      </a:r>
                      <a:r>
                        <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=6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kT</a:t>
                      </a:r>
                      <a:endParaRPr kumimoji="0" lang="zh-CN" altLang="en-US"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10636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1mol</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理想气体的内能（</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E</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m</a:t>
                      </a:r>
                      <a:r>
                        <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RT</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5/2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RT</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7/2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RT</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3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RT</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6 </a:t>
                      </a: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RT</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bl>
          </a:graphicData>
        </a:graphic>
      </p:graphicFrame>
      <p:sp>
        <p:nvSpPr>
          <p:cNvPr id="10285" name="TextBox 3">
            <a:extLst>
              <a:ext uri="{FF2B5EF4-FFF2-40B4-BE49-F238E27FC236}">
                <a16:creationId xmlns:a16="http://schemas.microsoft.com/office/drawing/2014/main" id="{CF16093A-9C1A-6994-4ACF-B15659AC460E}"/>
              </a:ext>
            </a:extLst>
          </p:cNvPr>
          <p:cNvSpPr txBox="1">
            <a:spLocks noChangeArrowheads="1"/>
          </p:cNvSpPr>
          <p:nvPr/>
        </p:nvSpPr>
        <p:spPr bwMode="auto">
          <a:xfrm>
            <a:off x="704850" y="188913"/>
            <a:ext cx="80438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chemeClr val="bg1"/>
                </a:solidFill>
                <a:latin typeface="微软雅黑" panose="020B0503020204020204" pitchFamily="34" charset="-122"/>
                <a:ea typeface="微软雅黑" panose="020B0503020204020204" pitchFamily="34" charset="-122"/>
              </a:rPr>
              <a:t>分子自由度、平均能量和理想气体内能的理论值</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文本框 1">
            <a:extLst>
              <a:ext uri="{FF2B5EF4-FFF2-40B4-BE49-F238E27FC236}">
                <a16:creationId xmlns:a16="http://schemas.microsoft.com/office/drawing/2014/main" id="{76068304-9B11-2E3D-9C46-772CA0F2FF7D}"/>
              </a:ext>
            </a:extLst>
          </p:cNvPr>
          <p:cNvSpPr txBox="1">
            <a:spLocks noChangeArrowheads="1"/>
          </p:cNvSpPr>
          <p:nvPr/>
        </p:nvSpPr>
        <p:spPr bwMode="auto">
          <a:xfrm>
            <a:off x="3348038" y="115888"/>
            <a:ext cx="21605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b="1">
                <a:solidFill>
                  <a:schemeClr val="bg1"/>
                </a:solidFill>
              </a:rPr>
              <a:t>补充例题</a:t>
            </a:r>
          </a:p>
        </p:txBody>
      </p:sp>
      <p:sp>
        <p:nvSpPr>
          <p:cNvPr id="12291" name="文本框 2">
            <a:extLst>
              <a:ext uri="{FF2B5EF4-FFF2-40B4-BE49-F238E27FC236}">
                <a16:creationId xmlns:a16="http://schemas.microsoft.com/office/drawing/2014/main" id="{BA275406-A20E-960C-EECE-EFF0391DCE65}"/>
              </a:ext>
            </a:extLst>
          </p:cNvPr>
          <p:cNvSpPr txBox="1">
            <a:spLocks noChangeArrowheads="1"/>
          </p:cNvSpPr>
          <p:nvPr/>
        </p:nvSpPr>
        <p:spPr bwMode="auto">
          <a:xfrm>
            <a:off x="287338" y="1196975"/>
            <a:ext cx="8569325" cy="390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2400" b="1">
                <a:solidFill>
                  <a:srgbClr val="002060"/>
                </a:solidFill>
                <a:latin typeface="Times New Roman" panose="02020603050405020304" pitchFamily="18" charset="0"/>
                <a:cs typeface="Times New Roman" panose="02020603050405020304" pitchFamily="18" charset="0"/>
              </a:rPr>
              <a:t>一容积为</a:t>
            </a:r>
            <a:r>
              <a:rPr lang="en-US" altLang="zh-CN" sz="2400" b="1" i="1" dirty="0">
                <a:solidFill>
                  <a:srgbClr val="002060"/>
                </a:solidFill>
                <a:latin typeface="Times New Roman" panose="02020603050405020304" pitchFamily="18" charset="0"/>
                <a:cs typeface="Times New Roman" panose="02020603050405020304" pitchFamily="18" charset="0"/>
              </a:rPr>
              <a:t>V</a:t>
            </a:r>
            <a:r>
              <a:rPr lang="zh-CN" altLang="en-US" sz="2400" b="1">
                <a:solidFill>
                  <a:srgbClr val="002060"/>
                </a:solidFill>
                <a:latin typeface="Times New Roman" panose="02020603050405020304" pitchFamily="18" charset="0"/>
                <a:cs typeface="Times New Roman" panose="02020603050405020304" pitchFamily="18" charset="0"/>
              </a:rPr>
              <a:t>的容器内装有</a:t>
            </a:r>
            <a:r>
              <a:rPr lang="en-US" altLang="zh-CN" sz="2400" b="1" i="1" dirty="0">
                <a:solidFill>
                  <a:srgbClr val="002060"/>
                </a:solidFill>
                <a:latin typeface="Times New Roman" panose="02020603050405020304" pitchFamily="18" charset="0"/>
                <a:cs typeface="Times New Roman" panose="02020603050405020304" pitchFamily="18" charset="0"/>
              </a:rPr>
              <a:t>N</a:t>
            </a:r>
            <a:r>
              <a:rPr lang="en-US" altLang="zh-CN" sz="2400" b="1" baseline="-25000" dirty="0">
                <a:solidFill>
                  <a:srgbClr val="002060"/>
                </a:solidFill>
                <a:latin typeface="Times New Roman" panose="02020603050405020304" pitchFamily="18" charset="0"/>
                <a:cs typeface="Times New Roman" panose="02020603050405020304" pitchFamily="18" charset="0"/>
              </a:rPr>
              <a:t>1</a:t>
            </a:r>
            <a:r>
              <a:rPr lang="zh-CN" altLang="en-US" sz="2400" b="1">
                <a:solidFill>
                  <a:srgbClr val="002060"/>
                </a:solidFill>
                <a:latin typeface="Times New Roman" panose="02020603050405020304" pitchFamily="18" charset="0"/>
                <a:cs typeface="Times New Roman" panose="02020603050405020304" pitchFamily="18" charset="0"/>
              </a:rPr>
              <a:t>个</a:t>
            </a:r>
            <a:r>
              <a:rPr lang="en-US" altLang="zh-CN" sz="2400" b="1" i="1" dirty="0">
                <a:solidFill>
                  <a:srgbClr val="002060"/>
                </a:solidFill>
                <a:latin typeface="Times New Roman" panose="02020603050405020304" pitchFamily="18" charset="0"/>
                <a:cs typeface="Times New Roman" panose="02020603050405020304" pitchFamily="18" charset="0"/>
              </a:rPr>
              <a:t>a</a:t>
            </a:r>
            <a:r>
              <a:rPr lang="zh-CN" altLang="en-US" sz="2400" b="1">
                <a:solidFill>
                  <a:srgbClr val="002060"/>
                </a:solidFill>
                <a:latin typeface="Times New Roman" panose="02020603050405020304" pitchFamily="18" charset="0"/>
                <a:cs typeface="Times New Roman" panose="02020603050405020304" pitchFamily="18" charset="0"/>
              </a:rPr>
              <a:t>分子和</a:t>
            </a:r>
            <a:r>
              <a:rPr lang="en-US" altLang="zh-CN" sz="2400" b="1" i="1" dirty="0">
                <a:solidFill>
                  <a:srgbClr val="002060"/>
                </a:solidFill>
                <a:latin typeface="Times New Roman" panose="02020603050405020304" pitchFamily="18" charset="0"/>
                <a:cs typeface="Times New Roman" panose="02020603050405020304" pitchFamily="18" charset="0"/>
              </a:rPr>
              <a:t>N</a:t>
            </a:r>
            <a:r>
              <a:rPr lang="en-US" altLang="zh-CN" sz="2400" b="1" baseline="-25000" dirty="0">
                <a:solidFill>
                  <a:srgbClr val="002060"/>
                </a:solidFill>
                <a:latin typeface="Times New Roman" panose="02020603050405020304" pitchFamily="18" charset="0"/>
                <a:cs typeface="Times New Roman" panose="02020603050405020304" pitchFamily="18" charset="0"/>
              </a:rPr>
              <a:t>2</a:t>
            </a:r>
            <a:r>
              <a:rPr lang="en-US" altLang="zh-CN" sz="2400" b="1" dirty="0">
                <a:solidFill>
                  <a:srgbClr val="002060"/>
                </a:solidFill>
                <a:latin typeface="Times New Roman" panose="02020603050405020304" pitchFamily="18" charset="0"/>
                <a:cs typeface="Times New Roman" panose="02020603050405020304" pitchFamily="18" charset="0"/>
              </a:rPr>
              <a:t> </a:t>
            </a:r>
            <a:r>
              <a:rPr lang="zh-CN" altLang="en-US" sz="2400" b="1">
                <a:solidFill>
                  <a:srgbClr val="002060"/>
                </a:solidFill>
                <a:latin typeface="Times New Roman" panose="02020603050405020304" pitchFamily="18" charset="0"/>
                <a:cs typeface="Times New Roman" panose="02020603050405020304" pitchFamily="18" charset="0"/>
              </a:rPr>
              <a:t>个</a:t>
            </a:r>
            <a:r>
              <a:rPr lang="en-US" altLang="zh-CN" sz="2400" b="1" i="1" dirty="0">
                <a:solidFill>
                  <a:srgbClr val="002060"/>
                </a:solidFill>
                <a:latin typeface="Times New Roman" panose="02020603050405020304" pitchFamily="18" charset="0"/>
                <a:cs typeface="Times New Roman" panose="02020603050405020304" pitchFamily="18" charset="0"/>
              </a:rPr>
              <a:t>b</a:t>
            </a:r>
            <a:r>
              <a:rPr lang="zh-CN" altLang="en-US" sz="2400" b="1">
                <a:solidFill>
                  <a:srgbClr val="002060"/>
                </a:solidFill>
                <a:latin typeface="Times New Roman" panose="02020603050405020304" pitchFamily="18" charset="0"/>
                <a:cs typeface="Times New Roman" panose="02020603050405020304" pitchFamily="18" charset="0"/>
              </a:rPr>
              <a:t>分子组成的混合气体（可视为理想气体），达到平衡态后，</a:t>
            </a:r>
            <a:r>
              <a:rPr lang="en-US" altLang="zh-CN" sz="2400" b="1" i="1" dirty="0">
                <a:solidFill>
                  <a:srgbClr val="002060"/>
                </a:solidFill>
                <a:latin typeface="Times New Roman" panose="02020603050405020304" pitchFamily="18" charset="0"/>
                <a:cs typeface="Times New Roman" panose="02020603050405020304" pitchFamily="18" charset="0"/>
              </a:rPr>
              <a:t>a</a:t>
            </a:r>
            <a:r>
              <a:rPr lang="zh-CN" altLang="en-US" sz="2400" b="1">
                <a:solidFill>
                  <a:srgbClr val="002060"/>
                </a:solidFill>
                <a:latin typeface="Times New Roman" panose="02020603050405020304" pitchFamily="18" charset="0"/>
                <a:cs typeface="Times New Roman" panose="02020603050405020304" pitchFamily="18" charset="0"/>
              </a:rPr>
              <a:t>、</a:t>
            </a:r>
            <a:r>
              <a:rPr lang="en-US" altLang="zh-CN" sz="2400" b="1" i="1" dirty="0">
                <a:solidFill>
                  <a:srgbClr val="002060"/>
                </a:solidFill>
                <a:latin typeface="Times New Roman" panose="02020603050405020304" pitchFamily="18" charset="0"/>
                <a:cs typeface="Times New Roman" panose="02020603050405020304" pitchFamily="18" charset="0"/>
              </a:rPr>
              <a:t>b</a:t>
            </a:r>
            <a:r>
              <a:rPr lang="zh-CN" altLang="en-US" sz="2400" b="1">
                <a:solidFill>
                  <a:srgbClr val="002060"/>
                </a:solidFill>
                <a:latin typeface="Times New Roman" panose="02020603050405020304" pitchFamily="18" charset="0"/>
                <a:cs typeface="Times New Roman" panose="02020603050405020304" pitchFamily="18" charset="0"/>
              </a:rPr>
              <a:t>混合气体的压强为</a:t>
            </a:r>
            <a:r>
              <a:rPr lang="en-US" altLang="zh-CN" sz="2400" b="1" i="1" dirty="0">
                <a:solidFill>
                  <a:srgbClr val="002060"/>
                </a:solidFill>
                <a:latin typeface="Times New Roman" panose="02020603050405020304" pitchFamily="18" charset="0"/>
                <a:cs typeface="Times New Roman" panose="02020603050405020304" pitchFamily="18" charset="0"/>
              </a:rPr>
              <a:t>p</a:t>
            </a:r>
            <a:r>
              <a:rPr lang="zh-CN" altLang="en-US" sz="2400" b="1">
                <a:solidFill>
                  <a:srgbClr val="002060"/>
                </a:solidFill>
                <a:latin typeface="Times New Roman" panose="02020603050405020304" pitchFamily="18" charset="0"/>
                <a:cs typeface="Times New Roman" panose="02020603050405020304" pitchFamily="18" charset="0"/>
              </a:rPr>
              <a:t>。已知混合气体的摩尔热容比为</a:t>
            </a:r>
            <a:r>
              <a:rPr lang="el-GR" altLang="zh-CN" sz="2400" b="1" i="1">
                <a:solidFill>
                  <a:srgbClr val="002060"/>
                </a:solidFill>
                <a:latin typeface="Times New Roman" panose="02020603050405020304" pitchFamily="18" charset="0"/>
                <a:cs typeface="Times New Roman" panose="02020603050405020304" pitchFamily="18" charset="0"/>
              </a:rPr>
              <a:t>γ</a:t>
            </a:r>
            <a:r>
              <a:rPr lang="zh-CN" altLang="en-US" sz="2400" b="1">
                <a:solidFill>
                  <a:srgbClr val="002060"/>
                </a:solidFill>
                <a:latin typeface="Times New Roman" panose="02020603050405020304" pitchFamily="18" charset="0"/>
                <a:cs typeface="Times New Roman" panose="02020603050405020304" pitchFamily="18" charset="0"/>
              </a:rPr>
              <a:t>，玻尔兹曼常数为</a:t>
            </a:r>
            <a:r>
              <a:rPr lang="en-US" altLang="zh-CN" sz="2400" b="1" i="1" dirty="0">
                <a:solidFill>
                  <a:srgbClr val="002060"/>
                </a:solidFill>
                <a:latin typeface="Times New Roman" panose="02020603050405020304" pitchFamily="18" charset="0"/>
                <a:cs typeface="Times New Roman" panose="02020603050405020304" pitchFamily="18" charset="0"/>
              </a:rPr>
              <a:t>k</a:t>
            </a:r>
            <a:r>
              <a:rPr lang="zh-CN" altLang="en-US" sz="2400" b="1">
                <a:solidFill>
                  <a:srgbClr val="002060"/>
                </a:solidFill>
                <a:latin typeface="Times New Roman" panose="02020603050405020304" pitchFamily="18" charset="0"/>
                <a:cs typeface="Times New Roman" panose="02020603050405020304" pitchFamily="18" charset="0"/>
              </a:rPr>
              <a:t>，</a:t>
            </a:r>
            <a:endParaRPr lang="en-US" altLang="zh-CN" sz="2400" b="1"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zh-CN" altLang="en-US" sz="2400" b="1">
                <a:solidFill>
                  <a:srgbClr val="002060"/>
                </a:solidFill>
                <a:latin typeface="Times New Roman" panose="02020603050405020304" pitchFamily="18" charset="0"/>
                <a:cs typeface="Times New Roman" panose="02020603050405020304" pitchFamily="18" charset="0"/>
              </a:rPr>
              <a:t>（</a:t>
            </a:r>
            <a:r>
              <a:rPr lang="en-US" altLang="zh-CN" sz="2400" b="1" dirty="0">
                <a:solidFill>
                  <a:srgbClr val="002060"/>
                </a:solidFill>
                <a:latin typeface="Times New Roman" panose="02020603050405020304" pitchFamily="18" charset="0"/>
                <a:cs typeface="Times New Roman" panose="02020603050405020304" pitchFamily="18" charset="0"/>
              </a:rPr>
              <a:t>1</a:t>
            </a:r>
            <a:r>
              <a:rPr lang="zh-CN" altLang="en-US" sz="2400" b="1">
                <a:solidFill>
                  <a:srgbClr val="002060"/>
                </a:solidFill>
                <a:latin typeface="Times New Roman" panose="02020603050405020304" pitchFamily="18" charset="0"/>
                <a:cs typeface="Times New Roman" panose="02020603050405020304" pitchFamily="18" charset="0"/>
              </a:rPr>
              <a:t>）求混合气体的温度；</a:t>
            </a:r>
            <a:endParaRPr lang="en-US" altLang="zh-CN" sz="2400" b="1"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zh-CN" altLang="en-US" sz="2400" b="1">
                <a:solidFill>
                  <a:srgbClr val="002060"/>
                </a:solidFill>
                <a:latin typeface="Times New Roman" panose="02020603050405020304" pitchFamily="18" charset="0"/>
                <a:cs typeface="Times New Roman" panose="02020603050405020304" pitchFamily="18" charset="0"/>
              </a:rPr>
              <a:t>（</a:t>
            </a:r>
            <a:r>
              <a:rPr lang="en-US" altLang="zh-CN" sz="2400" b="1" dirty="0">
                <a:solidFill>
                  <a:srgbClr val="002060"/>
                </a:solidFill>
                <a:latin typeface="Times New Roman" panose="02020603050405020304" pitchFamily="18" charset="0"/>
                <a:cs typeface="Times New Roman" panose="02020603050405020304" pitchFamily="18" charset="0"/>
              </a:rPr>
              <a:t>2</a:t>
            </a:r>
            <a:r>
              <a:rPr lang="zh-CN" altLang="en-US" sz="2400" b="1">
                <a:solidFill>
                  <a:srgbClr val="002060"/>
                </a:solidFill>
                <a:latin typeface="Times New Roman" panose="02020603050405020304" pitchFamily="18" charset="0"/>
                <a:cs typeface="Times New Roman" panose="02020603050405020304" pitchFamily="18" charset="0"/>
              </a:rPr>
              <a:t>）求分子的平均平动动能；</a:t>
            </a:r>
            <a:endParaRPr lang="en-US" altLang="zh-CN" sz="2400" b="1"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zh-CN" altLang="en-US" sz="2400" b="1">
                <a:solidFill>
                  <a:srgbClr val="002060"/>
                </a:solidFill>
                <a:latin typeface="Times New Roman" panose="02020603050405020304" pitchFamily="18" charset="0"/>
                <a:cs typeface="Times New Roman" panose="02020603050405020304" pitchFamily="18" charset="0"/>
              </a:rPr>
              <a:t>（</a:t>
            </a:r>
            <a:r>
              <a:rPr lang="en-US" altLang="zh-CN" sz="2400" b="1" dirty="0">
                <a:solidFill>
                  <a:srgbClr val="002060"/>
                </a:solidFill>
                <a:latin typeface="Times New Roman" panose="02020603050405020304" pitchFamily="18" charset="0"/>
                <a:cs typeface="Times New Roman" panose="02020603050405020304" pitchFamily="18" charset="0"/>
              </a:rPr>
              <a:t>3</a:t>
            </a:r>
            <a:r>
              <a:rPr lang="zh-CN" altLang="en-US" sz="2400" b="1">
                <a:solidFill>
                  <a:srgbClr val="002060"/>
                </a:solidFill>
                <a:latin typeface="Times New Roman" panose="02020603050405020304" pitchFamily="18" charset="0"/>
                <a:cs typeface="Times New Roman" panose="02020603050405020304" pitchFamily="18" charset="0"/>
              </a:rPr>
              <a:t>）若在绝热条件下将混合气体的体积压缩为原来的一半，求此时混合气体的温度。</a:t>
            </a:r>
          </a:p>
        </p:txBody>
      </p:sp>
      <p:sp>
        <p:nvSpPr>
          <p:cNvPr id="4" name="文本框 3">
            <a:extLst>
              <a:ext uri="{FF2B5EF4-FFF2-40B4-BE49-F238E27FC236}">
                <a16:creationId xmlns:a16="http://schemas.microsoft.com/office/drawing/2014/main" id="{94939043-B733-64F0-0D59-6EA7EFD8EFC0}"/>
              </a:ext>
            </a:extLst>
          </p:cNvPr>
          <p:cNvSpPr txBox="1">
            <a:spLocks noRot="1" noChangeAspect="1" noMove="1" noResize="1" noEditPoints="1" noAdjustHandles="1" noChangeArrowheads="1" noChangeShapeType="1" noTextEdit="1"/>
          </p:cNvSpPr>
          <p:nvPr/>
        </p:nvSpPr>
        <p:spPr>
          <a:xfrm>
            <a:off x="395536" y="5661248"/>
            <a:ext cx="5112568" cy="532966"/>
          </a:xfrm>
          <a:prstGeom prst="rect">
            <a:avLst/>
          </a:prstGeom>
          <a:blipFill>
            <a:blip r:embed="rId2"/>
            <a:stretch>
              <a:fillRect l="-2503" t="-14943" b="-32184"/>
            </a:stretch>
          </a:blipFill>
        </p:spPr>
        <p:txBody>
          <a:bodyPr/>
          <a:lstStyle/>
          <a:p>
            <a:r>
              <a:rPr lang="zh-CN" altLang="en-US">
                <a:no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文本框 1">
            <a:extLst>
              <a:ext uri="{FF2B5EF4-FFF2-40B4-BE49-F238E27FC236}">
                <a16:creationId xmlns:a16="http://schemas.microsoft.com/office/drawing/2014/main" id="{8ADADD0B-FAD0-5188-F263-75B4079D5CE5}"/>
              </a:ext>
            </a:extLst>
          </p:cNvPr>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p>
        </p:txBody>
      </p:sp>
      <p:sp>
        <p:nvSpPr>
          <p:cNvPr id="3" name="文本框 2">
            <a:extLst>
              <a:ext uri="{FF2B5EF4-FFF2-40B4-BE49-F238E27FC236}">
                <a16:creationId xmlns:a16="http://schemas.microsoft.com/office/drawing/2014/main" id="{3952D3A3-BB3A-B436-4438-7864161976F1}"/>
              </a:ext>
            </a:extLst>
          </p:cNvPr>
          <p:cNvSpPr txBox="1"/>
          <p:nvPr/>
        </p:nvSpPr>
        <p:spPr>
          <a:xfrm>
            <a:off x="441325" y="1052513"/>
            <a:ext cx="8261350" cy="3888500"/>
          </a:xfrm>
          <a:prstGeom prst="rect">
            <a:avLst/>
          </a:prstGeom>
          <a:noFill/>
        </p:spPr>
        <p:txBody>
          <a:bodyPr>
            <a:spAutoFit/>
          </a:bodyPr>
          <a:lstStyle/>
          <a:p>
            <a:pPr algn="just" eaLnBrk="1" hangingPunct="1">
              <a:lnSpc>
                <a:spcPct val="150000"/>
              </a:lnSpc>
              <a:defRPr/>
            </a:pPr>
            <a:r>
              <a:rPr lang="zh-CN" altLang="zh-CN" sz="2800" kern="0" dirty="0"/>
              <a:t>一容器内某理想气体的温度为</a:t>
            </a:r>
            <a:r>
              <a:rPr lang="en-US" altLang="zh-CN" sz="2800" kern="0" dirty="0"/>
              <a:t>273K</a:t>
            </a:r>
            <a:r>
              <a:rPr lang="zh-CN" altLang="zh-CN" sz="2800" kern="0" dirty="0"/>
              <a:t>，密度为</a:t>
            </a:r>
            <a:r>
              <a:rPr lang="en-US" altLang="zh-CN" sz="2800" i="1" kern="0" dirty="0"/>
              <a:t>ρ </a:t>
            </a:r>
            <a:r>
              <a:rPr lang="en-US" altLang="zh-CN" sz="2800" kern="0" dirty="0"/>
              <a:t>= 1.25 g/m</a:t>
            </a:r>
            <a:r>
              <a:rPr lang="en-US" altLang="zh-CN" sz="2800" kern="0" baseline="30000" dirty="0"/>
              <a:t>3</a:t>
            </a:r>
            <a:r>
              <a:rPr lang="zh-CN" altLang="zh-CN" sz="2800" kern="0" dirty="0"/>
              <a:t>，压强为 </a:t>
            </a:r>
            <a:r>
              <a:rPr lang="en-US" altLang="zh-CN" sz="2800" i="1" kern="0" dirty="0"/>
              <a:t>p</a:t>
            </a:r>
            <a:r>
              <a:rPr lang="en-US" altLang="zh-CN" sz="2800" kern="0" dirty="0"/>
              <a:t> = 1.0×10</a:t>
            </a:r>
            <a:r>
              <a:rPr lang="en-US" altLang="zh-CN" sz="2800" kern="0" baseline="30000" dirty="0"/>
              <a:t>-3</a:t>
            </a:r>
            <a:r>
              <a:rPr lang="en-US" altLang="zh-CN" sz="2800" kern="0" dirty="0"/>
              <a:t>  atm.</a:t>
            </a:r>
            <a:endParaRPr lang="zh-CN" altLang="zh-CN" sz="2800" kern="100" dirty="0"/>
          </a:p>
          <a:p>
            <a:pPr algn="just" eaLnBrk="1" hangingPunct="1">
              <a:lnSpc>
                <a:spcPct val="150000"/>
              </a:lnSpc>
              <a:defRPr/>
            </a:pPr>
            <a:r>
              <a:rPr lang="en-US" altLang="zh-CN" sz="2800" kern="0" dirty="0"/>
              <a:t>(1) </a:t>
            </a:r>
            <a:r>
              <a:rPr lang="zh-CN" altLang="zh-CN" sz="2800" kern="0" dirty="0"/>
              <a:t>气体的摩尔质量，是何种气体？</a:t>
            </a:r>
            <a:endParaRPr lang="zh-CN" altLang="zh-CN" sz="2800" kern="100" dirty="0"/>
          </a:p>
          <a:p>
            <a:pPr algn="just" eaLnBrk="1" hangingPunct="1">
              <a:lnSpc>
                <a:spcPct val="150000"/>
              </a:lnSpc>
              <a:defRPr/>
            </a:pPr>
            <a:r>
              <a:rPr lang="en-US" altLang="zh-CN" sz="2800" kern="0" dirty="0"/>
              <a:t>(2) </a:t>
            </a:r>
            <a:r>
              <a:rPr lang="zh-CN" altLang="zh-CN" sz="2800" kern="0" dirty="0"/>
              <a:t>气体分子的平均平动动能和平均转动动能？</a:t>
            </a:r>
            <a:endParaRPr lang="zh-CN" altLang="zh-CN" sz="2800" kern="100" dirty="0"/>
          </a:p>
          <a:p>
            <a:pPr algn="just" eaLnBrk="1" hangingPunct="1">
              <a:lnSpc>
                <a:spcPct val="150000"/>
              </a:lnSpc>
              <a:defRPr/>
            </a:pPr>
            <a:r>
              <a:rPr lang="en-US" altLang="zh-CN" sz="2800" kern="0" dirty="0"/>
              <a:t>(3) </a:t>
            </a:r>
            <a:r>
              <a:rPr lang="zh-CN" altLang="zh-CN" sz="2800" kern="0" dirty="0"/>
              <a:t>单位体积内气体分子的总平动动能？</a:t>
            </a:r>
            <a:endParaRPr lang="zh-CN" altLang="zh-CN" sz="2800" kern="100" dirty="0"/>
          </a:p>
          <a:p>
            <a:pPr algn="just" eaLnBrk="1" hangingPunct="1">
              <a:lnSpc>
                <a:spcPct val="150000"/>
              </a:lnSpc>
              <a:defRPr/>
            </a:pPr>
            <a:r>
              <a:rPr lang="en-US" altLang="zh-CN" sz="2800" kern="0" dirty="0"/>
              <a:t>(4) </a:t>
            </a:r>
            <a:r>
              <a:rPr lang="zh-CN" altLang="zh-CN" sz="2800" kern="0" dirty="0"/>
              <a:t>设该气体有</a:t>
            </a:r>
            <a:r>
              <a:rPr lang="en-US" altLang="zh-CN" sz="2800" kern="0" dirty="0"/>
              <a:t>0.3 mol</a:t>
            </a:r>
            <a:r>
              <a:rPr lang="zh-CN" altLang="zh-CN" sz="2800" kern="0" dirty="0"/>
              <a:t>，气体的内能？</a:t>
            </a:r>
            <a:endParaRPr lang="zh-CN" altLang="en-US" sz="4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文本框 1">
            <a:extLst>
              <a:ext uri="{FF2B5EF4-FFF2-40B4-BE49-F238E27FC236}">
                <a16:creationId xmlns:a16="http://schemas.microsoft.com/office/drawing/2014/main" id="{4E71CA14-17FE-9E47-8979-337E139884A7}"/>
              </a:ext>
            </a:extLst>
          </p:cNvPr>
          <p:cNvSpPr txBox="1">
            <a:spLocks noChangeArrowheads="1"/>
          </p:cNvSpPr>
          <p:nvPr/>
        </p:nvSpPr>
        <p:spPr bwMode="auto">
          <a:xfrm>
            <a:off x="468313" y="339725"/>
            <a:ext cx="82073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zh-CN" altLang="zh-CN" sz="2400" b="1">
                <a:latin typeface="黑体" panose="02010609060101010101" pitchFamily="49" charset="-122"/>
                <a:ea typeface="黑体" panose="02010609060101010101" pitchFamily="49" charset="-122"/>
              </a:rPr>
              <a:t>在容积为</a:t>
            </a:r>
            <a:r>
              <a:rPr lang="en-US" altLang="zh-CN" sz="2400" b="1" dirty="0">
                <a:latin typeface="黑体" panose="02010609060101010101" pitchFamily="49" charset="-122"/>
                <a:ea typeface="黑体" panose="02010609060101010101" pitchFamily="49" charset="-122"/>
              </a:rPr>
              <a:t>2.0x10</a:t>
            </a:r>
            <a:r>
              <a:rPr lang="en-US" altLang="zh-CN" sz="2400" b="1" baseline="30000" dirty="0">
                <a:latin typeface="黑体" panose="02010609060101010101" pitchFamily="49" charset="-122"/>
                <a:ea typeface="黑体" panose="02010609060101010101" pitchFamily="49" charset="-122"/>
              </a:rPr>
              <a:t>-3</a:t>
            </a:r>
            <a:r>
              <a:rPr lang="en-US" altLang="zh-CN" sz="2400" b="1" dirty="0">
                <a:latin typeface="黑体" panose="02010609060101010101" pitchFamily="49" charset="-122"/>
                <a:ea typeface="黑体" panose="02010609060101010101" pitchFamily="49" charset="-122"/>
              </a:rPr>
              <a:t> m</a:t>
            </a:r>
            <a:r>
              <a:rPr lang="en-US" altLang="zh-CN" sz="2400" b="1" baseline="30000" dirty="0">
                <a:latin typeface="黑体" panose="02010609060101010101" pitchFamily="49" charset="-122"/>
                <a:ea typeface="黑体" panose="02010609060101010101" pitchFamily="49" charset="-122"/>
              </a:rPr>
              <a:t>3</a:t>
            </a:r>
            <a:r>
              <a:rPr lang="zh-CN" altLang="zh-CN" sz="2400" b="1">
                <a:latin typeface="黑体" panose="02010609060101010101" pitchFamily="49" charset="-122"/>
                <a:ea typeface="黑体" panose="02010609060101010101" pitchFamily="49" charset="-122"/>
              </a:rPr>
              <a:t>的容器中，有内能为</a:t>
            </a:r>
            <a:r>
              <a:rPr lang="en-US" altLang="zh-CN" sz="2400" b="1" dirty="0">
                <a:latin typeface="黑体" panose="02010609060101010101" pitchFamily="49" charset="-122"/>
                <a:ea typeface="黑体" panose="02010609060101010101" pitchFamily="49" charset="-122"/>
              </a:rPr>
              <a:t>6.75 xl0</a:t>
            </a:r>
            <a:r>
              <a:rPr lang="en-US" altLang="zh-CN" sz="2400" b="1" baseline="30000" dirty="0">
                <a:latin typeface="黑体" panose="02010609060101010101" pitchFamily="49" charset="-122"/>
                <a:ea typeface="黑体" panose="02010609060101010101" pitchFamily="49" charset="-122"/>
              </a:rPr>
              <a:t>2</a:t>
            </a:r>
            <a:r>
              <a:rPr lang="en-US" altLang="zh-CN" sz="2400" b="1" dirty="0">
                <a:latin typeface="黑体" panose="02010609060101010101" pitchFamily="49" charset="-122"/>
                <a:ea typeface="黑体" panose="02010609060101010101" pitchFamily="49" charset="-122"/>
              </a:rPr>
              <a:t> J</a:t>
            </a:r>
            <a:r>
              <a:rPr lang="zh-CN" altLang="zh-CN" sz="2400" b="1">
                <a:latin typeface="黑体" panose="02010609060101010101" pitchFamily="49" charset="-122"/>
                <a:ea typeface="黑体" panose="02010609060101010101" pitchFamily="49" charset="-122"/>
              </a:rPr>
              <a:t>的刚性双原子分子某理想气体。</a:t>
            </a:r>
            <a:r>
              <a:rPr lang="en-US" altLang="zh-CN" sz="2400" b="1" dirty="0">
                <a:latin typeface="黑体" panose="02010609060101010101" pitchFamily="49" charset="-122"/>
                <a:ea typeface="黑体" panose="02010609060101010101" pitchFamily="49" charset="-122"/>
              </a:rPr>
              <a:t>(1)</a:t>
            </a:r>
            <a:r>
              <a:rPr lang="zh-CN" altLang="zh-CN" sz="2400" b="1">
                <a:latin typeface="黑体" panose="02010609060101010101" pitchFamily="49" charset="-122"/>
                <a:ea typeface="黑体" panose="02010609060101010101" pitchFamily="49" charset="-122"/>
              </a:rPr>
              <a:t>求气体的压强；</a:t>
            </a:r>
            <a:r>
              <a:rPr lang="en-US" altLang="zh-CN" sz="2400" b="1" dirty="0">
                <a:latin typeface="黑体" panose="02010609060101010101" pitchFamily="49" charset="-122"/>
                <a:ea typeface="黑体" panose="02010609060101010101" pitchFamily="49" charset="-122"/>
              </a:rPr>
              <a:t>(2)</a:t>
            </a:r>
            <a:r>
              <a:rPr lang="zh-CN" altLang="zh-CN" sz="2400" b="1">
                <a:latin typeface="黑体" panose="02010609060101010101" pitchFamily="49" charset="-122"/>
                <a:ea typeface="黑体" panose="02010609060101010101" pitchFamily="49" charset="-122"/>
              </a:rPr>
              <a:t>设分子总数为</a:t>
            </a:r>
            <a:r>
              <a:rPr lang="en-US" altLang="zh-CN" sz="2400" b="1" dirty="0">
                <a:latin typeface="黑体" panose="02010609060101010101" pitchFamily="49" charset="-122"/>
                <a:ea typeface="黑体" panose="02010609060101010101" pitchFamily="49" charset="-122"/>
              </a:rPr>
              <a:t>5.4x10</a:t>
            </a:r>
            <a:r>
              <a:rPr lang="en-US" altLang="zh-CN" sz="2400" b="1" baseline="30000" dirty="0">
                <a:latin typeface="黑体" panose="02010609060101010101" pitchFamily="49" charset="-122"/>
                <a:ea typeface="黑体" panose="02010609060101010101" pitchFamily="49" charset="-122"/>
              </a:rPr>
              <a:t>22</a:t>
            </a:r>
            <a:r>
              <a:rPr lang="zh-CN" altLang="zh-CN" sz="2400" b="1">
                <a:latin typeface="黑体" panose="02010609060101010101" pitchFamily="49" charset="-122"/>
                <a:ea typeface="黑体" panose="02010609060101010101" pitchFamily="49" charset="-122"/>
              </a:rPr>
              <a:t>个，求分子的平均平动动能及气体的温度。</a:t>
            </a:r>
            <a:endParaRPr lang="zh-CN" altLang="en-US" sz="2400" b="1">
              <a:latin typeface="黑体" panose="02010609060101010101" pitchFamily="49" charset="-122"/>
              <a:ea typeface="黑体" panose="02010609060101010101" pitchFamily="49" charset="-122"/>
            </a:endParaRPr>
          </a:p>
        </p:txBody>
      </p:sp>
      <p:pic>
        <p:nvPicPr>
          <p:cNvPr id="24579" name="墨迹 13">
            <a:extLst>
              <a:ext uri="{FF2B5EF4-FFF2-40B4-BE49-F238E27FC236}">
                <a16:creationId xmlns:a16="http://schemas.microsoft.com/office/drawing/2014/main" id="{1B004749-6990-58D5-7AB9-438146DE3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2638425"/>
            <a:ext cx="61912"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墨迹 14">
            <a:extLst>
              <a:ext uri="{FF2B5EF4-FFF2-40B4-BE49-F238E27FC236}">
                <a16:creationId xmlns:a16="http://schemas.microsoft.com/office/drawing/2014/main" id="{16148258-13E5-F3E0-C58F-3E42C3AC4B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2311400"/>
            <a:ext cx="3302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墨迹 38">
            <a:extLst>
              <a:ext uri="{FF2B5EF4-FFF2-40B4-BE49-F238E27FC236}">
                <a16:creationId xmlns:a16="http://schemas.microsoft.com/office/drawing/2014/main" id="{78DD5684-74D0-55CA-9861-3D56A18D7D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2332038"/>
            <a:ext cx="24876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墨迹 39">
            <a:extLst>
              <a:ext uri="{FF2B5EF4-FFF2-40B4-BE49-F238E27FC236}">
                <a16:creationId xmlns:a16="http://schemas.microsoft.com/office/drawing/2014/main" id="{9570009D-2857-714A-32D6-E78E62F635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8113" y="2673350"/>
            <a:ext cx="49212" cy="7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墨迹 59">
            <a:extLst>
              <a:ext uri="{FF2B5EF4-FFF2-40B4-BE49-F238E27FC236}">
                <a16:creationId xmlns:a16="http://schemas.microsoft.com/office/drawing/2014/main" id="{DD49FB43-918B-B1FF-EEA6-20AA3B696D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5125" y="2336800"/>
            <a:ext cx="192246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墨迹 62">
            <a:extLst>
              <a:ext uri="{FF2B5EF4-FFF2-40B4-BE49-F238E27FC236}">
                <a16:creationId xmlns:a16="http://schemas.microsoft.com/office/drawing/2014/main" id="{0E6F7B29-7DF2-C848-B611-9145509F97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8250" y="2667000"/>
            <a:ext cx="904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墨迹 67">
            <a:extLst>
              <a:ext uri="{FF2B5EF4-FFF2-40B4-BE49-F238E27FC236}">
                <a16:creationId xmlns:a16="http://schemas.microsoft.com/office/drawing/2014/main" id="{9AB8C8E7-21F1-CD80-250C-F483DF3291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2575" y="2414588"/>
            <a:ext cx="544513"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6" name="墨迹 86">
            <a:extLst>
              <a:ext uri="{FF2B5EF4-FFF2-40B4-BE49-F238E27FC236}">
                <a16:creationId xmlns:a16="http://schemas.microsoft.com/office/drawing/2014/main" id="{2901788C-4D58-4FB9-CF36-334DCEA682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1950" y="3146425"/>
            <a:ext cx="3159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7" name="墨迹 87">
            <a:extLst>
              <a:ext uri="{FF2B5EF4-FFF2-40B4-BE49-F238E27FC236}">
                <a16:creationId xmlns:a16="http://schemas.microsoft.com/office/drawing/2014/main" id="{0F177D94-A0DD-63B4-732F-6F459A2E34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1925" y="2957513"/>
            <a:ext cx="12858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8" name="墨迹 88">
            <a:extLst>
              <a:ext uri="{FF2B5EF4-FFF2-40B4-BE49-F238E27FC236}">
                <a16:creationId xmlns:a16="http://schemas.microsoft.com/office/drawing/2014/main" id="{E30DDE21-A257-64BA-C452-8075F7C1D2F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9950" y="3055938"/>
            <a:ext cx="31432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9" name="墨迹 139">
            <a:extLst>
              <a:ext uri="{FF2B5EF4-FFF2-40B4-BE49-F238E27FC236}">
                <a16:creationId xmlns:a16="http://schemas.microsoft.com/office/drawing/2014/main" id="{1DDF280E-9BE6-CC79-E84E-2EA83E73DFB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2025" y="2860675"/>
            <a:ext cx="352425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墨迹 172">
            <a:extLst>
              <a:ext uri="{FF2B5EF4-FFF2-40B4-BE49-F238E27FC236}">
                <a16:creationId xmlns:a16="http://schemas.microsoft.com/office/drawing/2014/main" id="{67074F25-57D1-5290-204C-91E209BEE0F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35825" y="3478213"/>
            <a:ext cx="14271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墨迹 173">
            <a:extLst>
              <a:ext uri="{FF2B5EF4-FFF2-40B4-BE49-F238E27FC236}">
                <a16:creationId xmlns:a16="http://schemas.microsoft.com/office/drawing/2014/main" id="{7A537ACF-2FEB-27AE-1ED6-E5E29BA426A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27850" y="2894013"/>
            <a:ext cx="1633538"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2" name="墨迹 192">
            <a:extLst>
              <a:ext uri="{FF2B5EF4-FFF2-40B4-BE49-F238E27FC236}">
                <a16:creationId xmlns:a16="http://schemas.microsoft.com/office/drawing/2014/main" id="{AA4E84BC-36B4-3CEA-AE58-7C91AB518F0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2163" y="4416425"/>
            <a:ext cx="360362"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3" name="墨迹 203">
            <a:extLst>
              <a:ext uri="{FF2B5EF4-FFF2-40B4-BE49-F238E27FC236}">
                <a16:creationId xmlns:a16="http://schemas.microsoft.com/office/drawing/2014/main" id="{0518649D-737E-AA72-E97F-6C999B7BDC9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17625" y="4284663"/>
            <a:ext cx="26209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4" name="墨迹 212">
            <a:extLst>
              <a:ext uri="{FF2B5EF4-FFF2-40B4-BE49-F238E27FC236}">
                <a16:creationId xmlns:a16="http://schemas.microsoft.com/office/drawing/2014/main" id="{B47F50F5-5E5F-EE88-EA1A-63892DCDD26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4963" y="4437063"/>
            <a:ext cx="33813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5" name="墨迹 274">
            <a:extLst>
              <a:ext uri="{FF2B5EF4-FFF2-40B4-BE49-F238E27FC236}">
                <a16:creationId xmlns:a16="http://schemas.microsoft.com/office/drawing/2014/main" id="{4F9B51EC-58D3-F47C-4A3F-7CD824E989D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60900" y="4017963"/>
            <a:ext cx="4171950"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墨迹 301">
            <a:extLst>
              <a:ext uri="{FF2B5EF4-FFF2-40B4-BE49-F238E27FC236}">
                <a16:creationId xmlns:a16="http://schemas.microsoft.com/office/drawing/2014/main" id="{B0C81781-FE1F-7213-B01D-480CA5C982E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54713" y="5006975"/>
            <a:ext cx="26289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7" name="墨迹 328">
            <a:extLst>
              <a:ext uri="{FF2B5EF4-FFF2-40B4-BE49-F238E27FC236}">
                <a16:creationId xmlns:a16="http://schemas.microsoft.com/office/drawing/2014/main" id="{D689B1E7-FB53-D034-0C5C-BE94DD69E4C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0088" y="5667375"/>
            <a:ext cx="19716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8" name="墨迹 377">
            <a:extLst>
              <a:ext uri="{FF2B5EF4-FFF2-40B4-BE49-F238E27FC236}">
                <a16:creationId xmlns:a16="http://schemas.microsoft.com/office/drawing/2014/main" id="{88E9B5A7-2A2A-99AE-64B1-B3ACEB56E4D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41625" y="5416550"/>
            <a:ext cx="3197225"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9" name="墨迹 383">
            <a:extLst>
              <a:ext uri="{FF2B5EF4-FFF2-40B4-BE49-F238E27FC236}">
                <a16:creationId xmlns:a16="http://schemas.microsoft.com/office/drawing/2014/main" id="{9A696B40-D208-D038-EEB5-83D147C5DE0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89650" y="5762625"/>
            <a:ext cx="366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0" name="墨迹 393">
            <a:extLst>
              <a:ext uri="{FF2B5EF4-FFF2-40B4-BE49-F238E27FC236}">
                <a16:creationId xmlns:a16="http://schemas.microsoft.com/office/drawing/2014/main" id="{4A970341-1CEC-8970-B8C5-F1EB0B6980C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70663" y="5648325"/>
            <a:ext cx="108902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1" name="墨迹 394">
            <a:extLst>
              <a:ext uri="{FF2B5EF4-FFF2-40B4-BE49-F238E27FC236}">
                <a16:creationId xmlns:a16="http://schemas.microsoft.com/office/drawing/2014/main" id="{C3F8CAFB-83B1-25D4-0674-AF46807A0589}"/>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6623050" y="1979613"/>
            <a:ext cx="12700" cy="1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descr="sspictmp000A96">
            <a:extLst>
              <a:ext uri="{FF2B5EF4-FFF2-40B4-BE49-F238E27FC236}">
                <a16:creationId xmlns:a16="http://schemas.microsoft.com/office/drawing/2014/main" id="{E53ECFD9-E88F-E8F1-41F0-9C499DA49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12" y="1552576"/>
            <a:ext cx="85883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7" descr="sspictmp005A92">
            <a:extLst>
              <a:ext uri="{FF2B5EF4-FFF2-40B4-BE49-F238E27FC236}">
                <a16:creationId xmlns:a16="http://schemas.microsoft.com/office/drawing/2014/main" id="{16C1D032-764B-B4C1-A130-AB91668C93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6129"/>
          <a:stretch/>
        </p:blipFill>
        <p:spPr bwMode="auto">
          <a:xfrm>
            <a:off x="467544" y="2536825"/>
            <a:ext cx="748883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180BFF02-117F-777D-3449-DC356DDF6B5C}"/>
              </a:ext>
            </a:extLst>
          </p:cNvPr>
          <p:cNvSpPr txBox="1"/>
          <p:nvPr/>
        </p:nvSpPr>
        <p:spPr>
          <a:xfrm>
            <a:off x="5580112" y="5373216"/>
            <a:ext cx="2736304" cy="584775"/>
          </a:xfrm>
          <a:prstGeom prst="rect">
            <a:avLst/>
          </a:prstGeom>
          <a:noFill/>
        </p:spPr>
        <p:txBody>
          <a:bodyPr wrap="square" rtlCol="0">
            <a:spAutoFit/>
          </a:bodyPr>
          <a:lstStyle/>
          <a:p>
            <a:r>
              <a:rPr lang="zh-CN" altLang="en-US" dirty="0">
                <a:solidFill>
                  <a:srgbClr val="FF0000"/>
                </a:solidFill>
              </a:rPr>
              <a:t>答案：</a:t>
            </a:r>
            <a:r>
              <a:rPr lang="en-US" altLang="zh-CN" dirty="0">
                <a:solidFill>
                  <a:srgbClr val="FF0000"/>
                </a:solidFill>
              </a:rPr>
              <a:t>C</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482" name="Group 2">
            <a:extLst>
              <a:ext uri="{FF2B5EF4-FFF2-40B4-BE49-F238E27FC236}">
                <a16:creationId xmlns:a16="http://schemas.microsoft.com/office/drawing/2014/main" id="{EA1F25C4-B1E6-4040-B25D-DA7810109150}"/>
              </a:ext>
            </a:extLst>
          </p:cNvPr>
          <p:cNvGrpSpPr>
            <a:grpSpLocks/>
          </p:cNvGrpSpPr>
          <p:nvPr/>
        </p:nvGrpSpPr>
        <p:grpSpPr bwMode="auto">
          <a:xfrm>
            <a:off x="971550" y="4449763"/>
            <a:ext cx="7200900" cy="1066800"/>
            <a:chOff x="884" y="2795"/>
            <a:chExt cx="4536" cy="672"/>
          </a:xfrm>
        </p:grpSpPr>
        <p:sp>
          <p:nvSpPr>
            <p:cNvPr id="20483" name="Rectangle 3">
              <a:extLst>
                <a:ext uri="{FF2B5EF4-FFF2-40B4-BE49-F238E27FC236}">
                  <a16:creationId xmlns:a16="http://schemas.microsoft.com/office/drawing/2014/main" id="{B0F9F283-73A1-46AD-90E3-1B46548E6A59}"/>
                </a:ext>
              </a:extLst>
            </p:cNvPr>
            <p:cNvSpPr>
              <a:spLocks noChangeArrowheads="1"/>
            </p:cNvSpPr>
            <p:nvPr/>
          </p:nvSpPr>
          <p:spPr bwMode="auto">
            <a:xfrm>
              <a:off x="884" y="2795"/>
              <a:ext cx="453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00"/>
                  </a:solidFill>
                  <a:latin typeface="Times New Roman" panose="02020603050405020304" pitchFamily="18" charset="0"/>
                </a:rPr>
                <a:t>        </a:t>
              </a:r>
              <a:r>
                <a:rPr lang="zh-CN" altLang="en-US" sz="3200" b="1">
                  <a:solidFill>
                    <a:srgbClr val="000000"/>
                  </a:solidFill>
                  <a:latin typeface="Times New Roman" panose="02020603050405020304" pitchFamily="18" charset="0"/>
                </a:rPr>
                <a:t>表示速率在                        区间的分子数占总分子数的百分比</a:t>
              </a:r>
              <a:r>
                <a:rPr lang="en-US" altLang="zh-CN" sz="3200" b="1" dirty="0">
                  <a:solidFill>
                    <a:srgbClr val="000000"/>
                  </a:solidFill>
                  <a:latin typeface="Times New Roman" panose="02020603050405020304" pitchFamily="18" charset="0"/>
                </a:rPr>
                <a:t>.</a:t>
              </a:r>
            </a:p>
          </p:txBody>
        </p:sp>
        <p:graphicFrame>
          <p:nvGraphicFramePr>
            <p:cNvPr id="20484" name="Object 4">
              <a:extLst>
                <a:ext uri="{FF2B5EF4-FFF2-40B4-BE49-F238E27FC236}">
                  <a16:creationId xmlns:a16="http://schemas.microsoft.com/office/drawing/2014/main" id="{6A4C5D98-08C5-4BF4-84E4-7E59A19CCA53}"/>
                </a:ext>
              </a:extLst>
            </p:cNvPr>
            <p:cNvGraphicFramePr>
              <a:graphicFrameLocks noChangeAspect="1"/>
            </p:cNvGraphicFramePr>
            <p:nvPr/>
          </p:nvGraphicFramePr>
          <p:xfrm>
            <a:off x="2729" y="2809"/>
            <a:ext cx="1557" cy="258"/>
          </p:xfrm>
          <a:graphic>
            <a:graphicData uri="http://schemas.openxmlformats.org/presentationml/2006/ole">
              <mc:AlternateContent xmlns:mc="http://schemas.openxmlformats.org/markup-compatibility/2006">
                <mc:Choice xmlns:v="urn:schemas-microsoft-com:vml" Requires="v">
                  <p:oleObj name="Equation" r:id="rId2" imgW="1155600" imgH="253800" progId="Equation.3">
                    <p:embed/>
                  </p:oleObj>
                </mc:Choice>
                <mc:Fallback>
                  <p:oleObj name="Equation" r:id="rId2" imgW="1155600" imgH="253800" progId="Equation.3">
                    <p:embed/>
                    <p:pic>
                      <p:nvPicPr>
                        <p:cNvPr id="20484" name="Object 4">
                          <a:extLst>
                            <a:ext uri="{FF2B5EF4-FFF2-40B4-BE49-F238E27FC236}">
                              <a16:creationId xmlns:a16="http://schemas.microsoft.com/office/drawing/2014/main" id="{6A4C5D98-08C5-4BF4-84E4-7E59A19CC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9" y="2809"/>
                          <a:ext cx="1557"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0485" name="Group 5">
            <a:extLst>
              <a:ext uri="{FF2B5EF4-FFF2-40B4-BE49-F238E27FC236}">
                <a16:creationId xmlns:a16="http://schemas.microsoft.com/office/drawing/2014/main" id="{F9C5FEA8-DC2D-4E5C-A859-9AAC31B87D58}"/>
              </a:ext>
            </a:extLst>
          </p:cNvPr>
          <p:cNvGrpSpPr>
            <a:grpSpLocks/>
          </p:cNvGrpSpPr>
          <p:nvPr/>
        </p:nvGrpSpPr>
        <p:grpSpPr bwMode="auto">
          <a:xfrm>
            <a:off x="731838" y="527843"/>
            <a:ext cx="3168650" cy="1008063"/>
            <a:chOff x="521" y="572"/>
            <a:chExt cx="1853" cy="590"/>
          </a:xfrm>
        </p:grpSpPr>
        <p:sp>
          <p:nvSpPr>
            <p:cNvPr id="20486" name="Oval 6">
              <a:extLst>
                <a:ext uri="{FF2B5EF4-FFF2-40B4-BE49-F238E27FC236}">
                  <a16:creationId xmlns:a16="http://schemas.microsoft.com/office/drawing/2014/main" id="{6D549D79-5BA4-4A1D-BC18-26C2A766F9C5}"/>
                </a:ext>
              </a:extLst>
            </p:cNvPr>
            <p:cNvSpPr>
              <a:spLocks noChangeArrowheads="1"/>
            </p:cNvSpPr>
            <p:nvPr/>
          </p:nvSpPr>
          <p:spPr bwMode="auto">
            <a:xfrm>
              <a:off x="521" y="572"/>
              <a:ext cx="1769" cy="590"/>
            </a:xfrm>
            <a:prstGeom prst="ellipse">
              <a:avLst/>
            </a:prstGeom>
            <a:solidFill>
              <a:srgbClr val="FFFFCC"/>
            </a:solidFill>
            <a:ln w="19050">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7" name="Rectangle 7">
              <a:extLst>
                <a:ext uri="{FF2B5EF4-FFF2-40B4-BE49-F238E27FC236}">
                  <a16:creationId xmlns:a16="http://schemas.microsoft.com/office/drawing/2014/main" id="{E35CE44A-8BDD-4975-B161-A97778EFA07C}"/>
                </a:ext>
              </a:extLst>
            </p:cNvPr>
            <p:cNvSpPr>
              <a:spLocks noChangeArrowheads="1"/>
            </p:cNvSpPr>
            <p:nvPr/>
          </p:nvSpPr>
          <p:spPr bwMode="auto">
            <a:xfrm>
              <a:off x="658" y="709"/>
              <a:ext cx="171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i="1" dirty="0">
                  <a:solidFill>
                    <a:srgbClr val="000000"/>
                  </a:solidFill>
                  <a:latin typeface="Times New Roman" panose="02020603050405020304" pitchFamily="18" charset="0"/>
                </a:rPr>
                <a:t>        </a:t>
              </a:r>
              <a:r>
                <a:rPr lang="zh-CN" altLang="en-US" sz="3200" b="1">
                  <a:solidFill>
                    <a:srgbClr val="000000"/>
                  </a:solidFill>
                  <a:latin typeface="Times New Roman" panose="02020603050405020304" pitchFamily="18" charset="0"/>
                </a:rPr>
                <a:t>物理意义</a:t>
              </a:r>
            </a:p>
          </p:txBody>
        </p:sp>
      </p:grpSp>
      <p:grpSp>
        <p:nvGrpSpPr>
          <p:cNvPr id="20488" name="Group 8">
            <a:extLst>
              <a:ext uri="{FF2B5EF4-FFF2-40B4-BE49-F238E27FC236}">
                <a16:creationId xmlns:a16="http://schemas.microsoft.com/office/drawing/2014/main" id="{F4BEB78E-0558-4B27-84ED-F7952FD02C29}"/>
              </a:ext>
            </a:extLst>
          </p:cNvPr>
          <p:cNvGrpSpPr>
            <a:grpSpLocks/>
          </p:cNvGrpSpPr>
          <p:nvPr/>
        </p:nvGrpSpPr>
        <p:grpSpPr bwMode="auto">
          <a:xfrm>
            <a:off x="827088" y="1773239"/>
            <a:ext cx="7561262" cy="1554162"/>
            <a:chOff x="521" y="1117"/>
            <a:chExt cx="4763" cy="979"/>
          </a:xfrm>
        </p:grpSpPr>
        <p:sp>
          <p:nvSpPr>
            <p:cNvPr id="20489" name="Text Box 9">
              <a:extLst>
                <a:ext uri="{FF2B5EF4-FFF2-40B4-BE49-F238E27FC236}">
                  <a16:creationId xmlns:a16="http://schemas.microsoft.com/office/drawing/2014/main" id="{E056E74F-1D1B-4227-851F-7F04E5F984A0}"/>
                </a:ext>
              </a:extLst>
            </p:cNvPr>
            <p:cNvSpPr txBox="1">
              <a:spLocks noChangeArrowheads="1"/>
            </p:cNvSpPr>
            <p:nvPr/>
          </p:nvSpPr>
          <p:spPr bwMode="auto">
            <a:xfrm>
              <a:off x="521" y="1117"/>
              <a:ext cx="4763" cy="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solidFill>
                    <a:srgbClr val="1C1C1C"/>
                  </a:solidFill>
                  <a:latin typeface="Times New Roman" panose="02020603050405020304" pitchFamily="18" charset="0"/>
                </a:rPr>
                <a:t>        </a:t>
              </a:r>
              <a:r>
                <a:rPr lang="zh-CN" altLang="en-US" sz="3200" b="1" dirty="0">
                  <a:solidFill>
                    <a:srgbClr val="000000"/>
                  </a:solidFill>
                  <a:latin typeface="Times New Roman" panose="02020603050405020304" pitchFamily="18" charset="0"/>
                </a:rPr>
                <a:t>表示在温度为     的平衡状态下，速率在</a:t>
              </a:r>
              <a:r>
                <a:rPr lang="zh-CN" altLang="en-US" sz="3200" b="1" dirty="0">
                  <a:solidFill>
                    <a:srgbClr val="1C1C1C"/>
                  </a:solidFill>
                  <a:latin typeface="Times New Roman" panose="02020603050405020304" pitchFamily="18" charset="0"/>
                </a:rPr>
                <a:t>     </a:t>
              </a:r>
              <a:r>
                <a:rPr lang="zh-CN" altLang="en-US" sz="3200" b="1" dirty="0">
                  <a:solidFill>
                    <a:srgbClr val="CC0000"/>
                  </a:solidFill>
                  <a:latin typeface="Times New Roman" panose="02020603050405020304" pitchFamily="18" charset="0"/>
                </a:rPr>
                <a:t>附近</a:t>
              </a:r>
              <a:r>
                <a:rPr lang="zh-CN" altLang="en-US" sz="3200" b="1" dirty="0">
                  <a:solidFill>
                    <a:srgbClr val="0000FF"/>
                  </a:solidFill>
                  <a:latin typeface="Times New Roman" panose="02020603050405020304" pitchFamily="18" charset="0"/>
                </a:rPr>
                <a:t>单位速率区间</a:t>
              </a:r>
              <a:r>
                <a:rPr lang="zh-CN" altLang="en-US" sz="3200" b="1" dirty="0">
                  <a:solidFill>
                    <a:srgbClr val="000000"/>
                  </a:solidFill>
                  <a:latin typeface="Times New Roman" panose="02020603050405020304" pitchFamily="18" charset="0"/>
                </a:rPr>
                <a:t> 的分子数占总数的</a:t>
              </a:r>
              <a:r>
                <a:rPr lang="zh-CN" altLang="en-US" sz="3200" b="1" dirty="0">
                  <a:solidFill>
                    <a:srgbClr val="FF0000"/>
                  </a:solidFill>
                  <a:latin typeface="Times New Roman" panose="02020603050405020304" pitchFamily="18" charset="0"/>
                </a:rPr>
                <a:t>百分比</a:t>
              </a:r>
              <a:r>
                <a:rPr lang="zh-CN" altLang="en-US" sz="3200" b="1" dirty="0">
                  <a:solidFill>
                    <a:srgbClr val="000000"/>
                  </a:solidFill>
                  <a:latin typeface="Times New Roman" panose="02020603050405020304" pitchFamily="18" charset="0"/>
                </a:rPr>
                <a:t> </a:t>
              </a:r>
              <a:r>
                <a:rPr lang="en-US" altLang="zh-CN" sz="3200" b="1" dirty="0">
                  <a:solidFill>
                    <a:srgbClr val="000000"/>
                  </a:solidFill>
                  <a:latin typeface="Times New Roman" panose="02020603050405020304" pitchFamily="18" charset="0"/>
                </a:rPr>
                <a:t>.</a:t>
              </a:r>
            </a:p>
          </p:txBody>
        </p:sp>
        <p:graphicFrame>
          <p:nvGraphicFramePr>
            <p:cNvPr id="20490" name="Object 10">
              <a:extLst>
                <a:ext uri="{FF2B5EF4-FFF2-40B4-BE49-F238E27FC236}">
                  <a16:creationId xmlns:a16="http://schemas.microsoft.com/office/drawing/2014/main" id="{547364A7-C690-4A22-B047-1A35ADFA1FB5}"/>
                </a:ext>
              </a:extLst>
            </p:cNvPr>
            <p:cNvGraphicFramePr>
              <a:graphicFrameLocks noChangeAspect="1"/>
            </p:cNvGraphicFramePr>
            <p:nvPr/>
          </p:nvGraphicFramePr>
          <p:xfrm>
            <a:off x="1138" y="1490"/>
            <a:ext cx="224" cy="232"/>
          </p:xfrm>
          <a:graphic>
            <a:graphicData uri="http://schemas.openxmlformats.org/presentationml/2006/ole">
              <mc:AlternateContent xmlns:mc="http://schemas.openxmlformats.org/markup-compatibility/2006">
                <mc:Choice xmlns:v="urn:schemas-microsoft-com:vml" Requires="v">
                  <p:oleObj name="Equation" r:id="rId4" imgW="177480" imgH="190440" progId="Equation.3">
                    <p:embed/>
                  </p:oleObj>
                </mc:Choice>
                <mc:Fallback>
                  <p:oleObj name="Equation" r:id="rId4" imgW="177480" imgH="190440" progId="Equation.3">
                    <p:embed/>
                    <p:pic>
                      <p:nvPicPr>
                        <p:cNvPr id="20490" name="Object 10">
                          <a:extLst>
                            <a:ext uri="{FF2B5EF4-FFF2-40B4-BE49-F238E27FC236}">
                              <a16:creationId xmlns:a16="http://schemas.microsoft.com/office/drawing/2014/main" id="{547364A7-C690-4A22-B047-1A35ADFA1F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8" y="1490"/>
                          <a:ext cx="22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11">
              <a:extLst>
                <a:ext uri="{FF2B5EF4-FFF2-40B4-BE49-F238E27FC236}">
                  <a16:creationId xmlns:a16="http://schemas.microsoft.com/office/drawing/2014/main" id="{E57ED231-EB3B-416B-88A0-B6203421F7BD}"/>
                </a:ext>
              </a:extLst>
            </p:cNvPr>
            <p:cNvGraphicFramePr>
              <a:graphicFrameLocks noChangeAspect="1"/>
            </p:cNvGraphicFramePr>
            <p:nvPr/>
          </p:nvGraphicFramePr>
          <p:xfrm>
            <a:off x="2697" y="1207"/>
            <a:ext cx="178" cy="227"/>
          </p:xfrm>
          <a:graphic>
            <a:graphicData uri="http://schemas.openxmlformats.org/presentationml/2006/ole">
              <mc:AlternateContent xmlns:mc="http://schemas.openxmlformats.org/markup-compatibility/2006">
                <mc:Choice xmlns:v="urn:schemas-microsoft-com:vml" Requires="v">
                  <p:oleObj name="Equation" r:id="rId6" imgW="203040" imgH="228600" progId="Equation.3">
                    <p:embed/>
                  </p:oleObj>
                </mc:Choice>
                <mc:Fallback>
                  <p:oleObj name="Equation" r:id="rId6" imgW="203040" imgH="228600" progId="Equation.3">
                    <p:embed/>
                    <p:pic>
                      <p:nvPicPr>
                        <p:cNvPr id="20491" name="Object 11">
                          <a:extLst>
                            <a:ext uri="{FF2B5EF4-FFF2-40B4-BE49-F238E27FC236}">
                              <a16:creationId xmlns:a16="http://schemas.microsoft.com/office/drawing/2014/main" id="{E57ED231-EB3B-416B-88A0-B6203421F7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7" y="1207"/>
                          <a:ext cx="178"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492" name="Text Box 12">
            <a:extLst>
              <a:ext uri="{FF2B5EF4-FFF2-40B4-BE49-F238E27FC236}">
                <a16:creationId xmlns:a16="http://schemas.microsoft.com/office/drawing/2014/main" id="{3BA811D8-785B-4BD1-90FF-8F758364AFD1}"/>
              </a:ext>
            </a:extLst>
          </p:cNvPr>
          <p:cNvSpPr txBox="1">
            <a:spLocks noChangeArrowheads="1"/>
          </p:cNvSpPr>
          <p:nvPr/>
        </p:nvSpPr>
        <p:spPr bwMode="auto">
          <a:xfrm>
            <a:off x="900113" y="3716338"/>
            <a:ext cx="4176712" cy="588962"/>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latin typeface="Times New Roman" panose="02020603050405020304" pitchFamily="18" charset="0"/>
              </a:rPr>
              <a:t>            </a:t>
            </a:r>
            <a:r>
              <a:rPr lang="zh-CN" altLang="en-US" sz="3200" b="1">
                <a:latin typeface="Times New Roman" panose="02020603050405020304" pitchFamily="18" charset="0"/>
              </a:rPr>
              <a:t>的物理意义：</a:t>
            </a:r>
          </a:p>
        </p:txBody>
      </p:sp>
      <p:graphicFrame>
        <p:nvGraphicFramePr>
          <p:cNvPr id="20493" name="Object 13">
            <a:extLst>
              <a:ext uri="{FF2B5EF4-FFF2-40B4-BE49-F238E27FC236}">
                <a16:creationId xmlns:a16="http://schemas.microsoft.com/office/drawing/2014/main" id="{A63901ED-851F-46C0-9EDD-F0F545F44D87}"/>
              </a:ext>
            </a:extLst>
          </p:cNvPr>
          <p:cNvGraphicFramePr>
            <a:graphicFrameLocks noGrp="1" noChangeAspect="1"/>
          </p:cNvGraphicFramePr>
          <p:nvPr>
            <p:ph sz="half" idx="1"/>
          </p:nvPr>
        </p:nvGraphicFramePr>
        <p:xfrm>
          <a:off x="900113" y="3754438"/>
          <a:ext cx="1225550" cy="547687"/>
        </p:xfrm>
        <a:graphic>
          <a:graphicData uri="http://schemas.openxmlformats.org/presentationml/2006/ole">
            <mc:AlternateContent xmlns:mc="http://schemas.openxmlformats.org/markup-compatibility/2006">
              <mc:Choice xmlns:v="urn:schemas-microsoft-com:vml" Requires="v">
                <p:oleObj name="公式" r:id="rId8" imgW="482400" imgH="215640" progId="Equation.3">
                  <p:embed/>
                </p:oleObj>
              </mc:Choice>
              <mc:Fallback>
                <p:oleObj name="公式" r:id="rId8" imgW="482400" imgH="215640" progId="Equation.3">
                  <p:embed/>
                  <p:pic>
                    <p:nvPicPr>
                      <p:cNvPr id="20493" name="Object 13">
                        <a:extLst>
                          <a:ext uri="{FF2B5EF4-FFF2-40B4-BE49-F238E27FC236}">
                            <a16:creationId xmlns:a16="http://schemas.microsoft.com/office/drawing/2014/main" id="{A63901ED-851F-46C0-9EDD-F0F545F44D87}"/>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3754438"/>
                        <a:ext cx="1225550"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4" name="Object 14">
            <a:extLst>
              <a:ext uri="{FF2B5EF4-FFF2-40B4-BE49-F238E27FC236}">
                <a16:creationId xmlns:a16="http://schemas.microsoft.com/office/drawing/2014/main" id="{3EBE41BD-A582-4943-9740-D5B67A821C08}"/>
              </a:ext>
            </a:extLst>
          </p:cNvPr>
          <p:cNvGraphicFramePr>
            <a:graphicFrameLocks noGrp="1" noChangeAspect="1"/>
          </p:cNvGraphicFramePr>
          <p:nvPr>
            <p:ph sz="half" idx="2"/>
          </p:nvPr>
        </p:nvGraphicFramePr>
        <p:xfrm>
          <a:off x="1011238" y="799306"/>
          <a:ext cx="752475" cy="492125"/>
        </p:xfrm>
        <a:graphic>
          <a:graphicData uri="http://schemas.openxmlformats.org/presentationml/2006/ole">
            <mc:AlternateContent xmlns:mc="http://schemas.openxmlformats.org/markup-compatibility/2006">
              <mc:Choice xmlns:v="urn:schemas-microsoft-com:vml" Requires="v">
                <p:oleObj name="公式" r:id="rId10" imgW="330120" imgH="215640" progId="Equation.3">
                  <p:embed/>
                </p:oleObj>
              </mc:Choice>
              <mc:Fallback>
                <p:oleObj name="公式" r:id="rId10" imgW="330120" imgH="215640" progId="Equation.3">
                  <p:embed/>
                  <p:pic>
                    <p:nvPicPr>
                      <p:cNvPr id="20494" name="Object 14">
                        <a:extLst>
                          <a:ext uri="{FF2B5EF4-FFF2-40B4-BE49-F238E27FC236}">
                            <a16:creationId xmlns:a16="http://schemas.microsoft.com/office/drawing/2014/main" id="{3EBE41BD-A582-4943-9740-D5B67A821C08}"/>
                          </a:ext>
                        </a:extLst>
                      </p:cNvPr>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1238" y="799306"/>
                        <a:ext cx="752475"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0">
            <a:extLst>
              <a:ext uri="{FF2B5EF4-FFF2-40B4-BE49-F238E27FC236}">
                <a16:creationId xmlns:a16="http://schemas.microsoft.com/office/drawing/2014/main" id="{32996FA6-C607-4292-B06C-0FF66F63B1A8}"/>
              </a:ext>
            </a:extLst>
          </p:cNvPr>
          <p:cNvGraphicFramePr>
            <a:graphicFrameLocks noChangeAspect="1"/>
          </p:cNvGraphicFramePr>
          <p:nvPr/>
        </p:nvGraphicFramePr>
        <p:xfrm>
          <a:off x="4422775" y="478455"/>
          <a:ext cx="1939879" cy="898582"/>
        </p:xfrm>
        <a:graphic>
          <a:graphicData uri="http://schemas.openxmlformats.org/presentationml/2006/ole">
            <mc:AlternateContent xmlns:mc="http://schemas.openxmlformats.org/markup-compatibility/2006">
              <mc:Choice xmlns:v="urn:schemas-microsoft-com:vml" Requires="v">
                <p:oleObj name="公式" r:id="rId12" imgW="787320" imgH="393480" progId="Equation.3">
                  <p:embed/>
                </p:oleObj>
              </mc:Choice>
              <mc:Fallback>
                <p:oleObj name="公式" r:id="rId12" imgW="787320" imgH="393480" progId="Equation.3">
                  <p:embed/>
                  <p:pic>
                    <p:nvPicPr>
                      <p:cNvPr id="15" name="Object 10">
                        <a:extLst>
                          <a:ext uri="{FF2B5EF4-FFF2-40B4-BE49-F238E27FC236}">
                            <a16:creationId xmlns:a16="http://schemas.microsoft.com/office/drawing/2014/main" id="{32996FA6-C607-4292-B06C-0FF66F63B1A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22775" y="478455"/>
                        <a:ext cx="1939879" cy="898582"/>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4"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to="" calcmode="lin" valueType="num">
                                      <p:cBhvr>
                                        <p:cTn id="11" dur="1" fill="hold"/>
                                        <p:tgtEl>
                                          <p:spTgt spid="15"/>
                                        </p:tgtEl>
                                        <p:attrNameLst>
                                          <p:attrName/>
                                        </p:attrNameLst>
                                      </p:cBhvr>
                                    </p:anim>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0488"/>
                                        </p:tgtEl>
                                        <p:attrNameLst>
                                          <p:attrName>style.visibility</p:attrName>
                                        </p:attrNameLst>
                                      </p:cBhvr>
                                      <p:to>
                                        <p:strVal val="visible"/>
                                      </p:to>
                                    </p:set>
                                    <p:animEffect transition="in" filter="wipe(down)">
                                      <p:cBhvr>
                                        <p:cTn id="16" dur="500"/>
                                        <p:tgtEl>
                                          <p:spTgt spid="2048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0493"/>
                                        </p:tgtEl>
                                        <p:attrNameLst>
                                          <p:attrName>style.visibility</p:attrName>
                                        </p:attrNameLst>
                                      </p:cBhvr>
                                      <p:to>
                                        <p:strVal val="visible"/>
                                      </p:to>
                                    </p:set>
                                    <p:animEffect transition="in" filter="blinds(horizontal)">
                                      <p:cBhvr>
                                        <p:cTn id="21" dur="500"/>
                                        <p:tgtEl>
                                          <p:spTgt spid="2049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0492"/>
                                        </p:tgtEl>
                                        <p:attrNameLst>
                                          <p:attrName>style.visibility</p:attrName>
                                        </p:attrNameLst>
                                      </p:cBhvr>
                                      <p:to>
                                        <p:strVal val="visible"/>
                                      </p:to>
                                    </p:set>
                                    <p:animEffect transition="in" filter="blinds(horizontal)">
                                      <p:cBhvr>
                                        <p:cTn id="24" dur="500"/>
                                        <p:tgtEl>
                                          <p:spTgt spid="2049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0482"/>
                                        </p:tgtEl>
                                        <p:attrNameLst>
                                          <p:attrName>style.visibility</p:attrName>
                                        </p:attrNameLst>
                                      </p:cBhvr>
                                      <p:to>
                                        <p:strVal val="visible"/>
                                      </p:to>
                                    </p:set>
                                    <p:animEffect transition="in" filter="blinds(horizontal)">
                                      <p:cBhvr>
                                        <p:cTn id="29"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3522" name="Text Box 2">
            <a:extLst>
              <a:ext uri="{FF2B5EF4-FFF2-40B4-BE49-F238E27FC236}">
                <a16:creationId xmlns:a16="http://schemas.microsoft.com/office/drawing/2014/main" id="{719BB9FC-2534-4104-9577-191CB546AB9C}"/>
              </a:ext>
            </a:extLst>
          </p:cNvPr>
          <p:cNvSpPr txBox="1">
            <a:spLocks noChangeArrowheads="1"/>
          </p:cNvSpPr>
          <p:nvPr/>
        </p:nvSpPr>
        <p:spPr bwMode="auto">
          <a:xfrm>
            <a:off x="451643" y="568981"/>
            <a:ext cx="30321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3300"/>
              </a:buClr>
              <a:buSzTx/>
              <a:buNone/>
            </a:pPr>
            <a:r>
              <a:rPr kumimoji="1" lang="zh-CN" altLang="en-US" sz="2800" b="1" dirty="0">
                <a:solidFill>
                  <a:srgbClr val="000000"/>
                </a:solidFill>
                <a:latin typeface="Times New Roman" panose="02020603050405020304" pitchFamily="18" charset="0"/>
                <a:ea typeface="楷体_GB2312" pitchFamily="49" charset="-122"/>
              </a:rPr>
              <a:t>速率分布函数</a:t>
            </a:r>
          </a:p>
        </p:txBody>
      </p:sp>
      <p:grpSp>
        <p:nvGrpSpPr>
          <p:cNvPr id="2" name="Group 3">
            <a:extLst>
              <a:ext uri="{FF2B5EF4-FFF2-40B4-BE49-F238E27FC236}">
                <a16:creationId xmlns:a16="http://schemas.microsoft.com/office/drawing/2014/main" id="{58AA883B-C410-44CA-BC38-E61C11B9F069}"/>
              </a:ext>
            </a:extLst>
          </p:cNvPr>
          <p:cNvGrpSpPr>
            <a:grpSpLocks/>
          </p:cNvGrpSpPr>
          <p:nvPr/>
        </p:nvGrpSpPr>
        <p:grpSpPr bwMode="auto">
          <a:xfrm>
            <a:off x="6278563" y="404813"/>
            <a:ext cx="2119312" cy="3022600"/>
            <a:chOff x="3847" y="2364"/>
            <a:chExt cx="1335" cy="1904"/>
          </a:xfrm>
        </p:grpSpPr>
        <p:sp>
          <p:nvSpPr>
            <p:cNvPr id="51217" name="Rectangle 4" descr="浅色上对角线">
              <a:extLst>
                <a:ext uri="{FF2B5EF4-FFF2-40B4-BE49-F238E27FC236}">
                  <a16:creationId xmlns:a16="http://schemas.microsoft.com/office/drawing/2014/main" id="{1AF6C7A0-59CD-4F5A-B1E7-852FB2701416}"/>
                </a:ext>
              </a:extLst>
            </p:cNvPr>
            <p:cNvSpPr>
              <a:spLocks noChangeArrowheads="1"/>
            </p:cNvSpPr>
            <p:nvPr/>
          </p:nvSpPr>
          <p:spPr bwMode="auto">
            <a:xfrm>
              <a:off x="3968" y="3172"/>
              <a:ext cx="86" cy="841"/>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solidFill>
                  <a:srgbClr val="000000"/>
                </a:solidFill>
              </a:endParaRPr>
            </a:p>
          </p:txBody>
        </p:sp>
        <p:sp>
          <p:nvSpPr>
            <p:cNvPr id="51218" name="Text Box 5">
              <a:extLst>
                <a:ext uri="{FF2B5EF4-FFF2-40B4-BE49-F238E27FC236}">
                  <a16:creationId xmlns:a16="http://schemas.microsoft.com/office/drawing/2014/main" id="{1C04EC5D-A2F4-420C-8FA2-3026913D293B}"/>
                </a:ext>
              </a:extLst>
            </p:cNvPr>
            <p:cNvSpPr txBox="1">
              <a:spLocks noChangeArrowheads="1"/>
            </p:cNvSpPr>
            <p:nvPr/>
          </p:nvSpPr>
          <p:spPr bwMode="auto">
            <a:xfrm>
              <a:off x="3847" y="3980"/>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v</a:t>
              </a:r>
              <a:endParaRPr lang="en-US" altLang="zh-CN" sz="2400" b="1" dirty="0">
                <a:solidFill>
                  <a:srgbClr val="000000"/>
                </a:solidFill>
                <a:latin typeface="Times New Roman" panose="02020603050405020304" pitchFamily="18" charset="0"/>
                <a:ea typeface="楷体_GB2312" pitchFamily="49" charset="-122"/>
              </a:endParaRPr>
            </a:p>
          </p:txBody>
        </p:sp>
        <p:sp>
          <p:nvSpPr>
            <p:cNvPr id="51219" name="Text Box 6">
              <a:extLst>
                <a:ext uri="{FF2B5EF4-FFF2-40B4-BE49-F238E27FC236}">
                  <a16:creationId xmlns:a16="http://schemas.microsoft.com/office/drawing/2014/main" id="{509B3D98-9742-4ADB-9A4F-2944217DFB3B}"/>
                </a:ext>
              </a:extLst>
            </p:cNvPr>
            <p:cNvSpPr txBox="1">
              <a:spLocks noChangeArrowheads="1"/>
            </p:cNvSpPr>
            <p:nvPr/>
          </p:nvSpPr>
          <p:spPr bwMode="auto">
            <a:xfrm>
              <a:off x="4008" y="3979"/>
              <a:ext cx="4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v+dv</a:t>
              </a:r>
              <a:endParaRPr lang="en-US" altLang="zh-CN" sz="2400" b="1" dirty="0">
                <a:solidFill>
                  <a:srgbClr val="000000"/>
                </a:solidFill>
                <a:latin typeface="Times New Roman" panose="02020603050405020304" pitchFamily="18" charset="0"/>
                <a:ea typeface="楷体_GB2312" pitchFamily="49" charset="-122"/>
              </a:endParaRPr>
            </a:p>
          </p:txBody>
        </p:sp>
        <p:sp>
          <p:nvSpPr>
            <p:cNvPr id="51220" name="Line 7">
              <a:extLst>
                <a:ext uri="{FF2B5EF4-FFF2-40B4-BE49-F238E27FC236}">
                  <a16:creationId xmlns:a16="http://schemas.microsoft.com/office/drawing/2014/main" id="{9B3C6095-84AC-4EC2-9D35-96BF3BB38425}"/>
                </a:ext>
              </a:extLst>
            </p:cNvPr>
            <p:cNvSpPr>
              <a:spLocks noChangeShapeType="1"/>
            </p:cNvSpPr>
            <p:nvPr/>
          </p:nvSpPr>
          <p:spPr bwMode="auto">
            <a:xfrm flipH="1">
              <a:off x="4072" y="2829"/>
              <a:ext cx="22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1221" name="Group 8">
              <a:extLst>
                <a:ext uri="{FF2B5EF4-FFF2-40B4-BE49-F238E27FC236}">
                  <a16:creationId xmlns:a16="http://schemas.microsoft.com/office/drawing/2014/main" id="{32A3F091-C8BE-4ACC-A7BB-532788505D5D}"/>
                </a:ext>
              </a:extLst>
            </p:cNvPr>
            <p:cNvGrpSpPr>
              <a:grpSpLocks/>
            </p:cNvGrpSpPr>
            <p:nvPr/>
          </p:nvGrpSpPr>
          <p:grpSpPr bwMode="auto">
            <a:xfrm>
              <a:off x="4101" y="2364"/>
              <a:ext cx="1081" cy="672"/>
              <a:chOff x="2870" y="1680"/>
              <a:chExt cx="1081" cy="672"/>
            </a:xfrm>
          </p:grpSpPr>
          <p:sp>
            <p:nvSpPr>
              <p:cNvPr id="51222" name="Text Box 9">
                <a:extLst>
                  <a:ext uri="{FF2B5EF4-FFF2-40B4-BE49-F238E27FC236}">
                    <a16:creationId xmlns:a16="http://schemas.microsoft.com/office/drawing/2014/main" id="{08F398A0-60F8-46FE-A14D-FF62D453601E}"/>
                  </a:ext>
                </a:extLst>
              </p:cNvPr>
              <p:cNvSpPr txBox="1">
                <a:spLocks noChangeArrowheads="1"/>
              </p:cNvSpPr>
              <p:nvPr/>
            </p:nvSpPr>
            <p:spPr bwMode="auto">
              <a:xfrm>
                <a:off x="2870" y="1872"/>
                <a:ext cx="6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solidFill>
                      <a:srgbClr val="000000"/>
                    </a:solidFill>
                    <a:latin typeface="Times New Roman" panose="02020603050405020304" pitchFamily="18" charset="0"/>
                    <a:ea typeface="楷体_GB2312" pitchFamily="49" charset="-122"/>
                  </a:rPr>
                  <a:t>面积</a:t>
                </a:r>
                <a:r>
                  <a:rPr lang="en-US" altLang="zh-CN" sz="2400" b="1" dirty="0">
                    <a:solidFill>
                      <a:srgbClr val="000000"/>
                    </a:solidFill>
                    <a:latin typeface="Times New Roman" panose="02020603050405020304" pitchFamily="18" charset="0"/>
                    <a:ea typeface="楷体_GB2312" pitchFamily="49" charset="-122"/>
                  </a:rPr>
                  <a:t>= </a:t>
                </a:r>
              </a:p>
            </p:txBody>
          </p:sp>
          <p:sp>
            <p:nvSpPr>
              <p:cNvPr id="51223" name="Text Box 10">
                <a:extLst>
                  <a:ext uri="{FF2B5EF4-FFF2-40B4-BE49-F238E27FC236}">
                    <a16:creationId xmlns:a16="http://schemas.microsoft.com/office/drawing/2014/main" id="{9941A422-B223-4DAB-96C3-566BCD19892F}"/>
                  </a:ext>
                </a:extLst>
              </p:cNvPr>
              <p:cNvSpPr txBox="1">
                <a:spLocks noChangeArrowheads="1"/>
              </p:cNvSpPr>
              <p:nvPr/>
            </p:nvSpPr>
            <p:spPr bwMode="auto">
              <a:xfrm>
                <a:off x="3581" y="1680"/>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dN</a:t>
                </a:r>
              </a:p>
            </p:txBody>
          </p:sp>
          <p:sp>
            <p:nvSpPr>
              <p:cNvPr id="51224" name="Line 11">
                <a:extLst>
                  <a:ext uri="{FF2B5EF4-FFF2-40B4-BE49-F238E27FC236}">
                    <a16:creationId xmlns:a16="http://schemas.microsoft.com/office/drawing/2014/main" id="{B7428530-846D-40D7-9272-DA8AAEA74843}"/>
                  </a:ext>
                </a:extLst>
              </p:cNvPr>
              <p:cNvSpPr>
                <a:spLocks noChangeShapeType="1"/>
              </p:cNvSpPr>
              <p:nvPr/>
            </p:nvSpPr>
            <p:spPr bwMode="auto">
              <a:xfrm>
                <a:off x="3471" y="2016"/>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5" name="Text Box 12">
                <a:extLst>
                  <a:ext uri="{FF2B5EF4-FFF2-40B4-BE49-F238E27FC236}">
                    <a16:creationId xmlns:a16="http://schemas.microsoft.com/office/drawing/2014/main" id="{D6CA3805-C847-4DEB-9EFA-FBB611691C38}"/>
                  </a:ext>
                </a:extLst>
              </p:cNvPr>
              <p:cNvSpPr txBox="1">
                <a:spLocks noChangeArrowheads="1"/>
              </p:cNvSpPr>
              <p:nvPr/>
            </p:nvSpPr>
            <p:spPr bwMode="auto">
              <a:xfrm>
                <a:off x="3600" y="206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N</a:t>
                </a:r>
              </a:p>
            </p:txBody>
          </p:sp>
        </p:grpSp>
      </p:grpSp>
      <p:grpSp>
        <p:nvGrpSpPr>
          <p:cNvPr id="4" name="Group 13">
            <a:extLst>
              <a:ext uri="{FF2B5EF4-FFF2-40B4-BE49-F238E27FC236}">
                <a16:creationId xmlns:a16="http://schemas.microsoft.com/office/drawing/2014/main" id="{CC9EBA21-CBF8-4CFD-8F11-0A5ABC08C530}"/>
              </a:ext>
            </a:extLst>
          </p:cNvPr>
          <p:cNvGrpSpPr>
            <a:grpSpLocks/>
          </p:cNvGrpSpPr>
          <p:nvPr/>
        </p:nvGrpSpPr>
        <p:grpSpPr bwMode="auto">
          <a:xfrm>
            <a:off x="4645025" y="663575"/>
            <a:ext cx="4454525" cy="2768600"/>
            <a:chOff x="2818" y="2527"/>
            <a:chExt cx="2806" cy="1744"/>
          </a:xfrm>
        </p:grpSpPr>
        <p:sp>
          <p:nvSpPr>
            <p:cNvPr id="51212" name="Line 14">
              <a:extLst>
                <a:ext uri="{FF2B5EF4-FFF2-40B4-BE49-F238E27FC236}">
                  <a16:creationId xmlns:a16="http://schemas.microsoft.com/office/drawing/2014/main" id="{58436FF6-DBB6-4EC9-A3BF-40C537A8C7C8}"/>
                </a:ext>
              </a:extLst>
            </p:cNvPr>
            <p:cNvSpPr>
              <a:spLocks noChangeShapeType="1"/>
            </p:cNvSpPr>
            <p:nvPr/>
          </p:nvSpPr>
          <p:spPr bwMode="auto">
            <a:xfrm flipV="1">
              <a:off x="2818" y="2575"/>
              <a:ext cx="0" cy="144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3" name="Line 15">
              <a:extLst>
                <a:ext uri="{FF2B5EF4-FFF2-40B4-BE49-F238E27FC236}">
                  <a16:creationId xmlns:a16="http://schemas.microsoft.com/office/drawing/2014/main" id="{91C6FABE-DFBB-48C7-BEE5-7595CB155FD7}"/>
                </a:ext>
              </a:extLst>
            </p:cNvPr>
            <p:cNvSpPr>
              <a:spLocks noChangeShapeType="1"/>
            </p:cNvSpPr>
            <p:nvPr/>
          </p:nvSpPr>
          <p:spPr bwMode="auto">
            <a:xfrm>
              <a:off x="2818" y="4015"/>
              <a:ext cx="2757"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4" name="Text Box 16">
              <a:extLst>
                <a:ext uri="{FF2B5EF4-FFF2-40B4-BE49-F238E27FC236}">
                  <a16:creationId xmlns:a16="http://schemas.microsoft.com/office/drawing/2014/main" id="{C6127067-7804-469B-9E0B-8FDBA56A2A2C}"/>
                </a:ext>
              </a:extLst>
            </p:cNvPr>
            <p:cNvSpPr txBox="1">
              <a:spLocks noChangeArrowheads="1"/>
            </p:cNvSpPr>
            <p:nvPr/>
          </p:nvSpPr>
          <p:spPr bwMode="auto">
            <a:xfrm>
              <a:off x="2859" y="2527"/>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f(</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000000"/>
                  </a:solidFill>
                  <a:latin typeface="Times New Roman" panose="02020603050405020304" pitchFamily="18" charset="0"/>
                  <a:ea typeface="楷体_GB2312" pitchFamily="49" charset="-122"/>
                </a:rPr>
                <a:t>)</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1215" name="Text Box 17">
              <a:extLst>
                <a:ext uri="{FF2B5EF4-FFF2-40B4-BE49-F238E27FC236}">
                  <a16:creationId xmlns:a16="http://schemas.microsoft.com/office/drawing/2014/main" id="{3A59D791-6538-4C97-A86C-32957AA5BA57}"/>
                </a:ext>
              </a:extLst>
            </p:cNvPr>
            <p:cNvSpPr txBox="1">
              <a:spLocks noChangeArrowheads="1"/>
            </p:cNvSpPr>
            <p:nvPr/>
          </p:nvSpPr>
          <p:spPr bwMode="auto">
            <a:xfrm>
              <a:off x="5423" y="3983"/>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v</a:t>
              </a:r>
              <a:endParaRPr lang="en-US" altLang="zh-CN" sz="2400" b="1" dirty="0">
                <a:solidFill>
                  <a:srgbClr val="000000"/>
                </a:solidFill>
                <a:latin typeface="Times New Roman" panose="02020603050405020304" pitchFamily="18" charset="0"/>
                <a:ea typeface="楷体_GB2312" pitchFamily="49" charset="-122"/>
              </a:endParaRPr>
            </a:p>
          </p:txBody>
        </p:sp>
        <p:sp>
          <p:nvSpPr>
            <p:cNvPr id="51216" name="Freeform 18">
              <a:extLst>
                <a:ext uri="{FF2B5EF4-FFF2-40B4-BE49-F238E27FC236}">
                  <a16:creationId xmlns:a16="http://schemas.microsoft.com/office/drawing/2014/main" id="{99270C95-A4F1-43AB-B231-31E696E27858}"/>
                </a:ext>
              </a:extLst>
            </p:cNvPr>
            <p:cNvSpPr>
              <a:spLocks/>
            </p:cNvSpPr>
            <p:nvPr/>
          </p:nvSpPr>
          <p:spPr bwMode="auto">
            <a:xfrm>
              <a:off x="2826" y="2941"/>
              <a:ext cx="2641" cy="1082"/>
            </a:xfrm>
            <a:custGeom>
              <a:avLst/>
              <a:gdLst>
                <a:gd name="T0" fmla="*/ 0 w 2393"/>
                <a:gd name="T1" fmla="*/ 1082 h 1082"/>
                <a:gd name="T2" fmla="*/ 572 w 2393"/>
                <a:gd name="T3" fmla="*/ 931 h 1082"/>
                <a:gd name="T4" fmla="*/ 1235 w 2393"/>
                <a:gd name="T5" fmla="*/ 604 h 1082"/>
                <a:gd name="T6" fmla="*/ 1830 w 2393"/>
                <a:gd name="T7" fmla="*/ 169 h 1082"/>
                <a:gd name="T8" fmla="*/ 2279 w 2393"/>
                <a:gd name="T9" fmla="*/ 19 h 1082"/>
                <a:gd name="T10" fmla="*/ 2663 w 2393"/>
                <a:gd name="T11" fmla="*/ 54 h 1082"/>
                <a:gd name="T12" fmla="*/ 3020 w 2393"/>
                <a:gd name="T13" fmla="*/ 258 h 1082"/>
                <a:gd name="T14" fmla="*/ 3420 w 2393"/>
                <a:gd name="T15" fmla="*/ 559 h 1082"/>
                <a:gd name="T16" fmla="*/ 4109 w 2393"/>
                <a:gd name="T17" fmla="*/ 754 h 1082"/>
                <a:gd name="T18" fmla="*/ 5061 w 2393"/>
                <a:gd name="T19" fmla="*/ 887 h 1082"/>
                <a:gd name="T20" fmla="*/ 6415 w 2393"/>
                <a:gd name="T21" fmla="*/ 994 h 10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3"/>
                <a:gd name="T34" fmla="*/ 0 h 1082"/>
                <a:gd name="T35" fmla="*/ 2393 w 2393"/>
                <a:gd name="T36" fmla="*/ 1082 h 10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3" h="1082">
                  <a:moveTo>
                    <a:pt x="0" y="1082"/>
                  </a:moveTo>
                  <a:cubicBezTo>
                    <a:pt x="68" y="1046"/>
                    <a:pt x="136" y="1011"/>
                    <a:pt x="213" y="931"/>
                  </a:cubicBezTo>
                  <a:cubicBezTo>
                    <a:pt x="290" y="851"/>
                    <a:pt x="383" y="731"/>
                    <a:pt x="461" y="604"/>
                  </a:cubicBezTo>
                  <a:cubicBezTo>
                    <a:pt x="539" y="477"/>
                    <a:pt x="617" y="266"/>
                    <a:pt x="682" y="169"/>
                  </a:cubicBezTo>
                  <a:cubicBezTo>
                    <a:pt x="747" y="72"/>
                    <a:pt x="799" y="38"/>
                    <a:pt x="851" y="19"/>
                  </a:cubicBezTo>
                  <a:cubicBezTo>
                    <a:pt x="903" y="0"/>
                    <a:pt x="947" y="14"/>
                    <a:pt x="993" y="54"/>
                  </a:cubicBezTo>
                  <a:cubicBezTo>
                    <a:pt x="1039" y="94"/>
                    <a:pt x="1079" y="174"/>
                    <a:pt x="1126" y="258"/>
                  </a:cubicBezTo>
                  <a:cubicBezTo>
                    <a:pt x="1173" y="342"/>
                    <a:pt x="1208" y="476"/>
                    <a:pt x="1276" y="559"/>
                  </a:cubicBezTo>
                  <a:cubicBezTo>
                    <a:pt x="1344" y="642"/>
                    <a:pt x="1431" y="699"/>
                    <a:pt x="1533" y="754"/>
                  </a:cubicBezTo>
                  <a:cubicBezTo>
                    <a:pt x="1635" y="809"/>
                    <a:pt x="1745" y="847"/>
                    <a:pt x="1888" y="887"/>
                  </a:cubicBezTo>
                  <a:cubicBezTo>
                    <a:pt x="2031" y="927"/>
                    <a:pt x="2212" y="960"/>
                    <a:pt x="2393" y="99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363539" name="Object 19">
            <a:extLst>
              <a:ext uri="{FF2B5EF4-FFF2-40B4-BE49-F238E27FC236}">
                <a16:creationId xmlns:a16="http://schemas.microsoft.com/office/drawing/2014/main" id="{E57AD752-0AFD-4056-84C4-DA7351FC24B1}"/>
              </a:ext>
            </a:extLst>
          </p:cNvPr>
          <p:cNvGraphicFramePr>
            <a:graphicFrameLocks noChangeAspect="1"/>
          </p:cNvGraphicFramePr>
          <p:nvPr/>
        </p:nvGraphicFramePr>
        <p:xfrm>
          <a:off x="1178718" y="1200201"/>
          <a:ext cx="1754188" cy="850900"/>
        </p:xfrm>
        <a:graphic>
          <a:graphicData uri="http://schemas.openxmlformats.org/presentationml/2006/ole">
            <mc:AlternateContent xmlns:mc="http://schemas.openxmlformats.org/markup-compatibility/2006">
              <mc:Choice xmlns:v="urn:schemas-microsoft-com:vml" Requires="v">
                <p:oleObj name="公式" r:id="rId3" imgW="752486" imgH="333404" progId="Equation.3">
                  <p:embed/>
                </p:oleObj>
              </mc:Choice>
              <mc:Fallback>
                <p:oleObj name="公式" r:id="rId3" imgW="752486" imgH="333404" progId="Equation.3">
                  <p:embed/>
                  <p:pic>
                    <p:nvPicPr>
                      <p:cNvPr id="363539" name="Object 19">
                        <a:extLst>
                          <a:ext uri="{FF2B5EF4-FFF2-40B4-BE49-F238E27FC236}">
                            <a16:creationId xmlns:a16="http://schemas.microsoft.com/office/drawing/2014/main" id="{E57AD752-0AFD-4056-84C4-DA7351FC24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8718" y="1200201"/>
                        <a:ext cx="17541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3540" name="Text Box 20">
            <a:extLst>
              <a:ext uri="{FF2B5EF4-FFF2-40B4-BE49-F238E27FC236}">
                <a16:creationId xmlns:a16="http://schemas.microsoft.com/office/drawing/2014/main" id="{BEC1DFBA-E950-4454-90E0-4916A823BF5C}"/>
              </a:ext>
            </a:extLst>
          </p:cNvPr>
          <p:cNvSpPr txBox="1">
            <a:spLocks noChangeArrowheads="1"/>
          </p:cNvSpPr>
          <p:nvPr/>
        </p:nvSpPr>
        <p:spPr bwMode="auto">
          <a:xfrm>
            <a:off x="251520" y="2401724"/>
            <a:ext cx="4290215" cy="52322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FF"/>
                </a:solidFill>
                <a:latin typeface="Times New Roman" panose="02020603050405020304" pitchFamily="18" charset="0"/>
              </a:rPr>
              <a:t>f </a:t>
            </a:r>
            <a:r>
              <a:rPr kumimoji="1" lang="en-US" altLang="zh-CN" sz="2400" b="1" dirty="0">
                <a:solidFill>
                  <a:srgbClr val="0000FF"/>
                </a:solidFill>
                <a:latin typeface="Times New Roman" panose="02020603050405020304" pitchFamily="18" charset="0"/>
              </a:rPr>
              <a:t>(</a:t>
            </a:r>
            <a:r>
              <a:rPr kumimoji="1" lang="en-US" altLang="zh-CN" sz="2400" b="1" i="1" dirty="0">
                <a:solidFill>
                  <a:srgbClr val="0000FF"/>
                </a:solidFill>
                <a:latin typeface="Times New Roman" panose="02020603050405020304" pitchFamily="18" charset="0"/>
                <a:sym typeface="Symbol" panose="05050102010706020507" pitchFamily="18" charset="2"/>
              </a:rPr>
              <a:t></a:t>
            </a:r>
            <a:r>
              <a:rPr kumimoji="1" lang="en-US" altLang="zh-CN" sz="2400" b="1" dirty="0">
                <a:solidFill>
                  <a:srgbClr val="0000FF"/>
                </a:solidFill>
                <a:latin typeface="Times New Roman" panose="02020603050405020304" pitchFamily="18" charset="0"/>
              </a:rPr>
              <a:t>)d</a:t>
            </a:r>
            <a:r>
              <a:rPr kumimoji="1" lang="en-US" altLang="zh-CN" sz="2400" b="1" dirty="0">
                <a:solidFill>
                  <a:srgbClr val="0000FF"/>
                </a:solidFill>
                <a:latin typeface="Times New Roman" panose="02020603050405020304" pitchFamily="18" charset="0"/>
                <a:sym typeface="Symbol" panose="05050102010706020507" pitchFamily="18" charset="2"/>
              </a:rPr>
              <a:t></a:t>
            </a:r>
            <a:r>
              <a:rPr kumimoji="1" lang="zh-CN" altLang="en-US" sz="2800" b="1" dirty="0">
                <a:solidFill>
                  <a:srgbClr val="0000FF"/>
                </a:solidFill>
                <a:latin typeface="Times New Roman" panose="02020603050405020304" pitchFamily="18" charset="0"/>
                <a:ea typeface="楷体_GB2312" pitchFamily="49" charset="-122"/>
              </a:rPr>
              <a:t>对应图中的阴影面积</a:t>
            </a:r>
          </a:p>
        </p:txBody>
      </p:sp>
      <p:sp>
        <p:nvSpPr>
          <p:cNvPr id="363541" name="Text Box 21">
            <a:extLst>
              <a:ext uri="{FF2B5EF4-FFF2-40B4-BE49-F238E27FC236}">
                <a16:creationId xmlns:a16="http://schemas.microsoft.com/office/drawing/2014/main" id="{2AC1CF4A-EE15-40DF-9310-DB1B2B95F367}"/>
              </a:ext>
            </a:extLst>
          </p:cNvPr>
          <p:cNvSpPr txBox="1">
            <a:spLocks noChangeArrowheads="1"/>
          </p:cNvSpPr>
          <p:nvPr/>
        </p:nvSpPr>
        <p:spPr bwMode="auto">
          <a:xfrm>
            <a:off x="269875" y="5549900"/>
            <a:ext cx="2214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3300"/>
              </a:buClr>
              <a:buSzTx/>
              <a:buFont typeface="Wingdings" panose="05000000000000000000" pitchFamily="2" charset="2"/>
              <a:buChar char="u"/>
            </a:pPr>
            <a:r>
              <a:rPr kumimoji="1" lang="zh-CN" altLang="en-US" sz="2800" b="1">
                <a:solidFill>
                  <a:srgbClr val="000000"/>
                </a:solidFill>
                <a:latin typeface="Times New Roman" panose="02020603050405020304" pitchFamily="18" charset="0"/>
                <a:ea typeface="楷体_GB2312" pitchFamily="49" charset="-122"/>
              </a:rPr>
              <a:t>总面积</a:t>
            </a:r>
            <a:r>
              <a:rPr kumimoji="1" lang="en-US" altLang="zh-CN" sz="2800" b="1" dirty="0">
                <a:solidFill>
                  <a:srgbClr val="000000"/>
                </a:solidFill>
                <a:latin typeface="Times New Roman" panose="02020603050405020304" pitchFamily="18" charset="0"/>
                <a:ea typeface="楷体_GB2312" pitchFamily="49" charset="-122"/>
              </a:rPr>
              <a:t>:</a:t>
            </a:r>
          </a:p>
        </p:txBody>
      </p:sp>
      <p:graphicFrame>
        <p:nvGraphicFramePr>
          <p:cNvPr id="363542" name="Object 22">
            <a:extLst>
              <a:ext uri="{FF2B5EF4-FFF2-40B4-BE49-F238E27FC236}">
                <a16:creationId xmlns:a16="http://schemas.microsoft.com/office/drawing/2014/main" id="{D00FE374-B9AB-4F2C-8D0B-6CADC7B3737E}"/>
              </a:ext>
            </a:extLst>
          </p:cNvPr>
          <p:cNvGraphicFramePr>
            <a:graphicFrameLocks noChangeAspect="1"/>
          </p:cNvGraphicFramePr>
          <p:nvPr/>
        </p:nvGraphicFramePr>
        <p:xfrm>
          <a:off x="2268538" y="5345113"/>
          <a:ext cx="3095625" cy="1036637"/>
        </p:xfrm>
        <a:graphic>
          <a:graphicData uri="http://schemas.openxmlformats.org/presentationml/2006/ole">
            <mc:AlternateContent xmlns:mc="http://schemas.openxmlformats.org/markup-compatibility/2006">
              <mc:Choice xmlns:v="urn:schemas-microsoft-com:vml" Requires="v">
                <p:oleObj name="Equation" r:id="rId5" imgW="2409646" imgH="771378" progId="Equation.3">
                  <p:embed/>
                </p:oleObj>
              </mc:Choice>
              <mc:Fallback>
                <p:oleObj name="Equation" r:id="rId5" imgW="2409646" imgH="771378" progId="Equation.3">
                  <p:embed/>
                  <p:pic>
                    <p:nvPicPr>
                      <p:cNvPr id="363542" name="Object 22">
                        <a:extLst>
                          <a:ext uri="{FF2B5EF4-FFF2-40B4-BE49-F238E27FC236}">
                            <a16:creationId xmlns:a16="http://schemas.microsoft.com/office/drawing/2014/main" id="{D00FE374-B9AB-4F2C-8D0B-6CADC7B373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5345113"/>
                        <a:ext cx="3095625" cy="1036637"/>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3543" name="AutoShape 23">
            <a:extLst>
              <a:ext uri="{FF2B5EF4-FFF2-40B4-BE49-F238E27FC236}">
                <a16:creationId xmlns:a16="http://schemas.microsoft.com/office/drawing/2014/main" id="{38232148-BFED-4C9F-9566-A8D15BABFA7E}"/>
              </a:ext>
            </a:extLst>
          </p:cNvPr>
          <p:cNvSpPr>
            <a:spLocks noChangeArrowheads="1"/>
          </p:cNvSpPr>
          <p:nvPr/>
        </p:nvSpPr>
        <p:spPr bwMode="auto">
          <a:xfrm>
            <a:off x="6443663" y="5272088"/>
            <a:ext cx="2232025" cy="1079500"/>
          </a:xfrm>
          <a:prstGeom prst="wedgeRoundRectCallout">
            <a:avLst>
              <a:gd name="adj1" fmla="val -101778"/>
              <a:gd name="adj2" fmla="val 9852"/>
              <a:gd name="adj3" fmla="val 16667"/>
            </a:avLst>
          </a:prstGeom>
          <a:noFill/>
          <a:ln w="9525">
            <a:solidFill>
              <a:srgbClr val="339966"/>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b="1">
                <a:solidFill>
                  <a:srgbClr val="000000"/>
                </a:solidFill>
              </a:rPr>
              <a:t>分布函数的归一化条件</a:t>
            </a:r>
            <a:endParaRPr lang="zh-CN" altLang="en-US" sz="2800">
              <a:solidFill>
                <a:srgbClr val="000000"/>
              </a:solidFill>
            </a:endParaRPr>
          </a:p>
        </p:txBody>
      </p:sp>
      <p:sp>
        <p:nvSpPr>
          <p:cNvPr id="363544" name="Text Box 24">
            <a:extLst>
              <a:ext uri="{FF2B5EF4-FFF2-40B4-BE49-F238E27FC236}">
                <a16:creationId xmlns:a16="http://schemas.microsoft.com/office/drawing/2014/main" id="{7B75DB0C-F68D-41F7-9759-DAFB4815A8B9}"/>
              </a:ext>
            </a:extLst>
          </p:cNvPr>
          <p:cNvSpPr txBox="1">
            <a:spLocks noChangeArrowheads="1"/>
          </p:cNvSpPr>
          <p:nvPr/>
        </p:nvSpPr>
        <p:spPr bwMode="auto">
          <a:xfrm>
            <a:off x="323850" y="3500438"/>
            <a:ext cx="76390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3300"/>
              </a:buClr>
              <a:buSzTx/>
              <a:buFont typeface="Wingdings" panose="05000000000000000000" pitchFamily="2" charset="2"/>
              <a:buChar char="u"/>
            </a:pPr>
            <a:r>
              <a:rPr kumimoji="1" lang="zh-CN" altLang="en-US" sz="2800" b="1">
                <a:solidFill>
                  <a:srgbClr val="000000"/>
                </a:solidFill>
                <a:latin typeface="Times New Roman" panose="02020603050405020304" pitchFamily="18" charset="0"/>
                <a:ea typeface="楷体_GB2312" pitchFamily="49" charset="-122"/>
              </a:rPr>
              <a:t>任一速率区间</a:t>
            </a:r>
            <a:r>
              <a:rPr kumimoji="1" lang="zh-CN" altLang="en-US" sz="28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baseline="-25000" dirty="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8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baseline="-25000" dirty="0">
                <a:solidFill>
                  <a:srgbClr val="000000"/>
                </a:solidFill>
                <a:latin typeface="Times New Roman" panose="02020603050405020304" pitchFamily="18" charset="0"/>
                <a:ea typeface="楷体_GB2312" pitchFamily="49" charset="-122"/>
                <a:sym typeface="Symbol" panose="05050102010706020507" pitchFamily="18" charset="2"/>
              </a:rPr>
              <a:t>2</a:t>
            </a:r>
            <a:r>
              <a:rPr kumimoji="1" lang="zh-CN" altLang="en-US" sz="2800" b="1">
                <a:solidFill>
                  <a:srgbClr val="000000"/>
                </a:solidFill>
                <a:latin typeface="Times New Roman" panose="02020603050405020304" pitchFamily="18" charset="0"/>
                <a:ea typeface="楷体_GB2312" pitchFamily="49" charset="-122"/>
              </a:rPr>
              <a:t>内的分子数占总分子数的百分比为：</a:t>
            </a:r>
          </a:p>
        </p:txBody>
      </p:sp>
      <p:graphicFrame>
        <p:nvGraphicFramePr>
          <p:cNvPr id="363545" name="Object 25">
            <a:extLst>
              <a:ext uri="{FF2B5EF4-FFF2-40B4-BE49-F238E27FC236}">
                <a16:creationId xmlns:a16="http://schemas.microsoft.com/office/drawing/2014/main" id="{7B629B4E-5A70-41B2-8364-CAE739D4586A}"/>
              </a:ext>
            </a:extLst>
          </p:cNvPr>
          <p:cNvGraphicFramePr>
            <a:graphicFrameLocks noChangeAspect="1"/>
          </p:cNvGraphicFramePr>
          <p:nvPr/>
        </p:nvGraphicFramePr>
        <p:xfrm>
          <a:off x="3059113" y="4148138"/>
          <a:ext cx="2913062" cy="976312"/>
        </p:xfrm>
        <a:graphic>
          <a:graphicData uri="http://schemas.openxmlformats.org/presentationml/2006/ole">
            <mc:AlternateContent xmlns:mc="http://schemas.openxmlformats.org/markup-compatibility/2006">
              <mc:Choice xmlns:v="urn:schemas-microsoft-com:vml" Requires="v">
                <p:oleObj name="公式" r:id="rId7" imgW="1152685" imgH="352630" progId="Equation.3">
                  <p:embed/>
                </p:oleObj>
              </mc:Choice>
              <mc:Fallback>
                <p:oleObj name="公式" r:id="rId7" imgW="1152685" imgH="352630" progId="Equation.3">
                  <p:embed/>
                  <p:pic>
                    <p:nvPicPr>
                      <p:cNvPr id="363545" name="Object 25">
                        <a:extLst>
                          <a:ext uri="{FF2B5EF4-FFF2-40B4-BE49-F238E27FC236}">
                            <a16:creationId xmlns:a16="http://schemas.microsoft.com/office/drawing/2014/main" id="{7B629B4E-5A70-41B2-8364-CAE739D458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4148138"/>
                        <a:ext cx="2913062" cy="976312"/>
                      </a:xfrm>
                      <a:prstGeom prst="rect">
                        <a:avLst/>
                      </a:prstGeom>
                      <a:solidFill>
                        <a:srgbClr val="000080"/>
                      </a:solidFill>
                      <a:ln w="9525">
                        <a:solidFill>
                          <a:srgbClr val="00008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3522"/>
                                        </p:tgtEl>
                                        <p:attrNameLst>
                                          <p:attrName>style.visibility</p:attrName>
                                        </p:attrNameLst>
                                      </p:cBhvr>
                                      <p:to>
                                        <p:strVal val="visible"/>
                                      </p:to>
                                    </p:set>
                                    <p:animEffect transition="in" filter="wipe(left)">
                                      <p:cBhvr>
                                        <p:cTn id="7" dur="500"/>
                                        <p:tgtEl>
                                          <p:spTgt spid="363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63539"/>
                                        </p:tgtEl>
                                        <p:attrNameLst>
                                          <p:attrName>style.visibility</p:attrName>
                                        </p:attrNameLst>
                                      </p:cBhvr>
                                      <p:to>
                                        <p:strVal val="visible"/>
                                      </p:to>
                                    </p:set>
                                    <p:animEffect transition="in" filter="wipe(left)">
                                      <p:cBhvr>
                                        <p:cTn id="12" dur="500"/>
                                        <p:tgtEl>
                                          <p:spTgt spid="363539"/>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63540"/>
                                        </p:tgtEl>
                                        <p:attrNameLst>
                                          <p:attrName>style.visibility</p:attrName>
                                        </p:attrNameLst>
                                      </p:cBhvr>
                                      <p:to>
                                        <p:strVal val="visible"/>
                                      </p:to>
                                    </p:set>
                                    <p:animEffect transition="in" filter="wipe(left)">
                                      <p:cBhvr>
                                        <p:cTn id="28" dur="500"/>
                                        <p:tgtEl>
                                          <p:spTgt spid="36354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4" presetClass="entr" presetSubtype="0" fill="hold" grpId="0" nodeType="clickEffect">
                                  <p:stCondLst>
                                    <p:cond delay="0"/>
                                  </p:stCondLst>
                                  <p:childTnLst>
                                    <p:set>
                                      <p:cBhvr>
                                        <p:cTn id="32" dur="1" fill="hold">
                                          <p:stCondLst>
                                            <p:cond delay="0"/>
                                          </p:stCondLst>
                                        </p:cTn>
                                        <p:tgtEl>
                                          <p:spTgt spid="363544"/>
                                        </p:tgtEl>
                                        <p:attrNameLst>
                                          <p:attrName>style.visibility</p:attrName>
                                        </p:attrNameLst>
                                      </p:cBhvr>
                                      <p:to>
                                        <p:strVal val="visible"/>
                                      </p:to>
                                    </p:set>
                                    <p:anim to="" calcmode="lin" valueType="num">
                                      <p:cBhvr>
                                        <p:cTn id="33" dur="1" fill="hold"/>
                                        <p:tgtEl>
                                          <p:spTgt spid="363544"/>
                                        </p:tgtEl>
                                        <p:attrNameLst>
                                          <p:attrName/>
                                        </p:attrNameLst>
                                      </p:cBhvr>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63545"/>
                                        </p:tgtEl>
                                        <p:attrNameLst>
                                          <p:attrName>style.visibility</p:attrName>
                                        </p:attrNameLst>
                                      </p:cBhvr>
                                      <p:to>
                                        <p:strVal val="visible"/>
                                      </p:to>
                                    </p:set>
                                    <p:animEffect transition="in" filter="wipe(left)">
                                      <p:cBhvr>
                                        <p:cTn id="38" dur="500"/>
                                        <p:tgtEl>
                                          <p:spTgt spid="36354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63541"/>
                                        </p:tgtEl>
                                        <p:attrNameLst>
                                          <p:attrName>style.visibility</p:attrName>
                                        </p:attrNameLst>
                                      </p:cBhvr>
                                      <p:to>
                                        <p:strVal val="visible"/>
                                      </p:to>
                                    </p:set>
                                    <p:animEffect transition="in" filter="wipe(left)">
                                      <p:cBhvr>
                                        <p:cTn id="43" dur="500"/>
                                        <p:tgtEl>
                                          <p:spTgt spid="36354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63542"/>
                                        </p:tgtEl>
                                        <p:attrNameLst>
                                          <p:attrName>style.visibility</p:attrName>
                                        </p:attrNameLst>
                                      </p:cBhvr>
                                      <p:to>
                                        <p:strVal val="visible"/>
                                      </p:to>
                                    </p:set>
                                    <p:animEffect transition="in" filter="wipe(left)">
                                      <p:cBhvr>
                                        <p:cTn id="48" dur="500"/>
                                        <p:tgtEl>
                                          <p:spTgt spid="36354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363543"/>
                                        </p:tgtEl>
                                        <p:attrNameLst>
                                          <p:attrName>style.visibility</p:attrName>
                                        </p:attrNameLst>
                                      </p:cBhvr>
                                      <p:to>
                                        <p:strVal val="visible"/>
                                      </p:to>
                                    </p:set>
                                    <p:anim calcmode="lin" valueType="num">
                                      <p:cBhvr>
                                        <p:cTn id="53" dur="500" fill="hold"/>
                                        <p:tgtEl>
                                          <p:spTgt spid="363543"/>
                                        </p:tgtEl>
                                        <p:attrNameLst>
                                          <p:attrName>ppt_w</p:attrName>
                                        </p:attrNameLst>
                                      </p:cBhvr>
                                      <p:tavLst>
                                        <p:tav tm="0">
                                          <p:val>
                                            <p:fltVal val="0"/>
                                          </p:val>
                                        </p:tav>
                                        <p:tav tm="100000">
                                          <p:val>
                                            <p:strVal val="#ppt_w"/>
                                          </p:val>
                                        </p:tav>
                                      </p:tavLst>
                                    </p:anim>
                                    <p:anim calcmode="lin" valueType="num">
                                      <p:cBhvr>
                                        <p:cTn id="54" dur="500" fill="hold"/>
                                        <p:tgtEl>
                                          <p:spTgt spid="3635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autoUpdateAnimBg="0"/>
      <p:bldP spid="363540" grpId="0" animBg="1" autoUpdateAnimBg="0"/>
      <p:bldP spid="363541" grpId="0" autoUpdateAnimBg="0"/>
      <p:bldP spid="363543" grpId="0" animBg="1"/>
      <p:bldP spid="36354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5570" name="Object 2">
                <a:extLst>
                  <a:ext uri="{FF2B5EF4-FFF2-40B4-BE49-F238E27FC236}">
                    <a16:creationId xmlns:a16="http://schemas.microsoft.com/office/drawing/2014/main" id="{E2381D06-79C5-4DBD-9939-5136CFF800B2}"/>
                  </a:ext>
                </a:extLst>
              </p:cNvPr>
              <p:cNvSpPr txBox="1"/>
              <p:nvPr/>
            </p:nvSpPr>
            <p:spPr bwMode="auto">
              <a:xfrm>
                <a:off x="395536" y="1613993"/>
                <a:ext cx="5013344" cy="950911"/>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600" b="1" i="1">
                          <a:solidFill>
                            <a:srgbClr val="000000"/>
                          </a:solidFill>
                          <a:latin typeface="Cambria Math" panose="02040503050406030204" pitchFamily="18" charset="0"/>
                        </a:rPr>
                        <m:t>𝒇</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𝝊</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𝟒</m:t>
                      </m:r>
                      <m:r>
                        <a:rPr lang="zh-CN" altLang="en-US" sz="2600" b="1" i="1">
                          <a:solidFill>
                            <a:srgbClr val="000000"/>
                          </a:solidFill>
                          <a:latin typeface="Cambria Math" panose="02040503050406030204" pitchFamily="18" charset="0"/>
                        </a:rPr>
                        <m:t>𝝅</m:t>
                      </m:r>
                      <m:r>
                        <a:rPr lang="zh-CN" altLang="en-US" sz="2600" b="1" i="1">
                          <a:solidFill>
                            <a:srgbClr val="000000"/>
                          </a:solidFill>
                          <a:latin typeface="Cambria Math" panose="02040503050406030204" pitchFamily="18" charset="0"/>
                        </a:rPr>
                        <m:t>(</m:t>
                      </m:r>
                      <m:f>
                        <m:fPr>
                          <m:ctrlPr>
                            <a:rPr lang="zh-CN" altLang="en-US" sz="2600" b="1" i="1">
                              <a:solidFill>
                                <a:srgbClr val="000000"/>
                              </a:solidFill>
                              <a:latin typeface="Cambria Math" panose="02040503050406030204" pitchFamily="18" charset="0"/>
                            </a:rPr>
                          </m:ctrlPr>
                        </m:fPr>
                        <m:num>
                          <m:r>
                            <a:rPr lang="zh-CN" altLang="en-US" sz="2600" b="1" i="1">
                              <a:solidFill>
                                <a:srgbClr val="000000"/>
                              </a:solidFill>
                              <a:latin typeface="Cambria Math" panose="02040503050406030204" pitchFamily="18" charset="0"/>
                            </a:rPr>
                            <m:t>𝒎</m:t>
                          </m:r>
                        </m:num>
                        <m:den>
                          <m:r>
                            <a:rPr lang="zh-CN" altLang="en-US" sz="2600" b="1" i="1">
                              <a:solidFill>
                                <a:srgbClr val="000000"/>
                              </a:solidFill>
                              <a:latin typeface="Cambria Math" panose="02040503050406030204" pitchFamily="18" charset="0"/>
                            </a:rPr>
                            <m:t>𝟐</m:t>
                          </m:r>
                          <m:r>
                            <a:rPr lang="zh-CN" altLang="en-US" sz="2600" b="1" i="1">
                              <a:solidFill>
                                <a:srgbClr val="000000"/>
                              </a:solidFill>
                              <a:latin typeface="Cambria Math" panose="02040503050406030204" pitchFamily="18" charset="0"/>
                            </a:rPr>
                            <m:t>𝝅</m:t>
                          </m:r>
                          <m:r>
                            <a:rPr lang="zh-CN" altLang="en-US" sz="2600" b="1" i="1">
                              <a:solidFill>
                                <a:srgbClr val="000000"/>
                              </a:solidFill>
                              <a:latin typeface="Cambria Math" panose="02040503050406030204" pitchFamily="18" charset="0"/>
                            </a:rPr>
                            <m:t>𝒌𝑻</m:t>
                          </m:r>
                        </m:den>
                      </m:f>
                      <m:sSup>
                        <m:sSupPr>
                          <m:ctrlPr>
                            <a:rPr lang="zh-CN" altLang="en-US" sz="2600" b="1" i="1">
                              <a:solidFill>
                                <a:srgbClr val="000000"/>
                              </a:solidFill>
                              <a:latin typeface="Cambria Math" panose="02040503050406030204" pitchFamily="18" charset="0"/>
                            </a:rPr>
                          </m:ctrlPr>
                        </m:sSupPr>
                        <m:e>
                          <m:r>
                            <a:rPr lang="zh-CN" altLang="en-US" sz="2600" b="1" i="1">
                              <a:solidFill>
                                <a:srgbClr val="000000"/>
                              </a:solidFill>
                              <a:latin typeface="Cambria Math" panose="02040503050406030204" pitchFamily="18" charset="0"/>
                            </a:rPr>
                            <m:t>)</m:t>
                          </m:r>
                        </m:e>
                        <m:sup>
                          <m:r>
                            <a:rPr lang="zh-CN" altLang="en-US" sz="2600" b="1" i="1">
                              <a:solidFill>
                                <a:srgbClr val="000000"/>
                              </a:solidFill>
                              <a:latin typeface="Cambria Math" panose="02040503050406030204" pitchFamily="18" charset="0"/>
                            </a:rPr>
                            <m:t>𝟑</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𝟐</m:t>
                          </m:r>
                        </m:sup>
                      </m:sSup>
                      <m:sSup>
                        <m:sSupPr>
                          <m:ctrlPr>
                            <a:rPr lang="zh-CN" altLang="en-US" sz="2600" b="1" i="1">
                              <a:solidFill>
                                <a:srgbClr val="000000"/>
                              </a:solidFill>
                              <a:latin typeface="Cambria Math" panose="02040503050406030204" pitchFamily="18" charset="0"/>
                            </a:rPr>
                          </m:ctrlPr>
                        </m:sSupPr>
                        <m:e>
                          <m:r>
                            <a:rPr lang="zh-CN" altLang="en-US" sz="2600" b="1" i="1">
                              <a:solidFill>
                                <a:srgbClr val="000000"/>
                              </a:solidFill>
                              <a:latin typeface="Cambria Math" panose="02040503050406030204" pitchFamily="18" charset="0"/>
                            </a:rPr>
                            <m:t>𝝊</m:t>
                          </m:r>
                        </m:e>
                        <m:sup>
                          <m:r>
                            <a:rPr lang="zh-CN" altLang="en-US" sz="2600" b="1" i="1">
                              <a:solidFill>
                                <a:srgbClr val="000000"/>
                              </a:solidFill>
                              <a:latin typeface="Cambria Math" panose="02040503050406030204" pitchFamily="18" charset="0"/>
                            </a:rPr>
                            <m:t>𝟐</m:t>
                          </m:r>
                        </m:sup>
                      </m:sSup>
                      <m:sSup>
                        <m:sSupPr>
                          <m:ctrlPr>
                            <a:rPr lang="zh-CN" altLang="en-US" sz="2600" b="1" i="1">
                              <a:solidFill>
                                <a:srgbClr val="000000"/>
                              </a:solidFill>
                              <a:latin typeface="Cambria Math" panose="02040503050406030204" pitchFamily="18" charset="0"/>
                            </a:rPr>
                          </m:ctrlPr>
                        </m:sSupPr>
                        <m:e>
                          <m:r>
                            <a:rPr lang="zh-CN" altLang="en-US" sz="2600" b="1" i="1">
                              <a:solidFill>
                                <a:srgbClr val="000000"/>
                              </a:solidFill>
                              <a:latin typeface="Cambria Math" panose="02040503050406030204" pitchFamily="18" charset="0"/>
                            </a:rPr>
                            <m:t>𝒆</m:t>
                          </m:r>
                        </m:e>
                        <m:sup>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𝒎</m:t>
                          </m:r>
                          <m:sSup>
                            <m:sSupPr>
                              <m:ctrlPr>
                                <a:rPr lang="zh-CN" altLang="en-US" sz="2600" b="1" i="1">
                                  <a:solidFill>
                                    <a:srgbClr val="000000"/>
                                  </a:solidFill>
                                  <a:latin typeface="Cambria Math" panose="02040503050406030204" pitchFamily="18" charset="0"/>
                                </a:rPr>
                              </m:ctrlPr>
                            </m:sSupPr>
                            <m:e>
                              <m:r>
                                <a:rPr lang="zh-CN" altLang="en-US" sz="2600" b="1" i="1">
                                  <a:solidFill>
                                    <a:srgbClr val="000000"/>
                                  </a:solidFill>
                                  <a:latin typeface="Cambria Math" panose="02040503050406030204" pitchFamily="18" charset="0"/>
                                </a:rPr>
                                <m:t>𝝊</m:t>
                              </m:r>
                            </m:e>
                            <m:sup>
                              <m:r>
                                <a:rPr lang="zh-CN" altLang="en-US" sz="2600" b="1" i="1">
                                  <a:solidFill>
                                    <a:srgbClr val="000000"/>
                                  </a:solidFill>
                                  <a:latin typeface="Cambria Math" panose="02040503050406030204" pitchFamily="18" charset="0"/>
                                </a:rPr>
                                <m:t>𝟐</m:t>
                              </m:r>
                            </m:sup>
                          </m:sSup>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𝟐</m:t>
                          </m:r>
                          <m:r>
                            <a:rPr lang="zh-CN" altLang="en-US" sz="2600" b="1" i="1">
                              <a:solidFill>
                                <a:srgbClr val="000000"/>
                              </a:solidFill>
                              <a:latin typeface="Cambria Math" panose="02040503050406030204" pitchFamily="18" charset="0"/>
                            </a:rPr>
                            <m:t>𝒌𝑻</m:t>
                          </m:r>
                        </m:sup>
                      </m:sSup>
                    </m:oMath>
                  </m:oMathPara>
                </a14:m>
                <a:endParaRPr lang="zh-CN" altLang="en-US" sz="2600" b="1" i="1" dirty="0">
                  <a:cs typeface="Times New Roman" panose="02020603050405020304" pitchFamily="18" charset="0"/>
                </a:endParaRPr>
              </a:p>
            </p:txBody>
          </p:sp>
        </mc:Choice>
        <mc:Fallback xmlns="">
          <p:sp>
            <p:nvSpPr>
              <p:cNvPr id="365570" name="Object 2">
                <a:extLst>
                  <a:ext uri="{FF2B5EF4-FFF2-40B4-BE49-F238E27FC236}">
                    <a16:creationId xmlns:a16="http://schemas.microsoft.com/office/drawing/2014/main" id="{E2381D06-79C5-4DBD-9939-5136CFF800B2}"/>
                  </a:ext>
                </a:extLst>
              </p:cNvPr>
              <p:cNvSpPr txBox="1">
                <a:spLocks noRot="1" noChangeAspect="1" noMove="1" noResize="1" noEditPoints="1" noAdjustHandles="1" noChangeArrowheads="1" noChangeShapeType="1" noTextEdit="1"/>
              </p:cNvSpPr>
              <p:nvPr/>
            </p:nvSpPr>
            <p:spPr bwMode="auto">
              <a:xfrm>
                <a:off x="395536" y="1613993"/>
                <a:ext cx="5013344" cy="950911"/>
              </a:xfrm>
              <a:prstGeom prst="rect">
                <a:avLst/>
              </a:prstGeom>
              <a:blipFill>
                <a:blip r:embed="rId3"/>
                <a:stretch>
                  <a:fillRect/>
                </a:stretch>
              </a:blipFill>
              <a:ln>
                <a:noFill/>
              </a:ln>
            </p:spPr>
            <p:txBody>
              <a:bodyPr/>
              <a:lstStyle/>
              <a:p>
                <a:r>
                  <a:rPr lang="zh-CN" altLang="en-US">
                    <a:noFill/>
                  </a:rPr>
                  <a:t> </a:t>
                </a:r>
              </a:p>
            </p:txBody>
          </p:sp>
        </mc:Fallback>
      </mc:AlternateContent>
      <p:pic>
        <p:nvPicPr>
          <p:cNvPr id="365571" name="Picture 3" descr="麦分1">
            <a:extLst>
              <a:ext uri="{FF2B5EF4-FFF2-40B4-BE49-F238E27FC236}">
                <a16:creationId xmlns:a16="http://schemas.microsoft.com/office/drawing/2014/main" id="{8742F041-386D-461E-9D59-F6B3F906A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4167"/>
          <a:stretch>
            <a:fillRect/>
          </a:stretch>
        </p:blipFill>
        <p:spPr bwMode="auto">
          <a:xfrm>
            <a:off x="5436096" y="336662"/>
            <a:ext cx="3142557" cy="2456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5572" name="AutoShape 4">
            <a:extLst>
              <a:ext uri="{FF2B5EF4-FFF2-40B4-BE49-F238E27FC236}">
                <a16:creationId xmlns:a16="http://schemas.microsoft.com/office/drawing/2014/main" id="{FD9228D6-9EFE-4321-85EC-1FFCE6717AF6}"/>
              </a:ext>
            </a:extLst>
          </p:cNvPr>
          <p:cNvSpPr>
            <a:spLocks noChangeArrowheads="1"/>
          </p:cNvSpPr>
          <p:nvPr/>
        </p:nvSpPr>
        <p:spPr bwMode="auto">
          <a:xfrm>
            <a:off x="323850" y="430560"/>
            <a:ext cx="3744094" cy="838200"/>
          </a:xfrm>
          <a:prstGeom prst="horizontalScroll">
            <a:avLst>
              <a:gd name="adj" fmla="val 12500"/>
            </a:avLst>
          </a:prstGeom>
          <a:solidFill>
            <a:schemeClr val="accent1"/>
          </a:solidFill>
          <a:ln w="9525">
            <a:solidFill>
              <a:srgbClr val="FF33CC"/>
            </a:solidFill>
            <a:round/>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en-US" altLang="zh-CN" sz="2800" b="1" dirty="0">
                <a:solidFill>
                  <a:srgbClr val="000000"/>
                </a:solidFill>
                <a:latin typeface="Times New Roman" panose="02020603050405020304" pitchFamily="18" charset="0"/>
              </a:rPr>
              <a:t> </a:t>
            </a:r>
            <a:r>
              <a:rPr lang="zh-CN" altLang="en-US" sz="2800" b="1" dirty="0">
                <a:solidFill>
                  <a:srgbClr val="000000"/>
                </a:solidFill>
                <a:latin typeface="Times New Roman" panose="02020603050405020304" pitchFamily="18" charset="0"/>
              </a:rPr>
              <a:t>麦克斯韦速率分布律</a:t>
            </a:r>
            <a:endParaRPr kumimoji="1" lang="zh-CN" altLang="en-US" sz="2800" b="1" dirty="0">
              <a:solidFill>
                <a:srgbClr val="000000"/>
              </a:solidFill>
              <a:latin typeface="Times New Roman" panose="02020603050405020304" pitchFamily="18" charset="0"/>
            </a:endParaRPr>
          </a:p>
        </p:txBody>
      </p:sp>
      <p:sp>
        <p:nvSpPr>
          <p:cNvPr id="365573" name="Text Box 5">
            <a:extLst>
              <a:ext uri="{FF2B5EF4-FFF2-40B4-BE49-F238E27FC236}">
                <a16:creationId xmlns:a16="http://schemas.microsoft.com/office/drawing/2014/main" id="{5038F145-1380-44BE-838F-D8D89FC25EBA}"/>
              </a:ext>
            </a:extLst>
          </p:cNvPr>
          <p:cNvSpPr txBox="1">
            <a:spLocks noChangeArrowheads="1"/>
          </p:cNvSpPr>
          <p:nvPr/>
        </p:nvSpPr>
        <p:spPr bwMode="auto">
          <a:xfrm>
            <a:off x="5943600" y="3900488"/>
            <a:ext cx="2403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b="1" i="1">
                <a:solidFill>
                  <a:schemeClr val="bg1"/>
                </a:solidFill>
                <a:latin typeface="Times New Roman" panose="02020603050405020304" pitchFamily="18" charset="0"/>
              </a:rPr>
              <a:t>速率分布曲线</a:t>
            </a:r>
            <a:r>
              <a:rPr kumimoji="1" lang="zh-CN" altLang="en-US" sz="2400" b="1">
                <a:solidFill>
                  <a:srgbClr val="000000"/>
                </a:solidFill>
                <a:latin typeface="Times New Roman" panose="02020603050405020304" pitchFamily="18" charset="0"/>
              </a:rPr>
              <a:t> </a:t>
            </a:r>
          </a:p>
        </p:txBody>
      </p:sp>
      <p:sp>
        <p:nvSpPr>
          <p:cNvPr id="57366" name="Text Box 7">
            <a:extLst>
              <a:ext uri="{FF2B5EF4-FFF2-40B4-BE49-F238E27FC236}">
                <a16:creationId xmlns:a16="http://schemas.microsoft.com/office/drawing/2014/main" id="{DDF91E2F-8B32-4497-AE3D-CEEE2189B0A4}"/>
              </a:ext>
            </a:extLst>
          </p:cNvPr>
          <p:cNvSpPr txBox="1">
            <a:spLocks noChangeArrowheads="1"/>
          </p:cNvSpPr>
          <p:nvPr/>
        </p:nvSpPr>
        <p:spPr bwMode="auto">
          <a:xfrm>
            <a:off x="395536" y="3111351"/>
            <a:ext cx="8280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400" b="1" dirty="0">
                <a:solidFill>
                  <a:srgbClr val="000000"/>
                </a:solidFill>
                <a:latin typeface="Times New Roman" panose="02020603050405020304" pitchFamily="18" charset="0"/>
              </a:rPr>
              <a:t>是一个统计规律，仅适用于由</a:t>
            </a:r>
            <a:r>
              <a:rPr kumimoji="1" lang="zh-CN" altLang="en-US" sz="2400" b="1" dirty="0">
                <a:solidFill>
                  <a:srgbClr val="0033CC"/>
                </a:solidFill>
                <a:latin typeface="Times New Roman" panose="02020603050405020304" pitchFamily="18" charset="0"/>
              </a:rPr>
              <a:t>大量分子</a:t>
            </a:r>
            <a:r>
              <a:rPr kumimoji="1" lang="zh-CN" altLang="en-US" sz="2400" b="1" dirty="0">
                <a:solidFill>
                  <a:srgbClr val="000000"/>
                </a:solidFill>
                <a:latin typeface="Times New Roman" panose="02020603050405020304" pitchFamily="18" charset="0"/>
              </a:rPr>
              <a:t>组成的平衡态的气体。</a:t>
            </a:r>
          </a:p>
        </p:txBody>
      </p:sp>
      <p:grpSp>
        <p:nvGrpSpPr>
          <p:cNvPr id="57362" name="Group 11">
            <a:extLst>
              <a:ext uri="{FF2B5EF4-FFF2-40B4-BE49-F238E27FC236}">
                <a16:creationId xmlns:a16="http://schemas.microsoft.com/office/drawing/2014/main" id="{624A2BE2-B90E-42C7-8AC8-695815EF7724}"/>
              </a:ext>
            </a:extLst>
          </p:cNvPr>
          <p:cNvGrpSpPr>
            <a:grpSpLocks/>
          </p:cNvGrpSpPr>
          <p:nvPr/>
        </p:nvGrpSpPr>
        <p:grpSpPr bwMode="auto">
          <a:xfrm>
            <a:off x="323528" y="3873755"/>
            <a:ext cx="8567898" cy="563357"/>
            <a:chOff x="384" y="2016"/>
            <a:chExt cx="2544" cy="538"/>
          </a:xfrm>
        </p:grpSpPr>
        <p:sp>
          <p:nvSpPr>
            <p:cNvPr id="57363" name="Text Box 12">
              <a:extLst>
                <a:ext uri="{FF2B5EF4-FFF2-40B4-BE49-F238E27FC236}">
                  <a16:creationId xmlns:a16="http://schemas.microsoft.com/office/drawing/2014/main" id="{C1F1F73B-A814-462A-9859-1D871ACCE58F}"/>
                </a:ext>
              </a:extLst>
            </p:cNvPr>
            <p:cNvSpPr txBox="1">
              <a:spLocks noChangeArrowheads="1"/>
            </p:cNvSpPr>
            <p:nvPr/>
          </p:nvSpPr>
          <p:spPr bwMode="auto">
            <a:xfrm>
              <a:off x="384" y="2016"/>
              <a:ext cx="25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en-US" altLang="zh-CN" sz="2400" b="1" i="1" dirty="0">
                  <a:solidFill>
                    <a:srgbClr val="000000"/>
                  </a:solidFill>
                  <a:latin typeface="Times New Roman" panose="02020603050405020304" pitchFamily="18" charset="0"/>
                </a:rPr>
                <a:t>dN</a:t>
              </a:r>
              <a:r>
                <a:rPr kumimoji="1" lang="zh-CN" altLang="en-US" sz="2400" b="1" dirty="0">
                  <a:solidFill>
                    <a:srgbClr val="000000"/>
                  </a:solidFill>
                  <a:latin typeface="Times New Roman" panose="02020603050405020304" pitchFamily="18" charset="0"/>
                </a:rPr>
                <a:t>只表示在某一速率附近</a:t>
              </a:r>
              <a:r>
                <a:rPr kumimoji="1" lang="en-US" altLang="zh-CN" sz="2400" b="1" i="1" dirty="0">
                  <a:solidFill>
                    <a:srgbClr val="000000"/>
                  </a:solidFill>
                  <a:latin typeface="Times New Roman" panose="02020603050405020304" pitchFamily="18" charset="0"/>
                </a:rPr>
                <a:t>d</a:t>
              </a:r>
              <a:r>
                <a:rPr kumimoji="1" lang="en-US" altLang="zh-CN" sz="2400" b="1" i="1" dirty="0">
                  <a:solidFill>
                    <a:srgbClr val="000000"/>
                  </a:solidFill>
                  <a:latin typeface="Times New Roman" panose="02020603050405020304" pitchFamily="18" charset="0"/>
                  <a:sym typeface="Symbol" panose="05050102010706020507" pitchFamily="18" charset="2"/>
                </a:rPr>
                <a:t></a:t>
              </a:r>
              <a:r>
                <a:rPr kumimoji="1" lang="zh-CN" altLang="en-US" sz="2400" b="1" dirty="0">
                  <a:solidFill>
                    <a:srgbClr val="000000"/>
                  </a:solidFill>
                  <a:latin typeface="Times New Roman" panose="02020603050405020304" pitchFamily="18" charset="0"/>
                </a:rPr>
                <a:t>速率间隔内的分子数的统计平均值；</a:t>
              </a:r>
              <a:endParaRPr kumimoji="1" lang="en-US" altLang="zh-CN" sz="2400" b="1" dirty="0">
                <a:solidFill>
                  <a:srgbClr val="000000"/>
                </a:solidFill>
                <a:latin typeface="Times New Roman" panose="02020603050405020304" pitchFamily="18" charset="0"/>
              </a:endParaRPr>
            </a:p>
          </p:txBody>
        </p:sp>
        <p:graphicFrame>
          <p:nvGraphicFramePr>
            <p:cNvPr id="57364" name="Object 13">
              <a:extLst>
                <a:ext uri="{FF2B5EF4-FFF2-40B4-BE49-F238E27FC236}">
                  <a16:creationId xmlns:a16="http://schemas.microsoft.com/office/drawing/2014/main" id="{190CC058-F496-4693-B955-63E42E16734E}"/>
                </a:ext>
              </a:extLst>
            </p:cNvPr>
            <p:cNvGraphicFramePr>
              <a:graphicFrameLocks noChangeAspect="1"/>
            </p:cNvGraphicFramePr>
            <p:nvPr/>
          </p:nvGraphicFramePr>
          <p:xfrm>
            <a:off x="479" y="2227"/>
            <a:ext cx="173" cy="327"/>
          </p:xfrm>
          <a:graphic>
            <a:graphicData uri="http://schemas.openxmlformats.org/presentationml/2006/ole">
              <mc:AlternateContent xmlns:mc="http://schemas.openxmlformats.org/markup-compatibility/2006">
                <mc:Choice xmlns:v="urn:schemas-microsoft-com:vml" Requires="v">
                  <p:oleObj name="公式" r:id="rId5" imgW="57305" imgH="161778" progId="Equation.3">
                    <p:embed/>
                  </p:oleObj>
                </mc:Choice>
                <mc:Fallback>
                  <p:oleObj name="公式" r:id="rId5" imgW="57305" imgH="161778" progId="Equation.3">
                    <p:embed/>
                    <p:pic>
                      <p:nvPicPr>
                        <p:cNvPr id="57364" name="Object 13">
                          <a:extLst>
                            <a:ext uri="{FF2B5EF4-FFF2-40B4-BE49-F238E27FC236}">
                              <a16:creationId xmlns:a16="http://schemas.microsoft.com/office/drawing/2014/main" id="{190CC058-F496-4693-B955-63E42E1673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 y="2227"/>
                          <a:ext cx="17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7358" name="Group 17">
            <a:extLst>
              <a:ext uri="{FF2B5EF4-FFF2-40B4-BE49-F238E27FC236}">
                <a16:creationId xmlns:a16="http://schemas.microsoft.com/office/drawing/2014/main" id="{0BD48A50-ADAE-4D4E-AB76-AD7C0D3A2A6D}"/>
              </a:ext>
            </a:extLst>
          </p:cNvPr>
          <p:cNvGrpSpPr>
            <a:grpSpLocks/>
          </p:cNvGrpSpPr>
          <p:nvPr/>
        </p:nvGrpSpPr>
        <p:grpSpPr bwMode="auto">
          <a:xfrm>
            <a:off x="492373" y="4724449"/>
            <a:ext cx="4895850" cy="504825"/>
            <a:chOff x="454" y="3157"/>
            <a:chExt cx="3084" cy="318"/>
          </a:xfrm>
        </p:grpSpPr>
        <mc:AlternateContent xmlns:mc="http://schemas.openxmlformats.org/markup-compatibility/2006" xmlns:a14="http://schemas.microsoft.com/office/drawing/2010/main">
          <mc:Choice Requires="a14">
            <p:sp>
              <p:nvSpPr>
                <p:cNvPr id="57359" name="Object 18">
                  <a:extLst>
                    <a:ext uri="{FF2B5EF4-FFF2-40B4-BE49-F238E27FC236}">
                      <a16:creationId xmlns:a16="http://schemas.microsoft.com/office/drawing/2014/main" id="{DADD5B91-B405-4B43-A5F8-7000865BA845}"/>
                    </a:ext>
                  </a:extLst>
                </p:cNvPr>
                <p:cNvSpPr txBox="1"/>
                <p:nvPr/>
              </p:nvSpPr>
              <p:spPr bwMode="auto">
                <a:xfrm>
                  <a:off x="454" y="3157"/>
                  <a:ext cx="347" cy="269"/>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b="1" i="1">
                            <a:solidFill>
                              <a:srgbClr val="000000"/>
                            </a:solidFill>
                            <a:latin typeface="Cambria Math" panose="02040503050406030204" pitchFamily="18" charset="0"/>
                          </a:rPr>
                          <m:t>𝒅</m:t>
                        </m:r>
                        <m:r>
                          <a:rPr lang="zh-CN" altLang="en-US" b="1" i="1">
                            <a:solidFill>
                              <a:srgbClr val="000000"/>
                            </a:solidFill>
                            <a:latin typeface="Cambria Math" panose="02040503050406030204" pitchFamily="18" charset="0"/>
                          </a:rPr>
                          <m:t>𝝊</m:t>
                        </m:r>
                      </m:oMath>
                    </m:oMathPara>
                  </a14:m>
                  <a:endParaRPr lang="zh-CN" altLang="en-US" b="1" dirty="0"/>
                </a:p>
              </p:txBody>
            </p:sp>
          </mc:Choice>
          <mc:Fallback xmlns="">
            <p:sp>
              <p:nvSpPr>
                <p:cNvPr id="57359" name="Object 18">
                  <a:extLst>
                    <a:ext uri="{FF2B5EF4-FFF2-40B4-BE49-F238E27FC236}">
                      <a16:creationId xmlns:a16="http://schemas.microsoft.com/office/drawing/2014/main" id="{DADD5B91-B405-4B43-A5F8-7000865BA845}"/>
                    </a:ext>
                  </a:extLst>
                </p:cNvPr>
                <p:cNvSpPr txBox="1">
                  <a:spLocks noRot="1" noChangeAspect="1" noMove="1" noResize="1" noEditPoints="1" noAdjustHandles="1" noChangeArrowheads="1" noChangeShapeType="1" noTextEdit="1"/>
                </p:cNvSpPr>
                <p:nvPr/>
              </p:nvSpPr>
              <p:spPr bwMode="auto">
                <a:xfrm>
                  <a:off x="454" y="3157"/>
                  <a:ext cx="347" cy="269"/>
                </a:xfrm>
                <a:prstGeom prst="rect">
                  <a:avLst/>
                </a:prstGeom>
                <a:blipFill>
                  <a:blip r:embed="rId7"/>
                  <a:stretch>
                    <a:fillRect l="-4444" r="-4444" b="-5714"/>
                  </a:stretch>
                </a:blipFill>
                <a:ln>
                  <a:noFill/>
                </a:ln>
              </p:spPr>
              <p:txBody>
                <a:bodyPr/>
                <a:lstStyle/>
                <a:p>
                  <a:r>
                    <a:rPr lang="zh-CN" altLang="en-US">
                      <a:noFill/>
                    </a:rPr>
                    <a:t> </a:t>
                  </a:r>
                </a:p>
              </p:txBody>
            </p:sp>
          </mc:Fallback>
        </mc:AlternateContent>
        <p:sp>
          <p:nvSpPr>
            <p:cNvPr id="57360" name="Text Box 19">
              <a:extLst>
                <a:ext uri="{FF2B5EF4-FFF2-40B4-BE49-F238E27FC236}">
                  <a16:creationId xmlns:a16="http://schemas.microsoft.com/office/drawing/2014/main" id="{94C5211E-1862-4D0A-AA17-0B20025740CE}"/>
                </a:ext>
              </a:extLst>
            </p:cNvPr>
            <p:cNvSpPr txBox="1">
              <a:spLocks noChangeArrowheads="1"/>
            </p:cNvSpPr>
            <p:nvPr/>
          </p:nvSpPr>
          <p:spPr bwMode="auto">
            <a:xfrm>
              <a:off x="720" y="3187"/>
              <a:ext cx="28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400" b="1" dirty="0">
                  <a:solidFill>
                    <a:srgbClr val="000000"/>
                  </a:solidFill>
                  <a:latin typeface="Times New Roman" panose="02020603050405020304" pitchFamily="18" charset="0"/>
                </a:rPr>
                <a:t>宏观上要足够小，微观上足够大</a:t>
              </a:r>
            </a:p>
          </p:txBody>
        </p:sp>
      </p:grpSp>
      <p:sp>
        <p:nvSpPr>
          <p:cNvPr id="57356" name="Text Box 22">
            <a:extLst>
              <a:ext uri="{FF2B5EF4-FFF2-40B4-BE49-F238E27FC236}">
                <a16:creationId xmlns:a16="http://schemas.microsoft.com/office/drawing/2014/main" id="{54193071-FE6E-4F46-A60C-551F04810734}"/>
              </a:ext>
            </a:extLst>
          </p:cNvPr>
          <p:cNvSpPr txBox="1">
            <a:spLocks noChangeArrowheads="1"/>
          </p:cNvSpPr>
          <p:nvPr/>
        </p:nvSpPr>
        <p:spPr bwMode="auto">
          <a:xfrm>
            <a:off x="374848" y="5564088"/>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400" b="1" dirty="0">
                <a:solidFill>
                  <a:srgbClr val="000000"/>
                </a:solidFill>
                <a:latin typeface="Times New Roman" panose="02020603050405020304" pitchFamily="18" charset="0"/>
              </a:rPr>
              <a:t>谈论速率恰好等于某一值的分子数多少，根本没有意义。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5572"/>
                                        </p:tgtEl>
                                        <p:attrNameLst>
                                          <p:attrName>style.visibility</p:attrName>
                                        </p:attrNameLst>
                                      </p:cBhvr>
                                      <p:to>
                                        <p:strVal val="visible"/>
                                      </p:to>
                                    </p:set>
                                    <p:animEffect transition="in" filter="wipe(left)">
                                      <p:cBhvr>
                                        <p:cTn id="7" dur="500"/>
                                        <p:tgtEl>
                                          <p:spTgt spid="3655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5571"/>
                                        </p:tgtEl>
                                        <p:attrNameLst>
                                          <p:attrName>style.visibility</p:attrName>
                                        </p:attrNameLst>
                                      </p:cBhvr>
                                      <p:to>
                                        <p:strVal val="visible"/>
                                      </p:to>
                                    </p:set>
                                    <p:animEffect transition="in" filter="wipe(left)">
                                      <p:cBhvr>
                                        <p:cTn id="12" dur="500"/>
                                        <p:tgtEl>
                                          <p:spTgt spid="3655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65570"/>
                                        </p:tgtEl>
                                        <p:attrNameLst>
                                          <p:attrName>style.visibility</p:attrName>
                                        </p:attrNameLst>
                                      </p:cBhvr>
                                      <p:to>
                                        <p:strVal val="visible"/>
                                      </p:to>
                                    </p:set>
                                    <p:animEffect transition="in" filter="barn(inVertical)">
                                      <p:cBhvr>
                                        <p:cTn id="17" dur="500"/>
                                        <p:tgtEl>
                                          <p:spTgt spid="3655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7366"/>
                                        </p:tgtEl>
                                        <p:attrNameLst>
                                          <p:attrName>style.visibility</p:attrName>
                                        </p:attrNameLst>
                                      </p:cBhvr>
                                      <p:to>
                                        <p:strVal val="visible"/>
                                      </p:to>
                                    </p:set>
                                    <p:animEffect transition="in" filter="wipe(down)">
                                      <p:cBhvr>
                                        <p:cTn id="22" dur="500"/>
                                        <p:tgtEl>
                                          <p:spTgt spid="573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7362"/>
                                        </p:tgtEl>
                                        <p:attrNameLst>
                                          <p:attrName>style.visibility</p:attrName>
                                        </p:attrNameLst>
                                      </p:cBhvr>
                                      <p:to>
                                        <p:strVal val="visible"/>
                                      </p:to>
                                    </p:set>
                                    <p:animEffect transition="in" filter="wipe(down)">
                                      <p:cBhvr>
                                        <p:cTn id="27" dur="500"/>
                                        <p:tgtEl>
                                          <p:spTgt spid="573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7358"/>
                                        </p:tgtEl>
                                        <p:attrNameLst>
                                          <p:attrName>style.visibility</p:attrName>
                                        </p:attrNameLst>
                                      </p:cBhvr>
                                      <p:to>
                                        <p:strVal val="visible"/>
                                      </p:to>
                                    </p:set>
                                    <p:animEffect transition="in" filter="wipe(down)">
                                      <p:cBhvr>
                                        <p:cTn id="32" dur="500"/>
                                        <p:tgtEl>
                                          <p:spTgt spid="573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7356"/>
                                        </p:tgtEl>
                                        <p:attrNameLst>
                                          <p:attrName>style.visibility</p:attrName>
                                        </p:attrNameLst>
                                      </p:cBhvr>
                                      <p:to>
                                        <p:strVal val="visible"/>
                                      </p:to>
                                    </p:set>
                                    <p:animEffect transition="in" filter="wipe(down)">
                                      <p:cBhvr>
                                        <p:cTn id="37" dur="500"/>
                                        <p:tgtEl>
                                          <p:spTgt spid="57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0" grpId="0"/>
      <p:bldP spid="365572" grpId="0" animBg="1" autoUpdateAnimBg="0"/>
      <p:bldP spid="57366" grpId="0"/>
      <p:bldP spid="57356"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76835" name="Object 3">
            <a:extLst>
              <a:ext uri="{FF2B5EF4-FFF2-40B4-BE49-F238E27FC236}">
                <a16:creationId xmlns:a16="http://schemas.microsoft.com/office/drawing/2014/main" id="{F21CD9A4-AFC6-4A13-A998-46ECD475EFC0}"/>
              </a:ext>
            </a:extLst>
          </p:cNvPr>
          <p:cNvGraphicFramePr>
            <a:graphicFrameLocks noChangeAspect="1"/>
          </p:cNvGraphicFramePr>
          <p:nvPr/>
        </p:nvGraphicFramePr>
        <p:xfrm>
          <a:off x="724545" y="2636912"/>
          <a:ext cx="3127375" cy="1125538"/>
        </p:xfrm>
        <a:graphic>
          <a:graphicData uri="http://schemas.openxmlformats.org/presentationml/2006/ole">
            <mc:AlternateContent xmlns:mc="http://schemas.openxmlformats.org/markup-compatibility/2006">
              <mc:Choice xmlns:v="urn:schemas-microsoft-com:vml" Requires="v">
                <p:oleObj name="Equation" r:id="rId2" imgW="1266826" imgH="409370" progId="Equation.3">
                  <p:embed/>
                </p:oleObj>
              </mc:Choice>
              <mc:Fallback>
                <p:oleObj name="Equation" r:id="rId2" imgW="1266826" imgH="409370" progId="Equation.3">
                  <p:embed/>
                  <p:pic>
                    <p:nvPicPr>
                      <p:cNvPr id="376835" name="Object 3">
                        <a:extLst>
                          <a:ext uri="{FF2B5EF4-FFF2-40B4-BE49-F238E27FC236}">
                            <a16:creationId xmlns:a16="http://schemas.microsoft.com/office/drawing/2014/main" id="{F21CD9A4-AFC6-4A13-A998-46ECD475E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545" y="2636912"/>
                        <a:ext cx="3127375" cy="1125538"/>
                      </a:xfrm>
                      <a:prstGeom prst="rect">
                        <a:avLst/>
                      </a:prstGeom>
                      <a:solidFill>
                        <a:srgbClr val="000080"/>
                      </a:solidFill>
                      <a:ln w="25400">
                        <a:solidFill>
                          <a:srgbClr val="FF0000"/>
                        </a:solidFill>
                        <a:miter lim="800000"/>
                        <a:headEnd/>
                        <a:tailEnd/>
                      </a:ln>
                    </p:spPr>
                  </p:pic>
                </p:oleObj>
              </mc:Fallback>
            </mc:AlternateContent>
          </a:graphicData>
        </a:graphic>
      </p:graphicFrame>
      <p:sp>
        <p:nvSpPr>
          <p:cNvPr id="376836" name="Text Box 4">
            <a:extLst>
              <a:ext uri="{FF2B5EF4-FFF2-40B4-BE49-F238E27FC236}">
                <a16:creationId xmlns:a16="http://schemas.microsoft.com/office/drawing/2014/main" id="{20BD7CB4-29ED-4E91-81E4-C5A748FFF115}"/>
              </a:ext>
            </a:extLst>
          </p:cNvPr>
          <p:cNvSpPr txBox="1">
            <a:spLocks noChangeArrowheads="1"/>
          </p:cNvSpPr>
          <p:nvPr/>
        </p:nvSpPr>
        <p:spPr bwMode="auto">
          <a:xfrm>
            <a:off x="394841" y="4221163"/>
            <a:ext cx="8281615" cy="22272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
                <a:srgbClr val="FF3300"/>
              </a:buClr>
              <a:buSzTx/>
              <a:buFont typeface="Wingdings" panose="05000000000000000000" pitchFamily="2" charset="2"/>
              <a:buChar char="l"/>
            </a:pPr>
            <a:r>
              <a:rPr kumimoji="1" lang="en-US" altLang="zh-CN" sz="2800" b="1" dirty="0">
                <a:solidFill>
                  <a:schemeClr val="tx2"/>
                </a:solidFill>
                <a:latin typeface="Times New Roman" panose="02020603050405020304" pitchFamily="18" charset="0"/>
                <a:ea typeface="华文中宋" panose="02010600040101010101" pitchFamily="2" charset="-122"/>
              </a:rPr>
              <a:t> </a:t>
            </a:r>
            <a:r>
              <a:rPr kumimoji="1" lang="zh-CN" altLang="en-US" sz="2800" b="1" dirty="0">
                <a:solidFill>
                  <a:schemeClr val="tx2"/>
                </a:solidFill>
                <a:latin typeface="Times New Roman" panose="02020603050405020304" pitchFamily="18" charset="0"/>
                <a:ea typeface="华文中宋" panose="02010600040101010101" pitchFamily="2" charset="-122"/>
              </a:rPr>
              <a:t>意义</a:t>
            </a:r>
            <a:r>
              <a:rPr kumimoji="1" lang="en-US" altLang="zh-CN" sz="2800" b="1" dirty="0">
                <a:solidFill>
                  <a:schemeClr val="tx2"/>
                </a:solidFill>
                <a:latin typeface="Times New Roman" panose="02020603050405020304" pitchFamily="18" charset="0"/>
                <a:ea typeface="华文中宋" panose="02010600040101010101" pitchFamily="2" charset="-122"/>
              </a:rPr>
              <a:t>1</a:t>
            </a:r>
            <a:r>
              <a:rPr kumimoji="1" lang="zh-CN" altLang="en-US" sz="2800" b="1" dirty="0">
                <a:solidFill>
                  <a:schemeClr val="tx2"/>
                </a:solidFill>
                <a:latin typeface="Times New Roman" panose="02020603050405020304" pitchFamily="18" charset="0"/>
                <a:ea typeface="华文中宋" panose="02010600040101010101" pitchFamily="2" charset="-122"/>
              </a:rPr>
              <a:t>：在不同速率附近所取的各个</a:t>
            </a:r>
            <a:r>
              <a:rPr kumimoji="1" lang="zh-CN" altLang="en-US" sz="2800" b="1" dirty="0">
                <a:solidFill>
                  <a:srgbClr val="FF3300"/>
                </a:solidFill>
                <a:latin typeface="Times New Roman" panose="02020603050405020304" pitchFamily="18" charset="0"/>
                <a:ea typeface="华文中宋" panose="02010600040101010101" pitchFamily="2" charset="-122"/>
              </a:rPr>
              <a:t>大小相等</a:t>
            </a:r>
            <a:r>
              <a:rPr kumimoji="1" lang="zh-CN" altLang="en-US" sz="2800" b="1" dirty="0">
                <a:solidFill>
                  <a:schemeClr val="tx2"/>
                </a:solidFill>
                <a:latin typeface="Times New Roman" panose="02020603050405020304" pitchFamily="18" charset="0"/>
                <a:ea typeface="华文中宋" panose="02010600040101010101" pitchFamily="2" charset="-122"/>
              </a:rPr>
              <a:t>的速率间隔中，分布在包含</a:t>
            </a:r>
            <a:r>
              <a:rPr kumimoji="1" lang="zh-CN" altLang="en-US" sz="2800" b="1" dirty="0">
                <a:solidFill>
                  <a:schemeClr val="tx2"/>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800" b="1" baseline="-25000" dirty="0">
                <a:solidFill>
                  <a:schemeClr val="tx2"/>
                </a:solidFill>
                <a:latin typeface="Times New Roman" panose="02020603050405020304" pitchFamily="18" charset="0"/>
                <a:ea typeface="华文中宋" panose="02010600040101010101" pitchFamily="2" charset="-122"/>
                <a:sym typeface="Symbol" panose="05050102010706020507" pitchFamily="18" charset="2"/>
              </a:rPr>
              <a:t>p</a:t>
            </a:r>
            <a:r>
              <a:rPr kumimoji="1" lang="en-US" altLang="zh-CN" sz="2800" b="1" dirty="0">
                <a:solidFill>
                  <a:schemeClr val="tx2"/>
                </a:solidFill>
                <a:latin typeface="Times New Roman" panose="02020603050405020304" pitchFamily="18" charset="0"/>
                <a:ea typeface="华文中宋" panose="02010600040101010101" pitchFamily="2" charset="-122"/>
              </a:rPr>
              <a:t> </a:t>
            </a:r>
            <a:r>
              <a:rPr kumimoji="1" lang="zh-CN" altLang="en-US" sz="2800" b="1" dirty="0">
                <a:solidFill>
                  <a:schemeClr val="tx2"/>
                </a:solidFill>
                <a:latin typeface="Times New Roman" panose="02020603050405020304" pitchFamily="18" charset="0"/>
                <a:ea typeface="华文中宋" panose="02010600040101010101" pitchFamily="2" charset="-122"/>
              </a:rPr>
              <a:t>在内的速率间隔中的分子数占总分子数的百分比</a:t>
            </a:r>
            <a:r>
              <a:rPr kumimoji="1" lang="zh-CN" altLang="en-US" sz="2800" b="1" dirty="0">
                <a:solidFill>
                  <a:srgbClr val="FF3300"/>
                </a:solidFill>
                <a:latin typeface="Times New Roman" panose="02020603050405020304" pitchFamily="18" charset="0"/>
                <a:ea typeface="华文中宋" panose="02010600040101010101" pitchFamily="2" charset="-122"/>
              </a:rPr>
              <a:t>最大</a:t>
            </a:r>
            <a:r>
              <a:rPr kumimoji="1" lang="en-US" altLang="zh-CN" sz="2800" b="1" dirty="0">
                <a:solidFill>
                  <a:schemeClr val="tx2"/>
                </a:solidFill>
                <a:latin typeface="Times New Roman" panose="02020603050405020304" pitchFamily="18" charset="0"/>
                <a:ea typeface="华文中宋" panose="02010600040101010101" pitchFamily="2" charset="-122"/>
              </a:rPr>
              <a:t>;</a:t>
            </a:r>
          </a:p>
          <a:p>
            <a:pPr algn="just" eaLnBrk="1" hangingPunct="1">
              <a:spcBef>
                <a:spcPct val="0"/>
              </a:spcBef>
              <a:buClr>
                <a:srgbClr val="FF3300"/>
              </a:buClr>
              <a:buSzTx/>
              <a:buFont typeface="Wingdings" panose="05000000000000000000" pitchFamily="2" charset="2"/>
              <a:buChar char="l"/>
            </a:pPr>
            <a:r>
              <a:rPr kumimoji="1" lang="zh-CN" altLang="en-US" sz="2800" b="1" dirty="0">
                <a:solidFill>
                  <a:schemeClr val="tx2"/>
                </a:solidFill>
                <a:latin typeface="Times New Roman" panose="02020603050405020304" pitchFamily="18" charset="0"/>
                <a:ea typeface="华文中宋" panose="02010600040101010101" pitchFamily="2" charset="-122"/>
              </a:rPr>
              <a:t>意义</a:t>
            </a:r>
            <a:r>
              <a:rPr kumimoji="1" lang="en-US" altLang="zh-CN" sz="2800" b="1" dirty="0">
                <a:solidFill>
                  <a:schemeClr val="tx2"/>
                </a:solidFill>
                <a:latin typeface="Times New Roman" panose="02020603050405020304" pitchFamily="18" charset="0"/>
                <a:ea typeface="华文中宋" panose="02010600040101010101" pitchFamily="2" charset="-122"/>
              </a:rPr>
              <a:t>2</a:t>
            </a:r>
            <a:r>
              <a:rPr kumimoji="1" lang="zh-CN" altLang="en-US" sz="2800" b="1" dirty="0">
                <a:solidFill>
                  <a:schemeClr val="tx2"/>
                </a:solidFill>
                <a:latin typeface="Times New Roman" panose="02020603050405020304" pitchFamily="18" charset="0"/>
                <a:ea typeface="华文中宋" panose="02010600040101010101" pitchFamily="2" charset="-122"/>
              </a:rPr>
              <a:t>：一个分子速率出现在</a:t>
            </a:r>
            <a:r>
              <a:rPr kumimoji="1" lang="zh-CN" altLang="en-US" sz="2400" b="1" dirty="0">
                <a:solidFill>
                  <a:schemeClr val="tx2"/>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400" b="1" baseline="-25000" dirty="0">
                <a:solidFill>
                  <a:schemeClr val="tx2"/>
                </a:solidFill>
                <a:latin typeface="Times New Roman" panose="02020603050405020304" pitchFamily="18" charset="0"/>
                <a:ea typeface="华文中宋" panose="02010600040101010101" pitchFamily="2" charset="-122"/>
                <a:sym typeface="Symbol" panose="05050102010706020507" pitchFamily="18" charset="2"/>
              </a:rPr>
              <a:t>p</a:t>
            </a:r>
            <a:r>
              <a:rPr kumimoji="1" lang="zh-CN" altLang="en-US" sz="2800" b="1" dirty="0">
                <a:solidFill>
                  <a:schemeClr val="tx2"/>
                </a:solidFill>
                <a:latin typeface="Times New Roman" panose="02020603050405020304" pitchFamily="18" charset="0"/>
                <a:ea typeface="华文中宋" panose="02010600040101010101" pitchFamily="2" charset="-122"/>
              </a:rPr>
              <a:t>附近单位速率间隔内的概率最大；</a:t>
            </a:r>
          </a:p>
        </p:txBody>
      </p:sp>
      <p:grpSp>
        <p:nvGrpSpPr>
          <p:cNvPr id="6" name="组合 5">
            <a:extLst>
              <a:ext uri="{FF2B5EF4-FFF2-40B4-BE49-F238E27FC236}">
                <a16:creationId xmlns:a16="http://schemas.microsoft.com/office/drawing/2014/main" id="{3E70CF71-AB56-4EA3-B220-7E37B3EE9243}"/>
              </a:ext>
            </a:extLst>
          </p:cNvPr>
          <p:cNvGrpSpPr/>
          <p:nvPr/>
        </p:nvGrpSpPr>
        <p:grpSpPr>
          <a:xfrm>
            <a:off x="4838700" y="1556122"/>
            <a:ext cx="3837756" cy="2520950"/>
            <a:chOff x="4838700" y="908050"/>
            <a:chExt cx="4305300" cy="3246438"/>
          </a:xfrm>
        </p:grpSpPr>
        <p:pic>
          <p:nvPicPr>
            <p:cNvPr id="376842" name="Picture 10" descr="麦分1">
              <a:extLst>
                <a:ext uri="{FF2B5EF4-FFF2-40B4-BE49-F238E27FC236}">
                  <a16:creationId xmlns:a16="http://schemas.microsoft.com/office/drawing/2014/main" id="{0E23370B-58F2-49E4-8F7C-1E72ADD0B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700" y="908050"/>
              <a:ext cx="43053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1">
              <a:extLst>
                <a:ext uri="{FF2B5EF4-FFF2-40B4-BE49-F238E27FC236}">
                  <a16:creationId xmlns:a16="http://schemas.microsoft.com/office/drawing/2014/main" id="{C8A62DAA-D3F7-49F2-B6D8-BE0A9134690E}"/>
                </a:ext>
              </a:extLst>
            </p:cNvPr>
            <p:cNvGrpSpPr>
              <a:grpSpLocks/>
            </p:cNvGrpSpPr>
            <p:nvPr/>
          </p:nvGrpSpPr>
          <p:grpSpPr bwMode="auto">
            <a:xfrm>
              <a:off x="5981700" y="2051050"/>
              <a:ext cx="398463" cy="2041525"/>
              <a:chOff x="3648" y="1488"/>
              <a:chExt cx="251" cy="1286"/>
            </a:xfrm>
          </p:grpSpPr>
          <p:sp>
            <p:nvSpPr>
              <p:cNvPr id="59411" name="Rectangle 12">
                <a:extLst>
                  <a:ext uri="{FF2B5EF4-FFF2-40B4-BE49-F238E27FC236}">
                    <a16:creationId xmlns:a16="http://schemas.microsoft.com/office/drawing/2014/main" id="{79199D5D-2C84-4559-9BC3-8B5F6B2DA227}"/>
                  </a:ext>
                </a:extLst>
              </p:cNvPr>
              <p:cNvSpPr>
                <a:spLocks noChangeArrowheads="1"/>
              </p:cNvSpPr>
              <p:nvPr/>
            </p:nvSpPr>
            <p:spPr bwMode="auto">
              <a:xfrm>
                <a:off x="3696" y="1488"/>
                <a:ext cx="144" cy="864"/>
              </a:xfrm>
              <a:prstGeom prst="rect">
                <a:avLst/>
              </a:prstGeom>
              <a:solidFill>
                <a:schemeClr val="accent1"/>
              </a:solidFill>
              <a:ln w="9525">
                <a:solidFill>
                  <a:srgbClr val="00FF99"/>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solidFill>
                    <a:srgbClr val="000000"/>
                  </a:solidFill>
                </a:endParaRPr>
              </a:p>
            </p:txBody>
          </p:sp>
          <p:graphicFrame>
            <p:nvGraphicFramePr>
              <p:cNvPr id="59412" name="Object 13">
                <a:extLst>
                  <a:ext uri="{FF2B5EF4-FFF2-40B4-BE49-F238E27FC236}">
                    <a16:creationId xmlns:a16="http://schemas.microsoft.com/office/drawing/2014/main" id="{7FE30EB5-7F36-4BFC-B0A4-FE0589DBF1E8}"/>
                  </a:ext>
                </a:extLst>
              </p:cNvPr>
              <p:cNvGraphicFramePr>
                <a:graphicFrameLocks noChangeAspect="1"/>
              </p:cNvGraphicFramePr>
              <p:nvPr/>
            </p:nvGraphicFramePr>
            <p:xfrm>
              <a:off x="3648" y="2448"/>
              <a:ext cx="251" cy="326"/>
            </p:xfrm>
            <a:graphic>
              <a:graphicData uri="http://schemas.openxmlformats.org/presentationml/2006/ole">
                <mc:AlternateContent xmlns:mc="http://schemas.openxmlformats.org/markup-compatibility/2006">
                  <mc:Choice xmlns:v="urn:schemas-microsoft-com:vml" Requires="v">
                    <p:oleObj name="Equation" r:id="rId5" imgW="104747" imgH="161778" progId="Equation.3">
                      <p:embed/>
                    </p:oleObj>
                  </mc:Choice>
                  <mc:Fallback>
                    <p:oleObj name="Equation" r:id="rId5" imgW="104747" imgH="161778" progId="Equation.3">
                      <p:embed/>
                      <p:pic>
                        <p:nvPicPr>
                          <p:cNvPr id="59412" name="Object 13">
                            <a:extLst>
                              <a:ext uri="{FF2B5EF4-FFF2-40B4-BE49-F238E27FC236}">
                                <a16:creationId xmlns:a16="http://schemas.microsoft.com/office/drawing/2014/main" id="{7FE30EB5-7F36-4BFC-B0A4-FE0589DBF1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8" y="2448"/>
                            <a:ext cx="25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14">
              <a:extLst>
                <a:ext uri="{FF2B5EF4-FFF2-40B4-BE49-F238E27FC236}">
                  <a16:creationId xmlns:a16="http://schemas.microsoft.com/office/drawing/2014/main" id="{DB6127E9-B2B1-4D33-94C2-521E323F6300}"/>
                </a:ext>
              </a:extLst>
            </p:cNvPr>
            <p:cNvGrpSpPr>
              <a:grpSpLocks/>
            </p:cNvGrpSpPr>
            <p:nvPr/>
          </p:nvGrpSpPr>
          <p:grpSpPr bwMode="auto">
            <a:xfrm>
              <a:off x="7429500" y="2736850"/>
              <a:ext cx="428625" cy="1355725"/>
              <a:chOff x="4560" y="1920"/>
              <a:chExt cx="270" cy="854"/>
            </a:xfrm>
          </p:grpSpPr>
          <p:sp>
            <p:nvSpPr>
              <p:cNvPr id="59409" name="Rectangle 15">
                <a:extLst>
                  <a:ext uri="{FF2B5EF4-FFF2-40B4-BE49-F238E27FC236}">
                    <a16:creationId xmlns:a16="http://schemas.microsoft.com/office/drawing/2014/main" id="{1368A7F4-0322-4892-ABB3-513DA30F25F1}"/>
                  </a:ext>
                </a:extLst>
              </p:cNvPr>
              <p:cNvSpPr>
                <a:spLocks noChangeArrowheads="1"/>
              </p:cNvSpPr>
              <p:nvPr/>
            </p:nvSpPr>
            <p:spPr bwMode="auto">
              <a:xfrm>
                <a:off x="4608" y="1920"/>
                <a:ext cx="144" cy="432"/>
              </a:xfrm>
              <a:prstGeom prst="rect">
                <a:avLst/>
              </a:prstGeom>
              <a:solidFill>
                <a:schemeClr val="accent1"/>
              </a:solidFill>
              <a:ln w="9525">
                <a:solidFill>
                  <a:srgbClr val="00FF99"/>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solidFill>
                    <a:srgbClr val="000000"/>
                  </a:solidFill>
                </a:endParaRPr>
              </a:p>
            </p:txBody>
          </p:sp>
          <p:graphicFrame>
            <p:nvGraphicFramePr>
              <p:cNvPr id="59410" name="Object 16">
                <a:extLst>
                  <a:ext uri="{FF2B5EF4-FFF2-40B4-BE49-F238E27FC236}">
                    <a16:creationId xmlns:a16="http://schemas.microsoft.com/office/drawing/2014/main" id="{4EEF6AF9-8D24-4D52-9042-DF334687233A}"/>
                  </a:ext>
                </a:extLst>
              </p:cNvPr>
              <p:cNvGraphicFramePr>
                <a:graphicFrameLocks noChangeAspect="1"/>
              </p:cNvGraphicFramePr>
              <p:nvPr/>
            </p:nvGraphicFramePr>
            <p:xfrm>
              <a:off x="4560" y="2448"/>
              <a:ext cx="270" cy="326"/>
            </p:xfrm>
            <a:graphic>
              <a:graphicData uri="http://schemas.openxmlformats.org/presentationml/2006/ole">
                <mc:AlternateContent xmlns:mc="http://schemas.openxmlformats.org/markup-compatibility/2006">
                  <mc:Choice xmlns:v="urn:schemas-microsoft-com:vml" Requires="v">
                    <p:oleObj name="Equation" r:id="rId7" imgW="124005" imgH="161778" progId="Equation.3">
                      <p:embed/>
                    </p:oleObj>
                  </mc:Choice>
                  <mc:Fallback>
                    <p:oleObj name="Equation" r:id="rId7" imgW="124005" imgH="161778" progId="Equation.3">
                      <p:embed/>
                      <p:pic>
                        <p:nvPicPr>
                          <p:cNvPr id="59410" name="Object 16">
                            <a:extLst>
                              <a:ext uri="{FF2B5EF4-FFF2-40B4-BE49-F238E27FC236}">
                                <a16:creationId xmlns:a16="http://schemas.microsoft.com/office/drawing/2014/main" id="{4EEF6AF9-8D24-4D52-9042-DF33468723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2448"/>
                            <a:ext cx="27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17">
              <a:extLst>
                <a:ext uri="{FF2B5EF4-FFF2-40B4-BE49-F238E27FC236}">
                  <a16:creationId xmlns:a16="http://schemas.microsoft.com/office/drawing/2014/main" id="{768FB23F-D742-4E05-8493-E066A56B0678}"/>
                </a:ext>
              </a:extLst>
            </p:cNvPr>
            <p:cNvGrpSpPr>
              <a:grpSpLocks/>
            </p:cNvGrpSpPr>
            <p:nvPr/>
          </p:nvGrpSpPr>
          <p:grpSpPr bwMode="auto">
            <a:xfrm>
              <a:off x="6477000" y="1517650"/>
              <a:ext cx="520700" cy="2635250"/>
              <a:chOff x="4080" y="1344"/>
              <a:chExt cx="328" cy="1660"/>
            </a:xfrm>
          </p:grpSpPr>
          <p:sp>
            <p:nvSpPr>
              <p:cNvPr id="59407" name="Line 18">
                <a:extLst>
                  <a:ext uri="{FF2B5EF4-FFF2-40B4-BE49-F238E27FC236}">
                    <a16:creationId xmlns:a16="http://schemas.microsoft.com/office/drawing/2014/main" id="{F776FF30-900A-417C-BD60-9D07FFA06413}"/>
                  </a:ext>
                </a:extLst>
              </p:cNvPr>
              <p:cNvSpPr>
                <a:spLocks noChangeShapeType="1"/>
              </p:cNvSpPr>
              <p:nvPr/>
            </p:nvSpPr>
            <p:spPr bwMode="auto">
              <a:xfrm>
                <a:off x="4176" y="1344"/>
                <a:ext cx="0" cy="1200"/>
              </a:xfrm>
              <a:prstGeom prst="line">
                <a:avLst/>
              </a:prstGeom>
              <a:noFill/>
              <a:ln w="381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408" name="Object 19">
                <a:extLst>
                  <a:ext uri="{FF2B5EF4-FFF2-40B4-BE49-F238E27FC236}">
                    <a16:creationId xmlns:a16="http://schemas.microsoft.com/office/drawing/2014/main" id="{9E9AE5E6-BEFF-43C4-BCE1-2A80CC7C1E77}"/>
                  </a:ext>
                </a:extLst>
              </p:cNvPr>
              <p:cNvGraphicFramePr>
                <a:graphicFrameLocks noChangeAspect="1"/>
              </p:cNvGraphicFramePr>
              <p:nvPr/>
            </p:nvGraphicFramePr>
            <p:xfrm>
              <a:off x="4080" y="2640"/>
              <a:ext cx="328" cy="364"/>
            </p:xfrm>
            <a:graphic>
              <a:graphicData uri="http://schemas.openxmlformats.org/presentationml/2006/ole">
                <mc:AlternateContent xmlns:mc="http://schemas.openxmlformats.org/markup-compatibility/2006">
                  <mc:Choice xmlns:v="urn:schemas-microsoft-com:vml" Requires="v">
                    <p:oleObj name="Equation" r:id="rId9" imgW="162052" imgH="181004" progId="Equation.3">
                      <p:embed/>
                    </p:oleObj>
                  </mc:Choice>
                  <mc:Fallback>
                    <p:oleObj name="Equation" r:id="rId9" imgW="162052" imgH="181004" progId="Equation.3">
                      <p:embed/>
                      <p:pic>
                        <p:nvPicPr>
                          <p:cNvPr id="59408" name="Object 19">
                            <a:extLst>
                              <a:ext uri="{FF2B5EF4-FFF2-40B4-BE49-F238E27FC236}">
                                <a16:creationId xmlns:a16="http://schemas.microsoft.com/office/drawing/2014/main" id="{9E9AE5E6-BEFF-43C4-BCE1-2A80CC7C1E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0" y="2640"/>
                            <a:ext cx="32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Group 20">
              <a:extLst>
                <a:ext uri="{FF2B5EF4-FFF2-40B4-BE49-F238E27FC236}">
                  <a16:creationId xmlns:a16="http://schemas.microsoft.com/office/drawing/2014/main" id="{ADE13B69-60D5-45B5-BA25-D79A7451E092}"/>
                </a:ext>
              </a:extLst>
            </p:cNvPr>
            <p:cNvGrpSpPr>
              <a:grpSpLocks/>
            </p:cNvGrpSpPr>
            <p:nvPr/>
          </p:nvGrpSpPr>
          <p:grpSpPr bwMode="auto">
            <a:xfrm>
              <a:off x="6477000" y="1517650"/>
              <a:ext cx="487363" cy="2636838"/>
              <a:chOff x="4080" y="1344"/>
              <a:chExt cx="307" cy="1661"/>
            </a:xfrm>
          </p:grpSpPr>
          <p:graphicFrame>
            <p:nvGraphicFramePr>
              <p:cNvPr id="59405" name="Object 21">
                <a:extLst>
                  <a:ext uri="{FF2B5EF4-FFF2-40B4-BE49-F238E27FC236}">
                    <a16:creationId xmlns:a16="http://schemas.microsoft.com/office/drawing/2014/main" id="{65B2C780-870F-4505-A9AE-9C0FF388FC97}"/>
                  </a:ext>
                </a:extLst>
              </p:cNvPr>
              <p:cNvGraphicFramePr>
                <a:graphicFrameLocks noChangeAspect="1"/>
              </p:cNvGraphicFramePr>
              <p:nvPr/>
            </p:nvGraphicFramePr>
            <p:xfrm>
              <a:off x="4080" y="2640"/>
              <a:ext cx="307" cy="365"/>
            </p:xfrm>
            <a:graphic>
              <a:graphicData uri="http://schemas.openxmlformats.org/presentationml/2006/ole">
                <mc:AlternateContent xmlns:mc="http://schemas.openxmlformats.org/markup-compatibility/2006">
                  <mc:Choice xmlns:v="urn:schemas-microsoft-com:vml" Requires="v">
                    <p:oleObj name="Equation" r:id="rId11" imgW="142794" imgH="181004" progId="Equation.3">
                      <p:embed/>
                    </p:oleObj>
                  </mc:Choice>
                  <mc:Fallback>
                    <p:oleObj name="Equation" r:id="rId11" imgW="142794" imgH="181004" progId="Equation.3">
                      <p:embed/>
                      <p:pic>
                        <p:nvPicPr>
                          <p:cNvPr id="59405" name="Object 21">
                            <a:extLst>
                              <a:ext uri="{FF2B5EF4-FFF2-40B4-BE49-F238E27FC236}">
                                <a16:creationId xmlns:a16="http://schemas.microsoft.com/office/drawing/2014/main" id="{65B2C780-870F-4505-A9AE-9C0FF388FC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2640"/>
                            <a:ext cx="3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6" name="Rectangle 22" descr="宽上对角线">
                <a:extLst>
                  <a:ext uri="{FF2B5EF4-FFF2-40B4-BE49-F238E27FC236}">
                    <a16:creationId xmlns:a16="http://schemas.microsoft.com/office/drawing/2014/main" id="{9FDB5BB4-706F-4CD3-B539-C3811531AC4B}"/>
                  </a:ext>
                </a:extLst>
              </p:cNvPr>
              <p:cNvSpPr>
                <a:spLocks noChangeArrowheads="1"/>
              </p:cNvSpPr>
              <p:nvPr/>
            </p:nvSpPr>
            <p:spPr bwMode="auto">
              <a:xfrm>
                <a:off x="4128" y="1344"/>
                <a:ext cx="144" cy="1200"/>
              </a:xfrm>
              <a:prstGeom prst="rect">
                <a:avLst/>
              </a:prstGeom>
              <a:blipFill dpi="0" rotWithShape="0">
                <a:blip r:embed="rId13"/>
                <a:srcRect/>
                <a:tile tx="0" ty="0" sx="100000" sy="100000" flip="none" algn="tl"/>
              </a:blipFill>
              <a:ln w="9525">
                <a:solidFill>
                  <a:srgbClr val="00FF99"/>
                </a:solidFill>
                <a:miter lim="800000"/>
                <a:headEnd/>
                <a:tailEnd/>
              </a:ln>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solidFill>
                    <a:srgbClr val="000000"/>
                  </a:solidFill>
                </a:endParaRPr>
              </a:p>
            </p:txBody>
          </p:sp>
        </p:grpSp>
      </p:grpSp>
      <p:sp>
        <p:nvSpPr>
          <p:cNvPr id="21" name="文本框 20">
            <a:extLst>
              <a:ext uri="{FF2B5EF4-FFF2-40B4-BE49-F238E27FC236}">
                <a16:creationId xmlns:a16="http://schemas.microsoft.com/office/drawing/2014/main" id="{E0089EE0-1428-4A13-AF22-09E39AD0E6CC}"/>
              </a:ext>
            </a:extLst>
          </p:cNvPr>
          <p:cNvSpPr txBox="1"/>
          <p:nvPr/>
        </p:nvSpPr>
        <p:spPr>
          <a:xfrm>
            <a:off x="262976" y="89534"/>
            <a:ext cx="5213197" cy="1307281"/>
          </a:xfrm>
          <a:prstGeom prst="rect">
            <a:avLst/>
          </a:prstGeom>
          <a:noFill/>
        </p:spPr>
        <p:txBody>
          <a:bodyPr wrap="square" rtlCol="0">
            <a:spAutoFit/>
          </a:bodyPr>
          <a:lstStyle/>
          <a:p>
            <a:pPr>
              <a:lnSpc>
                <a:spcPct val="150000"/>
              </a:lnSpc>
            </a:pPr>
            <a:r>
              <a:rPr lang="zh-CN" altLang="en-US" sz="2800" b="1" dirty="0">
                <a:solidFill>
                  <a:srgbClr val="000000"/>
                </a:solidFill>
                <a:ea typeface="楷体_GB2312" pitchFamily="49" charset="-122"/>
              </a:rPr>
              <a:t>统计速率之</a:t>
            </a:r>
            <a:r>
              <a:rPr lang="zh-CN" altLang="en-US" sz="2800" b="1" dirty="0">
                <a:solidFill>
                  <a:srgbClr val="FF0000"/>
                </a:solidFill>
                <a:ea typeface="楷体_GB2312" pitchFamily="49" charset="-122"/>
              </a:rPr>
              <a:t>最概然速率</a:t>
            </a:r>
            <a:r>
              <a:rPr lang="en-US" altLang="zh-CN" sz="2800" b="1" i="1" dirty="0">
                <a:solidFill>
                  <a:srgbClr val="FF0000"/>
                </a:solidFill>
                <a:latin typeface="+mn-lt"/>
                <a:ea typeface="黑体" panose="02010609060101010101" pitchFamily="49" charset="-122"/>
              </a:rPr>
              <a:t>v</a:t>
            </a:r>
            <a:r>
              <a:rPr lang="en-US" altLang="zh-CN" sz="2800" b="1" i="1" baseline="-25000" dirty="0">
                <a:solidFill>
                  <a:srgbClr val="FF0000"/>
                </a:solidFill>
                <a:latin typeface="+mn-lt"/>
                <a:ea typeface="黑体" panose="02010609060101010101" pitchFamily="49" charset="-122"/>
              </a:rPr>
              <a:t>p</a:t>
            </a:r>
            <a:r>
              <a:rPr lang="zh-CN" altLang="en-US" sz="2800" b="1" dirty="0">
                <a:latin typeface="+mn-lt"/>
                <a:ea typeface="黑体" panose="02010609060101010101" pitchFamily="49" charset="-122"/>
              </a:rPr>
              <a:t>：</a:t>
            </a:r>
            <a:endParaRPr lang="en-US" altLang="zh-CN" sz="2800" b="1" dirty="0">
              <a:latin typeface="+mn-lt"/>
              <a:ea typeface="黑体" panose="02010609060101010101" pitchFamily="49" charset="-122"/>
            </a:endParaRPr>
          </a:p>
          <a:p>
            <a:pPr>
              <a:lnSpc>
                <a:spcPct val="150000"/>
              </a:lnSpc>
            </a:pPr>
            <a:r>
              <a:rPr lang="en-US" altLang="zh-CN" sz="2800" b="1" dirty="0">
                <a:solidFill>
                  <a:srgbClr val="000000"/>
                </a:solidFill>
                <a:ea typeface="楷体_GB2312" pitchFamily="49" charset="-122"/>
              </a:rPr>
              <a:t> </a:t>
            </a:r>
            <a:r>
              <a:rPr lang="en-US" altLang="zh-CN" sz="2800" b="1" i="1" dirty="0">
                <a:solidFill>
                  <a:srgbClr val="0000FF"/>
                </a:solidFill>
                <a:ea typeface="楷体_GB2312" pitchFamily="49" charset="-122"/>
              </a:rPr>
              <a:t>f</a:t>
            </a:r>
            <a:r>
              <a:rPr lang="en-US" altLang="zh-CN" sz="2800" b="1" dirty="0">
                <a:solidFill>
                  <a:srgbClr val="0000FF"/>
                </a:solidFill>
                <a:ea typeface="楷体_GB2312" pitchFamily="49" charset="-122"/>
              </a:rPr>
              <a:t>(</a:t>
            </a:r>
            <a:r>
              <a:rPr lang="en-US" altLang="zh-CN" sz="2800" b="1" i="1" dirty="0">
                <a:solidFill>
                  <a:srgbClr val="0000FF"/>
                </a:solidFill>
                <a:ea typeface="楷体_GB2312" pitchFamily="49" charset="-122"/>
                <a:sym typeface="Symbol" panose="05050102010706020507" pitchFamily="18" charset="2"/>
              </a:rPr>
              <a:t></a:t>
            </a:r>
            <a:r>
              <a:rPr lang="en-US" altLang="zh-CN" sz="2800" b="1" dirty="0">
                <a:solidFill>
                  <a:srgbClr val="0000FF"/>
                </a:solidFill>
                <a:ea typeface="楷体_GB2312" pitchFamily="49" charset="-122"/>
              </a:rPr>
              <a:t>)</a:t>
            </a:r>
            <a:r>
              <a:rPr lang="zh-CN" altLang="en-US" sz="2800" b="1" dirty="0">
                <a:solidFill>
                  <a:srgbClr val="0000FF"/>
                </a:solidFill>
                <a:ea typeface="楷体_GB2312" pitchFamily="49" charset="-122"/>
              </a:rPr>
              <a:t>曲线极大值处对应的速率</a:t>
            </a:r>
            <a:endParaRPr lang="zh-CN" altLang="en-US" sz="2800" b="1" i="1" baseline="-25000" dirty="0">
              <a:solidFill>
                <a:srgbClr val="0000FF"/>
              </a:solidFill>
              <a:latin typeface="+mn-lt"/>
              <a:ea typeface="黑体" panose="02010609060101010101" pitchFamily="49" charset="-122"/>
            </a:endParaRPr>
          </a:p>
        </p:txBody>
      </p:sp>
      <p:sp>
        <p:nvSpPr>
          <p:cNvPr id="7" name="文本框 6">
            <a:extLst>
              <a:ext uri="{FF2B5EF4-FFF2-40B4-BE49-F238E27FC236}">
                <a16:creationId xmlns:a16="http://schemas.microsoft.com/office/drawing/2014/main" id="{D2721C97-1878-4B78-8054-B9B0FDC8F16D}"/>
              </a:ext>
            </a:extLst>
          </p:cNvPr>
          <p:cNvSpPr txBox="1"/>
          <p:nvPr/>
        </p:nvSpPr>
        <p:spPr>
          <a:xfrm>
            <a:off x="395536" y="1772816"/>
            <a:ext cx="4065494" cy="523220"/>
          </a:xfrm>
          <a:prstGeom prst="rect">
            <a:avLst/>
          </a:prstGeom>
          <a:noFill/>
        </p:spPr>
        <p:txBody>
          <a:bodyPr wrap="square" rtlCol="0">
            <a:spAutoFit/>
          </a:bodyPr>
          <a:lstStyle/>
          <a:p>
            <a:r>
              <a:rPr lang="zh-CN" altLang="en-US" sz="2800" b="1" dirty="0">
                <a:solidFill>
                  <a:srgbClr val="000000"/>
                </a:solidFill>
                <a:ea typeface="楷体_GB2312" pitchFamily="49" charset="-122"/>
              </a:rPr>
              <a:t>麦克斯韦速率分布律下：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6835"/>
                                        </p:tgtEl>
                                        <p:attrNameLst>
                                          <p:attrName>style.visibility</p:attrName>
                                        </p:attrNameLst>
                                      </p:cBhvr>
                                      <p:to>
                                        <p:strVal val="visible"/>
                                      </p:to>
                                    </p:set>
                                    <p:animEffect transition="in" filter="wipe(left)">
                                      <p:cBhvr>
                                        <p:cTn id="7" dur="500"/>
                                        <p:tgtEl>
                                          <p:spTgt spid="376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76836">
                                            <p:bg/>
                                          </p:spTgt>
                                        </p:tgtEl>
                                        <p:attrNameLst>
                                          <p:attrName>style.visibility</p:attrName>
                                        </p:attrNameLst>
                                      </p:cBhvr>
                                      <p:to>
                                        <p:strVal val="visible"/>
                                      </p:to>
                                    </p:set>
                                    <p:anim to="" calcmode="lin" valueType="num">
                                      <p:cBhvr>
                                        <p:cTn id="12" dur="1" fill="hold"/>
                                        <p:tgtEl>
                                          <p:spTgt spid="376836">
                                            <p:bg/>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76836">
                                            <p:txEl>
                                              <p:pRg st="0" end="0"/>
                                            </p:txEl>
                                          </p:spTgt>
                                        </p:tgtEl>
                                        <p:attrNameLst>
                                          <p:attrName>style.visibility</p:attrName>
                                        </p:attrNameLst>
                                      </p:cBhvr>
                                      <p:to>
                                        <p:strVal val="visible"/>
                                      </p:to>
                                    </p:set>
                                    <p:anim to="" calcmode="lin" valueType="num">
                                      <p:cBhvr>
                                        <p:cTn id="17" dur="1" fill="hold"/>
                                        <p:tgtEl>
                                          <p:spTgt spid="376836">
                                            <p:txEl>
                                              <p:pRg st="0" end="0"/>
                                            </p:txEl>
                                          </p:spTgt>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376836">
                                            <p:txEl>
                                              <p:pRg st="1" end="1"/>
                                            </p:txEl>
                                          </p:spTgt>
                                        </p:tgtEl>
                                        <p:attrNameLst>
                                          <p:attrName>style.visibility</p:attrName>
                                        </p:attrNameLst>
                                      </p:cBhvr>
                                      <p:to>
                                        <p:strVal val="visible"/>
                                      </p:to>
                                    </p:set>
                                    <p:anim to="" calcmode="lin" valueType="num">
                                      <p:cBhvr>
                                        <p:cTn id="22" dur="1" fill="hold"/>
                                        <p:tgtEl>
                                          <p:spTgt spid="376836">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6"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882" name="Text Box 2">
            <a:extLst>
              <a:ext uri="{FF2B5EF4-FFF2-40B4-BE49-F238E27FC236}">
                <a16:creationId xmlns:a16="http://schemas.microsoft.com/office/drawing/2014/main" id="{BBFF8C0A-215D-41D0-843C-429EBDB26D11}"/>
              </a:ext>
            </a:extLst>
          </p:cNvPr>
          <p:cNvSpPr txBox="1">
            <a:spLocks noChangeArrowheads="1"/>
          </p:cNvSpPr>
          <p:nvPr/>
        </p:nvSpPr>
        <p:spPr bwMode="auto">
          <a:xfrm>
            <a:off x="234950" y="1584077"/>
            <a:ext cx="53451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FF00"/>
              </a:buClr>
              <a:buSzTx/>
              <a:buFont typeface="Wingdings" panose="05000000000000000000" pitchFamily="2" charset="2"/>
              <a:buChar char="u"/>
            </a:pPr>
            <a:r>
              <a:rPr kumimoji="1" lang="en-US" altLang="zh-CN" sz="2800" b="1" dirty="0">
                <a:solidFill>
                  <a:srgbClr val="000000"/>
                </a:solidFill>
                <a:latin typeface="Times New Roman" panose="02020603050405020304" pitchFamily="18" charset="0"/>
                <a:ea typeface="楷体_GB2312" pitchFamily="49" charset="-122"/>
              </a:rPr>
              <a:t> </a:t>
            </a:r>
            <a:r>
              <a:rPr kumimoji="1" lang="en-US" altLang="zh-CN" sz="2800" b="1" i="1" dirty="0">
                <a:solidFill>
                  <a:srgbClr val="000000"/>
                </a:solidFill>
                <a:latin typeface="Times New Roman" panose="02020603050405020304" pitchFamily="18" charset="0"/>
                <a:ea typeface="楷体_GB2312" pitchFamily="49" charset="-122"/>
              </a:rPr>
              <a:t>f</a:t>
            </a:r>
            <a:r>
              <a:rPr kumimoji="1" lang="en-US" altLang="zh-CN" sz="2800" b="1" dirty="0">
                <a:solidFill>
                  <a:srgbClr val="000000"/>
                </a:solidFill>
                <a:latin typeface="Times New Roman" panose="02020603050405020304" pitchFamily="18" charset="0"/>
                <a:ea typeface="楷体_GB2312" pitchFamily="49" charset="-122"/>
              </a:rPr>
              <a:t>(</a:t>
            </a:r>
            <a:r>
              <a:rPr kumimoji="1" lang="en-US" altLang="zh-CN" sz="28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dirty="0">
                <a:solidFill>
                  <a:srgbClr val="000000"/>
                </a:solidFill>
                <a:latin typeface="Times New Roman" panose="02020603050405020304" pitchFamily="18" charset="0"/>
                <a:ea typeface="楷体_GB2312" pitchFamily="49" charset="-122"/>
              </a:rPr>
              <a:t>)</a:t>
            </a:r>
            <a:r>
              <a:rPr kumimoji="1" lang="zh-CN" altLang="en-US" sz="2800" b="1" dirty="0">
                <a:solidFill>
                  <a:srgbClr val="000000"/>
                </a:solidFill>
                <a:latin typeface="Times New Roman" panose="02020603050405020304" pitchFamily="18" charset="0"/>
                <a:ea typeface="楷体_GB2312" pitchFamily="49" charset="-122"/>
              </a:rPr>
              <a:t>与</a:t>
            </a:r>
            <a:r>
              <a:rPr kumimoji="1" lang="en-US" altLang="zh-CN" sz="2800" b="1" dirty="0">
                <a:solidFill>
                  <a:srgbClr val="000000"/>
                </a:solidFill>
                <a:latin typeface="Times New Roman" panose="02020603050405020304" pitchFamily="18" charset="0"/>
                <a:ea typeface="楷体_GB2312" pitchFamily="49" charset="-122"/>
              </a:rPr>
              <a:t>T</a:t>
            </a:r>
            <a:r>
              <a:rPr kumimoji="1" lang="zh-CN" altLang="en-US" sz="2800" b="1" dirty="0">
                <a:solidFill>
                  <a:srgbClr val="000000"/>
                </a:solidFill>
                <a:latin typeface="Times New Roman" panose="02020603050405020304" pitchFamily="18" charset="0"/>
                <a:ea typeface="楷体_GB2312" pitchFamily="49" charset="-122"/>
              </a:rPr>
              <a:t>有关</a:t>
            </a:r>
            <a:r>
              <a:rPr kumimoji="1" lang="en-US" altLang="zh-CN" sz="2800" b="1" dirty="0">
                <a:solidFill>
                  <a:srgbClr val="000000"/>
                </a:solidFill>
                <a:latin typeface="Times New Roman" panose="02020603050405020304" pitchFamily="18" charset="0"/>
                <a:ea typeface="楷体_GB2312" pitchFamily="49" charset="-122"/>
              </a:rPr>
              <a:t>.</a:t>
            </a:r>
            <a:r>
              <a:rPr kumimoji="1" lang="zh-CN" altLang="en-US" sz="2800" b="1" dirty="0">
                <a:solidFill>
                  <a:srgbClr val="000000"/>
                </a:solidFill>
                <a:latin typeface="Times New Roman" panose="02020603050405020304" pitchFamily="18" charset="0"/>
                <a:ea typeface="楷体_GB2312" pitchFamily="49" charset="-122"/>
              </a:rPr>
              <a:t>当</a:t>
            </a:r>
            <a:r>
              <a:rPr kumimoji="1" lang="en-US" altLang="zh-CN" sz="2800" b="1" dirty="0">
                <a:solidFill>
                  <a:srgbClr val="000000"/>
                </a:solidFill>
                <a:latin typeface="Times New Roman" panose="02020603050405020304" pitchFamily="18" charset="0"/>
                <a:ea typeface="楷体_GB2312" pitchFamily="49" charset="-122"/>
              </a:rPr>
              <a:t>T</a:t>
            </a:r>
            <a:r>
              <a:rPr kumimoji="1" lang="en-US" altLang="zh-CN" sz="2800" b="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800" b="1" dirty="0">
                <a:solidFill>
                  <a:srgbClr val="000000"/>
                </a:solidFill>
                <a:latin typeface="Times New Roman" panose="02020603050405020304" pitchFamily="18" charset="0"/>
                <a:ea typeface="楷体_GB2312" pitchFamily="49" charset="-122"/>
                <a:sym typeface="Symbol" panose="05050102010706020507" pitchFamily="18" charset="2"/>
              </a:rPr>
              <a:t>曲线最大值右移</a:t>
            </a:r>
            <a:r>
              <a:rPr kumimoji="1" lang="en-US" altLang="zh-CN" sz="2800" b="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zh-CN" altLang="en-US" sz="2800" b="1" dirty="0">
                <a:solidFill>
                  <a:srgbClr val="000000"/>
                </a:solidFill>
                <a:latin typeface="Times New Roman" panose="02020603050405020304" pitchFamily="18" charset="0"/>
                <a:ea typeface="楷体_GB2312" pitchFamily="49" charset="-122"/>
                <a:sym typeface="Symbol" panose="05050102010706020507" pitchFamily="18" charset="2"/>
              </a:rPr>
              <a:t>曲线变平坦</a:t>
            </a:r>
            <a:r>
              <a:rPr kumimoji="1" lang="en-US" altLang="zh-CN" sz="2800" b="1" dirty="0">
                <a:solidFill>
                  <a:srgbClr val="000000"/>
                </a:solidFill>
                <a:latin typeface="Times New Roman" panose="02020603050405020304" pitchFamily="18" charset="0"/>
                <a:ea typeface="楷体_GB2312" pitchFamily="49" charset="-122"/>
                <a:sym typeface="Symbol" panose="05050102010706020507" pitchFamily="18" charset="2"/>
              </a:rPr>
              <a:t>.</a:t>
            </a:r>
            <a:endParaRPr kumimoji="1" lang="en-US" altLang="zh-CN" sz="2800" b="1" dirty="0">
              <a:solidFill>
                <a:srgbClr val="000000"/>
              </a:solidFill>
              <a:latin typeface="Times New Roman" panose="02020603050405020304" pitchFamily="18" charset="0"/>
              <a:ea typeface="楷体_GB2312" pitchFamily="49" charset="-122"/>
            </a:endParaRPr>
          </a:p>
        </p:txBody>
      </p:sp>
      <p:grpSp>
        <p:nvGrpSpPr>
          <p:cNvPr id="2" name="Group 3">
            <a:extLst>
              <a:ext uri="{FF2B5EF4-FFF2-40B4-BE49-F238E27FC236}">
                <a16:creationId xmlns:a16="http://schemas.microsoft.com/office/drawing/2014/main" id="{0CACC99E-4276-4F97-8951-9D7F9C40491F}"/>
              </a:ext>
            </a:extLst>
          </p:cNvPr>
          <p:cNvGrpSpPr>
            <a:grpSpLocks/>
          </p:cNvGrpSpPr>
          <p:nvPr/>
        </p:nvGrpSpPr>
        <p:grpSpPr bwMode="auto">
          <a:xfrm>
            <a:off x="5652120" y="1227708"/>
            <a:ext cx="3287712" cy="2178050"/>
            <a:chOff x="3526" y="2367"/>
            <a:chExt cx="2071" cy="1372"/>
          </a:xfrm>
        </p:grpSpPr>
        <p:sp>
          <p:nvSpPr>
            <p:cNvPr id="61479" name="Line 4">
              <a:extLst>
                <a:ext uri="{FF2B5EF4-FFF2-40B4-BE49-F238E27FC236}">
                  <a16:creationId xmlns:a16="http://schemas.microsoft.com/office/drawing/2014/main" id="{60FBCC7B-8F31-41A3-9457-D36C9D098BDC}"/>
                </a:ext>
              </a:extLst>
            </p:cNvPr>
            <p:cNvSpPr>
              <a:spLocks noChangeShapeType="1"/>
            </p:cNvSpPr>
            <p:nvPr/>
          </p:nvSpPr>
          <p:spPr bwMode="auto">
            <a:xfrm flipV="1">
              <a:off x="3526" y="2512"/>
              <a:ext cx="0" cy="107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0" name="Line 5">
              <a:extLst>
                <a:ext uri="{FF2B5EF4-FFF2-40B4-BE49-F238E27FC236}">
                  <a16:creationId xmlns:a16="http://schemas.microsoft.com/office/drawing/2014/main" id="{5D46B064-BA4A-4DB2-920A-A9373F6BBC22}"/>
                </a:ext>
              </a:extLst>
            </p:cNvPr>
            <p:cNvSpPr>
              <a:spLocks noChangeShapeType="1"/>
            </p:cNvSpPr>
            <p:nvPr/>
          </p:nvSpPr>
          <p:spPr bwMode="auto">
            <a:xfrm>
              <a:off x="3526" y="3589"/>
              <a:ext cx="18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1" name="Text Box 6">
              <a:extLst>
                <a:ext uri="{FF2B5EF4-FFF2-40B4-BE49-F238E27FC236}">
                  <a16:creationId xmlns:a16="http://schemas.microsoft.com/office/drawing/2014/main" id="{6CEEC12E-9703-462C-A6F6-6BF4B35410A6}"/>
                </a:ext>
              </a:extLst>
            </p:cNvPr>
            <p:cNvSpPr txBox="1">
              <a:spLocks noChangeArrowheads="1"/>
            </p:cNvSpPr>
            <p:nvPr/>
          </p:nvSpPr>
          <p:spPr bwMode="auto">
            <a:xfrm>
              <a:off x="3540" y="2367"/>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f(</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000000"/>
                  </a:solidFill>
                  <a:latin typeface="Times New Roman" panose="02020603050405020304" pitchFamily="18" charset="0"/>
                  <a:ea typeface="楷体_GB2312" pitchFamily="49" charset="-122"/>
                </a:rPr>
                <a:t>)</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61482" name="Text Box 7">
              <a:extLst>
                <a:ext uri="{FF2B5EF4-FFF2-40B4-BE49-F238E27FC236}">
                  <a16:creationId xmlns:a16="http://schemas.microsoft.com/office/drawing/2014/main" id="{F7061C55-1ED6-4335-BF5A-11D94263624D}"/>
                </a:ext>
              </a:extLst>
            </p:cNvPr>
            <p:cNvSpPr txBox="1">
              <a:spLocks noChangeArrowheads="1"/>
            </p:cNvSpPr>
            <p:nvPr/>
          </p:nvSpPr>
          <p:spPr bwMode="auto">
            <a:xfrm>
              <a:off x="5396" y="345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v</a:t>
              </a:r>
              <a:endParaRPr lang="en-US" altLang="zh-CN" sz="2400" b="1" dirty="0">
                <a:solidFill>
                  <a:srgbClr val="000000"/>
                </a:solidFill>
                <a:latin typeface="Times New Roman" panose="02020603050405020304" pitchFamily="18" charset="0"/>
                <a:ea typeface="楷体_GB2312" pitchFamily="49" charset="-122"/>
              </a:endParaRPr>
            </a:p>
          </p:txBody>
        </p:sp>
      </p:grpSp>
      <p:grpSp>
        <p:nvGrpSpPr>
          <p:cNvPr id="3" name="Group 8">
            <a:extLst>
              <a:ext uri="{FF2B5EF4-FFF2-40B4-BE49-F238E27FC236}">
                <a16:creationId xmlns:a16="http://schemas.microsoft.com/office/drawing/2014/main" id="{8675DE80-462B-4A18-8F73-5D686C5C80E9}"/>
              </a:ext>
            </a:extLst>
          </p:cNvPr>
          <p:cNvGrpSpPr>
            <a:grpSpLocks/>
          </p:cNvGrpSpPr>
          <p:nvPr/>
        </p:nvGrpSpPr>
        <p:grpSpPr bwMode="auto">
          <a:xfrm>
            <a:off x="5658470" y="1832546"/>
            <a:ext cx="2109787" cy="1668462"/>
            <a:chOff x="3693" y="2030"/>
            <a:chExt cx="1329" cy="1051"/>
          </a:xfrm>
        </p:grpSpPr>
        <p:grpSp>
          <p:nvGrpSpPr>
            <p:cNvPr id="61474" name="Group 9">
              <a:extLst>
                <a:ext uri="{FF2B5EF4-FFF2-40B4-BE49-F238E27FC236}">
                  <a16:creationId xmlns:a16="http://schemas.microsoft.com/office/drawing/2014/main" id="{B668F3D7-7C18-495F-BE4A-F966DE1D1CAB}"/>
                </a:ext>
              </a:extLst>
            </p:cNvPr>
            <p:cNvGrpSpPr>
              <a:grpSpLocks/>
            </p:cNvGrpSpPr>
            <p:nvPr/>
          </p:nvGrpSpPr>
          <p:grpSpPr bwMode="auto">
            <a:xfrm>
              <a:off x="3693" y="2082"/>
              <a:ext cx="1329" cy="999"/>
              <a:chOff x="3693" y="2082"/>
              <a:chExt cx="1329" cy="999"/>
            </a:xfrm>
          </p:grpSpPr>
          <p:sp>
            <p:nvSpPr>
              <p:cNvPr id="61476" name="Freeform 10">
                <a:extLst>
                  <a:ext uri="{FF2B5EF4-FFF2-40B4-BE49-F238E27FC236}">
                    <a16:creationId xmlns:a16="http://schemas.microsoft.com/office/drawing/2014/main" id="{287678C9-51AA-4963-A7A4-02CEB96D23D8}"/>
                  </a:ext>
                </a:extLst>
              </p:cNvPr>
              <p:cNvSpPr>
                <a:spLocks/>
              </p:cNvSpPr>
              <p:nvPr/>
            </p:nvSpPr>
            <p:spPr bwMode="auto">
              <a:xfrm>
                <a:off x="3693" y="2082"/>
                <a:ext cx="1329" cy="772"/>
              </a:xfrm>
              <a:custGeom>
                <a:avLst/>
                <a:gdLst>
                  <a:gd name="T0" fmla="*/ 0 w 2393"/>
                  <a:gd name="T1" fmla="*/ 37 h 1082"/>
                  <a:gd name="T2" fmla="*/ 1 w 2393"/>
                  <a:gd name="T3" fmla="*/ 32 h 1082"/>
                  <a:gd name="T4" fmla="*/ 1 w 2393"/>
                  <a:gd name="T5" fmla="*/ 21 h 1082"/>
                  <a:gd name="T6" fmla="*/ 2 w 2393"/>
                  <a:gd name="T7" fmla="*/ 6 h 1082"/>
                  <a:gd name="T8" fmla="*/ 2 w 2393"/>
                  <a:gd name="T9" fmla="*/ 1 h 1082"/>
                  <a:gd name="T10" fmla="*/ 3 w 2393"/>
                  <a:gd name="T11" fmla="*/ 2 h 1082"/>
                  <a:gd name="T12" fmla="*/ 3 w 2393"/>
                  <a:gd name="T13" fmla="*/ 9 h 1082"/>
                  <a:gd name="T14" fmla="*/ 4 w 2393"/>
                  <a:gd name="T15" fmla="*/ 19 h 1082"/>
                  <a:gd name="T16" fmla="*/ 4 w 2393"/>
                  <a:gd name="T17" fmla="*/ 26 h 1082"/>
                  <a:gd name="T18" fmla="*/ 5 w 2393"/>
                  <a:gd name="T19" fmla="*/ 30 h 1082"/>
                  <a:gd name="T20" fmla="*/ 7 w 2393"/>
                  <a:gd name="T21" fmla="*/ 34 h 10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3"/>
                  <a:gd name="T34" fmla="*/ 0 h 1082"/>
                  <a:gd name="T35" fmla="*/ 2393 w 2393"/>
                  <a:gd name="T36" fmla="*/ 1082 h 10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3" h="1082">
                    <a:moveTo>
                      <a:pt x="0" y="1082"/>
                    </a:moveTo>
                    <a:cubicBezTo>
                      <a:pt x="68" y="1046"/>
                      <a:pt x="136" y="1011"/>
                      <a:pt x="213" y="931"/>
                    </a:cubicBezTo>
                    <a:cubicBezTo>
                      <a:pt x="290" y="851"/>
                      <a:pt x="383" y="731"/>
                      <a:pt x="461" y="604"/>
                    </a:cubicBezTo>
                    <a:cubicBezTo>
                      <a:pt x="539" y="477"/>
                      <a:pt x="617" y="266"/>
                      <a:pt x="682" y="169"/>
                    </a:cubicBezTo>
                    <a:cubicBezTo>
                      <a:pt x="747" y="72"/>
                      <a:pt x="799" y="38"/>
                      <a:pt x="851" y="19"/>
                    </a:cubicBezTo>
                    <a:cubicBezTo>
                      <a:pt x="903" y="0"/>
                      <a:pt x="947" y="14"/>
                      <a:pt x="993" y="54"/>
                    </a:cubicBezTo>
                    <a:cubicBezTo>
                      <a:pt x="1039" y="94"/>
                      <a:pt x="1079" y="174"/>
                      <a:pt x="1126" y="258"/>
                    </a:cubicBezTo>
                    <a:cubicBezTo>
                      <a:pt x="1173" y="342"/>
                      <a:pt x="1208" y="476"/>
                      <a:pt x="1276" y="559"/>
                    </a:cubicBezTo>
                    <a:cubicBezTo>
                      <a:pt x="1344" y="642"/>
                      <a:pt x="1431" y="699"/>
                      <a:pt x="1533" y="754"/>
                    </a:cubicBezTo>
                    <a:cubicBezTo>
                      <a:pt x="1635" y="809"/>
                      <a:pt x="1745" y="847"/>
                      <a:pt x="1888" y="887"/>
                    </a:cubicBezTo>
                    <a:cubicBezTo>
                      <a:pt x="2031" y="927"/>
                      <a:pt x="2212" y="960"/>
                      <a:pt x="2393" y="99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77" name="Line 11">
                <a:extLst>
                  <a:ext uri="{FF2B5EF4-FFF2-40B4-BE49-F238E27FC236}">
                    <a16:creationId xmlns:a16="http://schemas.microsoft.com/office/drawing/2014/main" id="{B6A50E3D-AF43-457E-8266-B7327EC080C8}"/>
                  </a:ext>
                </a:extLst>
              </p:cNvPr>
              <p:cNvSpPr>
                <a:spLocks noChangeShapeType="1"/>
              </p:cNvSpPr>
              <p:nvPr/>
            </p:nvSpPr>
            <p:spPr bwMode="auto">
              <a:xfrm>
                <a:off x="4164" y="2093"/>
                <a:ext cx="0" cy="7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8" name="Text Box 12">
                <a:extLst>
                  <a:ext uri="{FF2B5EF4-FFF2-40B4-BE49-F238E27FC236}">
                    <a16:creationId xmlns:a16="http://schemas.microsoft.com/office/drawing/2014/main" id="{BA597087-D532-46E4-A47D-B3959953688C}"/>
                  </a:ext>
                </a:extLst>
              </p:cNvPr>
              <p:cNvSpPr txBox="1">
                <a:spLocks noChangeArrowheads="1"/>
              </p:cNvSpPr>
              <p:nvPr/>
            </p:nvSpPr>
            <p:spPr bwMode="auto">
              <a:xfrm>
                <a:off x="3987" y="2793"/>
                <a:ext cx="3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baseline="-25000" dirty="0">
                    <a:solidFill>
                      <a:srgbClr val="000000"/>
                    </a:solidFill>
                    <a:latin typeface="Times New Roman" panose="02020603050405020304" pitchFamily="18" charset="0"/>
                    <a:ea typeface="楷体_GB2312" pitchFamily="49" charset="-122"/>
                  </a:rPr>
                  <a:t>p1</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61475" name="Text Box 13">
              <a:extLst>
                <a:ext uri="{FF2B5EF4-FFF2-40B4-BE49-F238E27FC236}">
                  <a16:creationId xmlns:a16="http://schemas.microsoft.com/office/drawing/2014/main" id="{4472659D-74E8-47C2-9ACA-548F264FC594}"/>
                </a:ext>
              </a:extLst>
            </p:cNvPr>
            <p:cNvSpPr txBox="1">
              <a:spLocks noChangeArrowheads="1"/>
            </p:cNvSpPr>
            <p:nvPr/>
          </p:nvSpPr>
          <p:spPr bwMode="auto">
            <a:xfrm>
              <a:off x="3757" y="2030"/>
              <a:ext cx="4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dirty="0">
                  <a:solidFill>
                    <a:srgbClr val="000000"/>
                  </a:solidFill>
                  <a:latin typeface="Times New Roman" panose="02020603050405020304" pitchFamily="18" charset="0"/>
                  <a:ea typeface="楷体_GB2312" pitchFamily="49" charset="-122"/>
                </a:rPr>
                <a:t>T</a:t>
              </a:r>
              <a:r>
                <a:rPr kumimoji="1" lang="en-US" altLang="zh-CN" sz="2400" b="1" baseline="-25000" dirty="0">
                  <a:solidFill>
                    <a:srgbClr val="000000"/>
                  </a:solidFill>
                  <a:latin typeface="Times New Roman" panose="02020603050405020304" pitchFamily="18" charset="0"/>
                  <a:ea typeface="楷体_GB2312" pitchFamily="49" charset="-122"/>
                </a:rPr>
                <a:t>1</a:t>
              </a:r>
              <a:endParaRPr kumimoji="1" lang="en-US" altLang="zh-CN" sz="2400" b="1" dirty="0">
                <a:solidFill>
                  <a:srgbClr val="000000"/>
                </a:solidFill>
                <a:latin typeface="Times New Roman" panose="02020603050405020304" pitchFamily="18" charset="0"/>
                <a:ea typeface="楷体_GB2312" pitchFamily="49" charset="-122"/>
              </a:endParaRPr>
            </a:p>
          </p:txBody>
        </p:sp>
      </p:grpSp>
      <p:grpSp>
        <p:nvGrpSpPr>
          <p:cNvPr id="5" name="Group 14">
            <a:extLst>
              <a:ext uri="{FF2B5EF4-FFF2-40B4-BE49-F238E27FC236}">
                <a16:creationId xmlns:a16="http://schemas.microsoft.com/office/drawing/2014/main" id="{400425F0-6283-4F33-A555-5149011DB1F9}"/>
              </a:ext>
            </a:extLst>
          </p:cNvPr>
          <p:cNvGrpSpPr>
            <a:grpSpLocks/>
          </p:cNvGrpSpPr>
          <p:nvPr/>
        </p:nvGrpSpPr>
        <p:grpSpPr bwMode="auto">
          <a:xfrm>
            <a:off x="5656882" y="2169096"/>
            <a:ext cx="2770188" cy="1328737"/>
            <a:chOff x="3692" y="2242"/>
            <a:chExt cx="1745" cy="837"/>
          </a:xfrm>
        </p:grpSpPr>
        <p:grpSp>
          <p:nvGrpSpPr>
            <p:cNvPr id="61469" name="Group 15">
              <a:extLst>
                <a:ext uri="{FF2B5EF4-FFF2-40B4-BE49-F238E27FC236}">
                  <a16:creationId xmlns:a16="http://schemas.microsoft.com/office/drawing/2014/main" id="{E4D0BC03-124E-422A-A38D-EC109F4B4D63}"/>
                </a:ext>
              </a:extLst>
            </p:cNvPr>
            <p:cNvGrpSpPr>
              <a:grpSpLocks/>
            </p:cNvGrpSpPr>
            <p:nvPr/>
          </p:nvGrpSpPr>
          <p:grpSpPr bwMode="auto">
            <a:xfrm>
              <a:off x="3692" y="2256"/>
              <a:ext cx="1745" cy="823"/>
              <a:chOff x="3692" y="2256"/>
              <a:chExt cx="1745" cy="823"/>
            </a:xfrm>
          </p:grpSpPr>
          <p:sp>
            <p:nvSpPr>
              <p:cNvPr id="61471" name="Freeform 16">
                <a:extLst>
                  <a:ext uri="{FF2B5EF4-FFF2-40B4-BE49-F238E27FC236}">
                    <a16:creationId xmlns:a16="http://schemas.microsoft.com/office/drawing/2014/main" id="{F501C812-4364-4AC9-8D9D-E6200B1B9892}"/>
                  </a:ext>
                </a:extLst>
              </p:cNvPr>
              <p:cNvSpPr>
                <a:spLocks/>
              </p:cNvSpPr>
              <p:nvPr/>
            </p:nvSpPr>
            <p:spPr bwMode="auto">
              <a:xfrm>
                <a:off x="3692" y="2256"/>
                <a:ext cx="1745" cy="595"/>
              </a:xfrm>
              <a:custGeom>
                <a:avLst/>
                <a:gdLst>
                  <a:gd name="T0" fmla="*/ 0 w 2393"/>
                  <a:gd name="T1" fmla="*/ 3 h 1082"/>
                  <a:gd name="T2" fmla="*/ 9 w 2393"/>
                  <a:gd name="T3" fmla="*/ 2 h 1082"/>
                  <a:gd name="T4" fmla="*/ 20 w 2393"/>
                  <a:gd name="T5" fmla="*/ 2 h 1082"/>
                  <a:gd name="T6" fmla="*/ 29 w 2393"/>
                  <a:gd name="T7" fmla="*/ 1 h 1082"/>
                  <a:gd name="T8" fmla="*/ 36 w 2393"/>
                  <a:gd name="T9" fmla="*/ 1 h 1082"/>
                  <a:gd name="T10" fmla="*/ 42 w 2393"/>
                  <a:gd name="T11" fmla="*/ 1 h 1082"/>
                  <a:gd name="T12" fmla="*/ 48 w 2393"/>
                  <a:gd name="T13" fmla="*/ 1 h 1082"/>
                  <a:gd name="T14" fmla="*/ 54 w 2393"/>
                  <a:gd name="T15" fmla="*/ 1 h 1082"/>
                  <a:gd name="T16" fmla="*/ 66 w 2393"/>
                  <a:gd name="T17" fmla="*/ 2 h 1082"/>
                  <a:gd name="T18" fmla="*/ 80 w 2393"/>
                  <a:gd name="T19" fmla="*/ 2 h 1082"/>
                  <a:gd name="T20" fmla="*/ 102 w 2393"/>
                  <a:gd name="T21" fmla="*/ 2 h 10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3"/>
                  <a:gd name="T34" fmla="*/ 0 h 1082"/>
                  <a:gd name="T35" fmla="*/ 2393 w 2393"/>
                  <a:gd name="T36" fmla="*/ 1082 h 10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3" h="1082">
                    <a:moveTo>
                      <a:pt x="0" y="1082"/>
                    </a:moveTo>
                    <a:cubicBezTo>
                      <a:pt x="68" y="1046"/>
                      <a:pt x="136" y="1011"/>
                      <a:pt x="213" y="931"/>
                    </a:cubicBezTo>
                    <a:cubicBezTo>
                      <a:pt x="290" y="851"/>
                      <a:pt x="383" y="731"/>
                      <a:pt x="461" y="604"/>
                    </a:cubicBezTo>
                    <a:cubicBezTo>
                      <a:pt x="539" y="477"/>
                      <a:pt x="617" y="266"/>
                      <a:pt x="682" y="169"/>
                    </a:cubicBezTo>
                    <a:cubicBezTo>
                      <a:pt x="747" y="72"/>
                      <a:pt x="799" y="38"/>
                      <a:pt x="851" y="19"/>
                    </a:cubicBezTo>
                    <a:cubicBezTo>
                      <a:pt x="903" y="0"/>
                      <a:pt x="947" y="14"/>
                      <a:pt x="993" y="54"/>
                    </a:cubicBezTo>
                    <a:cubicBezTo>
                      <a:pt x="1039" y="94"/>
                      <a:pt x="1079" y="174"/>
                      <a:pt x="1126" y="258"/>
                    </a:cubicBezTo>
                    <a:cubicBezTo>
                      <a:pt x="1173" y="342"/>
                      <a:pt x="1208" y="476"/>
                      <a:pt x="1276" y="559"/>
                    </a:cubicBezTo>
                    <a:cubicBezTo>
                      <a:pt x="1344" y="642"/>
                      <a:pt x="1431" y="699"/>
                      <a:pt x="1533" y="754"/>
                    </a:cubicBezTo>
                    <a:cubicBezTo>
                      <a:pt x="1635" y="809"/>
                      <a:pt x="1745" y="847"/>
                      <a:pt x="1888" y="887"/>
                    </a:cubicBezTo>
                    <a:cubicBezTo>
                      <a:pt x="2031" y="927"/>
                      <a:pt x="2212" y="960"/>
                      <a:pt x="2393" y="99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72" name="Line 17">
                <a:extLst>
                  <a:ext uri="{FF2B5EF4-FFF2-40B4-BE49-F238E27FC236}">
                    <a16:creationId xmlns:a16="http://schemas.microsoft.com/office/drawing/2014/main" id="{9A56ED5C-9CEA-42D8-9E64-C0A833453A3B}"/>
                  </a:ext>
                </a:extLst>
              </p:cNvPr>
              <p:cNvSpPr>
                <a:spLocks noChangeShapeType="1"/>
              </p:cNvSpPr>
              <p:nvPr/>
            </p:nvSpPr>
            <p:spPr bwMode="auto">
              <a:xfrm>
                <a:off x="4369" y="2268"/>
                <a:ext cx="0" cy="5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3" name="Text Box 18">
                <a:extLst>
                  <a:ext uri="{FF2B5EF4-FFF2-40B4-BE49-F238E27FC236}">
                    <a16:creationId xmlns:a16="http://schemas.microsoft.com/office/drawing/2014/main" id="{39FE172A-D48B-4073-BC84-A8A145B99494}"/>
                  </a:ext>
                </a:extLst>
              </p:cNvPr>
              <p:cNvSpPr txBox="1">
                <a:spLocks noChangeArrowheads="1"/>
              </p:cNvSpPr>
              <p:nvPr/>
            </p:nvSpPr>
            <p:spPr bwMode="auto">
              <a:xfrm>
                <a:off x="4342" y="2791"/>
                <a:ext cx="4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baseline="-25000" dirty="0">
                    <a:solidFill>
                      <a:srgbClr val="000000"/>
                    </a:solidFill>
                    <a:latin typeface="Times New Roman" panose="02020603050405020304" pitchFamily="18" charset="0"/>
                    <a:ea typeface="楷体_GB2312" pitchFamily="49" charset="-122"/>
                  </a:rPr>
                  <a:t>p2</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61470" name="Text Box 19">
              <a:extLst>
                <a:ext uri="{FF2B5EF4-FFF2-40B4-BE49-F238E27FC236}">
                  <a16:creationId xmlns:a16="http://schemas.microsoft.com/office/drawing/2014/main" id="{46CA6DDE-39CF-40D7-96B2-92B833181D26}"/>
                </a:ext>
              </a:extLst>
            </p:cNvPr>
            <p:cNvSpPr txBox="1">
              <a:spLocks noChangeArrowheads="1"/>
            </p:cNvSpPr>
            <p:nvPr/>
          </p:nvSpPr>
          <p:spPr bwMode="auto">
            <a:xfrm>
              <a:off x="4590" y="2242"/>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dirty="0">
                  <a:solidFill>
                    <a:srgbClr val="000000"/>
                  </a:solidFill>
                  <a:latin typeface="Times New Roman" panose="02020603050405020304" pitchFamily="18" charset="0"/>
                  <a:ea typeface="楷体_GB2312" pitchFamily="49" charset="-122"/>
                </a:rPr>
                <a:t>T</a:t>
              </a:r>
              <a:r>
                <a:rPr kumimoji="1" lang="en-US" altLang="zh-CN" sz="2400" b="1" baseline="-25000" dirty="0">
                  <a:solidFill>
                    <a:srgbClr val="000000"/>
                  </a:solidFill>
                  <a:latin typeface="Times New Roman" panose="02020603050405020304" pitchFamily="18" charset="0"/>
                  <a:ea typeface="楷体_GB2312" pitchFamily="49" charset="-122"/>
                </a:rPr>
                <a:t>2</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378900" name="Text Box 20">
            <a:extLst>
              <a:ext uri="{FF2B5EF4-FFF2-40B4-BE49-F238E27FC236}">
                <a16:creationId xmlns:a16="http://schemas.microsoft.com/office/drawing/2014/main" id="{B9FEF4D5-8686-48C3-B133-3F067378B2D2}"/>
              </a:ext>
            </a:extLst>
          </p:cNvPr>
          <p:cNvSpPr txBox="1">
            <a:spLocks noChangeArrowheads="1"/>
          </p:cNvSpPr>
          <p:nvPr/>
        </p:nvSpPr>
        <p:spPr bwMode="auto">
          <a:xfrm>
            <a:off x="593725" y="2477840"/>
            <a:ext cx="3698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b="1" dirty="0">
                <a:solidFill>
                  <a:srgbClr val="000000"/>
                </a:solidFill>
                <a:latin typeface="Times New Roman" panose="02020603050405020304" pitchFamily="18" charset="0"/>
                <a:ea typeface="楷体_GB2312" pitchFamily="49" charset="-122"/>
              </a:rPr>
              <a:t>即 </a:t>
            </a:r>
            <a:r>
              <a:rPr kumimoji="1" lang="en-US" altLang="zh-CN" sz="2800" b="1" dirty="0">
                <a:solidFill>
                  <a:srgbClr val="000000"/>
                </a:solidFill>
                <a:latin typeface="Times New Roman" panose="02020603050405020304" pitchFamily="18" charset="0"/>
                <a:ea typeface="楷体_GB2312" pitchFamily="49" charset="-122"/>
              </a:rPr>
              <a:t>T</a:t>
            </a:r>
            <a:r>
              <a:rPr kumimoji="1" lang="en-US" altLang="zh-CN" sz="2800" b="1" baseline="-25000" dirty="0">
                <a:solidFill>
                  <a:srgbClr val="000000"/>
                </a:solidFill>
                <a:latin typeface="Times New Roman" panose="02020603050405020304" pitchFamily="18" charset="0"/>
                <a:ea typeface="楷体_GB2312" pitchFamily="49" charset="-122"/>
              </a:rPr>
              <a:t>2 </a:t>
            </a:r>
            <a:r>
              <a:rPr kumimoji="1" lang="en-US" altLang="zh-CN" sz="2800" b="1" dirty="0">
                <a:solidFill>
                  <a:srgbClr val="000000"/>
                </a:solidFill>
                <a:latin typeface="Times New Roman" panose="02020603050405020304" pitchFamily="18" charset="0"/>
                <a:ea typeface="楷体_GB2312" pitchFamily="49" charset="-122"/>
              </a:rPr>
              <a:t>&gt;T</a:t>
            </a:r>
            <a:r>
              <a:rPr kumimoji="1" lang="en-US" altLang="zh-CN" sz="2800" b="1" baseline="-25000" dirty="0">
                <a:solidFill>
                  <a:srgbClr val="000000"/>
                </a:solidFill>
                <a:latin typeface="Times New Roman" panose="02020603050405020304" pitchFamily="18" charset="0"/>
                <a:ea typeface="楷体_GB2312" pitchFamily="49" charset="-122"/>
              </a:rPr>
              <a:t>1</a:t>
            </a:r>
            <a:r>
              <a:rPr kumimoji="1" lang="zh-CN" altLang="en-US" sz="2800" b="1" dirty="0">
                <a:solidFill>
                  <a:srgbClr val="000000"/>
                </a:solidFill>
                <a:latin typeface="Times New Roman" panose="02020603050405020304" pitchFamily="18" charset="0"/>
                <a:ea typeface="楷体_GB2312" pitchFamily="49" charset="-122"/>
              </a:rPr>
              <a:t>时</a:t>
            </a:r>
            <a:r>
              <a:rPr kumimoji="1" lang="en-US" altLang="zh-CN" sz="2800" b="1" dirty="0">
                <a:solidFill>
                  <a:srgbClr val="000000"/>
                </a:solidFill>
                <a:latin typeface="Times New Roman" panose="02020603050405020304" pitchFamily="18" charset="0"/>
                <a:ea typeface="楷体_GB2312" pitchFamily="49" charset="-122"/>
              </a:rPr>
              <a:t>,  </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p2 </a:t>
            </a:r>
            <a:r>
              <a:rPr kumimoji="1" lang="en-US" altLang="zh-CN" sz="2800" b="1" dirty="0">
                <a:solidFill>
                  <a:srgbClr val="000000"/>
                </a:solidFill>
                <a:latin typeface="Times New Roman" panose="02020603050405020304" pitchFamily="18" charset="0"/>
                <a:ea typeface="楷体_GB2312" pitchFamily="49" charset="-122"/>
              </a:rPr>
              <a:t>&gt; </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p1</a:t>
            </a:r>
            <a:endParaRPr kumimoji="1" lang="en-US" altLang="zh-CN" sz="2800" b="1" dirty="0">
              <a:solidFill>
                <a:srgbClr val="000000"/>
              </a:solidFill>
              <a:latin typeface="Times New Roman" panose="02020603050405020304" pitchFamily="18" charset="0"/>
              <a:ea typeface="楷体_GB2312" pitchFamily="49" charset="-122"/>
            </a:endParaRPr>
          </a:p>
        </p:txBody>
      </p:sp>
      <p:sp>
        <p:nvSpPr>
          <p:cNvPr id="378901" name="Text Box 21">
            <a:extLst>
              <a:ext uri="{FF2B5EF4-FFF2-40B4-BE49-F238E27FC236}">
                <a16:creationId xmlns:a16="http://schemas.microsoft.com/office/drawing/2014/main" id="{05E17CB6-A490-4D1A-BF43-A9C4A5DAB9EE}"/>
              </a:ext>
            </a:extLst>
          </p:cNvPr>
          <p:cNvSpPr txBox="1">
            <a:spLocks noChangeArrowheads="1"/>
          </p:cNvSpPr>
          <p:nvPr/>
        </p:nvSpPr>
        <p:spPr bwMode="auto">
          <a:xfrm>
            <a:off x="249238" y="4256311"/>
            <a:ext cx="48529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FF00"/>
              </a:buClr>
              <a:buSzTx/>
              <a:buFont typeface="Wingdings" panose="05000000000000000000" pitchFamily="2" charset="2"/>
              <a:buChar char="u"/>
            </a:pPr>
            <a:r>
              <a:rPr kumimoji="1" lang="en-US" altLang="zh-CN" sz="2800" b="1" dirty="0">
                <a:solidFill>
                  <a:srgbClr val="000000"/>
                </a:solidFill>
                <a:latin typeface="Times New Roman" panose="02020603050405020304" pitchFamily="18" charset="0"/>
                <a:ea typeface="楷体_GB2312" pitchFamily="49" charset="-122"/>
              </a:rPr>
              <a:t> </a:t>
            </a:r>
            <a:r>
              <a:rPr kumimoji="1" lang="en-US" altLang="zh-CN" sz="2800" b="1" i="1" dirty="0">
                <a:solidFill>
                  <a:srgbClr val="000000"/>
                </a:solidFill>
                <a:latin typeface="Times New Roman" panose="02020603050405020304" pitchFamily="18" charset="0"/>
                <a:ea typeface="楷体_GB2312" pitchFamily="49" charset="-122"/>
              </a:rPr>
              <a:t>f</a:t>
            </a:r>
            <a:r>
              <a:rPr kumimoji="1" lang="en-US" altLang="zh-CN" sz="2800" b="1" dirty="0">
                <a:solidFill>
                  <a:srgbClr val="000000"/>
                </a:solidFill>
                <a:latin typeface="Times New Roman" panose="02020603050405020304" pitchFamily="18" charset="0"/>
                <a:ea typeface="楷体_GB2312" pitchFamily="49" charset="-122"/>
              </a:rPr>
              <a:t>(</a:t>
            </a:r>
            <a:r>
              <a:rPr kumimoji="1" lang="en-US" altLang="zh-CN" sz="28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dirty="0">
                <a:solidFill>
                  <a:srgbClr val="000000"/>
                </a:solidFill>
                <a:latin typeface="Times New Roman" panose="02020603050405020304" pitchFamily="18" charset="0"/>
                <a:ea typeface="楷体_GB2312" pitchFamily="49" charset="-122"/>
              </a:rPr>
              <a:t>)</a:t>
            </a:r>
            <a:r>
              <a:rPr kumimoji="1" lang="zh-CN" altLang="en-US" sz="2800" b="1" dirty="0">
                <a:solidFill>
                  <a:srgbClr val="000000"/>
                </a:solidFill>
                <a:latin typeface="Times New Roman" panose="02020603050405020304" pitchFamily="18" charset="0"/>
                <a:ea typeface="楷体_GB2312" pitchFamily="49" charset="-122"/>
              </a:rPr>
              <a:t>与分子质量有关</a:t>
            </a:r>
            <a:r>
              <a:rPr kumimoji="1" lang="en-US" altLang="zh-CN" sz="2800" b="1" dirty="0">
                <a:solidFill>
                  <a:srgbClr val="000000"/>
                </a:solidFill>
                <a:latin typeface="Times New Roman" panose="02020603050405020304" pitchFamily="18" charset="0"/>
                <a:ea typeface="楷体_GB2312" pitchFamily="49" charset="-122"/>
              </a:rPr>
              <a:t>,</a:t>
            </a:r>
            <a:r>
              <a:rPr kumimoji="1" lang="zh-CN" altLang="en-US" sz="2800" b="1" dirty="0">
                <a:solidFill>
                  <a:srgbClr val="000000"/>
                </a:solidFill>
                <a:latin typeface="Times New Roman" panose="02020603050405020304" pitchFamily="18" charset="0"/>
                <a:ea typeface="楷体_GB2312" pitchFamily="49" charset="-122"/>
              </a:rPr>
              <a:t>当分子质量增加时</a:t>
            </a:r>
            <a:r>
              <a:rPr kumimoji="1" lang="en-US" altLang="zh-CN" sz="2800" b="1" dirty="0">
                <a:solidFill>
                  <a:srgbClr val="000000"/>
                </a:solidFill>
                <a:latin typeface="Times New Roman" panose="02020603050405020304" pitchFamily="18" charset="0"/>
                <a:ea typeface="楷体_GB2312" pitchFamily="49" charset="-122"/>
              </a:rPr>
              <a:t>,</a:t>
            </a:r>
            <a:r>
              <a:rPr kumimoji="1" lang="zh-CN" altLang="en-US" sz="2800" b="1" dirty="0">
                <a:solidFill>
                  <a:srgbClr val="000000"/>
                </a:solidFill>
                <a:latin typeface="Times New Roman" panose="02020603050405020304" pitchFamily="18" charset="0"/>
                <a:ea typeface="楷体_GB2312" pitchFamily="49" charset="-122"/>
              </a:rPr>
              <a:t>曲线最大值左移</a:t>
            </a:r>
          </a:p>
        </p:txBody>
      </p:sp>
      <p:grpSp>
        <p:nvGrpSpPr>
          <p:cNvPr id="7" name="Group 22">
            <a:extLst>
              <a:ext uri="{FF2B5EF4-FFF2-40B4-BE49-F238E27FC236}">
                <a16:creationId xmlns:a16="http://schemas.microsoft.com/office/drawing/2014/main" id="{B5638C2F-A96F-47AE-AA79-C38BE2CC23FF}"/>
              </a:ext>
            </a:extLst>
          </p:cNvPr>
          <p:cNvGrpSpPr>
            <a:grpSpLocks/>
          </p:cNvGrpSpPr>
          <p:nvPr/>
        </p:nvGrpSpPr>
        <p:grpSpPr bwMode="auto">
          <a:xfrm>
            <a:off x="5580112" y="4036020"/>
            <a:ext cx="3287712" cy="2178050"/>
            <a:chOff x="3526" y="2367"/>
            <a:chExt cx="2071" cy="1372"/>
          </a:xfrm>
        </p:grpSpPr>
        <p:sp>
          <p:nvSpPr>
            <p:cNvPr id="61465" name="Line 23">
              <a:extLst>
                <a:ext uri="{FF2B5EF4-FFF2-40B4-BE49-F238E27FC236}">
                  <a16:creationId xmlns:a16="http://schemas.microsoft.com/office/drawing/2014/main" id="{A782D6E8-ECE4-45B8-BE66-BF28BFA8CC73}"/>
                </a:ext>
              </a:extLst>
            </p:cNvPr>
            <p:cNvSpPr>
              <a:spLocks noChangeShapeType="1"/>
            </p:cNvSpPr>
            <p:nvPr/>
          </p:nvSpPr>
          <p:spPr bwMode="auto">
            <a:xfrm flipV="1">
              <a:off x="3526" y="2512"/>
              <a:ext cx="0" cy="107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6" name="Line 24">
              <a:extLst>
                <a:ext uri="{FF2B5EF4-FFF2-40B4-BE49-F238E27FC236}">
                  <a16:creationId xmlns:a16="http://schemas.microsoft.com/office/drawing/2014/main" id="{7FC32FE9-92DB-4211-8BE8-AE79E94C607F}"/>
                </a:ext>
              </a:extLst>
            </p:cNvPr>
            <p:cNvSpPr>
              <a:spLocks noChangeShapeType="1"/>
            </p:cNvSpPr>
            <p:nvPr/>
          </p:nvSpPr>
          <p:spPr bwMode="auto">
            <a:xfrm>
              <a:off x="3526" y="3589"/>
              <a:ext cx="18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7" name="Text Box 25">
              <a:extLst>
                <a:ext uri="{FF2B5EF4-FFF2-40B4-BE49-F238E27FC236}">
                  <a16:creationId xmlns:a16="http://schemas.microsoft.com/office/drawing/2014/main" id="{927E0C14-BF32-4BF3-9B9E-596CAB0C112B}"/>
                </a:ext>
              </a:extLst>
            </p:cNvPr>
            <p:cNvSpPr txBox="1">
              <a:spLocks noChangeArrowheads="1"/>
            </p:cNvSpPr>
            <p:nvPr/>
          </p:nvSpPr>
          <p:spPr bwMode="auto">
            <a:xfrm>
              <a:off x="3540" y="2367"/>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f(</a:t>
              </a:r>
              <a:r>
                <a:rPr lang="en-US" altLang="zh-CN" sz="2400"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sz="2400" b="1" dirty="0">
                  <a:solidFill>
                    <a:srgbClr val="000000"/>
                  </a:solidFill>
                  <a:latin typeface="Times New Roman" panose="02020603050405020304" pitchFamily="18" charset="0"/>
                  <a:ea typeface="楷体_GB2312" pitchFamily="49" charset="-122"/>
                </a:rPr>
                <a:t>)</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61468" name="Text Box 26">
              <a:extLst>
                <a:ext uri="{FF2B5EF4-FFF2-40B4-BE49-F238E27FC236}">
                  <a16:creationId xmlns:a16="http://schemas.microsoft.com/office/drawing/2014/main" id="{CE63395B-E89F-474B-938B-C96161DA5BED}"/>
                </a:ext>
              </a:extLst>
            </p:cNvPr>
            <p:cNvSpPr txBox="1">
              <a:spLocks noChangeArrowheads="1"/>
            </p:cNvSpPr>
            <p:nvPr/>
          </p:nvSpPr>
          <p:spPr bwMode="auto">
            <a:xfrm>
              <a:off x="5396" y="345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i="1" dirty="0">
                  <a:solidFill>
                    <a:srgbClr val="000000"/>
                  </a:solidFill>
                  <a:latin typeface="Times New Roman" panose="02020603050405020304" pitchFamily="18" charset="0"/>
                  <a:ea typeface="楷体_GB2312" pitchFamily="49" charset="-122"/>
                </a:rPr>
                <a:t>v</a:t>
              </a:r>
              <a:endParaRPr lang="en-US" altLang="zh-CN" sz="2400" b="1" dirty="0">
                <a:solidFill>
                  <a:srgbClr val="000000"/>
                </a:solidFill>
                <a:latin typeface="Times New Roman" panose="02020603050405020304" pitchFamily="18" charset="0"/>
                <a:ea typeface="楷体_GB2312" pitchFamily="49" charset="-122"/>
              </a:endParaRPr>
            </a:p>
          </p:txBody>
        </p:sp>
      </p:grpSp>
      <p:grpSp>
        <p:nvGrpSpPr>
          <p:cNvPr id="8" name="Group 27">
            <a:extLst>
              <a:ext uri="{FF2B5EF4-FFF2-40B4-BE49-F238E27FC236}">
                <a16:creationId xmlns:a16="http://schemas.microsoft.com/office/drawing/2014/main" id="{C8E8BFA4-E0C0-4028-AF17-5D49AB2FA5CC}"/>
              </a:ext>
            </a:extLst>
          </p:cNvPr>
          <p:cNvGrpSpPr>
            <a:grpSpLocks/>
          </p:cNvGrpSpPr>
          <p:nvPr/>
        </p:nvGrpSpPr>
        <p:grpSpPr bwMode="auto">
          <a:xfrm>
            <a:off x="5586462" y="4640858"/>
            <a:ext cx="2109787" cy="1668462"/>
            <a:chOff x="3693" y="2030"/>
            <a:chExt cx="1329" cy="1051"/>
          </a:xfrm>
        </p:grpSpPr>
        <p:grpSp>
          <p:nvGrpSpPr>
            <p:cNvPr id="61460" name="Group 28">
              <a:extLst>
                <a:ext uri="{FF2B5EF4-FFF2-40B4-BE49-F238E27FC236}">
                  <a16:creationId xmlns:a16="http://schemas.microsoft.com/office/drawing/2014/main" id="{32F16535-60FC-4B2A-B88E-77882CFE9088}"/>
                </a:ext>
              </a:extLst>
            </p:cNvPr>
            <p:cNvGrpSpPr>
              <a:grpSpLocks/>
            </p:cNvGrpSpPr>
            <p:nvPr/>
          </p:nvGrpSpPr>
          <p:grpSpPr bwMode="auto">
            <a:xfrm>
              <a:off x="3693" y="2082"/>
              <a:ext cx="1329" cy="999"/>
              <a:chOff x="3693" y="2082"/>
              <a:chExt cx="1329" cy="999"/>
            </a:xfrm>
          </p:grpSpPr>
          <p:sp>
            <p:nvSpPr>
              <p:cNvPr id="61462" name="Freeform 29">
                <a:extLst>
                  <a:ext uri="{FF2B5EF4-FFF2-40B4-BE49-F238E27FC236}">
                    <a16:creationId xmlns:a16="http://schemas.microsoft.com/office/drawing/2014/main" id="{F850BF41-0EC9-4BA6-892A-15A2947819C9}"/>
                  </a:ext>
                </a:extLst>
              </p:cNvPr>
              <p:cNvSpPr>
                <a:spLocks/>
              </p:cNvSpPr>
              <p:nvPr/>
            </p:nvSpPr>
            <p:spPr bwMode="auto">
              <a:xfrm>
                <a:off x="3693" y="2082"/>
                <a:ext cx="1329" cy="772"/>
              </a:xfrm>
              <a:custGeom>
                <a:avLst/>
                <a:gdLst>
                  <a:gd name="T0" fmla="*/ 0 w 2393"/>
                  <a:gd name="T1" fmla="*/ 37 h 1082"/>
                  <a:gd name="T2" fmla="*/ 1 w 2393"/>
                  <a:gd name="T3" fmla="*/ 32 h 1082"/>
                  <a:gd name="T4" fmla="*/ 1 w 2393"/>
                  <a:gd name="T5" fmla="*/ 21 h 1082"/>
                  <a:gd name="T6" fmla="*/ 2 w 2393"/>
                  <a:gd name="T7" fmla="*/ 6 h 1082"/>
                  <a:gd name="T8" fmla="*/ 2 w 2393"/>
                  <a:gd name="T9" fmla="*/ 1 h 1082"/>
                  <a:gd name="T10" fmla="*/ 3 w 2393"/>
                  <a:gd name="T11" fmla="*/ 2 h 1082"/>
                  <a:gd name="T12" fmla="*/ 3 w 2393"/>
                  <a:gd name="T13" fmla="*/ 9 h 1082"/>
                  <a:gd name="T14" fmla="*/ 4 w 2393"/>
                  <a:gd name="T15" fmla="*/ 19 h 1082"/>
                  <a:gd name="T16" fmla="*/ 4 w 2393"/>
                  <a:gd name="T17" fmla="*/ 26 h 1082"/>
                  <a:gd name="T18" fmla="*/ 5 w 2393"/>
                  <a:gd name="T19" fmla="*/ 30 h 1082"/>
                  <a:gd name="T20" fmla="*/ 7 w 2393"/>
                  <a:gd name="T21" fmla="*/ 34 h 10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3"/>
                  <a:gd name="T34" fmla="*/ 0 h 1082"/>
                  <a:gd name="T35" fmla="*/ 2393 w 2393"/>
                  <a:gd name="T36" fmla="*/ 1082 h 10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3" h="1082">
                    <a:moveTo>
                      <a:pt x="0" y="1082"/>
                    </a:moveTo>
                    <a:cubicBezTo>
                      <a:pt x="68" y="1046"/>
                      <a:pt x="136" y="1011"/>
                      <a:pt x="213" y="931"/>
                    </a:cubicBezTo>
                    <a:cubicBezTo>
                      <a:pt x="290" y="851"/>
                      <a:pt x="383" y="731"/>
                      <a:pt x="461" y="604"/>
                    </a:cubicBezTo>
                    <a:cubicBezTo>
                      <a:pt x="539" y="477"/>
                      <a:pt x="617" y="266"/>
                      <a:pt x="682" y="169"/>
                    </a:cubicBezTo>
                    <a:cubicBezTo>
                      <a:pt x="747" y="72"/>
                      <a:pt x="799" y="38"/>
                      <a:pt x="851" y="19"/>
                    </a:cubicBezTo>
                    <a:cubicBezTo>
                      <a:pt x="903" y="0"/>
                      <a:pt x="947" y="14"/>
                      <a:pt x="993" y="54"/>
                    </a:cubicBezTo>
                    <a:cubicBezTo>
                      <a:pt x="1039" y="94"/>
                      <a:pt x="1079" y="174"/>
                      <a:pt x="1126" y="258"/>
                    </a:cubicBezTo>
                    <a:cubicBezTo>
                      <a:pt x="1173" y="342"/>
                      <a:pt x="1208" y="476"/>
                      <a:pt x="1276" y="559"/>
                    </a:cubicBezTo>
                    <a:cubicBezTo>
                      <a:pt x="1344" y="642"/>
                      <a:pt x="1431" y="699"/>
                      <a:pt x="1533" y="754"/>
                    </a:cubicBezTo>
                    <a:cubicBezTo>
                      <a:pt x="1635" y="809"/>
                      <a:pt x="1745" y="847"/>
                      <a:pt x="1888" y="887"/>
                    </a:cubicBezTo>
                    <a:cubicBezTo>
                      <a:pt x="2031" y="927"/>
                      <a:pt x="2212" y="960"/>
                      <a:pt x="2393" y="99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3" name="Line 30">
                <a:extLst>
                  <a:ext uri="{FF2B5EF4-FFF2-40B4-BE49-F238E27FC236}">
                    <a16:creationId xmlns:a16="http://schemas.microsoft.com/office/drawing/2014/main" id="{E4A5512B-7286-4E25-99D0-6F7145ADD8F0}"/>
                  </a:ext>
                </a:extLst>
              </p:cNvPr>
              <p:cNvSpPr>
                <a:spLocks noChangeShapeType="1"/>
              </p:cNvSpPr>
              <p:nvPr/>
            </p:nvSpPr>
            <p:spPr bwMode="auto">
              <a:xfrm>
                <a:off x="4164" y="2093"/>
                <a:ext cx="0" cy="7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4" name="Text Box 31">
                <a:extLst>
                  <a:ext uri="{FF2B5EF4-FFF2-40B4-BE49-F238E27FC236}">
                    <a16:creationId xmlns:a16="http://schemas.microsoft.com/office/drawing/2014/main" id="{9795CA00-FCD6-4EA4-A7C7-8BBA1F95578A}"/>
                  </a:ext>
                </a:extLst>
              </p:cNvPr>
              <p:cNvSpPr txBox="1">
                <a:spLocks noChangeArrowheads="1"/>
              </p:cNvSpPr>
              <p:nvPr/>
            </p:nvSpPr>
            <p:spPr bwMode="auto">
              <a:xfrm>
                <a:off x="3987" y="2793"/>
                <a:ext cx="3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baseline="-25000" dirty="0">
                    <a:solidFill>
                      <a:srgbClr val="000000"/>
                    </a:solidFill>
                    <a:latin typeface="Times New Roman" panose="02020603050405020304" pitchFamily="18" charset="0"/>
                    <a:ea typeface="楷体_GB2312" pitchFamily="49" charset="-122"/>
                  </a:rPr>
                  <a:t>p2</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61461" name="Text Box 32">
              <a:extLst>
                <a:ext uri="{FF2B5EF4-FFF2-40B4-BE49-F238E27FC236}">
                  <a16:creationId xmlns:a16="http://schemas.microsoft.com/office/drawing/2014/main" id="{F5D69A8B-2E4A-4EEE-9E09-E17346A2CEC2}"/>
                </a:ext>
              </a:extLst>
            </p:cNvPr>
            <p:cNvSpPr txBox="1">
              <a:spLocks noChangeArrowheads="1"/>
            </p:cNvSpPr>
            <p:nvPr/>
          </p:nvSpPr>
          <p:spPr bwMode="auto">
            <a:xfrm>
              <a:off x="3757" y="2030"/>
              <a:ext cx="4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m</a:t>
              </a:r>
              <a:r>
                <a:rPr kumimoji="1" lang="en-US" altLang="zh-CN" sz="2400" b="1" baseline="-25000" dirty="0">
                  <a:solidFill>
                    <a:srgbClr val="000000"/>
                  </a:solidFill>
                  <a:latin typeface="Times New Roman" panose="02020603050405020304" pitchFamily="18" charset="0"/>
                  <a:ea typeface="楷体_GB2312" pitchFamily="49" charset="-122"/>
                </a:rPr>
                <a:t>2</a:t>
              </a:r>
              <a:endParaRPr kumimoji="1" lang="en-US" altLang="zh-CN" sz="2400" b="1" dirty="0">
                <a:solidFill>
                  <a:srgbClr val="000000"/>
                </a:solidFill>
                <a:latin typeface="Times New Roman" panose="02020603050405020304" pitchFamily="18" charset="0"/>
                <a:ea typeface="楷体_GB2312" pitchFamily="49" charset="-122"/>
              </a:endParaRPr>
            </a:p>
          </p:txBody>
        </p:sp>
      </p:grpSp>
      <p:grpSp>
        <p:nvGrpSpPr>
          <p:cNvPr id="10" name="Group 33">
            <a:extLst>
              <a:ext uri="{FF2B5EF4-FFF2-40B4-BE49-F238E27FC236}">
                <a16:creationId xmlns:a16="http://schemas.microsoft.com/office/drawing/2014/main" id="{B55B20A0-93D2-49CC-B335-95AEAFA8B112}"/>
              </a:ext>
            </a:extLst>
          </p:cNvPr>
          <p:cNvGrpSpPr>
            <a:grpSpLocks/>
          </p:cNvGrpSpPr>
          <p:nvPr/>
        </p:nvGrpSpPr>
        <p:grpSpPr bwMode="auto">
          <a:xfrm>
            <a:off x="5584874" y="4977408"/>
            <a:ext cx="2770188" cy="1328737"/>
            <a:chOff x="3620" y="3436"/>
            <a:chExt cx="1745" cy="837"/>
          </a:xfrm>
        </p:grpSpPr>
        <p:grpSp>
          <p:nvGrpSpPr>
            <p:cNvPr id="61455" name="Group 34">
              <a:extLst>
                <a:ext uri="{FF2B5EF4-FFF2-40B4-BE49-F238E27FC236}">
                  <a16:creationId xmlns:a16="http://schemas.microsoft.com/office/drawing/2014/main" id="{39A3C8D9-54AF-470E-88D2-AF344902C31B}"/>
                </a:ext>
              </a:extLst>
            </p:cNvPr>
            <p:cNvGrpSpPr>
              <a:grpSpLocks/>
            </p:cNvGrpSpPr>
            <p:nvPr/>
          </p:nvGrpSpPr>
          <p:grpSpPr bwMode="auto">
            <a:xfrm>
              <a:off x="3620" y="3450"/>
              <a:ext cx="1745" cy="823"/>
              <a:chOff x="3692" y="2256"/>
              <a:chExt cx="1745" cy="823"/>
            </a:xfrm>
          </p:grpSpPr>
          <p:sp>
            <p:nvSpPr>
              <p:cNvPr id="61457" name="Freeform 35">
                <a:extLst>
                  <a:ext uri="{FF2B5EF4-FFF2-40B4-BE49-F238E27FC236}">
                    <a16:creationId xmlns:a16="http://schemas.microsoft.com/office/drawing/2014/main" id="{D3948B2E-1359-445D-8E8F-4179950F6260}"/>
                  </a:ext>
                </a:extLst>
              </p:cNvPr>
              <p:cNvSpPr>
                <a:spLocks/>
              </p:cNvSpPr>
              <p:nvPr/>
            </p:nvSpPr>
            <p:spPr bwMode="auto">
              <a:xfrm>
                <a:off x="3692" y="2256"/>
                <a:ext cx="1745" cy="595"/>
              </a:xfrm>
              <a:custGeom>
                <a:avLst/>
                <a:gdLst>
                  <a:gd name="T0" fmla="*/ 0 w 2393"/>
                  <a:gd name="T1" fmla="*/ 3 h 1082"/>
                  <a:gd name="T2" fmla="*/ 9 w 2393"/>
                  <a:gd name="T3" fmla="*/ 2 h 1082"/>
                  <a:gd name="T4" fmla="*/ 20 w 2393"/>
                  <a:gd name="T5" fmla="*/ 2 h 1082"/>
                  <a:gd name="T6" fmla="*/ 29 w 2393"/>
                  <a:gd name="T7" fmla="*/ 1 h 1082"/>
                  <a:gd name="T8" fmla="*/ 36 w 2393"/>
                  <a:gd name="T9" fmla="*/ 1 h 1082"/>
                  <a:gd name="T10" fmla="*/ 42 w 2393"/>
                  <a:gd name="T11" fmla="*/ 1 h 1082"/>
                  <a:gd name="T12" fmla="*/ 48 w 2393"/>
                  <a:gd name="T13" fmla="*/ 1 h 1082"/>
                  <a:gd name="T14" fmla="*/ 54 w 2393"/>
                  <a:gd name="T15" fmla="*/ 1 h 1082"/>
                  <a:gd name="T16" fmla="*/ 66 w 2393"/>
                  <a:gd name="T17" fmla="*/ 2 h 1082"/>
                  <a:gd name="T18" fmla="*/ 80 w 2393"/>
                  <a:gd name="T19" fmla="*/ 2 h 1082"/>
                  <a:gd name="T20" fmla="*/ 102 w 2393"/>
                  <a:gd name="T21" fmla="*/ 2 h 10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3"/>
                  <a:gd name="T34" fmla="*/ 0 h 1082"/>
                  <a:gd name="T35" fmla="*/ 2393 w 2393"/>
                  <a:gd name="T36" fmla="*/ 1082 h 10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3" h="1082">
                    <a:moveTo>
                      <a:pt x="0" y="1082"/>
                    </a:moveTo>
                    <a:cubicBezTo>
                      <a:pt x="68" y="1046"/>
                      <a:pt x="136" y="1011"/>
                      <a:pt x="213" y="931"/>
                    </a:cubicBezTo>
                    <a:cubicBezTo>
                      <a:pt x="290" y="851"/>
                      <a:pt x="383" y="731"/>
                      <a:pt x="461" y="604"/>
                    </a:cubicBezTo>
                    <a:cubicBezTo>
                      <a:pt x="539" y="477"/>
                      <a:pt x="617" y="266"/>
                      <a:pt x="682" y="169"/>
                    </a:cubicBezTo>
                    <a:cubicBezTo>
                      <a:pt x="747" y="72"/>
                      <a:pt x="799" y="38"/>
                      <a:pt x="851" y="19"/>
                    </a:cubicBezTo>
                    <a:cubicBezTo>
                      <a:pt x="903" y="0"/>
                      <a:pt x="947" y="14"/>
                      <a:pt x="993" y="54"/>
                    </a:cubicBezTo>
                    <a:cubicBezTo>
                      <a:pt x="1039" y="94"/>
                      <a:pt x="1079" y="174"/>
                      <a:pt x="1126" y="258"/>
                    </a:cubicBezTo>
                    <a:cubicBezTo>
                      <a:pt x="1173" y="342"/>
                      <a:pt x="1208" y="476"/>
                      <a:pt x="1276" y="559"/>
                    </a:cubicBezTo>
                    <a:cubicBezTo>
                      <a:pt x="1344" y="642"/>
                      <a:pt x="1431" y="699"/>
                      <a:pt x="1533" y="754"/>
                    </a:cubicBezTo>
                    <a:cubicBezTo>
                      <a:pt x="1635" y="809"/>
                      <a:pt x="1745" y="847"/>
                      <a:pt x="1888" y="887"/>
                    </a:cubicBezTo>
                    <a:cubicBezTo>
                      <a:pt x="2031" y="927"/>
                      <a:pt x="2212" y="960"/>
                      <a:pt x="2393" y="99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8" name="Line 36">
                <a:extLst>
                  <a:ext uri="{FF2B5EF4-FFF2-40B4-BE49-F238E27FC236}">
                    <a16:creationId xmlns:a16="http://schemas.microsoft.com/office/drawing/2014/main" id="{B0860406-8433-4627-9007-0B2ADC60D3B4}"/>
                  </a:ext>
                </a:extLst>
              </p:cNvPr>
              <p:cNvSpPr>
                <a:spLocks noChangeShapeType="1"/>
              </p:cNvSpPr>
              <p:nvPr/>
            </p:nvSpPr>
            <p:spPr bwMode="auto">
              <a:xfrm>
                <a:off x="4369" y="2268"/>
                <a:ext cx="0" cy="5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9" name="Text Box 37">
                <a:extLst>
                  <a:ext uri="{FF2B5EF4-FFF2-40B4-BE49-F238E27FC236}">
                    <a16:creationId xmlns:a16="http://schemas.microsoft.com/office/drawing/2014/main" id="{4FA7EC09-169D-494C-9229-5F2EB18BEC9D}"/>
                  </a:ext>
                </a:extLst>
              </p:cNvPr>
              <p:cNvSpPr txBox="1">
                <a:spLocks noChangeArrowheads="1"/>
              </p:cNvSpPr>
              <p:nvPr/>
            </p:nvSpPr>
            <p:spPr bwMode="auto">
              <a:xfrm>
                <a:off x="4342" y="2791"/>
                <a:ext cx="4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baseline="-25000" dirty="0">
                    <a:solidFill>
                      <a:srgbClr val="000000"/>
                    </a:solidFill>
                    <a:latin typeface="Times New Roman" panose="02020603050405020304" pitchFamily="18" charset="0"/>
                    <a:ea typeface="楷体_GB2312" pitchFamily="49" charset="-122"/>
                  </a:rPr>
                  <a:t>p1</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61456" name="Text Box 38">
              <a:extLst>
                <a:ext uri="{FF2B5EF4-FFF2-40B4-BE49-F238E27FC236}">
                  <a16:creationId xmlns:a16="http://schemas.microsoft.com/office/drawing/2014/main" id="{10A876CD-5CF8-4231-AA43-3354EB2B0045}"/>
                </a:ext>
              </a:extLst>
            </p:cNvPr>
            <p:cNvSpPr txBox="1">
              <a:spLocks noChangeArrowheads="1"/>
            </p:cNvSpPr>
            <p:nvPr/>
          </p:nvSpPr>
          <p:spPr bwMode="auto">
            <a:xfrm>
              <a:off x="4518" y="3436"/>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m</a:t>
              </a:r>
              <a:r>
                <a:rPr kumimoji="1" lang="en-US" altLang="zh-CN" sz="2400" b="1" baseline="-25000" dirty="0">
                  <a:solidFill>
                    <a:srgbClr val="000000"/>
                  </a:solidFill>
                  <a:latin typeface="Times New Roman" panose="02020603050405020304" pitchFamily="18" charset="0"/>
                  <a:ea typeface="楷体_GB2312" pitchFamily="49" charset="-122"/>
                </a:rPr>
                <a:t>1</a:t>
              </a:r>
              <a:endParaRPr kumimoji="1" lang="en-US" altLang="zh-CN" sz="2400" b="1" dirty="0">
                <a:solidFill>
                  <a:srgbClr val="000000"/>
                </a:solidFill>
                <a:latin typeface="Times New Roman" panose="02020603050405020304" pitchFamily="18" charset="0"/>
                <a:ea typeface="楷体_GB2312" pitchFamily="49" charset="-122"/>
              </a:endParaRPr>
            </a:p>
          </p:txBody>
        </p:sp>
      </p:grpSp>
      <p:sp>
        <p:nvSpPr>
          <p:cNvPr id="378919" name="Text Box 39">
            <a:extLst>
              <a:ext uri="{FF2B5EF4-FFF2-40B4-BE49-F238E27FC236}">
                <a16:creationId xmlns:a16="http://schemas.microsoft.com/office/drawing/2014/main" id="{072696B4-161A-429A-A389-7660E2FD1F44}"/>
              </a:ext>
            </a:extLst>
          </p:cNvPr>
          <p:cNvSpPr txBox="1">
            <a:spLocks noChangeArrowheads="1"/>
          </p:cNvSpPr>
          <p:nvPr/>
        </p:nvSpPr>
        <p:spPr bwMode="auto">
          <a:xfrm>
            <a:off x="7041182" y="1622996"/>
            <a:ext cx="1335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dirty="0">
                <a:solidFill>
                  <a:srgbClr val="000000"/>
                </a:solidFill>
                <a:latin typeface="Times New Roman" panose="02020603050405020304" pitchFamily="18" charset="0"/>
                <a:ea typeface="楷体_GB2312" pitchFamily="49" charset="-122"/>
              </a:rPr>
              <a:t>T</a:t>
            </a:r>
            <a:r>
              <a:rPr kumimoji="1" lang="en-US" altLang="zh-CN" sz="2400" b="1" baseline="-25000" dirty="0">
                <a:solidFill>
                  <a:srgbClr val="000000"/>
                </a:solidFill>
                <a:latin typeface="Times New Roman" panose="02020603050405020304" pitchFamily="18" charset="0"/>
                <a:ea typeface="楷体_GB2312" pitchFamily="49" charset="-122"/>
              </a:rPr>
              <a:t>1 </a:t>
            </a:r>
            <a:r>
              <a:rPr kumimoji="1" lang="en-US" altLang="zh-CN" sz="2400" b="1" dirty="0">
                <a:solidFill>
                  <a:srgbClr val="000000"/>
                </a:solidFill>
                <a:latin typeface="Times New Roman" panose="02020603050405020304" pitchFamily="18" charset="0"/>
                <a:ea typeface="楷体_GB2312" pitchFamily="49" charset="-122"/>
              </a:rPr>
              <a:t>&lt; T</a:t>
            </a:r>
            <a:r>
              <a:rPr kumimoji="1" lang="en-US" altLang="zh-CN" sz="2400" b="1" baseline="-25000" dirty="0">
                <a:solidFill>
                  <a:srgbClr val="000000"/>
                </a:solidFill>
                <a:latin typeface="Times New Roman" panose="02020603050405020304" pitchFamily="18" charset="0"/>
                <a:ea typeface="楷体_GB2312" pitchFamily="49" charset="-122"/>
              </a:rPr>
              <a:t>2</a:t>
            </a:r>
            <a:endParaRPr kumimoji="1" lang="en-US" altLang="zh-CN" sz="2400" b="1" dirty="0">
              <a:solidFill>
                <a:srgbClr val="000000"/>
              </a:solidFill>
              <a:latin typeface="Times New Roman" panose="02020603050405020304" pitchFamily="18" charset="0"/>
              <a:ea typeface="楷体_GB2312" pitchFamily="49" charset="-122"/>
            </a:endParaRPr>
          </a:p>
        </p:txBody>
      </p:sp>
      <p:sp>
        <p:nvSpPr>
          <p:cNvPr id="378920" name="Text Box 40">
            <a:extLst>
              <a:ext uri="{FF2B5EF4-FFF2-40B4-BE49-F238E27FC236}">
                <a16:creationId xmlns:a16="http://schemas.microsoft.com/office/drawing/2014/main" id="{9401A661-CEBC-4276-BDC6-017B67537FAB}"/>
              </a:ext>
            </a:extLst>
          </p:cNvPr>
          <p:cNvSpPr txBox="1">
            <a:spLocks noChangeArrowheads="1"/>
          </p:cNvSpPr>
          <p:nvPr/>
        </p:nvSpPr>
        <p:spPr bwMode="auto">
          <a:xfrm>
            <a:off x="7097762" y="4459883"/>
            <a:ext cx="136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i="1" dirty="0">
                <a:solidFill>
                  <a:srgbClr val="000000"/>
                </a:solidFill>
                <a:latin typeface="Times New Roman" panose="02020603050405020304" pitchFamily="18" charset="0"/>
                <a:ea typeface="楷体_GB2312" pitchFamily="49" charset="-122"/>
              </a:rPr>
              <a:t>m</a:t>
            </a:r>
            <a:r>
              <a:rPr kumimoji="1" lang="en-US" altLang="zh-CN" sz="2400" b="1" baseline="-25000" dirty="0">
                <a:solidFill>
                  <a:srgbClr val="000000"/>
                </a:solidFill>
                <a:latin typeface="Times New Roman" panose="02020603050405020304" pitchFamily="18" charset="0"/>
                <a:ea typeface="楷体_GB2312" pitchFamily="49" charset="-122"/>
              </a:rPr>
              <a:t>1 </a:t>
            </a:r>
            <a:r>
              <a:rPr kumimoji="1" lang="en-US" altLang="zh-CN" sz="2400" b="1" dirty="0">
                <a:solidFill>
                  <a:srgbClr val="000000"/>
                </a:solidFill>
                <a:latin typeface="Times New Roman" panose="02020603050405020304" pitchFamily="18" charset="0"/>
                <a:ea typeface="楷体_GB2312" pitchFamily="49" charset="-122"/>
              </a:rPr>
              <a:t>&lt; </a:t>
            </a:r>
            <a:r>
              <a:rPr kumimoji="1" lang="en-US" altLang="zh-CN" sz="2400" b="1" i="1" dirty="0">
                <a:solidFill>
                  <a:srgbClr val="000000"/>
                </a:solidFill>
                <a:latin typeface="Times New Roman" panose="02020603050405020304" pitchFamily="18" charset="0"/>
                <a:ea typeface="楷体_GB2312" pitchFamily="49" charset="-122"/>
              </a:rPr>
              <a:t>m</a:t>
            </a:r>
            <a:r>
              <a:rPr kumimoji="1" lang="en-US" altLang="zh-CN" sz="2400" b="1" baseline="-25000" dirty="0">
                <a:solidFill>
                  <a:srgbClr val="000000"/>
                </a:solidFill>
                <a:latin typeface="Times New Roman" panose="02020603050405020304" pitchFamily="18" charset="0"/>
                <a:ea typeface="楷体_GB2312" pitchFamily="49" charset="-122"/>
              </a:rPr>
              <a:t>2</a:t>
            </a:r>
            <a:endParaRPr kumimoji="1" lang="en-US" altLang="zh-CN" sz="2400" b="1" dirty="0">
              <a:solidFill>
                <a:srgbClr val="000000"/>
              </a:solidFill>
              <a:latin typeface="Times New Roman" panose="02020603050405020304" pitchFamily="18" charset="0"/>
              <a:ea typeface="楷体_GB2312" pitchFamily="49" charset="-122"/>
            </a:endParaRPr>
          </a:p>
        </p:txBody>
      </p:sp>
      <p:sp>
        <p:nvSpPr>
          <p:cNvPr id="378921" name="Text Box 41">
            <a:extLst>
              <a:ext uri="{FF2B5EF4-FFF2-40B4-BE49-F238E27FC236}">
                <a16:creationId xmlns:a16="http://schemas.microsoft.com/office/drawing/2014/main" id="{782F9BCF-C4B5-4415-A288-D231069D3A1F}"/>
              </a:ext>
            </a:extLst>
          </p:cNvPr>
          <p:cNvSpPr txBox="1">
            <a:spLocks noChangeArrowheads="1"/>
          </p:cNvSpPr>
          <p:nvPr/>
        </p:nvSpPr>
        <p:spPr bwMode="auto">
          <a:xfrm>
            <a:off x="644525" y="5142136"/>
            <a:ext cx="3698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b="1">
                <a:solidFill>
                  <a:srgbClr val="000000"/>
                </a:solidFill>
                <a:latin typeface="Times New Roman" panose="02020603050405020304" pitchFamily="18" charset="0"/>
                <a:ea typeface="楷体_GB2312" pitchFamily="49" charset="-122"/>
              </a:rPr>
              <a:t>即 </a:t>
            </a:r>
            <a:r>
              <a:rPr kumimoji="1" lang="en-US" altLang="zh-CN" sz="2800" b="1" i="1" dirty="0">
                <a:solidFill>
                  <a:srgbClr val="000000"/>
                </a:solidFill>
                <a:latin typeface="Times New Roman" panose="02020603050405020304" pitchFamily="18" charset="0"/>
                <a:ea typeface="楷体_GB2312" pitchFamily="49" charset="-122"/>
              </a:rPr>
              <a:t>m</a:t>
            </a:r>
            <a:r>
              <a:rPr kumimoji="1" lang="en-US" altLang="zh-CN" sz="2800" b="1" baseline="-25000" dirty="0">
                <a:solidFill>
                  <a:srgbClr val="000000"/>
                </a:solidFill>
                <a:latin typeface="Times New Roman" panose="02020603050405020304" pitchFamily="18" charset="0"/>
                <a:ea typeface="楷体_GB2312" pitchFamily="49" charset="-122"/>
              </a:rPr>
              <a:t>2 </a:t>
            </a:r>
            <a:r>
              <a:rPr kumimoji="1" lang="en-US" altLang="zh-CN" sz="2800" b="1" dirty="0">
                <a:solidFill>
                  <a:srgbClr val="000000"/>
                </a:solidFill>
                <a:latin typeface="Times New Roman" panose="02020603050405020304" pitchFamily="18" charset="0"/>
                <a:ea typeface="楷体_GB2312" pitchFamily="49" charset="-122"/>
              </a:rPr>
              <a:t>&gt; </a:t>
            </a:r>
            <a:r>
              <a:rPr kumimoji="1" lang="en-US" altLang="zh-CN" sz="2800" b="1" i="1" dirty="0">
                <a:solidFill>
                  <a:srgbClr val="000000"/>
                </a:solidFill>
                <a:latin typeface="Times New Roman" panose="02020603050405020304" pitchFamily="18" charset="0"/>
                <a:ea typeface="楷体_GB2312" pitchFamily="49" charset="-122"/>
              </a:rPr>
              <a:t>m</a:t>
            </a:r>
            <a:r>
              <a:rPr kumimoji="1" lang="en-US" altLang="zh-CN" sz="2800" b="1" baseline="-25000" dirty="0">
                <a:solidFill>
                  <a:srgbClr val="000000"/>
                </a:solidFill>
                <a:latin typeface="Times New Roman" panose="02020603050405020304" pitchFamily="18" charset="0"/>
                <a:ea typeface="楷体_GB2312" pitchFamily="49" charset="-122"/>
              </a:rPr>
              <a:t>1</a:t>
            </a:r>
            <a:r>
              <a:rPr kumimoji="1" lang="zh-CN" altLang="en-US" sz="2800" b="1">
                <a:solidFill>
                  <a:srgbClr val="000000"/>
                </a:solidFill>
                <a:latin typeface="Times New Roman" panose="02020603050405020304" pitchFamily="18" charset="0"/>
                <a:ea typeface="楷体_GB2312" pitchFamily="49" charset="-122"/>
              </a:rPr>
              <a:t>时  </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p2 </a:t>
            </a:r>
            <a:r>
              <a:rPr kumimoji="1" lang="en-US" altLang="zh-CN" sz="2800" b="1" dirty="0">
                <a:solidFill>
                  <a:srgbClr val="000000"/>
                </a:solidFill>
                <a:latin typeface="Times New Roman" panose="02020603050405020304" pitchFamily="18" charset="0"/>
                <a:ea typeface="楷体_GB2312" pitchFamily="49" charset="-122"/>
              </a:rPr>
              <a:t>&lt; </a:t>
            </a:r>
            <a:r>
              <a:rPr kumimoji="1" lang="en-US" altLang="zh-CN" sz="2800" b="1" i="1" dirty="0">
                <a:solidFill>
                  <a:srgbClr val="000000"/>
                </a:solidFill>
                <a:latin typeface="Times New Roman" panose="02020603050405020304" pitchFamily="18" charset="0"/>
                <a:ea typeface="楷体_GB2312" pitchFamily="49" charset="-122"/>
              </a:rPr>
              <a:t>v</a:t>
            </a:r>
            <a:r>
              <a:rPr kumimoji="1" lang="en-US" altLang="zh-CN" sz="2800" b="1" baseline="-25000" dirty="0">
                <a:solidFill>
                  <a:srgbClr val="000000"/>
                </a:solidFill>
                <a:latin typeface="Times New Roman" panose="02020603050405020304" pitchFamily="18" charset="0"/>
                <a:ea typeface="楷体_GB2312" pitchFamily="49" charset="-122"/>
              </a:rPr>
              <a:t>p1</a:t>
            </a:r>
            <a:endParaRPr kumimoji="1" lang="en-US" altLang="zh-CN" sz="2800" b="1" dirty="0">
              <a:solidFill>
                <a:srgbClr val="000000"/>
              </a:solidFill>
              <a:latin typeface="Times New Roman" panose="02020603050405020304" pitchFamily="18" charset="0"/>
              <a:ea typeface="楷体_GB2312" pitchFamily="49" charset="-122"/>
            </a:endParaRPr>
          </a:p>
        </p:txBody>
      </p:sp>
      <p:sp>
        <p:nvSpPr>
          <p:cNvPr id="61454" name="Line 42">
            <a:extLst>
              <a:ext uri="{FF2B5EF4-FFF2-40B4-BE49-F238E27FC236}">
                <a16:creationId xmlns:a16="http://schemas.microsoft.com/office/drawing/2014/main" id="{6CED1DD4-4DEA-4F83-A080-DC515358ACF5}"/>
              </a:ext>
            </a:extLst>
          </p:cNvPr>
          <p:cNvSpPr>
            <a:spLocks noChangeShapeType="1"/>
          </p:cNvSpPr>
          <p:nvPr/>
        </p:nvSpPr>
        <p:spPr bwMode="auto">
          <a:xfrm>
            <a:off x="-36512" y="3789040"/>
            <a:ext cx="9144000" cy="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文本框 3">
            <a:extLst>
              <a:ext uri="{FF2B5EF4-FFF2-40B4-BE49-F238E27FC236}">
                <a16:creationId xmlns:a16="http://schemas.microsoft.com/office/drawing/2014/main" id="{FB94DE9F-C416-4140-B1AD-5B28286CB2D3}"/>
              </a:ext>
            </a:extLst>
          </p:cNvPr>
          <p:cNvSpPr txBox="1"/>
          <p:nvPr/>
        </p:nvSpPr>
        <p:spPr>
          <a:xfrm>
            <a:off x="546867" y="44624"/>
            <a:ext cx="5213197" cy="1307281"/>
          </a:xfrm>
          <a:prstGeom prst="rect">
            <a:avLst/>
          </a:prstGeom>
          <a:noFill/>
        </p:spPr>
        <p:txBody>
          <a:bodyPr wrap="square" rtlCol="0">
            <a:spAutoFit/>
          </a:bodyPr>
          <a:lstStyle/>
          <a:p>
            <a:pPr>
              <a:lnSpc>
                <a:spcPct val="150000"/>
              </a:lnSpc>
            </a:pPr>
            <a:r>
              <a:rPr lang="zh-CN" altLang="en-US" sz="2800" b="1" dirty="0">
                <a:solidFill>
                  <a:srgbClr val="000000"/>
                </a:solidFill>
                <a:ea typeface="楷体_GB2312" pitchFamily="49" charset="-122"/>
              </a:rPr>
              <a:t>统计速率之</a:t>
            </a:r>
            <a:r>
              <a:rPr lang="zh-CN" altLang="en-US" sz="2800" b="1" dirty="0">
                <a:solidFill>
                  <a:srgbClr val="FF0000"/>
                </a:solidFill>
                <a:ea typeface="楷体_GB2312" pitchFamily="49" charset="-122"/>
              </a:rPr>
              <a:t>最概然速率</a:t>
            </a:r>
            <a:r>
              <a:rPr lang="en-US" altLang="zh-CN" sz="2800" b="1" i="1" dirty="0">
                <a:solidFill>
                  <a:srgbClr val="FF0000"/>
                </a:solidFill>
                <a:latin typeface="+mn-lt"/>
                <a:ea typeface="黑体" panose="02010609060101010101" pitchFamily="49" charset="-122"/>
              </a:rPr>
              <a:t>v</a:t>
            </a:r>
            <a:r>
              <a:rPr lang="en-US" altLang="zh-CN" sz="2800" b="1" i="1" baseline="-25000" dirty="0">
                <a:solidFill>
                  <a:srgbClr val="FF0000"/>
                </a:solidFill>
                <a:latin typeface="+mn-lt"/>
                <a:ea typeface="黑体" panose="02010609060101010101" pitchFamily="49" charset="-122"/>
              </a:rPr>
              <a:t>p</a:t>
            </a:r>
            <a:r>
              <a:rPr lang="zh-CN" altLang="en-US" sz="2800" b="1" dirty="0">
                <a:latin typeface="+mn-lt"/>
                <a:ea typeface="黑体" panose="02010609060101010101" pitchFamily="49" charset="-122"/>
              </a:rPr>
              <a:t>：</a:t>
            </a:r>
            <a:endParaRPr lang="en-US" altLang="zh-CN" sz="2800" b="1" dirty="0">
              <a:latin typeface="+mn-lt"/>
              <a:ea typeface="黑体" panose="02010609060101010101" pitchFamily="49" charset="-122"/>
            </a:endParaRPr>
          </a:p>
          <a:p>
            <a:pPr>
              <a:lnSpc>
                <a:spcPct val="150000"/>
              </a:lnSpc>
            </a:pPr>
            <a:r>
              <a:rPr lang="en-US" altLang="zh-CN" sz="2800" b="1" dirty="0">
                <a:solidFill>
                  <a:srgbClr val="000000"/>
                </a:solidFill>
                <a:ea typeface="楷体_GB2312" pitchFamily="49" charset="-122"/>
              </a:rPr>
              <a:t> </a:t>
            </a:r>
            <a:r>
              <a:rPr lang="en-US" altLang="zh-CN" sz="2800" b="1" i="1" dirty="0">
                <a:solidFill>
                  <a:srgbClr val="0000FF"/>
                </a:solidFill>
                <a:ea typeface="楷体_GB2312" pitchFamily="49" charset="-122"/>
              </a:rPr>
              <a:t>f</a:t>
            </a:r>
            <a:r>
              <a:rPr lang="en-US" altLang="zh-CN" sz="2800" b="1" dirty="0">
                <a:solidFill>
                  <a:srgbClr val="0000FF"/>
                </a:solidFill>
                <a:ea typeface="楷体_GB2312" pitchFamily="49" charset="-122"/>
              </a:rPr>
              <a:t>(</a:t>
            </a:r>
            <a:r>
              <a:rPr lang="en-US" altLang="zh-CN" sz="2800" b="1" i="1" dirty="0">
                <a:solidFill>
                  <a:srgbClr val="0000FF"/>
                </a:solidFill>
                <a:ea typeface="楷体_GB2312" pitchFamily="49" charset="-122"/>
                <a:sym typeface="Symbol" panose="05050102010706020507" pitchFamily="18" charset="2"/>
              </a:rPr>
              <a:t></a:t>
            </a:r>
            <a:r>
              <a:rPr lang="en-US" altLang="zh-CN" sz="2800" b="1" dirty="0">
                <a:solidFill>
                  <a:srgbClr val="0000FF"/>
                </a:solidFill>
                <a:ea typeface="楷体_GB2312" pitchFamily="49" charset="-122"/>
              </a:rPr>
              <a:t>)</a:t>
            </a:r>
            <a:r>
              <a:rPr lang="zh-CN" altLang="en-US" sz="2800" b="1" dirty="0">
                <a:solidFill>
                  <a:srgbClr val="0000FF"/>
                </a:solidFill>
                <a:ea typeface="楷体_GB2312" pitchFamily="49" charset="-122"/>
              </a:rPr>
              <a:t>曲线极大值处对应的速率</a:t>
            </a:r>
            <a:endParaRPr lang="zh-CN" altLang="en-US" sz="2800" b="1" i="1" baseline="-25000" dirty="0">
              <a:solidFill>
                <a:srgbClr val="0000FF"/>
              </a:solidFill>
              <a:latin typeface="+mn-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8882"/>
                                        </p:tgtEl>
                                        <p:attrNameLst>
                                          <p:attrName>style.visibility</p:attrName>
                                        </p:attrNameLst>
                                      </p:cBhvr>
                                      <p:to>
                                        <p:strVal val="visible"/>
                                      </p:to>
                                    </p:set>
                                    <p:animEffect transition="in" filter="wipe(up)">
                                      <p:cBhvr>
                                        <p:cTn id="7" dur="500"/>
                                        <p:tgtEl>
                                          <p:spTgt spid="378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378919"/>
                                        </p:tgtEl>
                                        <p:attrNameLst>
                                          <p:attrName>style.visibility</p:attrName>
                                        </p:attrNameLst>
                                      </p:cBhvr>
                                      <p:to>
                                        <p:strVal val="visible"/>
                                      </p:to>
                                    </p:set>
                                    <p:anim calcmode="lin" valueType="num">
                                      <p:cBhvr additive="base">
                                        <p:cTn id="28" dur="500" fill="hold"/>
                                        <p:tgtEl>
                                          <p:spTgt spid="378919"/>
                                        </p:tgtEl>
                                        <p:attrNameLst>
                                          <p:attrName>ppt_x</p:attrName>
                                        </p:attrNameLst>
                                      </p:cBhvr>
                                      <p:tavLst>
                                        <p:tav tm="0">
                                          <p:val>
                                            <p:strVal val="0-#ppt_w/2"/>
                                          </p:val>
                                        </p:tav>
                                        <p:tav tm="100000">
                                          <p:val>
                                            <p:strVal val="#ppt_x"/>
                                          </p:val>
                                        </p:tav>
                                      </p:tavLst>
                                    </p:anim>
                                    <p:anim calcmode="lin" valueType="num">
                                      <p:cBhvr additive="base">
                                        <p:cTn id="29" dur="500" fill="hold"/>
                                        <p:tgtEl>
                                          <p:spTgt spid="378919"/>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78900"/>
                                        </p:tgtEl>
                                        <p:attrNameLst>
                                          <p:attrName>style.visibility</p:attrName>
                                        </p:attrNameLst>
                                      </p:cBhvr>
                                      <p:to>
                                        <p:strVal val="visible"/>
                                      </p:to>
                                    </p:set>
                                    <p:animEffect transition="in" filter="wipe(left)">
                                      <p:cBhvr>
                                        <p:cTn id="34" dur="500"/>
                                        <p:tgtEl>
                                          <p:spTgt spid="37890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78901"/>
                                        </p:tgtEl>
                                        <p:attrNameLst>
                                          <p:attrName>style.visibility</p:attrName>
                                        </p:attrNameLst>
                                      </p:cBhvr>
                                      <p:to>
                                        <p:strVal val="visible"/>
                                      </p:to>
                                    </p:set>
                                    <p:animEffect transition="in" filter="wipe(left)">
                                      <p:cBhvr>
                                        <p:cTn id="39" dur="500"/>
                                        <p:tgtEl>
                                          <p:spTgt spid="37890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378920"/>
                                        </p:tgtEl>
                                        <p:attrNameLst>
                                          <p:attrName>style.visibility</p:attrName>
                                        </p:attrNameLst>
                                      </p:cBhvr>
                                      <p:to>
                                        <p:strVal val="visible"/>
                                      </p:to>
                                    </p:set>
                                    <p:anim calcmode="lin" valueType="num">
                                      <p:cBhvr additive="base">
                                        <p:cTn id="60" dur="500" fill="hold"/>
                                        <p:tgtEl>
                                          <p:spTgt spid="378920"/>
                                        </p:tgtEl>
                                        <p:attrNameLst>
                                          <p:attrName>ppt_x</p:attrName>
                                        </p:attrNameLst>
                                      </p:cBhvr>
                                      <p:tavLst>
                                        <p:tav tm="0">
                                          <p:val>
                                            <p:strVal val="0-#ppt_w/2"/>
                                          </p:val>
                                        </p:tav>
                                        <p:tav tm="100000">
                                          <p:val>
                                            <p:strVal val="#ppt_x"/>
                                          </p:val>
                                        </p:tav>
                                      </p:tavLst>
                                    </p:anim>
                                    <p:anim calcmode="lin" valueType="num">
                                      <p:cBhvr additive="base">
                                        <p:cTn id="61" dur="500" fill="hold"/>
                                        <p:tgtEl>
                                          <p:spTgt spid="378920"/>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78921"/>
                                        </p:tgtEl>
                                        <p:attrNameLst>
                                          <p:attrName>style.visibility</p:attrName>
                                        </p:attrNameLst>
                                      </p:cBhvr>
                                      <p:to>
                                        <p:strVal val="visible"/>
                                      </p:to>
                                    </p:set>
                                    <p:animEffect transition="in" filter="wipe(left)">
                                      <p:cBhvr>
                                        <p:cTn id="66" dur="500"/>
                                        <p:tgtEl>
                                          <p:spTgt spid="37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2" grpId="0" autoUpdateAnimBg="0"/>
      <p:bldP spid="378900" grpId="0" autoUpdateAnimBg="0"/>
      <p:bldP spid="378901" grpId="0" autoUpdateAnimBg="0"/>
      <p:bldP spid="378919" grpId="0" autoUpdateAnimBg="0"/>
      <p:bldP spid="378920" grpId="0" autoUpdateAnimBg="0"/>
      <p:bldP spid="378921"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E22E7845-F0CD-44CC-B7AE-920DA6F9DEAA}"/>
              </a:ext>
            </a:extLst>
          </p:cNvPr>
          <p:cNvSpPr>
            <a:spLocks noGrp="1" noRot="1" noChangeArrowheads="1"/>
          </p:cNvSpPr>
          <p:nvPr>
            <p:ph type="title"/>
          </p:nvPr>
        </p:nvSpPr>
        <p:spPr>
          <a:xfrm>
            <a:off x="179388" y="0"/>
            <a:ext cx="4067175" cy="765175"/>
          </a:xfrm>
        </p:spPr>
        <p:txBody>
          <a:bodyPr/>
          <a:lstStyle/>
          <a:p>
            <a:pPr algn="l" eaLnBrk="1" hangingPunct="1"/>
            <a:r>
              <a:rPr lang="zh-CN" altLang="en-US" sz="3200" b="1">
                <a:solidFill>
                  <a:srgbClr val="000000"/>
                </a:solidFill>
              </a:rPr>
              <a:t>三</a:t>
            </a:r>
            <a:r>
              <a:rPr lang="en-US" altLang="zh-CN" sz="3200" b="1" dirty="0">
                <a:solidFill>
                  <a:srgbClr val="000000"/>
                </a:solidFill>
              </a:rPr>
              <a:t>. </a:t>
            </a:r>
            <a:r>
              <a:rPr lang="zh-CN" altLang="en-US" sz="3200" b="1">
                <a:solidFill>
                  <a:srgbClr val="000000"/>
                </a:solidFill>
              </a:rPr>
              <a:t>三种统计速率</a:t>
            </a:r>
          </a:p>
        </p:txBody>
      </p:sp>
      <p:sp>
        <p:nvSpPr>
          <p:cNvPr id="380931" name="Text Box 3">
            <a:extLst>
              <a:ext uri="{FF2B5EF4-FFF2-40B4-BE49-F238E27FC236}">
                <a16:creationId xmlns:a16="http://schemas.microsoft.com/office/drawing/2014/main" id="{0E930619-6BDC-4554-AFE8-24244BA8587E}"/>
              </a:ext>
            </a:extLst>
          </p:cNvPr>
          <p:cNvSpPr txBox="1">
            <a:spLocks noChangeArrowheads="1"/>
          </p:cNvSpPr>
          <p:nvPr/>
        </p:nvSpPr>
        <p:spPr bwMode="auto">
          <a:xfrm>
            <a:off x="250825" y="692150"/>
            <a:ext cx="5021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800" b="1" dirty="0">
                <a:solidFill>
                  <a:srgbClr val="FF3300"/>
                </a:solidFill>
                <a:latin typeface="Times New Roman" panose="02020603050405020304" pitchFamily="18" charset="0"/>
                <a:ea typeface="楷体_GB2312" pitchFamily="49" charset="-122"/>
              </a:rPr>
              <a:t>1. </a:t>
            </a:r>
            <a:r>
              <a:rPr kumimoji="1" lang="zh-CN" altLang="en-US" sz="2800" b="1" dirty="0">
                <a:solidFill>
                  <a:srgbClr val="FF3300"/>
                </a:solidFill>
                <a:latin typeface="Times New Roman" panose="02020603050405020304" pitchFamily="18" charset="0"/>
                <a:ea typeface="楷体_GB2312" pitchFamily="49" charset="-122"/>
              </a:rPr>
              <a:t>最概然速率</a:t>
            </a:r>
            <a:r>
              <a:rPr kumimoji="1" lang="en-US" altLang="zh-CN" sz="2800" b="1" dirty="0">
                <a:solidFill>
                  <a:srgbClr val="FF3300"/>
                </a:solidFill>
                <a:latin typeface="Times New Roman" panose="02020603050405020304" pitchFamily="18" charset="0"/>
                <a:ea typeface="楷体_GB2312" pitchFamily="49" charset="-122"/>
              </a:rPr>
              <a:t>(</a:t>
            </a:r>
            <a:r>
              <a:rPr kumimoji="1" lang="zh-CN" altLang="en-US" sz="2800" b="1" dirty="0">
                <a:solidFill>
                  <a:srgbClr val="FF3300"/>
                </a:solidFill>
                <a:latin typeface="Times New Roman" panose="02020603050405020304" pitchFamily="18" charset="0"/>
                <a:ea typeface="楷体_GB2312" pitchFamily="49" charset="-122"/>
              </a:rPr>
              <a:t>最可几速率</a:t>
            </a:r>
            <a:r>
              <a:rPr kumimoji="1" lang="en-US" altLang="zh-CN" sz="2800" b="1" dirty="0">
                <a:solidFill>
                  <a:srgbClr val="FF3300"/>
                </a:solidFill>
                <a:latin typeface="Times New Roman" panose="02020603050405020304" pitchFamily="18" charset="0"/>
                <a:ea typeface="楷体_GB2312" pitchFamily="49" charset="-122"/>
              </a:rPr>
              <a:t>)  </a:t>
            </a:r>
            <a:r>
              <a:rPr kumimoji="1" lang="en-US" altLang="zh-CN" sz="2800" b="1" i="1" dirty="0">
                <a:solidFill>
                  <a:srgbClr val="FF3300"/>
                </a:solidFill>
                <a:latin typeface="Times New Roman" panose="02020603050405020304" pitchFamily="18" charset="0"/>
                <a:ea typeface="楷体_GB2312" pitchFamily="49" charset="-122"/>
              </a:rPr>
              <a:t>v</a:t>
            </a:r>
            <a:r>
              <a:rPr kumimoji="1" lang="en-US" altLang="zh-CN" sz="2800" b="1" i="1" baseline="-25000" dirty="0">
                <a:solidFill>
                  <a:srgbClr val="FF3300"/>
                </a:solidFill>
                <a:latin typeface="Times New Roman" panose="02020603050405020304" pitchFamily="18" charset="0"/>
                <a:ea typeface="楷体_GB2312" pitchFamily="49" charset="-122"/>
              </a:rPr>
              <a:t>p</a:t>
            </a:r>
            <a:endParaRPr kumimoji="1" lang="en-US" altLang="zh-CN" sz="2800" b="1" i="1" dirty="0">
              <a:solidFill>
                <a:srgbClr val="FF3300"/>
              </a:solidFill>
              <a:latin typeface="Times New Roman" panose="02020603050405020304" pitchFamily="18" charset="0"/>
              <a:ea typeface="楷体_GB2312" pitchFamily="49" charset="-122"/>
            </a:endParaRPr>
          </a:p>
        </p:txBody>
      </p:sp>
      <p:sp>
        <p:nvSpPr>
          <p:cNvPr id="380932" name="Text Box 4">
            <a:extLst>
              <a:ext uri="{FF2B5EF4-FFF2-40B4-BE49-F238E27FC236}">
                <a16:creationId xmlns:a16="http://schemas.microsoft.com/office/drawing/2014/main" id="{FC585EE9-767D-4193-B0DE-F94BE1B12F4A}"/>
              </a:ext>
            </a:extLst>
          </p:cNvPr>
          <p:cNvSpPr txBox="1">
            <a:spLocks noChangeArrowheads="1"/>
          </p:cNvSpPr>
          <p:nvPr/>
        </p:nvSpPr>
        <p:spPr bwMode="auto">
          <a:xfrm>
            <a:off x="354971" y="1227138"/>
            <a:ext cx="76014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dirty="0">
                <a:solidFill>
                  <a:srgbClr val="000000"/>
                </a:solidFill>
                <a:latin typeface="Times New Roman" panose="02020603050405020304" pitchFamily="18" charset="0"/>
                <a:ea typeface="楷体_GB2312" pitchFamily="49" charset="-122"/>
              </a:rPr>
              <a:t>一定温度下</a:t>
            </a:r>
            <a:r>
              <a:rPr kumimoji="1" lang="en-US" altLang="zh-CN" sz="2400" b="1" dirty="0">
                <a:solidFill>
                  <a:srgbClr val="000000"/>
                </a:solidFill>
                <a:latin typeface="Times New Roman" panose="02020603050405020304" pitchFamily="18" charset="0"/>
                <a:ea typeface="楷体_GB2312" pitchFamily="49" charset="-122"/>
              </a:rPr>
              <a:t>,</a:t>
            </a: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i="1" baseline="-25000" dirty="0">
                <a:solidFill>
                  <a:srgbClr val="000000"/>
                </a:solidFill>
                <a:latin typeface="Times New Roman" panose="02020603050405020304" pitchFamily="18" charset="0"/>
                <a:ea typeface="楷体_GB2312" pitchFamily="49" charset="-122"/>
              </a:rPr>
              <a:t>p</a:t>
            </a:r>
            <a:r>
              <a:rPr kumimoji="1" lang="zh-CN" altLang="en-US" sz="2400" b="1" dirty="0">
                <a:solidFill>
                  <a:srgbClr val="000000"/>
                </a:solidFill>
                <a:latin typeface="Times New Roman" panose="02020603050405020304" pitchFamily="18" charset="0"/>
                <a:ea typeface="楷体_GB2312" pitchFamily="49" charset="-122"/>
              </a:rPr>
              <a:t>附近单位速率间隔内的相对分子数最多</a:t>
            </a:r>
            <a:r>
              <a:rPr kumimoji="1" lang="en-US" altLang="zh-CN" sz="2400" b="1" dirty="0">
                <a:solidFill>
                  <a:srgbClr val="000000"/>
                </a:solidFill>
                <a:latin typeface="Times New Roman" panose="02020603050405020304" pitchFamily="18" charset="0"/>
                <a:ea typeface="楷体_GB2312" pitchFamily="49" charset="-122"/>
              </a:rPr>
              <a:t>.</a:t>
            </a:r>
          </a:p>
        </p:txBody>
      </p:sp>
      <p:sp>
        <p:nvSpPr>
          <p:cNvPr id="380933" name="Text Box 5">
            <a:extLst>
              <a:ext uri="{FF2B5EF4-FFF2-40B4-BE49-F238E27FC236}">
                <a16:creationId xmlns:a16="http://schemas.microsoft.com/office/drawing/2014/main" id="{D169F315-AD9E-4301-821E-4FBE8003BA34}"/>
              </a:ext>
            </a:extLst>
          </p:cNvPr>
          <p:cNvSpPr txBox="1">
            <a:spLocks noChangeArrowheads="1"/>
          </p:cNvSpPr>
          <p:nvPr/>
        </p:nvSpPr>
        <p:spPr bwMode="auto">
          <a:xfrm>
            <a:off x="299409" y="1727200"/>
            <a:ext cx="39365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dirty="0">
                <a:solidFill>
                  <a:srgbClr val="000000"/>
                </a:solidFill>
                <a:latin typeface="Times New Roman" panose="02020603050405020304" pitchFamily="18" charset="0"/>
                <a:ea typeface="楷体_GB2312" pitchFamily="49" charset="-122"/>
              </a:rPr>
              <a:t>即</a:t>
            </a: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i="1" baseline="-25000" dirty="0">
                <a:solidFill>
                  <a:srgbClr val="000000"/>
                </a:solidFill>
                <a:latin typeface="Times New Roman" panose="02020603050405020304" pitchFamily="18" charset="0"/>
                <a:ea typeface="楷体_GB2312" pitchFamily="49" charset="-122"/>
              </a:rPr>
              <a:t>p</a:t>
            </a:r>
            <a:r>
              <a:rPr kumimoji="1" lang="zh-CN" altLang="en-US" sz="2400" b="1" dirty="0">
                <a:solidFill>
                  <a:srgbClr val="000000"/>
                </a:solidFill>
                <a:latin typeface="Times New Roman" panose="02020603050405020304" pitchFamily="18" charset="0"/>
                <a:ea typeface="楷体_GB2312" pitchFamily="49" charset="-122"/>
              </a:rPr>
              <a:t>对应曲线</a:t>
            </a:r>
            <a:r>
              <a:rPr kumimoji="1" lang="zh-CN" altLang="en-US" sz="2400" b="1" i="1" dirty="0">
                <a:solidFill>
                  <a:srgbClr val="000000"/>
                </a:solidFill>
                <a:latin typeface="Times New Roman" panose="02020603050405020304" pitchFamily="18" charset="0"/>
                <a:ea typeface="楷体_GB2312" pitchFamily="49" charset="-122"/>
              </a:rPr>
              <a:t> </a:t>
            </a:r>
            <a:r>
              <a:rPr kumimoji="1" lang="en-US" altLang="zh-CN" sz="2400" b="1" i="1" dirty="0">
                <a:solidFill>
                  <a:srgbClr val="000000"/>
                </a:solidFill>
                <a:latin typeface="Times New Roman" panose="02020603050405020304" pitchFamily="18" charset="0"/>
                <a:ea typeface="楷体_GB2312" pitchFamily="49" charset="-122"/>
              </a:rPr>
              <a:t>f</a:t>
            </a:r>
            <a:r>
              <a:rPr kumimoji="1" lang="en-US" altLang="zh-CN" sz="2400" b="1" dirty="0">
                <a:solidFill>
                  <a:srgbClr val="000000"/>
                </a:solidFill>
                <a:latin typeface="Times New Roman" panose="02020603050405020304" pitchFamily="18" charset="0"/>
                <a:ea typeface="楷体_GB2312" pitchFamily="49" charset="-122"/>
              </a:rPr>
              <a:t>(</a:t>
            </a:r>
            <a:r>
              <a:rPr kumimoji="1" lang="en-US" altLang="zh-CN" sz="2400" b="1" i="1" dirty="0">
                <a:solidFill>
                  <a:srgbClr val="000000"/>
                </a:solidFill>
                <a:latin typeface="Times New Roman" panose="02020603050405020304" pitchFamily="18" charset="0"/>
                <a:ea typeface="楷体_GB2312" pitchFamily="49" charset="-122"/>
              </a:rPr>
              <a:t>v</a:t>
            </a:r>
            <a:r>
              <a:rPr kumimoji="1" lang="en-US" altLang="zh-CN" sz="2400" b="1" dirty="0">
                <a:solidFill>
                  <a:srgbClr val="000000"/>
                </a:solidFill>
                <a:latin typeface="Times New Roman" panose="02020603050405020304" pitchFamily="18" charset="0"/>
                <a:ea typeface="楷体_GB2312" pitchFamily="49" charset="-122"/>
              </a:rPr>
              <a:t>)</a:t>
            </a:r>
            <a:r>
              <a:rPr kumimoji="1" lang="zh-CN" altLang="en-US" sz="2400" b="1" dirty="0">
                <a:solidFill>
                  <a:srgbClr val="000000"/>
                </a:solidFill>
                <a:latin typeface="Times New Roman" panose="02020603050405020304" pitchFamily="18" charset="0"/>
                <a:ea typeface="楷体_GB2312" pitchFamily="49" charset="-122"/>
              </a:rPr>
              <a:t>的极大值</a:t>
            </a:r>
          </a:p>
        </p:txBody>
      </p:sp>
      <p:graphicFrame>
        <p:nvGraphicFramePr>
          <p:cNvPr id="380934" name="Object 6">
            <a:extLst>
              <a:ext uri="{FF2B5EF4-FFF2-40B4-BE49-F238E27FC236}">
                <a16:creationId xmlns:a16="http://schemas.microsoft.com/office/drawing/2014/main" id="{9AA49F76-E6CD-477B-8123-EEDC42CB9546}"/>
              </a:ext>
            </a:extLst>
          </p:cNvPr>
          <p:cNvGraphicFramePr>
            <a:graphicFrameLocks noChangeAspect="1"/>
          </p:cNvGraphicFramePr>
          <p:nvPr/>
        </p:nvGraphicFramePr>
        <p:xfrm>
          <a:off x="323850" y="2446791"/>
          <a:ext cx="2209800" cy="876300"/>
        </p:xfrm>
        <a:graphic>
          <a:graphicData uri="http://schemas.openxmlformats.org/presentationml/2006/ole">
            <mc:AlternateContent xmlns:mc="http://schemas.openxmlformats.org/markup-compatibility/2006">
              <mc:Choice xmlns:v="urn:schemas-microsoft-com:vml" Requires="v">
                <p:oleObj name="Equation" r:id="rId2" imgW="2149101" imgH="815479" progId="Equation.3">
                  <p:embed/>
                </p:oleObj>
              </mc:Choice>
              <mc:Fallback>
                <p:oleObj name="Equation" r:id="rId2" imgW="2149101" imgH="815479" progId="Equation.3">
                  <p:embed/>
                  <p:pic>
                    <p:nvPicPr>
                      <p:cNvPr id="380934" name="Object 6">
                        <a:extLst>
                          <a:ext uri="{FF2B5EF4-FFF2-40B4-BE49-F238E27FC236}">
                            <a16:creationId xmlns:a16="http://schemas.microsoft.com/office/drawing/2014/main" id="{9AA49F76-E6CD-477B-8123-EEDC42CB9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446791"/>
                        <a:ext cx="22098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0935" name="Text Box 7">
            <a:extLst>
              <a:ext uri="{FF2B5EF4-FFF2-40B4-BE49-F238E27FC236}">
                <a16:creationId xmlns:a16="http://schemas.microsoft.com/office/drawing/2014/main" id="{1FD7081E-EEFA-4A1F-96DA-B65E4B69779D}"/>
              </a:ext>
            </a:extLst>
          </p:cNvPr>
          <p:cNvSpPr txBox="1">
            <a:spLocks noChangeArrowheads="1"/>
          </p:cNvSpPr>
          <p:nvPr/>
        </p:nvSpPr>
        <p:spPr bwMode="auto">
          <a:xfrm>
            <a:off x="2733717" y="2448718"/>
            <a:ext cx="104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b="1" dirty="0">
                <a:solidFill>
                  <a:srgbClr val="000000"/>
                </a:solidFill>
                <a:latin typeface="Times New Roman" panose="02020603050405020304" pitchFamily="18" charset="0"/>
                <a:ea typeface="楷体_GB2312" pitchFamily="49" charset="-122"/>
              </a:rPr>
              <a:t>得</a:t>
            </a:r>
            <a:r>
              <a:rPr kumimoji="1" lang="en-US" altLang="zh-CN" sz="2800" b="1" dirty="0">
                <a:solidFill>
                  <a:srgbClr val="000000"/>
                </a:solidFill>
                <a:latin typeface="Times New Roman" panose="02020603050405020304" pitchFamily="18" charset="0"/>
                <a:ea typeface="楷体_GB2312" pitchFamily="49" charset="-122"/>
              </a:rPr>
              <a:t>:</a:t>
            </a:r>
          </a:p>
        </p:txBody>
      </p:sp>
      <p:graphicFrame>
        <p:nvGraphicFramePr>
          <p:cNvPr id="380936" name="Object 8">
            <a:extLst>
              <a:ext uri="{FF2B5EF4-FFF2-40B4-BE49-F238E27FC236}">
                <a16:creationId xmlns:a16="http://schemas.microsoft.com/office/drawing/2014/main" id="{1CD654BF-73FA-412B-A51C-527F79339F38}"/>
              </a:ext>
            </a:extLst>
          </p:cNvPr>
          <p:cNvGraphicFramePr>
            <a:graphicFrameLocks noChangeAspect="1"/>
          </p:cNvGraphicFramePr>
          <p:nvPr/>
        </p:nvGraphicFramePr>
        <p:xfrm>
          <a:off x="3436938" y="2287760"/>
          <a:ext cx="1422400" cy="774700"/>
        </p:xfrm>
        <a:graphic>
          <a:graphicData uri="http://schemas.openxmlformats.org/presentationml/2006/ole">
            <mc:AlternateContent xmlns:mc="http://schemas.openxmlformats.org/markup-compatibility/2006">
              <mc:Choice xmlns:v="urn:schemas-microsoft-com:vml" Requires="v">
                <p:oleObj name="Equation" r:id="rId4" imgW="1356447" imgH="708743" progId="Equation.3">
                  <p:embed/>
                </p:oleObj>
              </mc:Choice>
              <mc:Fallback>
                <p:oleObj name="Equation" r:id="rId4" imgW="1356447" imgH="708743" progId="Equation.3">
                  <p:embed/>
                  <p:pic>
                    <p:nvPicPr>
                      <p:cNvPr id="380936" name="Object 8">
                        <a:extLst>
                          <a:ext uri="{FF2B5EF4-FFF2-40B4-BE49-F238E27FC236}">
                            <a16:creationId xmlns:a16="http://schemas.microsoft.com/office/drawing/2014/main" id="{1CD654BF-73FA-412B-A51C-527F79339F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6938" y="2287760"/>
                        <a:ext cx="14224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37" name="Object 9">
            <a:extLst>
              <a:ext uri="{FF2B5EF4-FFF2-40B4-BE49-F238E27FC236}">
                <a16:creationId xmlns:a16="http://schemas.microsoft.com/office/drawing/2014/main" id="{CED32CA3-0303-47CF-8715-DBFB9C34484E}"/>
              </a:ext>
            </a:extLst>
          </p:cNvPr>
          <p:cNvGraphicFramePr>
            <a:graphicFrameLocks noChangeAspect="1"/>
          </p:cNvGraphicFramePr>
          <p:nvPr/>
        </p:nvGraphicFramePr>
        <p:xfrm>
          <a:off x="4971257" y="2216944"/>
          <a:ext cx="1582738" cy="892175"/>
        </p:xfrm>
        <a:graphic>
          <a:graphicData uri="http://schemas.openxmlformats.org/presentationml/2006/ole">
            <mc:AlternateContent xmlns:mc="http://schemas.openxmlformats.org/markup-compatibility/2006">
              <mc:Choice xmlns:v="urn:schemas-microsoft-com:vml" Requires="v">
                <p:oleObj name="公式" r:id="rId6" imgW="655233" imgH="381055" progId="Equation.3">
                  <p:embed/>
                </p:oleObj>
              </mc:Choice>
              <mc:Fallback>
                <p:oleObj name="公式" r:id="rId6" imgW="655233" imgH="381055" progId="Equation.3">
                  <p:embed/>
                  <p:pic>
                    <p:nvPicPr>
                      <p:cNvPr id="380937" name="Object 9">
                        <a:extLst>
                          <a:ext uri="{FF2B5EF4-FFF2-40B4-BE49-F238E27FC236}">
                            <a16:creationId xmlns:a16="http://schemas.microsoft.com/office/drawing/2014/main" id="{CED32CA3-0303-47CF-8715-DBFB9C3448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71257" y="2216944"/>
                        <a:ext cx="1582738"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2" name="Line 10">
            <a:extLst>
              <a:ext uri="{FF2B5EF4-FFF2-40B4-BE49-F238E27FC236}">
                <a16:creationId xmlns:a16="http://schemas.microsoft.com/office/drawing/2014/main" id="{3D0F40C5-FC4B-41E7-A45D-E7F45C79C7E0}"/>
              </a:ext>
            </a:extLst>
          </p:cNvPr>
          <p:cNvSpPr>
            <a:spLocks noChangeShapeType="1"/>
          </p:cNvSpPr>
          <p:nvPr/>
        </p:nvSpPr>
        <p:spPr bwMode="auto">
          <a:xfrm>
            <a:off x="323850" y="3429000"/>
            <a:ext cx="83518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1">
            <a:extLst>
              <a:ext uri="{FF2B5EF4-FFF2-40B4-BE49-F238E27FC236}">
                <a16:creationId xmlns:a16="http://schemas.microsoft.com/office/drawing/2014/main" id="{0263BB11-B9C9-4176-B44F-E27299717EE7}"/>
              </a:ext>
            </a:extLst>
          </p:cNvPr>
          <p:cNvGrpSpPr>
            <a:grpSpLocks/>
          </p:cNvGrpSpPr>
          <p:nvPr/>
        </p:nvGrpSpPr>
        <p:grpSpPr bwMode="auto">
          <a:xfrm>
            <a:off x="539750" y="4191000"/>
            <a:ext cx="7777163" cy="504825"/>
            <a:chOff x="340" y="2640"/>
            <a:chExt cx="4899" cy="318"/>
          </a:xfrm>
        </p:grpSpPr>
        <p:graphicFrame>
          <p:nvGraphicFramePr>
            <p:cNvPr id="64538" name="Object 12">
              <a:extLst>
                <a:ext uri="{FF2B5EF4-FFF2-40B4-BE49-F238E27FC236}">
                  <a16:creationId xmlns:a16="http://schemas.microsoft.com/office/drawing/2014/main" id="{62F341EE-98B5-409A-A1D8-A992E72CC24D}"/>
                </a:ext>
              </a:extLst>
            </p:cNvPr>
            <p:cNvGraphicFramePr>
              <a:graphicFrameLocks noChangeAspect="1"/>
            </p:cNvGraphicFramePr>
            <p:nvPr/>
          </p:nvGraphicFramePr>
          <p:xfrm>
            <a:off x="3742" y="2659"/>
            <a:ext cx="1497" cy="299"/>
          </p:xfrm>
          <a:graphic>
            <a:graphicData uri="http://schemas.openxmlformats.org/presentationml/2006/ole">
              <mc:AlternateContent xmlns:mc="http://schemas.openxmlformats.org/markup-compatibility/2006">
                <mc:Choice xmlns:v="urn:schemas-microsoft-com:vml" Requires="v">
                  <p:oleObj name="公式" r:id="rId8" imgW="952544" imgH="137160" progId="Equation.3">
                    <p:embed/>
                  </p:oleObj>
                </mc:Choice>
                <mc:Fallback>
                  <p:oleObj name="公式" r:id="rId8" imgW="952544" imgH="137160" progId="Equation.3">
                    <p:embed/>
                    <p:pic>
                      <p:nvPicPr>
                        <p:cNvPr id="64538" name="Object 12">
                          <a:extLst>
                            <a:ext uri="{FF2B5EF4-FFF2-40B4-BE49-F238E27FC236}">
                              <a16:creationId xmlns:a16="http://schemas.microsoft.com/office/drawing/2014/main" id="{62F341EE-98B5-409A-A1D8-A992E72CC2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2" y="2659"/>
                          <a:ext cx="1497"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9" name="Text Box 13">
              <a:extLst>
                <a:ext uri="{FF2B5EF4-FFF2-40B4-BE49-F238E27FC236}">
                  <a16:creationId xmlns:a16="http://schemas.microsoft.com/office/drawing/2014/main" id="{F7AD83B6-2F85-496C-9058-A9FEFF7FDAFF}"/>
                </a:ext>
              </a:extLst>
            </p:cNvPr>
            <p:cNvSpPr txBox="1">
              <a:spLocks noChangeArrowheads="1"/>
            </p:cNvSpPr>
            <p:nvPr/>
          </p:nvSpPr>
          <p:spPr bwMode="auto">
            <a:xfrm>
              <a:off x="340" y="2640"/>
              <a:ext cx="35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dirty="0">
                  <a:solidFill>
                    <a:srgbClr val="000000"/>
                  </a:solidFill>
                  <a:latin typeface="Times New Roman" panose="02020603050405020304" pitchFamily="18" charset="0"/>
                </a:rPr>
                <a:t>分子速率在</a:t>
              </a:r>
              <a:r>
                <a:rPr kumimoji="1" lang="en-US" altLang="zh-CN" sz="2400" b="1" i="1" dirty="0" err="1">
                  <a:solidFill>
                    <a:srgbClr val="000000"/>
                  </a:solidFill>
                  <a:latin typeface="Times New Roman" panose="02020603050405020304" pitchFamily="18" charset="0"/>
                  <a:sym typeface="Symbol" panose="05050102010706020507" pitchFamily="18" charset="2"/>
                </a:rPr>
                <a:t>v</a:t>
              </a:r>
              <a:r>
                <a:rPr kumimoji="1" lang="en-US" altLang="zh-CN" sz="2400" b="1" dirty="0" err="1">
                  <a:solidFill>
                    <a:srgbClr val="000000"/>
                  </a:solidFill>
                  <a:latin typeface="Times New Roman" panose="02020603050405020304" pitchFamily="18" charset="0"/>
                  <a:sym typeface="Symbol" panose="05050102010706020507" pitchFamily="18" charset="2"/>
                </a:rPr>
                <a:t></a:t>
              </a:r>
              <a:r>
                <a:rPr kumimoji="1" lang="en-US" altLang="zh-CN" sz="2400" b="1" i="1" dirty="0" err="1">
                  <a:solidFill>
                    <a:srgbClr val="000000"/>
                  </a:solidFill>
                  <a:latin typeface="Times New Roman" panose="02020603050405020304" pitchFamily="18" charset="0"/>
                  <a:sym typeface="Symbol" panose="05050102010706020507" pitchFamily="18" charset="2"/>
                </a:rPr>
                <a:t>v</a:t>
              </a:r>
              <a:r>
                <a:rPr kumimoji="1" lang="en-US" altLang="zh-CN" sz="2400" b="1" dirty="0" err="1">
                  <a:solidFill>
                    <a:srgbClr val="000000"/>
                  </a:solidFill>
                  <a:latin typeface="Times New Roman" panose="02020603050405020304" pitchFamily="18" charset="0"/>
                  <a:sym typeface="Symbol" panose="05050102010706020507" pitchFamily="18" charset="2"/>
                </a:rPr>
                <a:t>+d</a:t>
              </a:r>
              <a:r>
                <a:rPr kumimoji="1" lang="en-US" altLang="zh-CN" sz="2400" b="1" i="1" dirty="0" err="1">
                  <a:solidFill>
                    <a:srgbClr val="000000"/>
                  </a:solidFill>
                  <a:latin typeface="Times New Roman" panose="02020603050405020304" pitchFamily="18" charset="0"/>
                  <a:sym typeface="Symbol" panose="05050102010706020507" pitchFamily="18" charset="2"/>
                </a:rPr>
                <a:t>v</a:t>
              </a:r>
              <a:r>
                <a:rPr kumimoji="1" lang="zh-CN" altLang="en-US" sz="2400" b="1" dirty="0">
                  <a:solidFill>
                    <a:srgbClr val="000000"/>
                  </a:solidFill>
                  <a:latin typeface="Times New Roman" panose="02020603050405020304" pitchFamily="18" charset="0"/>
                </a:rPr>
                <a:t>区间内的分子数为：</a:t>
              </a:r>
            </a:p>
          </p:txBody>
        </p:sp>
      </p:grpSp>
      <p:grpSp>
        <p:nvGrpSpPr>
          <p:cNvPr id="3" name="Group 14">
            <a:extLst>
              <a:ext uri="{FF2B5EF4-FFF2-40B4-BE49-F238E27FC236}">
                <a16:creationId xmlns:a16="http://schemas.microsoft.com/office/drawing/2014/main" id="{4968A4E7-9982-4EED-9D93-451A96DA593F}"/>
              </a:ext>
            </a:extLst>
          </p:cNvPr>
          <p:cNvGrpSpPr>
            <a:grpSpLocks/>
          </p:cNvGrpSpPr>
          <p:nvPr/>
        </p:nvGrpSpPr>
        <p:grpSpPr bwMode="auto">
          <a:xfrm>
            <a:off x="539750" y="4797425"/>
            <a:ext cx="7613650" cy="493713"/>
            <a:chOff x="340" y="3022"/>
            <a:chExt cx="4796" cy="311"/>
          </a:xfrm>
        </p:grpSpPr>
        <p:sp>
          <p:nvSpPr>
            <p:cNvPr id="64536" name="Text Box 15">
              <a:extLst>
                <a:ext uri="{FF2B5EF4-FFF2-40B4-BE49-F238E27FC236}">
                  <a16:creationId xmlns:a16="http://schemas.microsoft.com/office/drawing/2014/main" id="{2EAA98F7-EB9B-4799-BE7B-A734436B2719}"/>
                </a:ext>
              </a:extLst>
            </p:cNvPr>
            <p:cNvSpPr txBox="1">
              <a:spLocks noChangeArrowheads="1"/>
            </p:cNvSpPr>
            <p:nvPr/>
          </p:nvSpPr>
          <p:spPr bwMode="auto">
            <a:xfrm>
              <a:off x="340" y="3022"/>
              <a:ext cx="47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00"/>
                  </a:solidFill>
                  <a:latin typeface="Times New Roman" panose="02020603050405020304" pitchFamily="18" charset="0"/>
                </a:rPr>
                <a:t>这些分子的速率总和为：</a:t>
              </a:r>
            </a:p>
          </p:txBody>
        </p:sp>
        <p:graphicFrame>
          <p:nvGraphicFramePr>
            <p:cNvPr id="64537" name="Object 16">
              <a:extLst>
                <a:ext uri="{FF2B5EF4-FFF2-40B4-BE49-F238E27FC236}">
                  <a16:creationId xmlns:a16="http://schemas.microsoft.com/office/drawing/2014/main" id="{8D9C9119-FAF2-4313-9700-325A0ADF782F}"/>
                </a:ext>
              </a:extLst>
            </p:cNvPr>
            <p:cNvGraphicFramePr>
              <a:graphicFrameLocks noChangeAspect="1"/>
            </p:cNvGraphicFramePr>
            <p:nvPr/>
          </p:nvGraphicFramePr>
          <p:xfrm>
            <a:off x="2517" y="3022"/>
            <a:ext cx="1696" cy="311"/>
          </p:xfrm>
          <a:graphic>
            <a:graphicData uri="http://schemas.openxmlformats.org/presentationml/2006/ole">
              <mc:AlternateContent xmlns:mc="http://schemas.openxmlformats.org/markup-compatibility/2006">
                <mc:Choice xmlns:v="urn:schemas-microsoft-com:vml" Requires="v">
                  <p:oleObj name="公式" r:id="rId10" imgW="1051821" imgH="137160" progId="Equation.3">
                    <p:embed/>
                  </p:oleObj>
                </mc:Choice>
                <mc:Fallback>
                  <p:oleObj name="公式" r:id="rId10" imgW="1051821" imgH="137160" progId="Equation.3">
                    <p:embed/>
                    <p:pic>
                      <p:nvPicPr>
                        <p:cNvPr id="64537" name="Object 16">
                          <a:extLst>
                            <a:ext uri="{FF2B5EF4-FFF2-40B4-BE49-F238E27FC236}">
                              <a16:creationId xmlns:a16="http://schemas.microsoft.com/office/drawing/2014/main" id="{8D9C9119-FAF2-4313-9700-325A0ADF78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7" y="3022"/>
                          <a:ext cx="1696"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7">
            <a:extLst>
              <a:ext uri="{FF2B5EF4-FFF2-40B4-BE49-F238E27FC236}">
                <a16:creationId xmlns:a16="http://schemas.microsoft.com/office/drawing/2014/main" id="{D313AD69-5492-4DBB-A425-9A3F5BB11A7E}"/>
              </a:ext>
            </a:extLst>
          </p:cNvPr>
          <p:cNvGrpSpPr>
            <a:grpSpLocks/>
          </p:cNvGrpSpPr>
          <p:nvPr/>
        </p:nvGrpSpPr>
        <p:grpSpPr bwMode="auto">
          <a:xfrm>
            <a:off x="539750" y="5445125"/>
            <a:ext cx="4319588" cy="892175"/>
            <a:chOff x="476" y="3430"/>
            <a:chExt cx="2585" cy="562"/>
          </a:xfrm>
        </p:grpSpPr>
        <p:graphicFrame>
          <p:nvGraphicFramePr>
            <p:cNvPr id="64534" name="Object 18">
              <a:extLst>
                <a:ext uri="{FF2B5EF4-FFF2-40B4-BE49-F238E27FC236}">
                  <a16:creationId xmlns:a16="http://schemas.microsoft.com/office/drawing/2014/main" id="{BC5315D7-0CF9-4933-B973-499F3A592CB2}"/>
                </a:ext>
              </a:extLst>
            </p:cNvPr>
            <p:cNvGraphicFramePr>
              <a:graphicFrameLocks noChangeAspect="1"/>
            </p:cNvGraphicFramePr>
            <p:nvPr/>
          </p:nvGraphicFramePr>
          <p:xfrm>
            <a:off x="476" y="3430"/>
            <a:ext cx="771" cy="562"/>
          </p:xfrm>
          <a:graphic>
            <a:graphicData uri="http://schemas.openxmlformats.org/presentationml/2006/ole">
              <mc:AlternateContent xmlns:mc="http://schemas.openxmlformats.org/markup-compatibility/2006">
                <mc:Choice xmlns:v="urn:schemas-microsoft-com:vml" Requires="v">
                  <p:oleObj name="公式" r:id="rId12" imgW="647918" imgH="403999" progId="Equation.3">
                    <p:embed/>
                  </p:oleObj>
                </mc:Choice>
                <mc:Fallback>
                  <p:oleObj name="公式" r:id="rId12" imgW="647918" imgH="403999" progId="Equation.3">
                    <p:embed/>
                    <p:pic>
                      <p:nvPicPr>
                        <p:cNvPr id="64534" name="Object 18">
                          <a:extLst>
                            <a:ext uri="{FF2B5EF4-FFF2-40B4-BE49-F238E27FC236}">
                              <a16:creationId xmlns:a16="http://schemas.microsoft.com/office/drawing/2014/main" id="{BC5315D7-0CF9-4933-B973-499F3A592CB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6" y="3430"/>
                          <a:ext cx="771" cy="562"/>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5" name="Object 19">
              <a:extLst>
                <a:ext uri="{FF2B5EF4-FFF2-40B4-BE49-F238E27FC236}">
                  <a16:creationId xmlns:a16="http://schemas.microsoft.com/office/drawing/2014/main" id="{ECB6DCE8-2370-4996-9B5B-4D5C834EEA5F}"/>
                </a:ext>
              </a:extLst>
            </p:cNvPr>
            <p:cNvGraphicFramePr>
              <a:graphicFrameLocks noChangeAspect="1"/>
            </p:cNvGraphicFramePr>
            <p:nvPr/>
          </p:nvGraphicFramePr>
          <p:xfrm>
            <a:off x="1292" y="3475"/>
            <a:ext cx="1769" cy="513"/>
          </p:xfrm>
          <a:graphic>
            <a:graphicData uri="http://schemas.openxmlformats.org/presentationml/2006/ole">
              <mc:AlternateContent xmlns:mc="http://schemas.openxmlformats.org/markup-compatibility/2006">
                <mc:Choice xmlns:v="urn:schemas-microsoft-com:vml" Requires="v">
                  <p:oleObj name="Equation" r:id="rId14" imgW="2461042" imgH="723706" progId="Equation.3">
                    <p:embed/>
                  </p:oleObj>
                </mc:Choice>
                <mc:Fallback>
                  <p:oleObj name="Equation" r:id="rId14" imgW="2461042" imgH="723706" progId="Equation.3">
                    <p:embed/>
                    <p:pic>
                      <p:nvPicPr>
                        <p:cNvPr id="64535" name="Object 19">
                          <a:extLst>
                            <a:ext uri="{FF2B5EF4-FFF2-40B4-BE49-F238E27FC236}">
                              <a16:creationId xmlns:a16="http://schemas.microsoft.com/office/drawing/2014/main" id="{ECB6DCE8-2370-4996-9B5B-4D5C834EEA5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2" y="3475"/>
                          <a:ext cx="1769" cy="513"/>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0">
            <a:extLst>
              <a:ext uri="{FF2B5EF4-FFF2-40B4-BE49-F238E27FC236}">
                <a16:creationId xmlns:a16="http://schemas.microsoft.com/office/drawing/2014/main" id="{421F87E8-2954-41E6-BC0A-F09E6ED3414C}"/>
              </a:ext>
            </a:extLst>
          </p:cNvPr>
          <p:cNvGrpSpPr>
            <a:grpSpLocks/>
          </p:cNvGrpSpPr>
          <p:nvPr/>
        </p:nvGrpSpPr>
        <p:grpSpPr bwMode="auto">
          <a:xfrm>
            <a:off x="5221743" y="5291138"/>
            <a:ext cx="2657475" cy="915988"/>
            <a:chOff x="3107" y="3430"/>
            <a:chExt cx="1674" cy="577"/>
          </a:xfrm>
        </p:grpSpPr>
        <p:graphicFrame>
          <p:nvGraphicFramePr>
            <p:cNvPr id="64532" name="Object 21">
              <a:extLst>
                <a:ext uri="{FF2B5EF4-FFF2-40B4-BE49-F238E27FC236}">
                  <a16:creationId xmlns:a16="http://schemas.microsoft.com/office/drawing/2014/main" id="{0868ED63-B1A5-4CEA-A05C-5741979CB4ED}"/>
                </a:ext>
              </a:extLst>
            </p:cNvPr>
            <p:cNvGraphicFramePr>
              <a:graphicFrameLocks noChangeAspect="1"/>
            </p:cNvGraphicFramePr>
            <p:nvPr/>
          </p:nvGraphicFramePr>
          <p:xfrm>
            <a:off x="3107" y="3430"/>
            <a:ext cx="907" cy="558"/>
          </p:xfrm>
          <a:graphic>
            <a:graphicData uri="http://schemas.openxmlformats.org/presentationml/2006/ole">
              <mc:AlternateContent xmlns:mc="http://schemas.openxmlformats.org/markup-compatibility/2006">
                <mc:Choice xmlns:v="urn:schemas-microsoft-com:vml" Requires="v">
                  <p:oleObj name="公式" r:id="rId16" imgW="480191" imgH="381055" progId="Equation.3">
                    <p:embed/>
                  </p:oleObj>
                </mc:Choice>
                <mc:Fallback>
                  <p:oleObj name="公式" r:id="rId16" imgW="480191" imgH="381055" progId="Equation.3">
                    <p:embed/>
                    <p:pic>
                      <p:nvPicPr>
                        <p:cNvPr id="64532" name="Object 21">
                          <a:extLst>
                            <a:ext uri="{FF2B5EF4-FFF2-40B4-BE49-F238E27FC236}">
                              <a16:creationId xmlns:a16="http://schemas.microsoft.com/office/drawing/2014/main" id="{0868ED63-B1A5-4CEA-A05C-5741979CB4E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07" y="3430"/>
                          <a:ext cx="907" cy="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33" name="Object 22">
              <a:extLst>
                <a:ext uri="{FF2B5EF4-FFF2-40B4-BE49-F238E27FC236}">
                  <a16:creationId xmlns:a16="http://schemas.microsoft.com/office/drawing/2014/main" id="{F9A38A17-19F0-49D6-B8A5-4DED1AF6BFE6}"/>
                </a:ext>
              </a:extLst>
            </p:cNvPr>
            <p:cNvGraphicFramePr>
              <a:graphicFrameLocks noChangeAspect="1"/>
            </p:cNvGraphicFramePr>
            <p:nvPr/>
          </p:nvGraphicFramePr>
          <p:xfrm>
            <a:off x="4071" y="3446"/>
            <a:ext cx="710" cy="561"/>
          </p:xfrm>
          <a:graphic>
            <a:graphicData uri="http://schemas.openxmlformats.org/presentationml/2006/ole">
              <mc:AlternateContent xmlns:mc="http://schemas.openxmlformats.org/markup-compatibility/2006">
                <mc:Choice xmlns:v="urn:schemas-microsoft-com:vml" Requires="v">
                  <p:oleObj name="公式" r:id="rId18" imgW="670386" imgH="381055" progId="Equation.3">
                    <p:embed/>
                  </p:oleObj>
                </mc:Choice>
                <mc:Fallback>
                  <p:oleObj name="公式" r:id="rId18" imgW="670386" imgH="381055" progId="Equation.3">
                    <p:embed/>
                    <p:pic>
                      <p:nvPicPr>
                        <p:cNvPr id="64533" name="Object 22">
                          <a:extLst>
                            <a:ext uri="{FF2B5EF4-FFF2-40B4-BE49-F238E27FC236}">
                              <a16:creationId xmlns:a16="http://schemas.microsoft.com/office/drawing/2014/main" id="{F9A38A17-19F0-49D6-B8A5-4DED1AF6BFE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71" y="3446"/>
                          <a:ext cx="710" cy="5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3">
            <a:extLst>
              <a:ext uri="{FF2B5EF4-FFF2-40B4-BE49-F238E27FC236}">
                <a16:creationId xmlns:a16="http://schemas.microsoft.com/office/drawing/2014/main" id="{753B53AB-9090-4B7C-9190-B50BEE62E4CA}"/>
              </a:ext>
            </a:extLst>
          </p:cNvPr>
          <p:cNvGrpSpPr>
            <a:grpSpLocks/>
          </p:cNvGrpSpPr>
          <p:nvPr/>
        </p:nvGrpSpPr>
        <p:grpSpPr bwMode="auto">
          <a:xfrm>
            <a:off x="323850" y="3644900"/>
            <a:ext cx="7343775" cy="603250"/>
            <a:chOff x="204" y="2296"/>
            <a:chExt cx="4626" cy="380"/>
          </a:xfrm>
        </p:grpSpPr>
        <p:sp>
          <p:nvSpPr>
            <p:cNvPr id="64528" name="Text Box 24">
              <a:extLst>
                <a:ext uri="{FF2B5EF4-FFF2-40B4-BE49-F238E27FC236}">
                  <a16:creationId xmlns:a16="http://schemas.microsoft.com/office/drawing/2014/main" id="{B23BDEC6-75C7-4555-B067-9E87462C12B9}"/>
                </a:ext>
              </a:extLst>
            </p:cNvPr>
            <p:cNvSpPr txBox="1">
              <a:spLocks noChangeArrowheads="1"/>
            </p:cNvSpPr>
            <p:nvPr/>
          </p:nvSpPr>
          <p:spPr bwMode="auto">
            <a:xfrm>
              <a:off x="1882" y="2296"/>
              <a:ext cx="29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1" dirty="0">
                  <a:solidFill>
                    <a:srgbClr val="000000"/>
                  </a:solidFill>
                </a:rPr>
                <a:t>:</a:t>
              </a:r>
              <a:r>
                <a:rPr lang="zh-CN" altLang="en-US" sz="2400" b="1">
                  <a:solidFill>
                    <a:srgbClr val="000000"/>
                  </a:solidFill>
                </a:rPr>
                <a:t>大量分子的速率的算术平均值；</a:t>
              </a:r>
            </a:p>
          </p:txBody>
        </p:sp>
        <p:grpSp>
          <p:nvGrpSpPr>
            <p:cNvPr id="64529" name="Group 25">
              <a:extLst>
                <a:ext uri="{FF2B5EF4-FFF2-40B4-BE49-F238E27FC236}">
                  <a16:creationId xmlns:a16="http://schemas.microsoft.com/office/drawing/2014/main" id="{4B86A697-FB94-444A-9E37-159C1E848E6C}"/>
                </a:ext>
              </a:extLst>
            </p:cNvPr>
            <p:cNvGrpSpPr>
              <a:grpSpLocks/>
            </p:cNvGrpSpPr>
            <p:nvPr/>
          </p:nvGrpSpPr>
          <p:grpSpPr bwMode="auto">
            <a:xfrm>
              <a:off x="204" y="2296"/>
              <a:ext cx="1825" cy="380"/>
              <a:chOff x="204" y="2296"/>
              <a:chExt cx="1825" cy="380"/>
            </a:xfrm>
          </p:grpSpPr>
          <p:sp>
            <p:nvSpPr>
              <p:cNvPr id="64530" name="Text Box 26">
                <a:extLst>
                  <a:ext uri="{FF2B5EF4-FFF2-40B4-BE49-F238E27FC236}">
                    <a16:creationId xmlns:a16="http://schemas.microsoft.com/office/drawing/2014/main" id="{E345FDE6-C7C9-4D0E-B338-4CF06909986E}"/>
                  </a:ext>
                </a:extLst>
              </p:cNvPr>
              <p:cNvSpPr txBox="1">
                <a:spLocks noChangeArrowheads="1"/>
              </p:cNvSpPr>
              <p:nvPr/>
            </p:nvSpPr>
            <p:spPr bwMode="auto">
              <a:xfrm>
                <a:off x="204" y="2296"/>
                <a:ext cx="18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800" b="1" dirty="0">
                    <a:solidFill>
                      <a:srgbClr val="FF3300"/>
                    </a:solidFill>
                    <a:latin typeface="Times New Roman" panose="02020603050405020304" pitchFamily="18" charset="0"/>
                    <a:ea typeface="楷体_GB2312" pitchFamily="49" charset="-122"/>
                  </a:rPr>
                  <a:t>2. </a:t>
                </a:r>
                <a:r>
                  <a:rPr kumimoji="1" lang="zh-CN" altLang="en-US" sz="2800" b="1">
                    <a:solidFill>
                      <a:srgbClr val="FF3300"/>
                    </a:solidFill>
                    <a:latin typeface="Times New Roman" panose="02020603050405020304" pitchFamily="18" charset="0"/>
                    <a:ea typeface="楷体_GB2312" pitchFamily="49" charset="-122"/>
                  </a:rPr>
                  <a:t>平均速率</a:t>
                </a:r>
              </a:p>
            </p:txBody>
          </p:sp>
          <p:graphicFrame>
            <p:nvGraphicFramePr>
              <p:cNvPr id="64531" name="Object 27">
                <a:extLst>
                  <a:ext uri="{FF2B5EF4-FFF2-40B4-BE49-F238E27FC236}">
                    <a16:creationId xmlns:a16="http://schemas.microsoft.com/office/drawing/2014/main" id="{01FD780E-874B-4416-A533-76F6CBFE2B7B}"/>
                  </a:ext>
                </a:extLst>
              </p:cNvPr>
              <p:cNvGraphicFramePr>
                <a:graphicFrameLocks noChangeAspect="1"/>
              </p:cNvGraphicFramePr>
              <p:nvPr/>
            </p:nvGraphicFramePr>
            <p:xfrm>
              <a:off x="1513" y="2296"/>
              <a:ext cx="351" cy="380"/>
            </p:xfrm>
            <a:graphic>
              <a:graphicData uri="http://schemas.openxmlformats.org/presentationml/2006/ole">
                <mc:AlternateContent xmlns:mc="http://schemas.openxmlformats.org/markup-compatibility/2006">
                  <mc:Choice xmlns:v="urn:schemas-microsoft-com:vml" Requires="v">
                    <p:oleObj name="公式" r:id="rId20" imgW="152268" imgH="164957" progId="Equation.3">
                      <p:embed/>
                    </p:oleObj>
                  </mc:Choice>
                  <mc:Fallback>
                    <p:oleObj name="公式" r:id="rId20" imgW="152268" imgH="164957" progId="Equation.3">
                      <p:embed/>
                      <p:pic>
                        <p:nvPicPr>
                          <p:cNvPr id="64531" name="Object 27">
                            <a:extLst>
                              <a:ext uri="{FF2B5EF4-FFF2-40B4-BE49-F238E27FC236}">
                                <a16:creationId xmlns:a16="http://schemas.microsoft.com/office/drawing/2014/main" id="{01FD780E-874B-4416-A533-76F6CBFE2B7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13" y="2296"/>
                            <a:ext cx="351"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 name="文本框 7">
            <a:extLst>
              <a:ext uri="{FF2B5EF4-FFF2-40B4-BE49-F238E27FC236}">
                <a16:creationId xmlns:a16="http://schemas.microsoft.com/office/drawing/2014/main" id="{3C759107-8B1E-4AC1-8E57-C9822D5E6A4C}"/>
              </a:ext>
            </a:extLst>
          </p:cNvPr>
          <p:cNvSpPr txBox="1"/>
          <p:nvPr/>
        </p:nvSpPr>
        <p:spPr>
          <a:xfrm>
            <a:off x="6639722" y="2125937"/>
            <a:ext cx="2351880" cy="461665"/>
          </a:xfrm>
          <a:prstGeom prst="rect">
            <a:avLst/>
          </a:prstGeom>
          <a:noFill/>
        </p:spPr>
        <p:txBody>
          <a:bodyPr wrap="square" rtlCol="0">
            <a:spAutoFit/>
          </a:bodyPr>
          <a:lstStyle/>
          <a:p>
            <a:r>
              <a:rPr lang="zh-CN" altLang="en-US" sz="2400" b="1" dirty="0">
                <a:solidFill>
                  <a:srgbClr val="FF0000"/>
                </a:solidFill>
              </a:rPr>
              <a:t>只适用理想气体</a:t>
            </a:r>
          </a:p>
        </p:txBody>
      </p:sp>
      <p:sp>
        <p:nvSpPr>
          <p:cNvPr id="30" name="文本框 29">
            <a:extLst>
              <a:ext uri="{FF2B5EF4-FFF2-40B4-BE49-F238E27FC236}">
                <a16:creationId xmlns:a16="http://schemas.microsoft.com/office/drawing/2014/main" id="{B4C40ED5-078C-4079-A46B-ED615A32D105}"/>
              </a:ext>
            </a:extLst>
          </p:cNvPr>
          <p:cNvSpPr txBox="1"/>
          <p:nvPr/>
        </p:nvSpPr>
        <p:spPr>
          <a:xfrm>
            <a:off x="5762626" y="6238876"/>
            <a:ext cx="2351880" cy="461665"/>
          </a:xfrm>
          <a:prstGeom prst="rect">
            <a:avLst/>
          </a:prstGeom>
          <a:noFill/>
        </p:spPr>
        <p:txBody>
          <a:bodyPr wrap="square" rtlCol="0">
            <a:spAutoFit/>
          </a:bodyPr>
          <a:lstStyle/>
          <a:p>
            <a:r>
              <a:rPr lang="zh-CN" altLang="en-US" sz="2400" b="1" dirty="0">
                <a:solidFill>
                  <a:srgbClr val="FF0000"/>
                </a:solidFill>
              </a:rPr>
              <a:t>只适用理想气体</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0930"/>
                                        </p:tgtEl>
                                        <p:attrNameLst>
                                          <p:attrName>style.visibility</p:attrName>
                                        </p:attrNameLst>
                                      </p:cBhvr>
                                      <p:to>
                                        <p:strVal val="visible"/>
                                      </p:to>
                                    </p:set>
                                    <p:animEffect transition="in" filter="wipe(left)">
                                      <p:cBhvr>
                                        <p:cTn id="7" dur="500"/>
                                        <p:tgtEl>
                                          <p:spTgt spid="380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0931"/>
                                        </p:tgtEl>
                                        <p:attrNameLst>
                                          <p:attrName>style.visibility</p:attrName>
                                        </p:attrNameLst>
                                      </p:cBhvr>
                                      <p:to>
                                        <p:strVal val="visible"/>
                                      </p:to>
                                    </p:set>
                                    <p:animEffect transition="in" filter="wipe(left)">
                                      <p:cBhvr>
                                        <p:cTn id="12" dur="500"/>
                                        <p:tgtEl>
                                          <p:spTgt spid="3809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0932"/>
                                        </p:tgtEl>
                                        <p:attrNameLst>
                                          <p:attrName>style.visibility</p:attrName>
                                        </p:attrNameLst>
                                      </p:cBhvr>
                                      <p:to>
                                        <p:strVal val="visible"/>
                                      </p:to>
                                    </p:set>
                                    <p:animEffect transition="in" filter="wipe(left)">
                                      <p:cBhvr>
                                        <p:cTn id="17" dur="500"/>
                                        <p:tgtEl>
                                          <p:spTgt spid="3809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0933"/>
                                        </p:tgtEl>
                                        <p:attrNameLst>
                                          <p:attrName>style.visibility</p:attrName>
                                        </p:attrNameLst>
                                      </p:cBhvr>
                                      <p:to>
                                        <p:strVal val="visible"/>
                                      </p:to>
                                    </p:set>
                                    <p:animEffect transition="in" filter="wipe(left)">
                                      <p:cBhvr>
                                        <p:cTn id="22" dur="500"/>
                                        <p:tgtEl>
                                          <p:spTgt spid="3809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80934"/>
                                        </p:tgtEl>
                                        <p:attrNameLst>
                                          <p:attrName>style.visibility</p:attrName>
                                        </p:attrNameLst>
                                      </p:cBhvr>
                                      <p:to>
                                        <p:strVal val="visible"/>
                                      </p:to>
                                    </p:set>
                                    <p:animEffect transition="in" filter="wipe(left)">
                                      <p:cBhvr>
                                        <p:cTn id="27" dur="500"/>
                                        <p:tgtEl>
                                          <p:spTgt spid="3809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0935"/>
                                        </p:tgtEl>
                                        <p:attrNameLst>
                                          <p:attrName>style.visibility</p:attrName>
                                        </p:attrNameLst>
                                      </p:cBhvr>
                                      <p:to>
                                        <p:strVal val="visible"/>
                                      </p:to>
                                    </p:set>
                                    <p:animEffect transition="in" filter="wipe(left)">
                                      <p:cBhvr>
                                        <p:cTn id="32" dur="500"/>
                                        <p:tgtEl>
                                          <p:spTgt spid="3809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80936"/>
                                        </p:tgtEl>
                                        <p:attrNameLst>
                                          <p:attrName>style.visibility</p:attrName>
                                        </p:attrNameLst>
                                      </p:cBhvr>
                                      <p:to>
                                        <p:strVal val="visible"/>
                                      </p:to>
                                    </p:set>
                                    <p:animEffect transition="in" filter="wipe(left)">
                                      <p:cBhvr>
                                        <p:cTn id="37" dur="500"/>
                                        <p:tgtEl>
                                          <p:spTgt spid="3809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80937"/>
                                        </p:tgtEl>
                                        <p:attrNameLst>
                                          <p:attrName>style.visibility</p:attrName>
                                        </p:attrNameLst>
                                      </p:cBhvr>
                                      <p:to>
                                        <p:strVal val="visible"/>
                                      </p:to>
                                    </p:set>
                                    <p:animEffect transition="in" filter="wipe(left)">
                                      <p:cBhvr>
                                        <p:cTn id="42" dur="500"/>
                                        <p:tgtEl>
                                          <p:spTgt spid="3809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4"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 to="" calcmode="lin" valueType="num">
                                      <p:cBhvr>
                                        <p:cTn id="47" dur="1" fill="hold"/>
                                        <p:tgtEl>
                                          <p:spTgt spid="6"/>
                                        </p:tgtEl>
                                        <p:attrNameLst>
                                          <p:attrName/>
                                        </p:attrNameLst>
                                      </p:cBhvr>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4" presetClass="entr" presetSubtype="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 to="" calcmode="lin" valueType="num">
                                      <p:cBhvr>
                                        <p:cTn id="52" dur="1" fill="hold"/>
                                        <p:tgtEl>
                                          <p:spTgt spid="2"/>
                                        </p:tgtEl>
                                        <p:attrNameLst>
                                          <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4"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to="" calcmode="lin" valueType="num">
                                      <p:cBhvr>
                                        <p:cTn id="57" dur="1" fill="hold"/>
                                        <p:tgtEl>
                                          <p:spTgt spid="3"/>
                                        </p:tgtEl>
                                        <p:attrNameLst>
                                          <p:attrName/>
                                        </p:attrNameLst>
                                      </p:cBhvr>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4"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 to="" calcmode="lin" valueType="num">
                                      <p:cBhvr>
                                        <p:cTn id="62" dur="1" fill="hold"/>
                                        <p:tgtEl>
                                          <p:spTgt spid="4"/>
                                        </p:tgtEl>
                                        <p:attrNameLst>
                                          <p:attrName/>
                                        </p:attrNameLst>
                                      </p:cBhvr>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4"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 to="" calcmode="lin" valueType="num">
                                      <p:cBhvr>
                                        <p:cTn id="6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0" grpId="0" autoUpdateAnimBg="0"/>
      <p:bldP spid="380931" grpId="0" autoUpdateAnimBg="0"/>
      <p:bldP spid="380932" grpId="0" autoUpdateAnimBg="0"/>
      <p:bldP spid="380933" grpId="0" autoUpdateAnimBg="0"/>
      <p:bldP spid="38093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Text Box 2">
            <a:extLst>
              <a:ext uri="{FF2B5EF4-FFF2-40B4-BE49-F238E27FC236}">
                <a16:creationId xmlns:a16="http://schemas.microsoft.com/office/drawing/2014/main" id="{60BBAFB6-9B8D-4264-86E4-93E958A5B68A}"/>
              </a:ext>
            </a:extLst>
          </p:cNvPr>
          <p:cNvSpPr txBox="1">
            <a:spLocks noChangeArrowheads="1"/>
          </p:cNvSpPr>
          <p:nvPr/>
        </p:nvSpPr>
        <p:spPr bwMode="auto">
          <a:xfrm>
            <a:off x="468313" y="981075"/>
            <a:ext cx="2490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800" b="1" dirty="0">
                <a:solidFill>
                  <a:srgbClr val="FF3300"/>
                </a:solidFill>
                <a:latin typeface="Times New Roman" panose="02020603050405020304" pitchFamily="18" charset="0"/>
                <a:ea typeface="楷体_GB2312" pitchFamily="49" charset="-122"/>
              </a:rPr>
              <a:t>3.</a:t>
            </a:r>
            <a:r>
              <a:rPr kumimoji="1" lang="zh-CN" altLang="en-US" sz="2800" b="1">
                <a:solidFill>
                  <a:srgbClr val="FF3300"/>
                </a:solidFill>
                <a:latin typeface="Times New Roman" panose="02020603050405020304" pitchFamily="18" charset="0"/>
                <a:ea typeface="楷体_GB2312" pitchFamily="49" charset="-122"/>
              </a:rPr>
              <a:t>方均根速率</a:t>
            </a:r>
          </a:p>
        </p:txBody>
      </p:sp>
      <p:graphicFrame>
        <p:nvGraphicFramePr>
          <p:cNvPr id="381955" name="Object 3">
            <a:extLst>
              <a:ext uri="{FF2B5EF4-FFF2-40B4-BE49-F238E27FC236}">
                <a16:creationId xmlns:a16="http://schemas.microsoft.com/office/drawing/2014/main" id="{3E7E8268-E63B-4B58-BB7D-8B1F47D2EBF2}"/>
              </a:ext>
            </a:extLst>
          </p:cNvPr>
          <p:cNvGraphicFramePr>
            <a:graphicFrameLocks noChangeAspect="1"/>
          </p:cNvGraphicFramePr>
          <p:nvPr/>
        </p:nvGraphicFramePr>
        <p:xfrm>
          <a:off x="900113" y="1844675"/>
          <a:ext cx="4464050" cy="1093788"/>
        </p:xfrm>
        <a:graphic>
          <a:graphicData uri="http://schemas.openxmlformats.org/presentationml/2006/ole">
            <mc:AlternateContent xmlns:mc="http://schemas.openxmlformats.org/markup-compatibility/2006">
              <mc:Choice xmlns:v="urn:schemas-microsoft-com:vml" Requires="v">
                <p:oleObj name="Equation" r:id="rId2" imgW="3147104" imgH="723706" progId="Equation.3">
                  <p:embed/>
                </p:oleObj>
              </mc:Choice>
              <mc:Fallback>
                <p:oleObj name="Equation" r:id="rId2" imgW="3147104" imgH="723706" progId="Equation.3">
                  <p:embed/>
                  <p:pic>
                    <p:nvPicPr>
                      <p:cNvPr id="381955" name="Object 3">
                        <a:extLst>
                          <a:ext uri="{FF2B5EF4-FFF2-40B4-BE49-F238E27FC236}">
                            <a16:creationId xmlns:a16="http://schemas.microsoft.com/office/drawing/2014/main" id="{3E7E8268-E63B-4B58-BB7D-8B1F47D2E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844675"/>
                        <a:ext cx="4464050" cy="10937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1956" name="Object 4">
            <a:extLst>
              <a:ext uri="{FF2B5EF4-FFF2-40B4-BE49-F238E27FC236}">
                <a16:creationId xmlns:a16="http://schemas.microsoft.com/office/drawing/2014/main" id="{3BA6CAE2-0962-4E04-AD96-72105EE22D19}"/>
              </a:ext>
            </a:extLst>
          </p:cNvPr>
          <p:cNvGraphicFramePr>
            <a:graphicFrameLocks noChangeAspect="1"/>
          </p:cNvGraphicFramePr>
          <p:nvPr>
            <p:extLst>
              <p:ext uri="{D42A27DB-BD31-4B8C-83A1-F6EECF244321}">
                <p14:modId xmlns:p14="http://schemas.microsoft.com/office/powerpoint/2010/main" val="2642972706"/>
              </p:ext>
            </p:extLst>
          </p:nvPr>
        </p:nvGraphicFramePr>
        <p:xfrm>
          <a:off x="1619672" y="3194049"/>
          <a:ext cx="1296988" cy="1101725"/>
        </p:xfrm>
        <a:graphic>
          <a:graphicData uri="http://schemas.openxmlformats.org/presentationml/2006/ole">
            <mc:AlternateContent xmlns:mc="http://schemas.openxmlformats.org/markup-compatibility/2006">
              <mc:Choice xmlns:v="urn:schemas-microsoft-com:vml" Requires="v">
                <p:oleObj name="Equation" r:id="rId4" imgW="784816" imgH="662857" progId="Equation.3">
                  <p:embed/>
                </p:oleObj>
              </mc:Choice>
              <mc:Fallback>
                <p:oleObj name="Equation" r:id="rId4" imgW="784816" imgH="662857" progId="Equation.3">
                  <p:embed/>
                  <p:pic>
                    <p:nvPicPr>
                      <p:cNvPr id="381956" name="Object 4">
                        <a:extLst>
                          <a:ext uri="{FF2B5EF4-FFF2-40B4-BE49-F238E27FC236}">
                            <a16:creationId xmlns:a16="http://schemas.microsoft.com/office/drawing/2014/main" id="{3BA6CAE2-0962-4E04-AD96-72105EE22D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3194049"/>
                        <a:ext cx="1296988"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1957" name="Object 5">
            <a:extLst>
              <a:ext uri="{FF2B5EF4-FFF2-40B4-BE49-F238E27FC236}">
                <a16:creationId xmlns:a16="http://schemas.microsoft.com/office/drawing/2014/main" id="{1A505C5D-7EDB-473A-842F-4D1B32C0F026}"/>
              </a:ext>
            </a:extLst>
          </p:cNvPr>
          <p:cNvGraphicFramePr>
            <a:graphicFrameLocks noChangeAspect="1"/>
          </p:cNvGraphicFramePr>
          <p:nvPr>
            <p:extLst>
              <p:ext uri="{D42A27DB-BD31-4B8C-83A1-F6EECF244321}">
                <p14:modId xmlns:p14="http://schemas.microsoft.com/office/powerpoint/2010/main" val="3642136157"/>
              </p:ext>
            </p:extLst>
          </p:nvPr>
        </p:nvGraphicFramePr>
        <p:xfrm>
          <a:off x="5491377" y="3194049"/>
          <a:ext cx="3111286" cy="1103372"/>
        </p:xfrm>
        <a:graphic>
          <a:graphicData uri="http://schemas.openxmlformats.org/presentationml/2006/ole">
            <mc:AlternateContent xmlns:mc="http://schemas.openxmlformats.org/markup-compatibility/2006">
              <mc:Choice xmlns:v="urn:schemas-microsoft-com:vml" Requires="v">
                <p:oleObj name="公式" r:id="rId6" imgW="1486031" imgH="381055" progId="Equation.3">
                  <p:embed/>
                </p:oleObj>
              </mc:Choice>
              <mc:Fallback>
                <p:oleObj name="公式" r:id="rId6" imgW="1486031" imgH="381055" progId="Equation.3">
                  <p:embed/>
                  <p:pic>
                    <p:nvPicPr>
                      <p:cNvPr id="381957" name="Object 5">
                        <a:extLst>
                          <a:ext uri="{FF2B5EF4-FFF2-40B4-BE49-F238E27FC236}">
                            <a16:creationId xmlns:a16="http://schemas.microsoft.com/office/drawing/2014/main" id="{1A505C5D-7EDB-473A-842F-4D1B32C0F0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1377" y="3194049"/>
                        <a:ext cx="3111286" cy="1103372"/>
                      </a:xfrm>
                      <a:prstGeom prst="rect">
                        <a:avLst/>
                      </a:prstGeom>
                      <a:solidFill>
                        <a:schemeClr val="tx2"/>
                      </a:solidFill>
                      <a:ln>
                        <a:noFill/>
                      </a:ln>
                      <a:effectLst/>
                    </p:spPr>
                  </p:pic>
                </p:oleObj>
              </mc:Fallback>
            </mc:AlternateContent>
          </a:graphicData>
        </a:graphic>
      </p:graphicFrame>
      <p:sp>
        <p:nvSpPr>
          <p:cNvPr id="381958" name="Text Box 6">
            <a:extLst>
              <a:ext uri="{FF2B5EF4-FFF2-40B4-BE49-F238E27FC236}">
                <a16:creationId xmlns:a16="http://schemas.microsoft.com/office/drawing/2014/main" id="{5151FF25-D19D-453E-A734-85813D5F7FB3}"/>
              </a:ext>
            </a:extLst>
          </p:cNvPr>
          <p:cNvSpPr txBox="1">
            <a:spLocks noChangeArrowheads="1"/>
          </p:cNvSpPr>
          <p:nvPr/>
        </p:nvSpPr>
        <p:spPr bwMode="auto">
          <a:xfrm>
            <a:off x="2700338" y="982663"/>
            <a:ext cx="604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a:solidFill>
                  <a:srgbClr val="000000"/>
                </a:solidFill>
              </a:rPr>
              <a:t>气体分子速率的平方的统计平均值的平方根</a:t>
            </a:r>
          </a:p>
        </p:txBody>
      </p:sp>
      <p:sp>
        <p:nvSpPr>
          <p:cNvPr id="65543" name="Line 7">
            <a:extLst>
              <a:ext uri="{FF2B5EF4-FFF2-40B4-BE49-F238E27FC236}">
                <a16:creationId xmlns:a16="http://schemas.microsoft.com/office/drawing/2014/main" id="{7659F765-9537-4148-A411-E97B122A4D55}"/>
              </a:ext>
            </a:extLst>
          </p:cNvPr>
          <p:cNvSpPr>
            <a:spLocks noChangeShapeType="1"/>
          </p:cNvSpPr>
          <p:nvPr/>
        </p:nvSpPr>
        <p:spPr bwMode="auto">
          <a:xfrm>
            <a:off x="250825" y="4724400"/>
            <a:ext cx="83518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4267EA7D-B4F0-4957-A352-674C717A4C98}"/>
                  </a:ext>
                </a:extLst>
              </p:cNvPr>
              <p:cNvSpPr txBox="1"/>
              <p:nvPr/>
            </p:nvSpPr>
            <p:spPr bwMode="auto">
              <a:xfrm>
                <a:off x="611560" y="3382167"/>
                <a:ext cx="863327" cy="725488"/>
              </a:xfrm>
              <a:prstGeom prst="rect">
                <a:avLst/>
              </a:prstGeom>
              <a:noFill/>
              <a:ln w="25400">
                <a:solidFill>
                  <a:srgbClr val="FF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bar>
                        <m:barPr>
                          <m:pos m:val="top"/>
                          <m:ctrlPr>
                            <a:rPr lang="zh-CN" altLang="en-US" sz="3200" i="1">
                              <a:solidFill>
                                <a:srgbClr val="000000"/>
                              </a:solidFill>
                              <a:latin typeface="Cambria Math" panose="02040503050406030204" pitchFamily="18" charset="0"/>
                            </a:rPr>
                          </m:ctrlPr>
                        </m:barPr>
                        <m:e>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𝑣</m:t>
                              </m:r>
                            </m:e>
                            <m:sup>
                              <m:r>
                                <a:rPr lang="zh-CN" altLang="en-US" sz="3200" i="1">
                                  <a:solidFill>
                                    <a:srgbClr val="000000"/>
                                  </a:solidFill>
                                  <a:latin typeface="Cambria Math" panose="02040503050406030204" pitchFamily="18" charset="0"/>
                                </a:rPr>
                                <m:t>2</m:t>
                              </m:r>
                            </m:sup>
                          </m:sSup>
                        </m:e>
                      </m:bar>
                    </m:oMath>
                  </m:oMathPara>
                </a14:m>
                <a:endParaRPr lang="zh-CN" altLang="en-US" sz="3200" dirty="0"/>
              </a:p>
            </p:txBody>
          </p:sp>
        </mc:Choice>
        <mc:Fallback xmlns="">
          <p:sp>
            <p:nvSpPr>
              <p:cNvPr id="8" name="Object 3">
                <a:extLst>
                  <a:ext uri="{FF2B5EF4-FFF2-40B4-BE49-F238E27FC236}">
                    <a16:creationId xmlns:a16="http://schemas.microsoft.com/office/drawing/2014/main" id="{4267EA7D-B4F0-4957-A352-674C717A4C98}"/>
                  </a:ext>
                </a:extLst>
              </p:cNvPr>
              <p:cNvSpPr txBox="1">
                <a:spLocks noRot="1" noChangeAspect="1" noMove="1" noResize="1" noEditPoints="1" noAdjustHandles="1" noChangeArrowheads="1" noChangeShapeType="1" noTextEdit="1"/>
              </p:cNvSpPr>
              <p:nvPr/>
            </p:nvSpPr>
            <p:spPr bwMode="auto">
              <a:xfrm>
                <a:off x="611560" y="3382167"/>
                <a:ext cx="863327" cy="725488"/>
              </a:xfrm>
              <a:prstGeom prst="rect">
                <a:avLst/>
              </a:prstGeom>
              <a:blipFill>
                <a:blip r:embed="rId8"/>
                <a:stretch>
                  <a:fillRect/>
                </a:stretch>
              </a:blipFill>
              <a:ln w="25400">
                <a:solidFill>
                  <a:srgbClr val="FF0000"/>
                </a:solidFill>
                <a:miter lim="800000"/>
                <a:headEnd/>
                <a:tailEnd/>
              </a:ln>
              <a:effectLst/>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8773941-866E-40ED-BC98-626956C0EADD}"/>
              </a:ext>
            </a:extLst>
          </p:cNvPr>
          <p:cNvSpPr txBox="1"/>
          <p:nvPr/>
        </p:nvSpPr>
        <p:spPr>
          <a:xfrm>
            <a:off x="3061445" y="3514078"/>
            <a:ext cx="2351880" cy="461665"/>
          </a:xfrm>
          <a:prstGeom prst="rect">
            <a:avLst/>
          </a:prstGeom>
          <a:noFill/>
        </p:spPr>
        <p:txBody>
          <a:bodyPr wrap="square" rtlCol="0">
            <a:spAutoFit/>
          </a:bodyPr>
          <a:lstStyle/>
          <a:p>
            <a:r>
              <a:rPr lang="zh-CN" altLang="en-US" sz="2400" b="1" dirty="0">
                <a:solidFill>
                  <a:srgbClr val="FF0000"/>
                </a:solidFill>
              </a:rPr>
              <a:t>只适用理想气体</a:t>
            </a:r>
          </a:p>
        </p:txBody>
      </p:sp>
      <p:sp>
        <p:nvSpPr>
          <p:cNvPr id="2" name="文本框 1">
            <a:extLst>
              <a:ext uri="{FF2B5EF4-FFF2-40B4-BE49-F238E27FC236}">
                <a16:creationId xmlns:a16="http://schemas.microsoft.com/office/drawing/2014/main" id="{DB6590E0-4234-FA25-AAE3-F6A004F99148}"/>
              </a:ext>
            </a:extLst>
          </p:cNvPr>
          <p:cNvSpPr txBox="1"/>
          <p:nvPr/>
        </p:nvSpPr>
        <p:spPr>
          <a:xfrm>
            <a:off x="468313" y="5373216"/>
            <a:ext cx="4463727" cy="523220"/>
          </a:xfrm>
          <a:prstGeom prst="rect">
            <a:avLst/>
          </a:prstGeom>
          <a:noFill/>
        </p:spPr>
        <p:txBody>
          <a:bodyPr wrap="square" rtlCol="0">
            <a:spAutoFit/>
          </a:bodyPr>
          <a:lstStyle/>
          <a:p>
            <a:r>
              <a:rPr lang="zh-CN" altLang="en-US" sz="2800" dirty="0"/>
              <a:t>对同一温度下的理想气体：</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6581371D-800A-50B9-C555-95F368178CC7}"/>
                  </a:ext>
                </a:extLst>
              </p:cNvPr>
              <p:cNvSpPr txBox="1"/>
              <p:nvPr/>
            </p:nvSpPr>
            <p:spPr bwMode="auto">
              <a:xfrm>
                <a:off x="5004048" y="5010948"/>
                <a:ext cx="2860865" cy="1323917"/>
              </a:xfrm>
              <a:prstGeom prst="rect">
                <a:avLst/>
              </a:prstGeom>
              <a:solidFill>
                <a:schemeClr val="bg2"/>
              </a:solid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𝜐</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&lt;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𝜐</m:t>
                          </m:r>
                        </m:e>
                      </m:acc>
                      <m:r>
                        <a:rPr lang="zh-CN" altLang="en-US" i="1">
                          <a:solidFill>
                            <a:srgbClr val="000000"/>
                          </a:solidFill>
                          <a:latin typeface="Cambria Math" panose="02040503050406030204" pitchFamily="18" charset="0"/>
                        </a:rPr>
                        <m:t>&lt;</m:t>
                      </m:r>
                      <m:rad>
                        <m:radPr>
                          <m:degHide m:val="on"/>
                          <m:ctrlPr>
                            <a:rPr lang="zh-CN" altLang="en-US" i="1">
                              <a:solidFill>
                                <a:srgbClr val="000000"/>
                              </a:solidFill>
                              <a:latin typeface="Cambria Math" panose="02040503050406030204" pitchFamily="18" charset="0"/>
                            </a:rPr>
                          </m:ctrlPr>
                        </m:radPr>
                        <m:deg/>
                        <m:e>
                          <m:bar>
                            <m:barPr>
                              <m:pos m:val="top"/>
                              <m:ctrlPr>
                                <a:rPr lang="zh-CN" altLang="en-US" i="1">
                                  <a:solidFill>
                                    <a:srgbClr val="000000"/>
                                  </a:solidFill>
                                  <a:latin typeface="Cambria Math" panose="02040503050406030204" pitchFamily="18" charset="0"/>
                                </a:rPr>
                              </m:ctrlPr>
                            </m:bar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2</m:t>
                                  </m:r>
                                </m:sup>
                              </m:sSup>
                            </m:e>
                          </m:bar>
                        </m:e>
                      </m:rad>
                    </m:oMath>
                  </m:oMathPara>
                </a14:m>
                <a:endParaRPr lang="zh-CN" altLang="en-US" dirty="0"/>
              </a:p>
            </p:txBody>
          </p:sp>
        </mc:Choice>
        <mc:Fallback xmlns="">
          <p:sp>
            <p:nvSpPr>
              <p:cNvPr id="3" name="Object 11">
                <a:extLst>
                  <a:ext uri="{FF2B5EF4-FFF2-40B4-BE49-F238E27FC236}">
                    <a16:creationId xmlns:a16="http://schemas.microsoft.com/office/drawing/2014/main" id="{6581371D-800A-50B9-C555-95F368178CC7}"/>
                  </a:ext>
                </a:extLst>
              </p:cNvPr>
              <p:cNvSpPr txBox="1">
                <a:spLocks noRot="1" noChangeAspect="1" noMove="1" noResize="1" noEditPoints="1" noAdjustHandles="1" noChangeArrowheads="1" noChangeShapeType="1" noTextEdit="1"/>
              </p:cNvSpPr>
              <p:nvPr/>
            </p:nvSpPr>
            <p:spPr bwMode="auto">
              <a:xfrm>
                <a:off x="5004048" y="5010948"/>
                <a:ext cx="2860865" cy="1323917"/>
              </a:xfrm>
              <a:prstGeom prst="rect">
                <a:avLst/>
              </a:prstGeom>
              <a:blipFill>
                <a:blip r:embed="rId9"/>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1954"/>
                                        </p:tgtEl>
                                        <p:attrNameLst>
                                          <p:attrName>style.visibility</p:attrName>
                                        </p:attrNameLst>
                                      </p:cBhvr>
                                      <p:to>
                                        <p:strVal val="visible"/>
                                      </p:to>
                                    </p:set>
                                    <p:animEffect transition="in" filter="wipe(left)">
                                      <p:cBhvr>
                                        <p:cTn id="7" dur="500"/>
                                        <p:tgtEl>
                                          <p:spTgt spid="3819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81958"/>
                                        </p:tgtEl>
                                        <p:attrNameLst>
                                          <p:attrName>style.visibility</p:attrName>
                                        </p:attrNameLst>
                                      </p:cBhvr>
                                      <p:to>
                                        <p:strVal val="visible"/>
                                      </p:to>
                                    </p:set>
                                    <p:anim to="" calcmode="lin" valueType="num">
                                      <p:cBhvr>
                                        <p:cTn id="12" dur="1" fill="hold"/>
                                        <p:tgtEl>
                                          <p:spTgt spid="381958"/>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81955"/>
                                        </p:tgtEl>
                                        <p:attrNameLst>
                                          <p:attrName>style.visibility</p:attrName>
                                        </p:attrNameLst>
                                      </p:cBhvr>
                                      <p:to>
                                        <p:strVal val="visible"/>
                                      </p:to>
                                    </p:set>
                                    <p:animEffect transition="in" filter="wipe(left)">
                                      <p:cBhvr>
                                        <p:cTn id="17" dur="500"/>
                                        <p:tgtEl>
                                          <p:spTgt spid="3819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81956"/>
                                        </p:tgtEl>
                                        <p:attrNameLst>
                                          <p:attrName>style.visibility</p:attrName>
                                        </p:attrNameLst>
                                      </p:cBhvr>
                                      <p:to>
                                        <p:strVal val="visible"/>
                                      </p:to>
                                    </p:set>
                                    <p:animEffect transition="in" filter="wipe(left)">
                                      <p:cBhvr>
                                        <p:cTn id="22" dur="500"/>
                                        <p:tgtEl>
                                          <p:spTgt spid="3819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81957"/>
                                        </p:tgtEl>
                                        <p:attrNameLst>
                                          <p:attrName>style.visibility</p:attrName>
                                        </p:attrNameLst>
                                      </p:cBhvr>
                                      <p:to>
                                        <p:strVal val="visible"/>
                                      </p:to>
                                    </p:set>
                                    <p:animEffect transition="in" filter="wipe(left)">
                                      <p:cBhvr>
                                        <p:cTn id="27" dur="500"/>
                                        <p:tgtEl>
                                          <p:spTgt spid="381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4" grpId="0" autoUpdateAnimBg="0"/>
      <p:bldP spid="3819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3" name="Group 5">
            <a:extLst>
              <a:ext uri="{FF2B5EF4-FFF2-40B4-BE49-F238E27FC236}">
                <a16:creationId xmlns:a16="http://schemas.microsoft.com/office/drawing/2014/main" id="{BC1966C2-BC43-E267-F810-1A98C2C8C1EA}"/>
              </a:ext>
            </a:extLst>
          </p:cNvPr>
          <p:cNvGrpSpPr>
            <a:grpSpLocks/>
          </p:cNvGrpSpPr>
          <p:nvPr/>
        </p:nvGrpSpPr>
        <p:grpSpPr bwMode="auto">
          <a:xfrm>
            <a:off x="1042988" y="1295400"/>
            <a:ext cx="6653212" cy="1125538"/>
            <a:chOff x="240" y="2352"/>
            <a:chExt cx="4272" cy="720"/>
          </a:xfrm>
        </p:grpSpPr>
        <p:sp>
          <p:nvSpPr>
            <p:cNvPr id="18434" name="Text Box 6">
              <a:extLst>
                <a:ext uri="{FF2B5EF4-FFF2-40B4-BE49-F238E27FC236}">
                  <a16:creationId xmlns:a16="http://schemas.microsoft.com/office/drawing/2014/main" id="{09B343B3-34D3-1B59-45D9-AA5D968F2445}"/>
                </a:ext>
              </a:extLst>
            </p:cNvPr>
            <p:cNvSpPr txBox="1">
              <a:spLocks noChangeArrowheads="1"/>
            </p:cNvSpPr>
            <p:nvPr/>
          </p:nvSpPr>
          <p:spPr bwMode="auto">
            <a:xfrm>
              <a:off x="240" y="2544"/>
              <a:ext cx="2736"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Tx/>
                <a:buBlip>
                  <a:blip r:embed="rId2"/>
                </a:buBlip>
              </a:pPr>
              <a:r>
                <a:rPr lang="en-US" altLang="zh-CN" sz="3200" b="1" dirty="0">
                  <a:solidFill>
                    <a:srgbClr val="000000"/>
                  </a:solidFill>
                </a:rPr>
                <a:t>    </a:t>
              </a:r>
              <a:r>
                <a:rPr lang="zh-CN" altLang="en-US" sz="3200" b="1">
                  <a:solidFill>
                    <a:srgbClr val="003366"/>
                  </a:solidFill>
                </a:rPr>
                <a:t>平均自由程</a:t>
              </a:r>
              <a:r>
                <a:rPr lang="zh-CN" altLang="en-US" sz="3200" b="1">
                  <a:solidFill>
                    <a:srgbClr val="1C1C1C"/>
                  </a:solidFill>
                </a:rPr>
                <a:t> </a:t>
              </a:r>
              <a:endParaRPr lang="zh-CN" altLang="en-US" sz="3200">
                <a:solidFill>
                  <a:srgbClr val="1C1C1C"/>
                </a:solidFill>
              </a:endParaRPr>
            </a:p>
          </p:txBody>
        </p:sp>
        <p:graphicFrame>
          <p:nvGraphicFramePr>
            <p:cNvPr id="18435" name="Object 7">
              <a:extLst>
                <a:ext uri="{FF2B5EF4-FFF2-40B4-BE49-F238E27FC236}">
                  <a16:creationId xmlns:a16="http://schemas.microsoft.com/office/drawing/2014/main" id="{1FFD2F8A-5877-FCF1-8C77-BD37922AAAFB}"/>
                </a:ext>
              </a:extLst>
            </p:cNvPr>
            <p:cNvGraphicFramePr>
              <a:graphicFrameLocks noChangeAspect="1"/>
            </p:cNvGraphicFramePr>
            <p:nvPr/>
          </p:nvGraphicFramePr>
          <p:xfrm>
            <a:off x="2705" y="2352"/>
            <a:ext cx="1807" cy="720"/>
          </p:xfrm>
          <a:graphic>
            <a:graphicData uri="http://schemas.openxmlformats.org/presentationml/2006/ole">
              <mc:AlternateContent xmlns:mc="http://schemas.openxmlformats.org/markup-compatibility/2006">
                <mc:Choice xmlns:v="urn:schemas-microsoft-com:vml" Requires="v">
                  <p:oleObj r:id="rId3" imgW="1254600" imgH="489600" progId="Equation.3">
                    <p:embed/>
                  </p:oleObj>
                </mc:Choice>
                <mc:Fallback>
                  <p:oleObj r:id="rId3" imgW="1254600" imgH="489600" progId="Equation.3">
                    <p:embed/>
                    <p:pic>
                      <p:nvPicPr>
                        <p:cNvPr id="18435" name="Object 7">
                          <a:extLst>
                            <a:ext uri="{FF2B5EF4-FFF2-40B4-BE49-F238E27FC236}">
                              <a16:creationId xmlns:a16="http://schemas.microsoft.com/office/drawing/2014/main" id="{1FFD2F8A-5877-FCF1-8C77-BD37922AAAFB}"/>
                            </a:ext>
                          </a:extLst>
                        </p:cNvPr>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705" y="2352"/>
                          <a:ext cx="1807"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61448" name="Object 8">
            <a:extLst>
              <a:ext uri="{FF2B5EF4-FFF2-40B4-BE49-F238E27FC236}">
                <a16:creationId xmlns:a16="http://schemas.microsoft.com/office/drawing/2014/main" id="{41D64E3A-D6FC-5D59-78D5-DB096E544558}"/>
              </a:ext>
            </a:extLst>
          </p:cNvPr>
          <p:cNvGraphicFramePr>
            <a:graphicFrameLocks noChangeAspect="1"/>
          </p:cNvGraphicFramePr>
          <p:nvPr/>
        </p:nvGraphicFramePr>
        <p:xfrm>
          <a:off x="1763713" y="2517775"/>
          <a:ext cx="1893887" cy="547688"/>
        </p:xfrm>
        <a:graphic>
          <a:graphicData uri="http://schemas.openxmlformats.org/presentationml/2006/ole">
            <mc:AlternateContent xmlns:mc="http://schemas.openxmlformats.org/markup-compatibility/2006">
              <mc:Choice xmlns:v="urn:schemas-microsoft-com:vml" Requires="v">
                <p:oleObj r:id="rId5" imgW="372600" imgH="142920" progId="Equation.3">
                  <p:embed/>
                </p:oleObj>
              </mc:Choice>
              <mc:Fallback>
                <p:oleObj r:id="rId5" imgW="372600" imgH="142920" progId="Equation.3">
                  <p:embed/>
                  <p:pic>
                    <p:nvPicPr>
                      <p:cNvPr id="61448" name="Object 8">
                        <a:extLst>
                          <a:ext uri="{FF2B5EF4-FFF2-40B4-BE49-F238E27FC236}">
                            <a16:creationId xmlns:a16="http://schemas.microsoft.com/office/drawing/2014/main" id="{41D64E3A-D6FC-5D59-78D5-DB096E544558}"/>
                          </a:ext>
                        </a:extLst>
                      </p:cNvPr>
                      <p:cNvPicPr>
                        <a:picLocks noChangeAspect="1" noChangeArrowheads="1"/>
                      </p:cNvPicPr>
                      <p:nvPr/>
                    </p:nvPicPr>
                    <p:blipFill>
                      <a:blip r:embed="rId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63713" y="2517775"/>
                        <a:ext cx="1893887"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49" name="Object 9">
            <a:extLst>
              <a:ext uri="{FF2B5EF4-FFF2-40B4-BE49-F238E27FC236}">
                <a16:creationId xmlns:a16="http://schemas.microsoft.com/office/drawing/2014/main" id="{A4236F21-C06C-FB3D-9488-8235A08D336C}"/>
              </a:ext>
            </a:extLst>
          </p:cNvPr>
          <p:cNvGraphicFramePr>
            <a:graphicFrameLocks noChangeAspect="1"/>
          </p:cNvGraphicFramePr>
          <p:nvPr/>
        </p:nvGraphicFramePr>
        <p:xfrm>
          <a:off x="1916113" y="3670300"/>
          <a:ext cx="2960687" cy="1130300"/>
        </p:xfrm>
        <a:graphic>
          <a:graphicData uri="http://schemas.openxmlformats.org/presentationml/2006/ole">
            <mc:AlternateContent xmlns:mc="http://schemas.openxmlformats.org/markup-compatibility/2006">
              <mc:Choice xmlns:v="urn:schemas-microsoft-com:vml" Requires="v">
                <p:oleObj r:id="rId7" imgW="992160" imgH="489600" progId="Equation.3">
                  <p:embed/>
                </p:oleObj>
              </mc:Choice>
              <mc:Fallback>
                <p:oleObj r:id="rId7" imgW="992160" imgH="489600" progId="Equation.3">
                  <p:embed/>
                  <p:pic>
                    <p:nvPicPr>
                      <p:cNvPr id="61449" name="Object 9">
                        <a:extLst>
                          <a:ext uri="{FF2B5EF4-FFF2-40B4-BE49-F238E27FC236}">
                            <a16:creationId xmlns:a16="http://schemas.microsoft.com/office/drawing/2014/main" id="{A4236F21-C06C-FB3D-9488-8235A08D336C}"/>
                          </a:ext>
                        </a:extLst>
                      </p:cNvPr>
                      <p:cNvPicPr>
                        <a:picLocks noChangeAspect="1" noChangeArrowheads="1"/>
                      </p:cNvPicPr>
                      <p:nvPr/>
                    </p:nvPicPr>
                    <p:blipFill>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916113" y="3670300"/>
                        <a:ext cx="2960687" cy="1130300"/>
                      </a:xfrm>
                      <a:prstGeom prst="rect">
                        <a:avLst/>
                      </a:prstGeom>
                      <a:gradFill rotWithShape="0">
                        <a:gsLst>
                          <a:gs pos="0">
                            <a:schemeClr val="accent1"/>
                          </a:gs>
                          <a:gs pos="50000">
                            <a:srgbClr val="FFFFFF"/>
                          </a:gs>
                          <a:gs pos="100000">
                            <a:schemeClr val="accent1"/>
                          </a:gs>
                        </a:gsLst>
                        <a:lin ang="5400000" scaled="1"/>
                      </a:gradFill>
                      <a:ln w="6350">
                        <a:solidFill>
                          <a:schemeClr val="tx1"/>
                        </a:solidFill>
                        <a:miter lim="800000"/>
                        <a:headEnd/>
                        <a:tailEnd/>
                      </a:ln>
                    </p:spPr>
                  </p:pic>
                </p:oleObj>
              </mc:Fallback>
            </mc:AlternateContent>
          </a:graphicData>
        </a:graphic>
      </p:graphicFrame>
      <p:grpSp>
        <p:nvGrpSpPr>
          <p:cNvPr id="61459" name="Group 19">
            <a:extLst>
              <a:ext uri="{FF2B5EF4-FFF2-40B4-BE49-F238E27FC236}">
                <a16:creationId xmlns:a16="http://schemas.microsoft.com/office/drawing/2014/main" id="{ADBDCE8A-47E8-7A1A-3B07-59486B2C7506}"/>
              </a:ext>
            </a:extLst>
          </p:cNvPr>
          <p:cNvGrpSpPr>
            <a:grpSpLocks/>
          </p:cNvGrpSpPr>
          <p:nvPr/>
        </p:nvGrpSpPr>
        <p:grpSpPr bwMode="auto">
          <a:xfrm>
            <a:off x="4932363" y="3425825"/>
            <a:ext cx="3095625" cy="1501775"/>
            <a:chOff x="3107" y="2158"/>
            <a:chExt cx="1950" cy="946"/>
          </a:xfrm>
        </p:grpSpPr>
        <p:sp>
          <p:nvSpPr>
            <p:cNvPr id="18439" name="Text Box 11">
              <a:extLst>
                <a:ext uri="{FF2B5EF4-FFF2-40B4-BE49-F238E27FC236}">
                  <a16:creationId xmlns:a16="http://schemas.microsoft.com/office/drawing/2014/main" id="{14221CDD-E40F-322E-8BE4-5285A9CFAEA7}"/>
                </a:ext>
              </a:extLst>
            </p:cNvPr>
            <p:cNvSpPr txBox="1">
              <a:spLocks noChangeArrowheads="1"/>
            </p:cNvSpPr>
            <p:nvPr/>
          </p:nvSpPr>
          <p:spPr bwMode="auto">
            <a:xfrm>
              <a:off x="3107" y="2211"/>
              <a:ext cx="13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i="1" dirty="0">
                  <a:solidFill>
                    <a:srgbClr val="000000"/>
                  </a:solidFill>
                  <a:latin typeface="Times New Roman" panose="02020603050405020304" pitchFamily="18" charset="0"/>
                </a:rPr>
                <a:t>   </a:t>
              </a:r>
              <a:r>
                <a:rPr lang="en-US" altLang="zh-CN" sz="3200" i="1" dirty="0">
                  <a:solidFill>
                    <a:srgbClr val="003366"/>
                  </a:solidFill>
                  <a:latin typeface="Times New Roman" panose="02020603050405020304" pitchFamily="18" charset="0"/>
                </a:rPr>
                <a:t>T </a:t>
              </a:r>
              <a:r>
                <a:rPr lang="zh-CN" altLang="en-US" sz="3200" b="1">
                  <a:solidFill>
                    <a:srgbClr val="003366"/>
                  </a:solidFill>
                </a:rPr>
                <a:t>一定时</a:t>
              </a:r>
            </a:p>
          </p:txBody>
        </p:sp>
        <p:graphicFrame>
          <p:nvGraphicFramePr>
            <p:cNvPr id="18440" name="Object 12">
              <a:extLst>
                <a:ext uri="{FF2B5EF4-FFF2-40B4-BE49-F238E27FC236}">
                  <a16:creationId xmlns:a16="http://schemas.microsoft.com/office/drawing/2014/main" id="{CAECC090-E380-D921-9A86-28E8689AF8D0}"/>
                </a:ext>
              </a:extLst>
            </p:cNvPr>
            <p:cNvGraphicFramePr>
              <a:graphicFrameLocks noChangeAspect="1"/>
            </p:cNvGraphicFramePr>
            <p:nvPr/>
          </p:nvGraphicFramePr>
          <p:xfrm>
            <a:off x="4313" y="2158"/>
            <a:ext cx="744" cy="538"/>
          </p:xfrm>
          <a:graphic>
            <a:graphicData uri="http://schemas.openxmlformats.org/presentationml/2006/ole">
              <mc:AlternateContent xmlns:mc="http://schemas.openxmlformats.org/markup-compatibility/2006">
                <mc:Choice xmlns:v="urn:schemas-microsoft-com:vml" Requires="v">
                  <p:oleObj r:id="rId9" imgW="477720" imgH="473040" progId="Equation.3">
                    <p:embed/>
                  </p:oleObj>
                </mc:Choice>
                <mc:Fallback>
                  <p:oleObj r:id="rId9" imgW="477720" imgH="473040" progId="Equation.3">
                    <p:embed/>
                    <p:pic>
                      <p:nvPicPr>
                        <p:cNvPr id="18440" name="Object 12">
                          <a:extLst>
                            <a:ext uri="{FF2B5EF4-FFF2-40B4-BE49-F238E27FC236}">
                              <a16:creationId xmlns:a16="http://schemas.microsoft.com/office/drawing/2014/main" id="{CAECC090-E380-D921-9A86-28E8689AF8D0}"/>
                            </a:ext>
                          </a:extLst>
                        </p:cNvPr>
                        <p:cNvPicPr>
                          <a:picLocks noChangeAspect="1" noChangeArrowheads="1"/>
                        </p:cNvPicPr>
                        <p:nvPr/>
                      </p:nvPicPr>
                      <p:blipFill>
                        <a:blip r:embed="rId10">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13" y="2158"/>
                          <a:ext cx="74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41" name="Text Box 13">
              <a:extLst>
                <a:ext uri="{FF2B5EF4-FFF2-40B4-BE49-F238E27FC236}">
                  <a16:creationId xmlns:a16="http://schemas.microsoft.com/office/drawing/2014/main" id="{394AFBF4-41B4-40B9-9FB7-735FC9056FDB}"/>
                </a:ext>
              </a:extLst>
            </p:cNvPr>
            <p:cNvSpPr txBox="1">
              <a:spLocks noChangeArrowheads="1"/>
            </p:cNvSpPr>
            <p:nvPr/>
          </p:nvSpPr>
          <p:spPr bwMode="auto">
            <a:xfrm>
              <a:off x="3107" y="2739"/>
              <a:ext cx="1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i="1" dirty="0">
                  <a:solidFill>
                    <a:srgbClr val="000000"/>
                  </a:solidFill>
                  <a:latin typeface="Times New Roman" panose="02020603050405020304" pitchFamily="18" charset="0"/>
                </a:rPr>
                <a:t>   </a:t>
              </a:r>
              <a:r>
                <a:rPr lang="en-US" altLang="zh-CN" sz="3200" i="1" dirty="0">
                  <a:solidFill>
                    <a:srgbClr val="003366"/>
                  </a:solidFill>
                  <a:latin typeface="Times New Roman" panose="02020603050405020304" pitchFamily="18" charset="0"/>
                </a:rPr>
                <a:t>p </a:t>
              </a:r>
              <a:r>
                <a:rPr lang="zh-CN" altLang="en-US" sz="3200" b="1">
                  <a:solidFill>
                    <a:srgbClr val="003366"/>
                  </a:solidFill>
                </a:rPr>
                <a:t>一定时</a:t>
              </a:r>
            </a:p>
          </p:txBody>
        </p:sp>
        <p:graphicFrame>
          <p:nvGraphicFramePr>
            <p:cNvPr id="18442" name="Object 14">
              <a:extLst>
                <a:ext uri="{FF2B5EF4-FFF2-40B4-BE49-F238E27FC236}">
                  <a16:creationId xmlns:a16="http://schemas.microsoft.com/office/drawing/2014/main" id="{CE81C822-6BD7-4C24-322E-94084428B7C6}"/>
                </a:ext>
              </a:extLst>
            </p:cNvPr>
            <p:cNvGraphicFramePr>
              <a:graphicFrameLocks noChangeAspect="1"/>
            </p:cNvGraphicFramePr>
            <p:nvPr/>
          </p:nvGraphicFramePr>
          <p:xfrm>
            <a:off x="4315" y="2797"/>
            <a:ext cx="652" cy="270"/>
          </p:xfrm>
          <a:graphic>
            <a:graphicData uri="http://schemas.openxmlformats.org/presentationml/2006/ole">
              <mc:AlternateContent xmlns:mc="http://schemas.openxmlformats.org/markup-compatibility/2006">
                <mc:Choice xmlns:v="urn:schemas-microsoft-com:vml" Requires="v">
                  <p:oleObj r:id="rId11" imgW="283680" imgH="142920" progId="Equation.3">
                    <p:embed/>
                  </p:oleObj>
                </mc:Choice>
                <mc:Fallback>
                  <p:oleObj r:id="rId11" imgW="283680" imgH="142920" progId="Equation.3">
                    <p:embed/>
                    <p:pic>
                      <p:nvPicPr>
                        <p:cNvPr id="18442" name="Object 14">
                          <a:extLst>
                            <a:ext uri="{FF2B5EF4-FFF2-40B4-BE49-F238E27FC236}">
                              <a16:creationId xmlns:a16="http://schemas.microsoft.com/office/drawing/2014/main" id="{CE81C822-6BD7-4C24-322E-94084428B7C6}"/>
                            </a:ext>
                          </a:extLst>
                        </p:cNvPr>
                        <p:cNvPicPr>
                          <a:picLocks noChangeAspect="1" noChangeArrowheads="1"/>
                        </p:cNvPicPr>
                        <p:nvPr/>
                      </p:nvPicPr>
                      <p:blipFill>
                        <a:blip r:embed="rId1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15" y="2797"/>
                          <a:ext cx="65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8443" name="Rectangle 20">
            <a:extLst>
              <a:ext uri="{FF2B5EF4-FFF2-40B4-BE49-F238E27FC236}">
                <a16:creationId xmlns:a16="http://schemas.microsoft.com/office/drawing/2014/main" id="{E078DB4C-ACFC-CAB5-C9CD-9059861CD5C3}"/>
              </a:ext>
            </a:extLst>
          </p:cNvPr>
          <p:cNvSpPr>
            <a:spLocks noChangeArrowheads="1"/>
          </p:cNvSpPr>
          <p:nvPr/>
        </p:nvSpPr>
        <p:spPr bwMode="auto">
          <a:xfrm>
            <a:off x="2627313" y="117475"/>
            <a:ext cx="38576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solidFill>
                  <a:schemeClr val="bg1"/>
                </a:solidFill>
              </a:rPr>
              <a:t>气体分子平均自由程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61448"/>
                                        </p:tgtEl>
                                        <p:attrNameLst>
                                          <p:attrName>style.visibility</p:attrName>
                                        </p:attrNameLst>
                                      </p:cBhvr>
                                      <p:to>
                                        <p:strVal val="visible"/>
                                      </p:to>
                                    </p:set>
                                    <p:animEffect transition="in" filter="blinds(vertical)">
                                      <p:cBhvr>
                                        <p:cTn id="7" dur="500"/>
                                        <p:tgtEl>
                                          <p:spTgt spid="614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61449"/>
                                        </p:tgtEl>
                                        <p:attrNameLst>
                                          <p:attrName>style.visibility</p:attrName>
                                        </p:attrNameLst>
                                      </p:cBhvr>
                                      <p:to>
                                        <p:strVal val="visible"/>
                                      </p:to>
                                    </p:set>
                                    <p:animEffect transition="in" filter="blinds(vertical)">
                                      <p:cBhvr>
                                        <p:cTn id="12" dur="500"/>
                                        <p:tgtEl>
                                          <p:spTgt spid="614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59"/>
                                        </p:tgtEl>
                                        <p:attrNameLst>
                                          <p:attrName>style.visibility</p:attrName>
                                        </p:attrNameLst>
                                      </p:cBhvr>
                                      <p:to>
                                        <p:strVal val="visible"/>
                                      </p:to>
                                    </p:set>
                                    <p:animEffect transition="in" filter="blinds(horizontal)">
                                      <p:cBhvr>
                                        <p:cTn id="17" dur="500"/>
                                        <p:tgtEl>
                                          <p:spTgt spid="61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图片 1">
            <a:extLst>
              <a:ext uri="{FF2B5EF4-FFF2-40B4-BE49-F238E27FC236}">
                <a16:creationId xmlns:a16="http://schemas.microsoft.com/office/drawing/2014/main" id="{CDB93C78-BBB8-B104-F3D0-3D53AF375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6619" t="30389" r="25822" b="50870"/>
          <a:stretch>
            <a:fillRect/>
          </a:stretch>
        </p:blipFill>
        <p:spPr bwMode="auto">
          <a:xfrm>
            <a:off x="4356100" y="1916113"/>
            <a:ext cx="456088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文本框 3">
            <a:extLst>
              <a:ext uri="{FF2B5EF4-FFF2-40B4-BE49-F238E27FC236}">
                <a16:creationId xmlns:a16="http://schemas.microsoft.com/office/drawing/2014/main" id="{7816409F-3239-340D-BF5E-7F64752DB526}"/>
              </a:ext>
            </a:extLst>
          </p:cNvPr>
          <p:cNvSpPr txBox="1">
            <a:spLocks noChangeArrowheads="1"/>
          </p:cNvSpPr>
          <p:nvPr/>
        </p:nvSpPr>
        <p:spPr bwMode="auto">
          <a:xfrm>
            <a:off x="539750" y="908050"/>
            <a:ext cx="8313738"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02060"/>
                </a:solidFill>
                <a:cs typeface="Times New Roman" panose="02020603050405020304" pitchFamily="18" charset="0"/>
              </a:rPr>
              <a:t>1.  </a:t>
            </a:r>
            <a:r>
              <a:rPr lang="zh-CN" altLang="en-US" sz="2800" dirty="0">
                <a:solidFill>
                  <a:srgbClr val="002060"/>
                </a:solidFill>
                <a:cs typeface="Times New Roman" panose="02020603050405020304" pitchFamily="18" charset="0"/>
              </a:rPr>
              <a:t>如图所示</a:t>
            </a:r>
            <a:r>
              <a:rPr lang="en-US" altLang="zh-CN" sz="2800" dirty="0">
                <a:solidFill>
                  <a:srgbClr val="002060"/>
                </a:solidFill>
                <a:cs typeface="Times New Roman" panose="02020603050405020304" pitchFamily="18" charset="0"/>
              </a:rPr>
              <a:t>,</a:t>
            </a:r>
            <a:r>
              <a:rPr lang="zh-CN" altLang="en-US" sz="2800" dirty="0">
                <a:solidFill>
                  <a:srgbClr val="002060"/>
                </a:solidFill>
                <a:cs typeface="Times New Roman" panose="02020603050405020304" pitchFamily="18" charset="0"/>
              </a:rPr>
              <a:t> 两边的</a:t>
            </a:r>
            <a:r>
              <a:rPr lang="en-US" altLang="zh-CN" sz="2800" dirty="0">
                <a:solidFill>
                  <a:srgbClr val="002060"/>
                </a:solidFill>
                <a:cs typeface="Times New Roman" panose="02020603050405020304" pitchFamily="18" charset="0"/>
              </a:rPr>
              <a:t>A</a:t>
            </a:r>
            <a:r>
              <a:rPr lang="zh-CN" altLang="en-US" sz="2800" dirty="0">
                <a:solidFill>
                  <a:srgbClr val="002060"/>
                </a:solidFill>
                <a:cs typeface="Times New Roman" panose="02020603050405020304" pitchFamily="18" charset="0"/>
              </a:rPr>
              <a:t>、</a:t>
            </a:r>
            <a:r>
              <a:rPr lang="en-US" altLang="zh-CN" sz="2800" dirty="0">
                <a:solidFill>
                  <a:srgbClr val="002060"/>
                </a:solidFill>
                <a:cs typeface="Times New Roman" panose="02020603050405020304" pitchFamily="18" charset="0"/>
              </a:rPr>
              <a:t>B</a:t>
            </a:r>
            <a:r>
              <a:rPr lang="zh-CN" altLang="en-US" sz="2800" dirty="0">
                <a:solidFill>
                  <a:srgbClr val="002060"/>
                </a:solidFill>
                <a:cs typeface="Times New Roman" panose="02020603050405020304" pitchFamily="18" charset="0"/>
              </a:rPr>
              <a:t>的两部分面积相同</a:t>
            </a:r>
            <a:r>
              <a:rPr lang="en-US" altLang="zh-CN" sz="2800" dirty="0">
                <a:solidFill>
                  <a:srgbClr val="002060"/>
                </a:solidFill>
                <a:cs typeface="Times New Roman" panose="02020603050405020304" pitchFamily="18" charset="0"/>
              </a:rPr>
              <a:t>, </a:t>
            </a:r>
            <a:r>
              <a:rPr lang="zh-CN" altLang="en-US" sz="2800" dirty="0">
                <a:solidFill>
                  <a:srgbClr val="002060"/>
                </a:solidFill>
                <a:cs typeface="Times New Roman" panose="02020603050405020304" pitchFamily="18" charset="0"/>
              </a:rPr>
              <a:t>则说明</a:t>
            </a:r>
            <a:endParaRPr lang="en-US" altLang="zh-CN" sz="2800" dirty="0">
              <a:solidFill>
                <a:srgbClr val="FF0000"/>
              </a:solidFill>
              <a:cs typeface="Times New Roman" panose="02020603050405020304" pitchFamily="18" charset="0"/>
            </a:endParaRPr>
          </a:p>
          <a:p>
            <a:pPr eaLnBrk="1" hangingPunct="1">
              <a:lnSpc>
                <a:spcPct val="150000"/>
              </a:lnSpc>
            </a:pPr>
            <a:endParaRPr lang="en-US" altLang="zh-CN" sz="2800" dirty="0">
              <a:solidFill>
                <a:srgbClr val="002060"/>
              </a:solidFill>
              <a:cs typeface="Times New Roman" panose="02020603050405020304" pitchFamily="18" charset="0"/>
            </a:endParaRPr>
          </a:p>
          <a:p>
            <a:pPr eaLnBrk="1" hangingPunct="1">
              <a:lnSpc>
                <a:spcPct val="150000"/>
              </a:lnSpc>
            </a:pPr>
            <a:r>
              <a:rPr lang="en-US" altLang="zh-CN" sz="2800" dirty="0">
                <a:solidFill>
                  <a:srgbClr val="002060"/>
                </a:solidFill>
                <a:cs typeface="Times New Roman" panose="02020603050405020304" pitchFamily="18" charset="0"/>
              </a:rPr>
              <a:t>A</a:t>
            </a:r>
            <a:r>
              <a:rPr lang="zh-CN" altLang="en-US" sz="2800" dirty="0">
                <a:solidFill>
                  <a:srgbClr val="002060"/>
                </a:solidFill>
                <a:cs typeface="Times New Roman" panose="02020603050405020304" pitchFamily="18" charset="0"/>
              </a:rPr>
              <a:t>． 最概然速率为</a:t>
            </a:r>
            <a:r>
              <a:rPr lang="en-US" altLang="zh-CN" sz="2800" i="1" dirty="0">
                <a:solidFill>
                  <a:srgbClr val="002060"/>
                </a:solidFill>
                <a:cs typeface="Times New Roman" panose="02020603050405020304" pitchFamily="18" charset="0"/>
              </a:rPr>
              <a:t>v</a:t>
            </a:r>
            <a:r>
              <a:rPr lang="en-US" altLang="zh-CN" sz="2800" i="1" baseline="-25000" dirty="0">
                <a:solidFill>
                  <a:srgbClr val="002060"/>
                </a:solidFill>
                <a:cs typeface="Times New Roman" panose="02020603050405020304" pitchFamily="18" charset="0"/>
              </a:rPr>
              <a:t>0</a:t>
            </a:r>
          </a:p>
          <a:p>
            <a:pPr eaLnBrk="1" hangingPunct="1">
              <a:lnSpc>
                <a:spcPct val="150000"/>
              </a:lnSpc>
            </a:pPr>
            <a:r>
              <a:rPr lang="en-US" altLang="zh-CN" sz="2800" dirty="0">
                <a:solidFill>
                  <a:srgbClr val="002060"/>
                </a:solidFill>
                <a:cs typeface="Times New Roman" panose="02020603050405020304" pitchFamily="18" charset="0"/>
              </a:rPr>
              <a:t>B.    </a:t>
            </a:r>
            <a:r>
              <a:rPr lang="zh-CN" altLang="en-US" sz="2800" dirty="0">
                <a:solidFill>
                  <a:srgbClr val="002060"/>
                </a:solidFill>
                <a:cs typeface="Times New Roman" panose="02020603050405020304" pitchFamily="18" charset="0"/>
              </a:rPr>
              <a:t>平均速率为</a:t>
            </a:r>
            <a:r>
              <a:rPr lang="en-US" altLang="zh-CN" sz="2800" i="1" dirty="0">
                <a:solidFill>
                  <a:srgbClr val="002060"/>
                </a:solidFill>
                <a:cs typeface="Times New Roman" panose="02020603050405020304" pitchFamily="18" charset="0"/>
              </a:rPr>
              <a:t>v</a:t>
            </a:r>
            <a:r>
              <a:rPr lang="en-US" altLang="zh-CN" sz="2800" i="1" baseline="-25000" dirty="0">
                <a:solidFill>
                  <a:srgbClr val="002060"/>
                </a:solidFill>
                <a:cs typeface="Times New Roman" panose="02020603050405020304" pitchFamily="18" charset="0"/>
              </a:rPr>
              <a:t>0</a:t>
            </a:r>
          </a:p>
          <a:p>
            <a:pPr eaLnBrk="1" hangingPunct="1">
              <a:lnSpc>
                <a:spcPct val="150000"/>
              </a:lnSpc>
            </a:pPr>
            <a:r>
              <a:rPr lang="en-US" altLang="zh-CN" sz="2800" dirty="0">
                <a:solidFill>
                  <a:srgbClr val="002060"/>
                </a:solidFill>
                <a:cs typeface="Times New Roman" panose="02020603050405020304" pitchFamily="18" charset="0"/>
              </a:rPr>
              <a:t>C</a:t>
            </a:r>
            <a:r>
              <a:rPr lang="zh-CN" altLang="en-US" sz="2800" dirty="0">
                <a:solidFill>
                  <a:srgbClr val="002060"/>
                </a:solidFill>
                <a:cs typeface="Times New Roman" panose="02020603050405020304" pitchFamily="18" charset="0"/>
              </a:rPr>
              <a:t>．方均根速率为</a:t>
            </a:r>
            <a:r>
              <a:rPr lang="en-US" altLang="zh-CN" sz="2800" i="1" dirty="0">
                <a:solidFill>
                  <a:srgbClr val="002060"/>
                </a:solidFill>
                <a:cs typeface="Times New Roman" panose="02020603050405020304" pitchFamily="18" charset="0"/>
              </a:rPr>
              <a:t>v</a:t>
            </a:r>
            <a:r>
              <a:rPr lang="en-US" altLang="zh-CN" sz="2800" i="1" baseline="-25000" dirty="0">
                <a:solidFill>
                  <a:srgbClr val="002060"/>
                </a:solidFill>
                <a:cs typeface="Times New Roman" panose="02020603050405020304" pitchFamily="18" charset="0"/>
              </a:rPr>
              <a:t>0</a:t>
            </a:r>
          </a:p>
          <a:p>
            <a:pPr eaLnBrk="1" hangingPunct="1">
              <a:lnSpc>
                <a:spcPct val="150000"/>
              </a:lnSpc>
            </a:pPr>
            <a:r>
              <a:rPr lang="en-US" altLang="zh-CN" sz="2800" dirty="0">
                <a:solidFill>
                  <a:srgbClr val="002060"/>
                </a:solidFill>
                <a:cs typeface="Times New Roman" panose="02020603050405020304" pitchFamily="18" charset="0"/>
              </a:rPr>
              <a:t>D</a:t>
            </a:r>
            <a:r>
              <a:rPr lang="zh-CN" altLang="en-US" sz="2800" dirty="0">
                <a:solidFill>
                  <a:srgbClr val="002060"/>
                </a:solidFill>
                <a:cs typeface="Times New Roman" panose="02020603050405020304" pitchFamily="18" charset="0"/>
              </a:rPr>
              <a:t>．</a:t>
            </a:r>
            <a:r>
              <a:rPr lang="en-US" altLang="zh-CN" sz="2800" i="1" dirty="0">
                <a:solidFill>
                  <a:srgbClr val="002060"/>
                </a:solidFill>
                <a:cs typeface="Times New Roman" panose="02020603050405020304" pitchFamily="18" charset="0"/>
              </a:rPr>
              <a:t> v</a:t>
            </a:r>
            <a:r>
              <a:rPr lang="en-US" altLang="zh-CN" sz="2800" i="1" baseline="-25000" dirty="0">
                <a:solidFill>
                  <a:srgbClr val="002060"/>
                </a:solidFill>
                <a:cs typeface="Times New Roman" panose="02020603050405020304" pitchFamily="18" charset="0"/>
              </a:rPr>
              <a:t>0</a:t>
            </a:r>
            <a:r>
              <a:rPr lang="zh-CN" altLang="en-US" sz="2800" dirty="0">
                <a:solidFill>
                  <a:srgbClr val="002060"/>
                </a:solidFill>
                <a:cs typeface="Times New Roman" panose="02020603050405020304" pitchFamily="18" charset="0"/>
              </a:rPr>
              <a:t>两边的速率区间</a:t>
            </a:r>
            <a:endParaRPr lang="en-US" altLang="zh-CN" sz="2800" dirty="0">
              <a:solidFill>
                <a:srgbClr val="002060"/>
              </a:solidFill>
              <a:cs typeface="Times New Roman" panose="02020603050405020304" pitchFamily="18" charset="0"/>
            </a:endParaRPr>
          </a:p>
          <a:p>
            <a:pPr eaLnBrk="1" hangingPunct="1">
              <a:lnSpc>
                <a:spcPct val="150000"/>
              </a:lnSpc>
            </a:pPr>
            <a:r>
              <a:rPr lang="en-US" altLang="zh-CN" sz="2800" dirty="0">
                <a:solidFill>
                  <a:srgbClr val="002060"/>
                </a:solidFill>
                <a:cs typeface="Times New Roman" panose="02020603050405020304" pitchFamily="18" charset="0"/>
              </a:rPr>
              <a:t>       </a:t>
            </a:r>
            <a:r>
              <a:rPr lang="zh-CN" altLang="en-US" sz="2800" dirty="0">
                <a:solidFill>
                  <a:srgbClr val="002060"/>
                </a:solidFill>
                <a:cs typeface="Times New Roman" panose="02020603050405020304" pitchFamily="18" charset="0"/>
              </a:rPr>
              <a:t>分布的分子数相同</a:t>
            </a:r>
            <a:endParaRPr lang="zh-CN" altLang="en-US" sz="2800" dirty="0">
              <a:solidFill>
                <a:srgbClr val="000000"/>
              </a:solidFill>
              <a:cs typeface="Times New Roman" panose="02020603050405020304" pitchFamily="18" charset="0"/>
            </a:endParaRPr>
          </a:p>
        </p:txBody>
      </p:sp>
      <p:sp>
        <p:nvSpPr>
          <p:cNvPr id="2" name="文本框 1">
            <a:extLst>
              <a:ext uri="{FF2B5EF4-FFF2-40B4-BE49-F238E27FC236}">
                <a16:creationId xmlns:a16="http://schemas.microsoft.com/office/drawing/2014/main" id="{74AC2D51-D2D6-00AE-4CDE-3FE355253EB8}"/>
              </a:ext>
            </a:extLst>
          </p:cNvPr>
          <p:cNvSpPr txBox="1">
            <a:spLocks noChangeArrowheads="1"/>
          </p:cNvSpPr>
          <p:nvPr/>
        </p:nvSpPr>
        <p:spPr bwMode="auto">
          <a:xfrm>
            <a:off x="7092950" y="5734050"/>
            <a:ext cx="1443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00"/>
                </a:solidFill>
                <a:latin typeface="Arial" panose="020B0604020202020204" pitchFamily="34" charset="0"/>
                <a:sym typeface="宋体" panose="02010600030101010101" pitchFamily="2" charset="-122"/>
              </a:rPr>
              <a:t>答案：</a:t>
            </a:r>
            <a:r>
              <a:rPr lang="en-US" altLang="zh-CN" sz="2400" dirty="0">
                <a:solidFill>
                  <a:srgbClr val="FF0000"/>
                </a:solidFill>
                <a:latin typeface="Arial" panose="020B0604020202020204" pitchFamily="34" charset="0"/>
                <a:sym typeface="宋体" panose="02010600030101010101" pitchFamily="2" charset="-122"/>
              </a:rPr>
              <a:t>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3B0A64-AA8F-4A7E-8BCC-3E42C85B1A6F}"/>
              </a:ext>
            </a:extLst>
          </p:cNvPr>
          <p:cNvSpPr txBox="1"/>
          <p:nvPr/>
        </p:nvSpPr>
        <p:spPr>
          <a:xfrm>
            <a:off x="683568" y="694369"/>
            <a:ext cx="7776864" cy="4534831"/>
          </a:xfrm>
          <a:prstGeom prst="rect">
            <a:avLst/>
          </a:prstGeom>
          <a:noFill/>
        </p:spPr>
        <p:txBody>
          <a:bodyPr wrap="square" rtlCol="0">
            <a:spAutoFit/>
          </a:bodyPr>
          <a:lstStyle/>
          <a:p>
            <a:pPr>
              <a:lnSpc>
                <a:spcPct val="150000"/>
              </a:lnSpc>
            </a:pPr>
            <a:r>
              <a:rPr lang="en-US" altLang="zh-CN" sz="2800" b="1" dirty="0">
                <a:solidFill>
                  <a:srgbClr val="002060"/>
                </a:solidFill>
              </a:rPr>
              <a:t>2.  </a:t>
            </a:r>
            <a:r>
              <a:rPr lang="zh-CN" altLang="en-US" sz="2800" b="1" dirty="0">
                <a:solidFill>
                  <a:srgbClr val="002060"/>
                </a:solidFill>
              </a:rPr>
              <a:t>已知</a:t>
            </a:r>
            <a:r>
              <a:rPr lang="en-US" altLang="zh-CN" sz="2800" b="1" dirty="0">
                <a:solidFill>
                  <a:srgbClr val="002060"/>
                </a:solidFill>
              </a:rPr>
              <a:t>N</a:t>
            </a:r>
            <a:r>
              <a:rPr lang="zh-CN" altLang="en-US" sz="2800" b="1" dirty="0">
                <a:solidFill>
                  <a:srgbClr val="002060"/>
                </a:solidFill>
              </a:rPr>
              <a:t>为气体的总分子数，</a:t>
            </a:r>
            <a:r>
              <a:rPr lang="en-US" altLang="zh-CN" sz="2800" b="1" i="1" dirty="0">
                <a:solidFill>
                  <a:srgbClr val="002060"/>
                </a:solidFill>
              </a:rPr>
              <a:t>f(v)</a:t>
            </a:r>
            <a:r>
              <a:rPr lang="zh-CN" altLang="en-US" sz="2800" b="1" dirty="0">
                <a:solidFill>
                  <a:srgbClr val="002060"/>
                </a:solidFill>
              </a:rPr>
              <a:t>为麦克斯韦速率分布函数，则                     表示</a:t>
            </a:r>
            <a:endParaRPr lang="en-US" altLang="zh-CN" sz="2800" b="1" dirty="0">
              <a:solidFill>
                <a:srgbClr val="FF0000"/>
              </a:solidFill>
            </a:endParaRPr>
          </a:p>
          <a:p>
            <a:pPr>
              <a:lnSpc>
                <a:spcPct val="150000"/>
              </a:lnSpc>
            </a:pPr>
            <a:endParaRPr lang="en-US" altLang="zh-CN" sz="2800" b="1" dirty="0">
              <a:solidFill>
                <a:srgbClr val="002060"/>
              </a:solidFill>
            </a:endParaRPr>
          </a:p>
          <a:p>
            <a:pPr>
              <a:lnSpc>
                <a:spcPct val="150000"/>
              </a:lnSpc>
            </a:pPr>
            <a:r>
              <a:rPr lang="en-US" altLang="zh-CN" sz="2800" b="1" dirty="0">
                <a:solidFill>
                  <a:srgbClr val="002060"/>
                </a:solidFill>
              </a:rPr>
              <a:t>A</a:t>
            </a:r>
            <a:r>
              <a:rPr lang="zh-CN" altLang="en-US" sz="2800" b="1" dirty="0">
                <a:solidFill>
                  <a:srgbClr val="002060"/>
                </a:solidFill>
              </a:rPr>
              <a:t>． 最概然速率</a:t>
            </a:r>
            <a:r>
              <a:rPr lang="en-US" altLang="zh-CN" sz="2800" b="1" i="1" dirty="0">
                <a:solidFill>
                  <a:srgbClr val="002060"/>
                </a:solidFill>
              </a:rPr>
              <a:t>v</a:t>
            </a:r>
            <a:r>
              <a:rPr lang="en-US" altLang="zh-CN" sz="2800" b="1" i="1" baseline="-25000" dirty="0">
                <a:solidFill>
                  <a:srgbClr val="002060"/>
                </a:solidFill>
              </a:rPr>
              <a:t>p</a:t>
            </a:r>
          </a:p>
          <a:p>
            <a:pPr>
              <a:lnSpc>
                <a:spcPct val="150000"/>
              </a:lnSpc>
            </a:pPr>
            <a:r>
              <a:rPr lang="en-US" altLang="zh-CN" sz="2800" b="1" dirty="0">
                <a:solidFill>
                  <a:srgbClr val="002060"/>
                </a:solidFill>
              </a:rPr>
              <a:t>B.    </a:t>
            </a:r>
            <a:r>
              <a:rPr lang="zh-CN" altLang="en-US" sz="2800" b="1" dirty="0">
                <a:solidFill>
                  <a:srgbClr val="002060"/>
                </a:solidFill>
              </a:rPr>
              <a:t>速率在</a:t>
            </a:r>
            <a:r>
              <a:rPr lang="en-US" altLang="zh-CN" sz="2800" b="1" i="1" dirty="0">
                <a:solidFill>
                  <a:srgbClr val="002060"/>
                </a:solidFill>
              </a:rPr>
              <a:t>v</a:t>
            </a:r>
            <a:r>
              <a:rPr lang="en-US" altLang="zh-CN" sz="2800" b="1" i="1" baseline="-25000" dirty="0">
                <a:solidFill>
                  <a:srgbClr val="002060"/>
                </a:solidFill>
              </a:rPr>
              <a:t>1</a:t>
            </a:r>
            <a:r>
              <a:rPr lang="en-US" altLang="zh-CN" sz="2800" b="1" dirty="0">
                <a:solidFill>
                  <a:srgbClr val="002060"/>
                </a:solidFill>
              </a:rPr>
              <a:t>~</a:t>
            </a:r>
            <a:r>
              <a:rPr lang="en-US" altLang="zh-CN" sz="2800" b="1" i="1" dirty="0">
                <a:solidFill>
                  <a:srgbClr val="002060"/>
                </a:solidFill>
              </a:rPr>
              <a:t>v</a:t>
            </a:r>
            <a:r>
              <a:rPr lang="en-US" altLang="zh-CN" sz="2800" b="1" i="1" baseline="-25000" dirty="0">
                <a:solidFill>
                  <a:srgbClr val="002060"/>
                </a:solidFill>
              </a:rPr>
              <a:t>2</a:t>
            </a:r>
            <a:r>
              <a:rPr lang="zh-CN" altLang="en-US" sz="2800" b="1" dirty="0">
                <a:solidFill>
                  <a:srgbClr val="002060"/>
                </a:solidFill>
              </a:rPr>
              <a:t>之间的分子数</a:t>
            </a:r>
            <a:endParaRPr lang="en-US" altLang="zh-CN" sz="2800" b="1" i="1" baseline="-25000" dirty="0">
              <a:solidFill>
                <a:srgbClr val="002060"/>
              </a:solidFill>
            </a:endParaRPr>
          </a:p>
          <a:p>
            <a:pPr>
              <a:lnSpc>
                <a:spcPct val="150000"/>
              </a:lnSpc>
            </a:pPr>
            <a:r>
              <a:rPr lang="en-US" altLang="zh-CN" sz="2800" b="1" dirty="0">
                <a:solidFill>
                  <a:srgbClr val="002060"/>
                </a:solidFill>
              </a:rPr>
              <a:t>C</a:t>
            </a:r>
            <a:r>
              <a:rPr lang="zh-CN" altLang="en-US" sz="2800" b="1" dirty="0">
                <a:solidFill>
                  <a:srgbClr val="002060"/>
                </a:solidFill>
              </a:rPr>
              <a:t>．速率在</a:t>
            </a:r>
            <a:r>
              <a:rPr lang="en-US" altLang="zh-CN" sz="2800" b="1" i="1" dirty="0">
                <a:solidFill>
                  <a:srgbClr val="002060"/>
                </a:solidFill>
              </a:rPr>
              <a:t>v</a:t>
            </a:r>
            <a:r>
              <a:rPr lang="en-US" altLang="zh-CN" sz="2800" b="1" i="1" baseline="-25000" dirty="0">
                <a:solidFill>
                  <a:srgbClr val="002060"/>
                </a:solidFill>
              </a:rPr>
              <a:t>1</a:t>
            </a:r>
            <a:r>
              <a:rPr lang="en-US" altLang="zh-CN" sz="2800" b="1" dirty="0">
                <a:solidFill>
                  <a:srgbClr val="002060"/>
                </a:solidFill>
              </a:rPr>
              <a:t>~</a:t>
            </a:r>
            <a:r>
              <a:rPr lang="en-US" altLang="zh-CN" sz="2800" b="1" i="1" dirty="0">
                <a:solidFill>
                  <a:srgbClr val="002060"/>
                </a:solidFill>
              </a:rPr>
              <a:t>v</a:t>
            </a:r>
            <a:r>
              <a:rPr lang="en-US" altLang="zh-CN" sz="2800" b="1" i="1" baseline="-25000" dirty="0">
                <a:solidFill>
                  <a:srgbClr val="002060"/>
                </a:solidFill>
              </a:rPr>
              <a:t>2</a:t>
            </a:r>
            <a:r>
              <a:rPr lang="zh-CN" altLang="en-US" sz="2800" b="1" dirty="0">
                <a:solidFill>
                  <a:srgbClr val="002060"/>
                </a:solidFill>
              </a:rPr>
              <a:t>之间的分子速率的平均值</a:t>
            </a:r>
            <a:endParaRPr lang="en-US" altLang="zh-CN" sz="2800" b="1" i="1" baseline="-25000" dirty="0">
              <a:solidFill>
                <a:srgbClr val="002060"/>
              </a:solidFill>
            </a:endParaRPr>
          </a:p>
          <a:p>
            <a:pPr>
              <a:lnSpc>
                <a:spcPct val="150000"/>
              </a:lnSpc>
            </a:pPr>
            <a:r>
              <a:rPr lang="en-US" altLang="zh-CN" sz="2800" b="1" dirty="0">
                <a:solidFill>
                  <a:srgbClr val="002060"/>
                </a:solidFill>
              </a:rPr>
              <a:t>D</a:t>
            </a:r>
            <a:r>
              <a:rPr lang="zh-CN" altLang="en-US" sz="2800" b="1" dirty="0">
                <a:solidFill>
                  <a:srgbClr val="002060"/>
                </a:solidFill>
              </a:rPr>
              <a:t>．速率在</a:t>
            </a:r>
            <a:r>
              <a:rPr lang="en-US" altLang="zh-CN" sz="2800" b="1" i="1" dirty="0">
                <a:solidFill>
                  <a:srgbClr val="002060"/>
                </a:solidFill>
              </a:rPr>
              <a:t>v</a:t>
            </a:r>
            <a:r>
              <a:rPr lang="en-US" altLang="zh-CN" sz="2800" b="1" i="1" baseline="-25000" dirty="0">
                <a:solidFill>
                  <a:srgbClr val="002060"/>
                </a:solidFill>
              </a:rPr>
              <a:t>1</a:t>
            </a:r>
            <a:r>
              <a:rPr lang="en-US" altLang="zh-CN" sz="2800" b="1" dirty="0">
                <a:solidFill>
                  <a:srgbClr val="002060"/>
                </a:solidFill>
              </a:rPr>
              <a:t>~</a:t>
            </a:r>
            <a:r>
              <a:rPr lang="en-US" altLang="zh-CN" sz="2800" b="1" i="1" dirty="0">
                <a:solidFill>
                  <a:srgbClr val="002060"/>
                </a:solidFill>
              </a:rPr>
              <a:t>v</a:t>
            </a:r>
            <a:r>
              <a:rPr lang="en-US" altLang="zh-CN" sz="2800" b="1" i="1" baseline="-25000" dirty="0">
                <a:solidFill>
                  <a:srgbClr val="002060"/>
                </a:solidFill>
              </a:rPr>
              <a:t>2</a:t>
            </a:r>
            <a:r>
              <a:rPr lang="zh-CN" altLang="en-US" sz="2800" b="1" dirty="0">
                <a:solidFill>
                  <a:srgbClr val="002060"/>
                </a:solidFill>
              </a:rPr>
              <a:t>之间的分子数占总分子数百分比</a:t>
            </a:r>
            <a:endParaRPr lang="zh-CN" altLang="en-US" sz="2800" dirty="0"/>
          </a:p>
        </p:txBody>
      </p:sp>
      <p:pic>
        <p:nvPicPr>
          <p:cNvPr id="3" name="图片 2">
            <a:extLst>
              <a:ext uri="{FF2B5EF4-FFF2-40B4-BE49-F238E27FC236}">
                <a16:creationId xmlns:a16="http://schemas.microsoft.com/office/drawing/2014/main" id="{493CD922-3847-444A-BE95-69D16B00627F}"/>
              </a:ext>
            </a:extLst>
          </p:cNvPr>
          <p:cNvPicPr>
            <a:picLocks noChangeAspect="1"/>
          </p:cNvPicPr>
          <p:nvPr/>
        </p:nvPicPr>
        <p:blipFill>
          <a:blip r:embed="rId2"/>
          <a:stretch>
            <a:fillRect/>
          </a:stretch>
        </p:blipFill>
        <p:spPr>
          <a:xfrm>
            <a:off x="3491880" y="1330836"/>
            <a:ext cx="1441446" cy="1378084"/>
          </a:xfrm>
          <a:prstGeom prst="rect">
            <a:avLst/>
          </a:prstGeom>
        </p:spPr>
      </p:pic>
      <p:sp>
        <p:nvSpPr>
          <p:cNvPr id="5" name="文本框 4">
            <a:extLst>
              <a:ext uri="{FF2B5EF4-FFF2-40B4-BE49-F238E27FC236}">
                <a16:creationId xmlns:a16="http://schemas.microsoft.com/office/drawing/2014/main" id="{F00C95EF-D2AE-4E23-81B5-1FA09238D58F}"/>
              </a:ext>
            </a:extLst>
          </p:cNvPr>
          <p:cNvSpPr txBox="1"/>
          <p:nvPr/>
        </p:nvSpPr>
        <p:spPr>
          <a:xfrm>
            <a:off x="6372200" y="5949280"/>
            <a:ext cx="1944216" cy="461665"/>
          </a:xfrm>
          <a:prstGeom prst="rect">
            <a:avLst/>
          </a:prstGeom>
          <a:noFill/>
        </p:spPr>
        <p:txBody>
          <a:bodyPr wrap="square" rtlCol="0">
            <a:spAutoFit/>
          </a:bodyPr>
          <a:lstStyle/>
          <a:p>
            <a:r>
              <a:rPr lang="zh-CN" altLang="en-US" dirty="0"/>
              <a:t>答案：</a:t>
            </a:r>
            <a:r>
              <a:rPr lang="en-US" altLang="zh-CN" sz="2400" b="1" dirty="0">
                <a:solidFill>
                  <a:srgbClr val="FF0000"/>
                </a:solidFill>
              </a:rPr>
              <a:t> C</a:t>
            </a:r>
            <a:endParaRPr lang="zh-CN" altLang="en-US" dirty="0"/>
          </a:p>
        </p:txBody>
      </p:sp>
    </p:spTree>
    <p:extLst>
      <p:ext uri="{BB962C8B-B14F-4D97-AF65-F5344CB8AC3E}">
        <p14:creationId xmlns:p14="http://schemas.microsoft.com/office/powerpoint/2010/main" val="195124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文本框 3">
            <a:extLst>
              <a:ext uri="{FF2B5EF4-FFF2-40B4-BE49-F238E27FC236}">
                <a16:creationId xmlns:a16="http://schemas.microsoft.com/office/drawing/2014/main" id="{A571734E-1D47-E149-3AD5-853A76868105}"/>
              </a:ext>
            </a:extLst>
          </p:cNvPr>
          <p:cNvSpPr txBox="1">
            <a:spLocks noRot="1" noChangeAspect="1" noMove="1" noResize="1" noEditPoints="1" noAdjustHandles="1" noChangeArrowheads="1" noChangeShapeType="1" noTextEdit="1"/>
          </p:cNvSpPr>
          <p:nvPr/>
        </p:nvSpPr>
        <p:spPr bwMode="auto">
          <a:xfrm>
            <a:off x="467545" y="693738"/>
            <a:ext cx="8496944" cy="4906536"/>
          </a:xfrm>
          <a:prstGeom prst="rect">
            <a:avLst/>
          </a:prstGeom>
          <a:blipFill>
            <a:blip r:embed="rId2"/>
            <a:stretch>
              <a:fillRect l="-1506"/>
            </a:stretch>
          </a:blipFill>
          <a:ln>
            <a:noFill/>
          </a:ln>
        </p:spPr>
        <p:txBody>
          <a:bodyPr/>
          <a:lstStyle/>
          <a:p>
            <a:r>
              <a:rPr lang="zh-CN" altLang="en-US">
                <a:noFill/>
              </a:rPr>
              <a:t> </a:t>
            </a:r>
          </a:p>
        </p:txBody>
      </p:sp>
      <p:sp>
        <p:nvSpPr>
          <p:cNvPr id="2" name="文本框 1">
            <a:extLst>
              <a:ext uri="{FF2B5EF4-FFF2-40B4-BE49-F238E27FC236}">
                <a16:creationId xmlns:a16="http://schemas.microsoft.com/office/drawing/2014/main" id="{64995140-8418-CD68-90F7-864EAE7125A6}"/>
              </a:ext>
            </a:extLst>
          </p:cNvPr>
          <p:cNvSpPr txBox="1">
            <a:spLocks noChangeArrowheads="1"/>
          </p:cNvSpPr>
          <p:nvPr/>
        </p:nvSpPr>
        <p:spPr bwMode="auto">
          <a:xfrm>
            <a:off x="7092950" y="5805488"/>
            <a:ext cx="1443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ea typeface="宋体" panose="02010600030101010101" pitchFamily="2" charset="-122"/>
              </a:defRPr>
            </a:lvl1pPr>
            <a:lvl2pPr marL="742950" indent="-285750">
              <a:defRPr sz="2400">
                <a:solidFill>
                  <a:srgbClr val="000000"/>
                </a:solidFill>
                <a:latin typeface="Arial" panose="020B0604020202020204" pitchFamily="34" charset="0"/>
                <a:ea typeface="宋体" panose="02010600030101010101" pitchFamily="2" charset="-122"/>
              </a:defRPr>
            </a:lvl2pPr>
            <a:lvl3pPr marL="1143000" indent="-228600">
              <a:defRPr sz="2400">
                <a:solidFill>
                  <a:srgbClr val="000000"/>
                </a:solidFill>
                <a:latin typeface="Arial" panose="020B0604020202020204" pitchFamily="34" charset="0"/>
                <a:ea typeface="宋体" panose="02010600030101010101" pitchFamily="2" charset="-122"/>
              </a:defRPr>
            </a:lvl3pPr>
            <a:lvl4pPr marL="1600200" indent="-228600">
              <a:defRPr sz="2400">
                <a:solidFill>
                  <a:srgbClr val="000000"/>
                </a:solidFill>
                <a:latin typeface="Arial" panose="020B0604020202020204" pitchFamily="34" charset="0"/>
                <a:ea typeface="宋体" panose="02010600030101010101" pitchFamily="2" charset="-122"/>
              </a:defRPr>
            </a:lvl4pPr>
            <a:lvl5pPr marL="2057400" indent="-228600">
              <a:defRPr sz="24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宋体" panose="02010600030101010101" pitchFamily="2" charset="-122"/>
              </a:defRPr>
            </a:lvl9pPr>
          </a:lstStyle>
          <a:p>
            <a:r>
              <a:rPr lang="zh-CN" altLang="en-US" b="1">
                <a:solidFill>
                  <a:srgbClr val="FF0000"/>
                </a:solidFill>
                <a:sym typeface="宋体" panose="02010600030101010101" pitchFamily="2" charset="-122"/>
              </a:rPr>
              <a:t>答案：</a:t>
            </a:r>
            <a:r>
              <a:rPr lang="en-US" altLang="zh-CN" b="1" dirty="0">
                <a:solidFill>
                  <a:srgbClr val="FF0000"/>
                </a:solidFill>
                <a:sym typeface="宋体" panose="02010600030101010101" pitchFamily="2" charset="-122"/>
              </a:rPr>
              <a:t>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3B0A64-AA8F-4A7E-8BCC-3E42C85B1A6F}"/>
              </a:ext>
            </a:extLst>
          </p:cNvPr>
          <p:cNvSpPr txBox="1"/>
          <p:nvPr/>
        </p:nvSpPr>
        <p:spPr>
          <a:xfrm>
            <a:off x="539552" y="910393"/>
            <a:ext cx="8136904" cy="4534831"/>
          </a:xfrm>
          <a:prstGeom prst="rect">
            <a:avLst/>
          </a:prstGeom>
          <a:noFill/>
        </p:spPr>
        <p:txBody>
          <a:bodyPr wrap="square" rtlCol="0">
            <a:spAutoFit/>
          </a:bodyPr>
          <a:lstStyle/>
          <a:p>
            <a:pPr>
              <a:lnSpc>
                <a:spcPct val="150000"/>
              </a:lnSpc>
            </a:pPr>
            <a:r>
              <a:rPr lang="en-US" altLang="zh-CN" sz="2800" b="1" dirty="0">
                <a:solidFill>
                  <a:srgbClr val="002060"/>
                </a:solidFill>
              </a:rPr>
              <a:t>4.  </a:t>
            </a:r>
            <a:r>
              <a:rPr lang="zh-CN" altLang="en-US" sz="2800" b="1" dirty="0">
                <a:solidFill>
                  <a:srgbClr val="002060"/>
                </a:solidFill>
              </a:rPr>
              <a:t>已知</a:t>
            </a:r>
            <a:r>
              <a:rPr lang="en-US" altLang="zh-CN" sz="2800" b="1" i="1" dirty="0">
                <a:solidFill>
                  <a:srgbClr val="002060"/>
                </a:solidFill>
              </a:rPr>
              <a:t>n</a:t>
            </a:r>
            <a:r>
              <a:rPr lang="zh-CN" altLang="en-US" sz="2800" b="1" dirty="0">
                <a:solidFill>
                  <a:srgbClr val="002060"/>
                </a:solidFill>
              </a:rPr>
              <a:t>为单位体积的分子数，</a:t>
            </a:r>
            <a:r>
              <a:rPr lang="en-US" altLang="zh-CN" sz="2800" b="1" i="1" dirty="0">
                <a:solidFill>
                  <a:srgbClr val="002060"/>
                </a:solidFill>
              </a:rPr>
              <a:t>f(v)</a:t>
            </a:r>
            <a:r>
              <a:rPr lang="zh-CN" altLang="en-US" sz="2800" b="1" dirty="0">
                <a:solidFill>
                  <a:srgbClr val="002060"/>
                </a:solidFill>
              </a:rPr>
              <a:t>为麦克斯韦速率分布函数，则 </a:t>
            </a:r>
            <a:r>
              <a:rPr lang="en-US" altLang="zh-CN" sz="2800" b="1" i="1" dirty="0">
                <a:solidFill>
                  <a:srgbClr val="002060"/>
                </a:solidFill>
              </a:rPr>
              <a:t>nf(v)dv </a:t>
            </a:r>
            <a:r>
              <a:rPr lang="zh-CN" altLang="en-US" sz="2800" b="1" dirty="0">
                <a:solidFill>
                  <a:srgbClr val="002060"/>
                </a:solidFill>
              </a:rPr>
              <a:t>表示 </a:t>
            </a:r>
            <a:r>
              <a:rPr lang="en-US" altLang="zh-CN" sz="2800" b="1" dirty="0">
                <a:solidFill>
                  <a:srgbClr val="002060"/>
                </a:solidFill>
              </a:rPr>
              <a:t>( </a:t>
            </a:r>
            <a:r>
              <a:rPr lang="en-US" altLang="zh-CN" sz="2800" b="1" dirty="0">
                <a:solidFill>
                  <a:srgbClr val="FF0000"/>
                </a:solidFill>
              </a:rPr>
              <a:t>   </a:t>
            </a:r>
            <a:r>
              <a:rPr lang="en-US" altLang="zh-CN" sz="2800" b="1" dirty="0">
                <a:solidFill>
                  <a:srgbClr val="002060"/>
                </a:solidFill>
              </a:rPr>
              <a:t>)</a:t>
            </a:r>
          </a:p>
          <a:p>
            <a:pPr>
              <a:lnSpc>
                <a:spcPct val="150000"/>
              </a:lnSpc>
            </a:pPr>
            <a:r>
              <a:rPr lang="en-US" altLang="zh-CN" sz="2800" b="1" dirty="0">
                <a:solidFill>
                  <a:srgbClr val="002060"/>
                </a:solidFill>
              </a:rPr>
              <a:t>A</a:t>
            </a:r>
            <a:r>
              <a:rPr lang="zh-CN" altLang="en-US" sz="2800" b="1" dirty="0">
                <a:solidFill>
                  <a:srgbClr val="002060"/>
                </a:solidFill>
              </a:rPr>
              <a:t>． 速率</a:t>
            </a:r>
            <a:r>
              <a:rPr lang="en-US" altLang="zh-CN" sz="2800" b="1" i="1" dirty="0">
                <a:solidFill>
                  <a:srgbClr val="002060"/>
                </a:solidFill>
              </a:rPr>
              <a:t>v</a:t>
            </a:r>
            <a:r>
              <a:rPr lang="zh-CN" altLang="en-US" sz="2800" b="1" dirty="0">
                <a:solidFill>
                  <a:srgbClr val="002060"/>
                </a:solidFill>
              </a:rPr>
              <a:t>附近，</a:t>
            </a:r>
            <a:r>
              <a:rPr lang="en-US" altLang="zh-CN" sz="2800" b="1" i="1" dirty="0">
                <a:solidFill>
                  <a:srgbClr val="002060"/>
                </a:solidFill>
              </a:rPr>
              <a:t>dv</a:t>
            </a:r>
            <a:r>
              <a:rPr lang="zh-CN" altLang="en-US" sz="2800" b="1" dirty="0">
                <a:solidFill>
                  <a:srgbClr val="002060"/>
                </a:solidFill>
              </a:rPr>
              <a:t>区间内的分子数</a:t>
            </a:r>
          </a:p>
          <a:p>
            <a:pPr>
              <a:lnSpc>
                <a:spcPct val="150000"/>
              </a:lnSpc>
            </a:pPr>
            <a:r>
              <a:rPr lang="en-US" altLang="zh-CN" sz="2800" b="1" dirty="0">
                <a:solidFill>
                  <a:srgbClr val="002060"/>
                </a:solidFill>
              </a:rPr>
              <a:t>B.   </a:t>
            </a:r>
            <a:r>
              <a:rPr lang="zh-CN" altLang="en-US" sz="2800" b="1" dirty="0">
                <a:solidFill>
                  <a:srgbClr val="002060"/>
                </a:solidFill>
              </a:rPr>
              <a:t>单位体积内速率在</a:t>
            </a:r>
            <a:r>
              <a:rPr lang="en-US" altLang="zh-CN" sz="2800" b="1" i="1" dirty="0">
                <a:solidFill>
                  <a:srgbClr val="002060"/>
                </a:solidFill>
              </a:rPr>
              <a:t>v-v + dv</a:t>
            </a:r>
            <a:r>
              <a:rPr lang="zh-CN" altLang="en-US" sz="2800" b="1" dirty="0">
                <a:solidFill>
                  <a:srgbClr val="002060"/>
                </a:solidFill>
              </a:rPr>
              <a:t>区间内的分子数</a:t>
            </a:r>
          </a:p>
          <a:p>
            <a:pPr>
              <a:lnSpc>
                <a:spcPct val="150000"/>
              </a:lnSpc>
            </a:pPr>
            <a:r>
              <a:rPr lang="en-US" altLang="zh-CN" sz="2800" b="1" dirty="0">
                <a:solidFill>
                  <a:srgbClr val="002060"/>
                </a:solidFill>
              </a:rPr>
              <a:t>C</a:t>
            </a:r>
            <a:r>
              <a:rPr lang="zh-CN" altLang="en-US" sz="2800" b="1" dirty="0">
                <a:solidFill>
                  <a:srgbClr val="002060"/>
                </a:solidFill>
              </a:rPr>
              <a:t>．速率</a:t>
            </a:r>
            <a:r>
              <a:rPr lang="en-US" altLang="zh-CN" sz="2800" b="1" i="1" dirty="0">
                <a:solidFill>
                  <a:srgbClr val="002060"/>
                </a:solidFill>
              </a:rPr>
              <a:t>v</a:t>
            </a:r>
            <a:r>
              <a:rPr lang="zh-CN" altLang="en-US" sz="2800" b="1" dirty="0">
                <a:solidFill>
                  <a:srgbClr val="002060"/>
                </a:solidFill>
              </a:rPr>
              <a:t>附近，</a:t>
            </a:r>
            <a:r>
              <a:rPr lang="en-US" altLang="zh-CN" sz="2800" b="1" i="1" dirty="0">
                <a:solidFill>
                  <a:srgbClr val="002060"/>
                </a:solidFill>
              </a:rPr>
              <a:t>dv</a:t>
            </a:r>
            <a:r>
              <a:rPr lang="zh-CN" altLang="en-US" sz="2800" b="1" dirty="0">
                <a:solidFill>
                  <a:srgbClr val="002060"/>
                </a:solidFill>
              </a:rPr>
              <a:t>区间内分子数占总分子数的比率 </a:t>
            </a:r>
          </a:p>
          <a:p>
            <a:pPr>
              <a:lnSpc>
                <a:spcPct val="150000"/>
              </a:lnSpc>
            </a:pPr>
            <a:r>
              <a:rPr lang="en-US" altLang="zh-CN" sz="2800" b="1" dirty="0">
                <a:solidFill>
                  <a:srgbClr val="002060"/>
                </a:solidFill>
              </a:rPr>
              <a:t>D</a:t>
            </a:r>
            <a:r>
              <a:rPr lang="zh-CN" altLang="en-US" sz="2800" b="1" dirty="0">
                <a:solidFill>
                  <a:srgbClr val="002060"/>
                </a:solidFill>
              </a:rPr>
              <a:t>．单位时间内碰到单位器壁上，速率在</a:t>
            </a:r>
            <a:r>
              <a:rPr lang="en-US" altLang="zh-CN" sz="2800" b="1" i="1" dirty="0">
                <a:solidFill>
                  <a:srgbClr val="002060"/>
                </a:solidFill>
              </a:rPr>
              <a:t>v-v + dv</a:t>
            </a:r>
            <a:r>
              <a:rPr lang="zh-CN" altLang="en-US" sz="2800" b="1" dirty="0">
                <a:solidFill>
                  <a:srgbClr val="002060"/>
                </a:solidFill>
              </a:rPr>
              <a:t>区</a:t>
            </a:r>
            <a:endParaRPr lang="en-US" altLang="zh-CN" sz="2800" b="1" dirty="0">
              <a:solidFill>
                <a:srgbClr val="002060"/>
              </a:solidFill>
            </a:endParaRPr>
          </a:p>
          <a:p>
            <a:pPr>
              <a:lnSpc>
                <a:spcPct val="150000"/>
              </a:lnSpc>
            </a:pPr>
            <a:r>
              <a:rPr lang="en-US" altLang="zh-CN" sz="2800" b="1" dirty="0">
                <a:solidFill>
                  <a:srgbClr val="002060"/>
                </a:solidFill>
              </a:rPr>
              <a:t>       </a:t>
            </a:r>
            <a:r>
              <a:rPr lang="zh-CN" altLang="en-US" sz="2800" b="1" dirty="0">
                <a:solidFill>
                  <a:srgbClr val="002060"/>
                </a:solidFill>
              </a:rPr>
              <a:t>间内的分子数</a:t>
            </a:r>
            <a:endParaRPr lang="zh-CN" altLang="en-US" sz="2800" dirty="0"/>
          </a:p>
        </p:txBody>
      </p:sp>
      <p:sp>
        <p:nvSpPr>
          <p:cNvPr id="3" name="文本框 2">
            <a:extLst>
              <a:ext uri="{FF2B5EF4-FFF2-40B4-BE49-F238E27FC236}">
                <a16:creationId xmlns:a16="http://schemas.microsoft.com/office/drawing/2014/main" id="{2CA61BE9-C279-4143-A7EA-60FF47D5FD4D}"/>
              </a:ext>
            </a:extLst>
          </p:cNvPr>
          <p:cNvSpPr txBox="1"/>
          <p:nvPr/>
        </p:nvSpPr>
        <p:spPr>
          <a:xfrm>
            <a:off x="6012160" y="5805264"/>
            <a:ext cx="1800200" cy="461665"/>
          </a:xfrm>
          <a:prstGeom prst="rect">
            <a:avLst/>
          </a:prstGeom>
          <a:noFill/>
        </p:spPr>
        <p:txBody>
          <a:bodyPr wrap="square" rtlCol="0">
            <a:spAutoFit/>
          </a:bodyPr>
          <a:lstStyle/>
          <a:p>
            <a:r>
              <a:rPr lang="zh-CN" altLang="en-US" dirty="0">
                <a:solidFill>
                  <a:srgbClr val="FF0000"/>
                </a:solidFill>
              </a:rPr>
              <a:t>答案：</a:t>
            </a:r>
            <a:r>
              <a:rPr lang="en-US" altLang="zh-CN" dirty="0">
                <a:solidFill>
                  <a:srgbClr val="FF0000"/>
                </a:solidFill>
              </a:rPr>
              <a:t>B</a:t>
            </a:r>
            <a:endParaRPr lang="zh-CN" altLang="en-US" dirty="0">
              <a:solidFill>
                <a:srgbClr val="FF0000"/>
              </a:solidFill>
            </a:endParaRPr>
          </a:p>
        </p:txBody>
      </p:sp>
    </p:spTree>
    <p:extLst>
      <p:ext uri="{BB962C8B-B14F-4D97-AF65-F5344CB8AC3E}">
        <p14:creationId xmlns:p14="http://schemas.microsoft.com/office/powerpoint/2010/main" val="197618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1">
            <a:extLst>
              <a:ext uri="{FF2B5EF4-FFF2-40B4-BE49-F238E27FC236}">
                <a16:creationId xmlns:a16="http://schemas.microsoft.com/office/drawing/2014/main" id="{9F15F1B7-A02F-0856-BF1C-D0189CBA29CA}"/>
              </a:ext>
            </a:extLst>
          </p:cNvPr>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p>
        </p:txBody>
      </p:sp>
      <p:sp>
        <p:nvSpPr>
          <p:cNvPr id="2" name="文本框 1">
            <a:extLst>
              <a:ext uri="{FF2B5EF4-FFF2-40B4-BE49-F238E27FC236}">
                <a16:creationId xmlns:a16="http://schemas.microsoft.com/office/drawing/2014/main" id="{100B1651-047F-AF42-41D4-E972EA54950D}"/>
              </a:ext>
            </a:extLst>
          </p:cNvPr>
          <p:cNvSpPr txBox="1">
            <a:spLocks noRot="1" noChangeAspect="1" noMove="1" noResize="1" noEditPoints="1" noAdjustHandles="1" noChangeArrowheads="1" noChangeShapeType="1" noTextEdit="1"/>
          </p:cNvSpPr>
          <p:nvPr/>
        </p:nvSpPr>
        <p:spPr>
          <a:xfrm>
            <a:off x="395536" y="907524"/>
            <a:ext cx="8424936" cy="5617820"/>
          </a:xfrm>
          <a:prstGeom prst="rect">
            <a:avLst/>
          </a:prstGeom>
          <a:blipFill>
            <a:blip r:embed="rId2"/>
            <a:stretch>
              <a:fillRect l="-1520" t="-543" b="-760"/>
            </a:stretch>
          </a:blipFill>
        </p:spPr>
        <p:txBody>
          <a:bodyPr/>
          <a:lstStyle/>
          <a:p>
            <a:r>
              <a:rPr lang="zh-CN" altLang="en-US">
                <a:noFill/>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文本框 99"/>
          <p:cNvSpPr txBox="1"/>
          <p:nvPr/>
        </p:nvSpPr>
        <p:spPr>
          <a:xfrm>
            <a:off x="385762" y="1052736"/>
            <a:ext cx="8372475" cy="5135441"/>
          </a:xfrm>
          <a:prstGeom prst="rect">
            <a:avLst/>
          </a:prstGeom>
          <a:noFill/>
          <a:ln w="9525">
            <a:noFill/>
          </a:ln>
        </p:spPr>
        <p:txBody>
          <a:bodyPr anchor="t" anchorCtr="0"/>
          <a:lstStyle/>
          <a:p>
            <a:pPr eaLnBrk="0" hangingPunct="0">
              <a:lnSpc>
                <a:spcPct val="150000"/>
              </a:lnSpc>
            </a:pPr>
            <a:r>
              <a:rPr lang="zh-CN" altLang="zh-CN" sz="2400" dirty="0">
                <a:latin typeface="Times New Roman" panose="02020603050405020304" pitchFamily="18" charset="0"/>
              </a:rPr>
              <a:t>1. </a:t>
            </a:r>
            <a:r>
              <a:rPr lang="en-US" altLang="zh-CN" sz="2400" dirty="0">
                <a:latin typeface="Times New Roman" panose="02020603050405020304" pitchFamily="18" charset="0"/>
              </a:rPr>
              <a:t> </a:t>
            </a:r>
            <a:r>
              <a:rPr lang="zh-CN" altLang="zh-CN" sz="2400" dirty="0">
                <a:latin typeface="Times New Roman" panose="02020603050405020304" pitchFamily="18" charset="0"/>
              </a:rPr>
              <a:t>分子的平均动能与温度和气体种类均有关。</a:t>
            </a:r>
          </a:p>
          <a:p>
            <a:pPr eaLnBrk="0" hangingPunct="0">
              <a:lnSpc>
                <a:spcPct val="150000"/>
              </a:lnSpc>
            </a:pPr>
            <a:r>
              <a:rPr lang="zh-CN" altLang="zh-CN" sz="2400" dirty="0">
                <a:latin typeface="Times New Roman" panose="02020603050405020304" pitchFamily="18" charset="0"/>
              </a:rPr>
              <a:t>2</a:t>
            </a:r>
            <a:r>
              <a:rPr lang="en-US" altLang="zh-CN" sz="2400" dirty="0">
                <a:latin typeface="Times New Roman" panose="02020603050405020304" pitchFamily="18" charset="0"/>
              </a:rPr>
              <a:t>.  </a:t>
            </a:r>
            <a:r>
              <a:rPr lang="zh-CN" altLang="zh-CN" sz="2400" dirty="0">
                <a:latin typeface="Times New Roman" panose="02020603050405020304" pitchFamily="18" charset="0"/>
              </a:rPr>
              <a:t>理想气体的内能由所有分子的动能、势能以及分子与分子之间的相互作用势能组成。</a:t>
            </a:r>
          </a:p>
          <a:p>
            <a:pPr eaLnBrk="0" hangingPunct="0">
              <a:lnSpc>
                <a:spcPct val="150000"/>
              </a:lnSpc>
            </a:pPr>
            <a:r>
              <a:rPr lang="zh-CN" altLang="zh-CN" sz="2400" dirty="0">
                <a:latin typeface="Times New Roman" panose="02020603050405020304" pitchFamily="18" charset="0"/>
              </a:rPr>
              <a:t>3</a:t>
            </a:r>
            <a:r>
              <a:rPr lang="en-US" altLang="zh-CN" sz="2400" dirty="0">
                <a:latin typeface="Times New Roman" panose="02020603050405020304" pitchFamily="18" charset="0"/>
              </a:rPr>
              <a:t>.  </a:t>
            </a:r>
            <a:r>
              <a:rPr lang="zh-CN" altLang="zh-CN" sz="2400" dirty="0">
                <a:latin typeface="Times New Roman" panose="02020603050405020304" pitchFamily="18" charset="0"/>
              </a:rPr>
              <a:t>温度升高，最概然速率变大，</a:t>
            </a:r>
            <a:r>
              <a:rPr lang="zh-CN" altLang="zh-CN" sz="2400" i="1" dirty="0">
                <a:latin typeface="Times New Roman" panose="02020603050405020304" pitchFamily="18" charset="0"/>
              </a:rPr>
              <a:t>f(v)</a:t>
            </a:r>
            <a:r>
              <a:rPr lang="zh-CN" altLang="zh-CN" sz="2400" dirty="0">
                <a:latin typeface="Times New Roman" panose="02020603050405020304" pitchFamily="18" charset="0"/>
              </a:rPr>
              <a:t> 曲线峰值也增大。</a:t>
            </a:r>
          </a:p>
          <a:p>
            <a:pPr eaLnBrk="0" hangingPunct="0">
              <a:lnSpc>
                <a:spcPct val="150000"/>
              </a:lnSpc>
            </a:pPr>
            <a:r>
              <a:rPr lang="en-US" altLang="zh-CN" sz="2400" dirty="0">
                <a:latin typeface="Times New Roman" panose="02020603050405020304" pitchFamily="18" charset="0"/>
              </a:rPr>
              <a:t>4.  </a:t>
            </a:r>
            <a:r>
              <a:rPr lang="zh-CN" altLang="zh-CN" sz="2400" dirty="0">
                <a:latin typeface="Times New Roman" panose="02020603050405020304" pitchFamily="18" charset="0"/>
              </a:rPr>
              <a:t>同一理想气体系统，分子的方均根速率大于最概然速率。</a:t>
            </a:r>
          </a:p>
          <a:p>
            <a:pPr marL="457200" indent="-457200" eaLnBrk="0" hangingPunct="0">
              <a:lnSpc>
                <a:spcPct val="150000"/>
              </a:lnSpc>
              <a:buAutoNum type="arabicPeriod" startAt="5"/>
            </a:pPr>
            <a:r>
              <a:rPr lang="en-US" altLang="zh-CN" sz="2400" dirty="0">
                <a:latin typeface="Times New Roman" panose="02020603050405020304" pitchFamily="18" charset="0"/>
              </a:rPr>
              <a:t>理想气体是一个抽象概念，实际气体不能看成理想气体。</a:t>
            </a:r>
          </a:p>
          <a:p>
            <a:pPr eaLnBrk="0" hangingPunct="0">
              <a:lnSpc>
                <a:spcPct val="150000"/>
              </a:lnSpc>
            </a:pPr>
            <a:r>
              <a:rPr lang="en-US" altLang="zh-CN" sz="2400" dirty="0"/>
              <a:t>6.   </a:t>
            </a:r>
            <a:r>
              <a:rPr lang="en-US" altLang="zh-CN" sz="2400" dirty="0">
                <a:latin typeface="Times New Roman" panose="02020603050405020304" pitchFamily="18" charset="0"/>
              </a:rPr>
              <a:t>标准状态下，不同种类的理想气体分子数密度不同。</a:t>
            </a:r>
          </a:p>
          <a:p>
            <a:pPr eaLnBrk="0" hangingPunct="0">
              <a:lnSpc>
                <a:spcPct val="150000"/>
              </a:lnSpc>
            </a:pPr>
            <a:r>
              <a:rPr lang="en-US" altLang="zh-CN" sz="2400" dirty="0">
                <a:latin typeface="Times New Roman" panose="02020603050405020304" pitchFamily="18" charset="0"/>
              </a:rPr>
              <a:t>7.  所有处于平衡态的理想气体系统，若它们的温度和摩尔数相同，则它们的内能也相同。</a:t>
            </a:r>
          </a:p>
          <a:p>
            <a:pPr marL="457200" indent="-457200" eaLnBrk="0" hangingPunct="0">
              <a:lnSpc>
                <a:spcPct val="150000"/>
              </a:lnSpc>
              <a:buAutoNum type="arabicPeriod" startAt="5"/>
            </a:pPr>
            <a:endParaRPr lang="en-US" altLang="zh-CN" sz="2400" dirty="0">
              <a:latin typeface="Times New Roman" panose="02020603050405020304" pitchFamily="18" charset="0"/>
            </a:endParaRPr>
          </a:p>
        </p:txBody>
      </p:sp>
      <p:sp>
        <p:nvSpPr>
          <p:cNvPr id="8194" name="文本框 1"/>
          <p:cNvSpPr txBox="1"/>
          <p:nvPr/>
        </p:nvSpPr>
        <p:spPr>
          <a:xfrm>
            <a:off x="3419475" y="117475"/>
            <a:ext cx="2316163" cy="582613"/>
          </a:xfrm>
          <a:prstGeom prst="rect">
            <a:avLst/>
          </a:prstGeom>
          <a:noFill/>
          <a:ln w="9525">
            <a:noFill/>
          </a:ln>
        </p:spPr>
        <p:txBody>
          <a:bodyPr wrap="square" anchor="t" anchorCtr="0">
            <a:spAutoFit/>
          </a:bodyPr>
          <a:lstStyle/>
          <a:p>
            <a:pPr eaLnBrk="0" hangingPunct="0"/>
            <a:r>
              <a:rPr lang="zh-CN" altLang="en-US">
                <a:solidFill>
                  <a:schemeClr val="bg1"/>
                </a:solidFill>
                <a:latin typeface="Times New Roman" panose="02020603050405020304" pitchFamily="18" charset="0"/>
              </a:rPr>
              <a:t>判断正误</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6D08A-CE01-4B43-A0BA-E787156EAF11}"/>
              </a:ext>
            </a:extLst>
          </p:cNvPr>
          <p:cNvSpPr txBox="1"/>
          <p:nvPr/>
        </p:nvSpPr>
        <p:spPr>
          <a:xfrm>
            <a:off x="827087" y="-50214"/>
            <a:ext cx="2304256" cy="743537"/>
          </a:xfrm>
          <a:prstGeom prst="rect">
            <a:avLst/>
          </a:prstGeom>
          <a:noFill/>
        </p:spPr>
        <p:txBody>
          <a:bodyPr wrap="square" rtlCol="0">
            <a:spAutoFit/>
          </a:bodyPr>
          <a:lstStyle/>
          <a:p>
            <a:pPr>
              <a:lnSpc>
                <a:spcPct val="150000"/>
              </a:lnSpc>
            </a:pPr>
            <a:r>
              <a:rPr lang="zh-CN" altLang="en-US" b="1" dirty="0">
                <a:solidFill>
                  <a:schemeClr val="bg1"/>
                </a:solidFill>
                <a:ea typeface="华文中宋" panose="02010600040101010101" pitchFamily="2" charset="-122"/>
              </a:rPr>
              <a:t>基本概念：</a:t>
            </a:r>
            <a:endParaRPr lang="zh-CN" altLang="en-US" dirty="0">
              <a:solidFill>
                <a:schemeClr val="bg1"/>
              </a:solidFill>
            </a:endParaRPr>
          </a:p>
        </p:txBody>
      </p:sp>
      <p:sp>
        <p:nvSpPr>
          <p:cNvPr id="5" name="文本框 4">
            <a:extLst>
              <a:ext uri="{FF2B5EF4-FFF2-40B4-BE49-F238E27FC236}">
                <a16:creationId xmlns:a16="http://schemas.microsoft.com/office/drawing/2014/main" id="{2BC726F8-5CBF-440A-A0F5-9C4FA67F5D81}"/>
              </a:ext>
            </a:extLst>
          </p:cNvPr>
          <p:cNvSpPr txBox="1"/>
          <p:nvPr/>
        </p:nvSpPr>
        <p:spPr>
          <a:xfrm>
            <a:off x="719572" y="980728"/>
            <a:ext cx="7704855" cy="1308435"/>
          </a:xfrm>
          <a:prstGeom prst="rect">
            <a:avLst/>
          </a:prstGeom>
          <a:noFill/>
        </p:spPr>
        <p:txBody>
          <a:bodyPr wrap="square" rtlCol="0">
            <a:spAutoFit/>
          </a:bodyPr>
          <a:lstStyle/>
          <a:p>
            <a:pPr>
              <a:lnSpc>
                <a:spcPct val="150000"/>
              </a:lnSpc>
            </a:pPr>
            <a:r>
              <a:rPr lang="zh-CN" altLang="en-US" sz="2800" b="1" dirty="0">
                <a:solidFill>
                  <a:srgbClr val="002060"/>
                </a:solidFill>
                <a:ea typeface="华文中宋" panose="02010600040101010101" pitchFamily="2" charset="-122"/>
              </a:rPr>
              <a:t>系统（封闭系统）、平衡态与状态参量、热力学过程、准静态过程和过程曲线 、状态图               </a:t>
            </a:r>
            <a:endParaRPr lang="en-US" altLang="zh-CN" sz="2800" b="1" dirty="0">
              <a:solidFill>
                <a:srgbClr val="002060"/>
              </a:solidFill>
              <a:ea typeface="华文中宋" panose="02010600040101010101" pitchFamily="2" charset="-122"/>
            </a:endParaRPr>
          </a:p>
        </p:txBody>
      </p:sp>
      <p:grpSp>
        <p:nvGrpSpPr>
          <p:cNvPr id="2" name="组合 1">
            <a:extLst>
              <a:ext uri="{FF2B5EF4-FFF2-40B4-BE49-F238E27FC236}">
                <a16:creationId xmlns:a16="http://schemas.microsoft.com/office/drawing/2014/main" id="{1FA05733-D950-4B73-8AEC-C8146B3A19E1}"/>
              </a:ext>
            </a:extLst>
          </p:cNvPr>
          <p:cNvGrpSpPr/>
          <p:nvPr/>
        </p:nvGrpSpPr>
        <p:grpSpPr>
          <a:xfrm>
            <a:off x="2112168" y="2806724"/>
            <a:ext cx="4764088" cy="3430588"/>
            <a:chOff x="2112168" y="2806724"/>
            <a:chExt cx="4764088" cy="3430588"/>
          </a:xfrm>
        </p:grpSpPr>
        <p:grpSp>
          <p:nvGrpSpPr>
            <p:cNvPr id="15" name="Group 4">
              <a:extLst>
                <a:ext uri="{FF2B5EF4-FFF2-40B4-BE49-F238E27FC236}">
                  <a16:creationId xmlns:a16="http://schemas.microsoft.com/office/drawing/2014/main" id="{D47B40AD-9840-4EF2-ADFA-F0EBE4080CB8}"/>
                </a:ext>
              </a:extLst>
            </p:cNvPr>
            <p:cNvGrpSpPr>
              <a:grpSpLocks/>
            </p:cNvGrpSpPr>
            <p:nvPr/>
          </p:nvGrpSpPr>
          <p:grpSpPr bwMode="auto">
            <a:xfrm>
              <a:off x="2112168" y="2806724"/>
              <a:ext cx="4764088" cy="3430588"/>
              <a:chOff x="3239" y="2236"/>
              <a:chExt cx="2266" cy="1686"/>
            </a:xfrm>
          </p:grpSpPr>
          <p:grpSp>
            <p:nvGrpSpPr>
              <p:cNvPr id="16" name="Group 5">
                <a:extLst>
                  <a:ext uri="{FF2B5EF4-FFF2-40B4-BE49-F238E27FC236}">
                    <a16:creationId xmlns:a16="http://schemas.microsoft.com/office/drawing/2014/main" id="{01858E33-7E8A-414C-8206-4ABFB8F5A811}"/>
                  </a:ext>
                </a:extLst>
              </p:cNvPr>
              <p:cNvGrpSpPr>
                <a:grpSpLocks/>
              </p:cNvGrpSpPr>
              <p:nvPr/>
            </p:nvGrpSpPr>
            <p:grpSpPr bwMode="auto">
              <a:xfrm>
                <a:off x="3239" y="2236"/>
                <a:ext cx="304" cy="1686"/>
                <a:chOff x="3239" y="2236"/>
                <a:chExt cx="304" cy="1686"/>
              </a:xfrm>
            </p:grpSpPr>
            <p:sp>
              <p:nvSpPr>
                <p:cNvPr id="20" name="Line 6">
                  <a:extLst>
                    <a:ext uri="{FF2B5EF4-FFF2-40B4-BE49-F238E27FC236}">
                      <a16:creationId xmlns:a16="http://schemas.microsoft.com/office/drawing/2014/main" id="{71CF3923-757C-46D5-9A94-01CDA922FA33}"/>
                    </a:ext>
                  </a:extLst>
                </p:cNvPr>
                <p:cNvSpPr>
                  <a:spLocks noChangeShapeType="1"/>
                </p:cNvSpPr>
                <p:nvPr/>
              </p:nvSpPr>
              <p:spPr bwMode="auto">
                <a:xfrm flipH="1">
                  <a:off x="3342" y="2236"/>
                  <a:ext cx="0" cy="1531"/>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1" name="WordArt 7">
                  <a:extLst>
                    <a:ext uri="{FF2B5EF4-FFF2-40B4-BE49-F238E27FC236}">
                      <a16:creationId xmlns:a16="http://schemas.microsoft.com/office/drawing/2014/main" id="{5EE6119A-BD6F-498B-8ABA-4DA362F191E1}"/>
                    </a:ext>
                  </a:extLst>
                </p:cNvPr>
                <p:cNvSpPr>
                  <a:spLocks noChangeArrowheads="1" noChangeShapeType="1" noTextEdit="1"/>
                </p:cNvSpPr>
                <p:nvPr/>
              </p:nvSpPr>
              <p:spPr bwMode="auto">
                <a:xfrm>
                  <a:off x="3415" y="2258"/>
                  <a:ext cx="128" cy="15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p</a:t>
                  </a:r>
                  <a:endParaRPr lang="zh-CN" altLang="en-US" sz="3600" i="1" kern="10">
                    <a:ln w="9525">
                      <a:solidFill>
                        <a:schemeClr val="tx1"/>
                      </a:solidFill>
                      <a:round/>
                      <a:headEnd/>
                      <a:tailEnd/>
                    </a:ln>
                    <a:cs typeface="Times New Roman" panose="02020603050405020304" pitchFamily="18" charset="0"/>
                  </a:endParaRPr>
                </a:p>
              </p:txBody>
            </p:sp>
            <p:sp>
              <p:nvSpPr>
                <p:cNvPr id="22" name="WordArt 8">
                  <a:extLst>
                    <a:ext uri="{FF2B5EF4-FFF2-40B4-BE49-F238E27FC236}">
                      <a16:creationId xmlns:a16="http://schemas.microsoft.com/office/drawing/2014/main" id="{E7ECA2F2-5E8F-4A67-808D-849AD72DBAD4}"/>
                    </a:ext>
                  </a:extLst>
                </p:cNvPr>
                <p:cNvSpPr>
                  <a:spLocks noChangeArrowheads="1" noChangeShapeType="1" noTextEdit="1"/>
                </p:cNvSpPr>
                <p:nvPr/>
              </p:nvSpPr>
              <p:spPr bwMode="auto">
                <a:xfrm>
                  <a:off x="3239" y="3779"/>
                  <a:ext cx="105" cy="143"/>
                </a:xfrm>
                <a:prstGeom prst="rect">
                  <a:avLst/>
                </a:prstGeom>
              </p:spPr>
              <p:txBody>
                <a:bodyPr wrap="none" fromWordArt="1">
                  <a:prstTxWarp prst="textPlain">
                    <a:avLst>
                      <a:gd name="adj" fmla="val 50000"/>
                    </a:avLst>
                  </a:prstTxWarp>
                </a:bodyPr>
                <a:lstStyle/>
                <a:p>
                  <a:pPr algn="ctr"/>
                  <a:r>
                    <a:rPr lang="en-US" altLang="zh-CN" sz="800" i="1" kern="10">
                      <a:ln w="9525">
                        <a:solidFill>
                          <a:srgbClr val="000000"/>
                        </a:solidFill>
                        <a:round/>
                        <a:headEnd/>
                        <a:tailEnd/>
                      </a:ln>
                      <a:solidFill>
                        <a:srgbClr val="000000"/>
                      </a:solidFill>
                      <a:cs typeface="Times New Roman" panose="02020603050405020304" pitchFamily="18" charset="0"/>
                    </a:rPr>
                    <a:t>O</a:t>
                  </a:r>
                  <a:endParaRPr lang="zh-CN" altLang="en-US" sz="800" i="1" kern="10">
                    <a:ln w="9525">
                      <a:solidFill>
                        <a:srgbClr val="000000"/>
                      </a:solidFill>
                      <a:round/>
                      <a:headEnd/>
                      <a:tailEnd/>
                    </a:ln>
                    <a:solidFill>
                      <a:srgbClr val="000000"/>
                    </a:solidFill>
                    <a:cs typeface="Times New Roman" panose="02020603050405020304" pitchFamily="18" charset="0"/>
                  </a:endParaRPr>
                </a:p>
              </p:txBody>
            </p:sp>
          </p:grpSp>
          <p:grpSp>
            <p:nvGrpSpPr>
              <p:cNvPr id="17" name="Group 9">
                <a:extLst>
                  <a:ext uri="{FF2B5EF4-FFF2-40B4-BE49-F238E27FC236}">
                    <a16:creationId xmlns:a16="http://schemas.microsoft.com/office/drawing/2014/main" id="{80C039CE-891B-48CA-87BA-44FB49382B3B}"/>
                  </a:ext>
                </a:extLst>
              </p:cNvPr>
              <p:cNvGrpSpPr>
                <a:grpSpLocks/>
              </p:cNvGrpSpPr>
              <p:nvPr/>
            </p:nvGrpSpPr>
            <p:grpSpPr bwMode="auto">
              <a:xfrm>
                <a:off x="3332" y="3686"/>
                <a:ext cx="2173" cy="151"/>
                <a:chOff x="3332" y="3686"/>
                <a:chExt cx="2173" cy="151"/>
              </a:xfrm>
            </p:grpSpPr>
            <p:sp>
              <p:nvSpPr>
                <p:cNvPr id="18" name="Line 10">
                  <a:extLst>
                    <a:ext uri="{FF2B5EF4-FFF2-40B4-BE49-F238E27FC236}">
                      <a16:creationId xmlns:a16="http://schemas.microsoft.com/office/drawing/2014/main" id="{2288B5C3-9A62-4352-86EC-9E9182E953DF}"/>
                    </a:ext>
                  </a:extLst>
                </p:cNvPr>
                <p:cNvSpPr>
                  <a:spLocks noChangeShapeType="1"/>
                </p:cNvSpPr>
                <p:nvPr/>
              </p:nvSpPr>
              <p:spPr bwMode="auto">
                <a:xfrm flipH="1">
                  <a:off x="3332" y="3752"/>
                  <a:ext cx="1979" cy="4"/>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9" name="WordArt 11">
                  <a:extLst>
                    <a:ext uri="{FF2B5EF4-FFF2-40B4-BE49-F238E27FC236}">
                      <a16:creationId xmlns:a16="http://schemas.microsoft.com/office/drawing/2014/main" id="{2B4F835C-5DB6-4C52-B5D8-A7E7930991D6}"/>
                    </a:ext>
                  </a:extLst>
                </p:cNvPr>
                <p:cNvSpPr>
                  <a:spLocks noChangeArrowheads="1" noChangeShapeType="1" noTextEdit="1"/>
                </p:cNvSpPr>
                <p:nvPr/>
              </p:nvSpPr>
              <p:spPr bwMode="auto">
                <a:xfrm>
                  <a:off x="5373" y="3686"/>
                  <a:ext cx="132" cy="15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V</a:t>
                  </a:r>
                  <a:endParaRPr lang="zh-CN" altLang="en-US" sz="3600" i="1" kern="10">
                    <a:ln w="9525">
                      <a:solidFill>
                        <a:schemeClr val="tx1"/>
                      </a:solidFill>
                      <a:round/>
                      <a:headEnd/>
                      <a:tailEnd/>
                    </a:ln>
                    <a:latin typeface="Bookman Old Style" panose="02050604050505020204" pitchFamily="18" charset="0"/>
                  </a:endParaRPr>
                </a:p>
              </p:txBody>
            </p:sp>
          </p:grpSp>
        </p:grpSp>
        <p:grpSp>
          <p:nvGrpSpPr>
            <p:cNvPr id="23" name="Group 46">
              <a:extLst>
                <a:ext uri="{FF2B5EF4-FFF2-40B4-BE49-F238E27FC236}">
                  <a16:creationId xmlns:a16="http://schemas.microsoft.com/office/drawing/2014/main" id="{9B1388F6-AFC6-4527-8E43-77B85963DEE9}"/>
                </a:ext>
              </a:extLst>
            </p:cNvPr>
            <p:cNvGrpSpPr>
              <a:grpSpLocks/>
            </p:cNvGrpSpPr>
            <p:nvPr/>
          </p:nvGrpSpPr>
          <p:grpSpPr bwMode="auto">
            <a:xfrm>
              <a:off x="2740818" y="2852960"/>
              <a:ext cx="3201988" cy="2808288"/>
              <a:chOff x="842" y="288"/>
              <a:chExt cx="2017" cy="1769"/>
            </a:xfrm>
          </p:grpSpPr>
          <p:sp>
            <p:nvSpPr>
              <p:cNvPr id="24" name="Line 13">
                <a:extLst>
                  <a:ext uri="{FF2B5EF4-FFF2-40B4-BE49-F238E27FC236}">
                    <a16:creationId xmlns:a16="http://schemas.microsoft.com/office/drawing/2014/main" id="{DF522FED-EAE8-410E-B98D-6C9EA12C73A4}"/>
                  </a:ext>
                </a:extLst>
              </p:cNvPr>
              <p:cNvSpPr>
                <a:spLocks noChangeShapeType="1"/>
              </p:cNvSpPr>
              <p:nvPr/>
            </p:nvSpPr>
            <p:spPr bwMode="auto">
              <a:xfrm>
                <a:off x="2079" y="855"/>
                <a:ext cx="167" cy="123"/>
              </a:xfrm>
              <a:prstGeom prst="line">
                <a:avLst/>
              </a:prstGeom>
              <a:noFill/>
              <a:ln w="28575">
                <a:solidFill>
                  <a:srgbClr val="00AE8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Arc 14">
                <a:extLst>
                  <a:ext uri="{FF2B5EF4-FFF2-40B4-BE49-F238E27FC236}">
                    <a16:creationId xmlns:a16="http://schemas.microsoft.com/office/drawing/2014/main" id="{6B9278A9-85AB-4EE5-A060-533E924FDB6E}"/>
                  </a:ext>
                </a:extLst>
              </p:cNvPr>
              <p:cNvSpPr>
                <a:spLocks/>
              </p:cNvSpPr>
              <p:nvPr/>
            </p:nvSpPr>
            <p:spPr bwMode="auto">
              <a:xfrm rot="806830">
                <a:off x="970" y="761"/>
                <a:ext cx="1731" cy="1262"/>
              </a:xfrm>
              <a:custGeom>
                <a:avLst/>
                <a:gdLst>
                  <a:gd name="T0" fmla="*/ 0 w 33115"/>
                  <a:gd name="T1" fmla="*/ 0 h 21600"/>
                  <a:gd name="T2" fmla="*/ 0 w 33115"/>
                  <a:gd name="T3" fmla="*/ 0 h 21600"/>
                  <a:gd name="T4" fmla="*/ 0 w 33115"/>
                  <a:gd name="T5" fmla="*/ 0 h 21600"/>
                  <a:gd name="T6" fmla="*/ 0 60000 65536"/>
                  <a:gd name="T7" fmla="*/ 0 60000 65536"/>
                  <a:gd name="T8" fmla="*/ 0 60000 65536"/>
                  <a:gd name="T9" fmla="*/ 0 w 33115"/>
                  <a:gd name="T10" fmla="*/ 0 h 21600"/>
                  <a:gd name="T11" fmla="*/ 33115 w 33115"/>
                  <a:gd name="T12" fmla="*/ 21600 h 21600"/>
                </a:gdLst>
                <a:ahLst/>
                <a:cxnLst>
                  <a:cxn ang="T6">
                    <a:pos x="T0" y="T1"/>
                  </a:cxn>
                  <a:cxn ang="T7">
                    <a:pos x="T2" y="T3"/>
                  </a:cxn>
                  <a:cxn ang="T8">
                    <a:pos x="T4" y="T5"/>
                  </a:cxn>
                </a:cxnLst>
                <a:rect l="T9" t="T10" r="T11" b="T12"/>
                <a:pathLst>
                  <a:path w="33115" h="21600" fill="none" extrusionOk="0">
                    <a:moveTo>
                      <a:pt x="0" y="3701"/>
                    </a:moveTo>
                    <a:cubicBezTo>
                      <a:pt x="3570" y="1288"/>
                      <a:pt x="7781" y="-1"/>
                      <a:pt x="12091" y="0"/>
                    </a:cubicBezTo>
                    <a:cubicBezTo>
                      <a:pt x="22110" y="0"/>
                      <a:pt x="30815" y="6890"/>
                      <a:pt x="33114" y="16643"/>
                    </a:cubicBezTo>
                  </a:path>
                  <a:path w="33115" h="21600" stroke="0" extrusionOk="0">
                    <a:moveTo>
                      <a:pt x="0" y="3701"/>
                    </a:moveTo>
                    <a:cubicBezTo>
                      <a:pt x="3570" y="1288"/>
                      <a:pt x="7781" y="-1"/>
                      <a:pt x="12091" y="0"/>
                    </a:cubicBezTo>
                    <a:cubicBezTo>
                      <a:pt x="22110" y="0"/>
                      <a:pt x="30815" y="6890"/>
                      <a:pt x="33114" y="16643"/>
                    </a:cubicBezTo>
                    <a:lnTo>
                      <a:pt x="12091" y="21600"/>
                    </a:lnTo>
                    <a:lnTo>
                      <a:pt x="0" y="3701"/>
                    </a:lnTo>
                    <a:close/>
                  </a:path>
                </a:pathLst>
              </a:custGeom>
              <a:noFill/>
              <a:ln w="38100">
                <a:solidFill>
                  <a:srgbClr val="00AE8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 name="Arc 19">
                <a:extLst>
                  <a:ext uri="{FF2B5EF4-FFF2-40B4-BE49-F238E27FC236}">
                    <a16:creationId xmlns:a16="http://schemas.microsoft.com/office/drawing/2014/main" id="{34CF582A-7A97-4ECE-A4FA-E37FFAD92A01}"/>
                  </a:ext>
                </a:extLst>
              </p:cNvPr>
              <p:cNvSpPr>
                <a:spLocks/>
              </p:cNvSpPr>
              <p:nvPr/>
            </p:nvSpPr>
            <p:spPr bwMode="auto">
              <a:xfrm rot="3007410" flipV="1">
                <a:off x="1170" y="474"/>
                <a:ext cx="1769" cy="1397"/>
              </a:xfrm>
              <a:custGeom>
                <a:avLst/>
                <a:gdLst>
                  <a:gd name="T0" fmla="*/ 0 w 29939"/>
                  <a:gd name="T1" fmla="*/ 0 h 21600"/>
                  <a:gd name="T2" fmla="*/ 0 w 29939"/>
                  <a:gd name="T3" fmla="*/ 0 h 21600"/>
                  <a:gd name="T4" fmla="*/ 0 w 29939"/>
                  <a:gd name="T5" fmla="*/ 0 h 21600"/>
                  <a:gd name="T6" fmla="*/ 0 60000 65536"/>
                  <a:gd name="T7" fmla="*/ 0 60000 65536"/>
                  <a:gd name="T8" fmla="*/ 0 60000 65536"/>
                  <a:gd name="T9" fmla="*/ 0 w 29939"/>
                  <a:gd name="T10" fmla="*/ 0 h 21600"/>
                  <a:gd name="T11" fmla="*/ 29939 w 29939"/>
                  <a:gd name="T12" fmla="*/ 21600 h 21600"/>
                </a:gdLst>
                <a:ahLst/>
                <a:cxnLst>
                  <a:cxn ang="T6">
                    <a:pos x="T0" y="T1"/>
                  </a:cxn>
                  <a:cxn ang="T7">
                    <a:pos x="T2" y="T3"/>
                  </a:cxn>
                  <a:cxn ang="T8">
                    <a:pos x="T4" y="T5"/>
                  </a:cxn>
                </a:cxnLst>
                <a:rect l="T9" t="T10" r="T11" b="T12"/>
                <a:pathLst>
                  <a:path w="29939" h="21600" fill="none" extrusionOk="0">
                    <a:moveTo>
                      <a:pt x="0" y="3701"/>
                    </a:moveTo>
                    <a:cubicBezTo>
                      <a:pt x="3570" y="1288"/>
                      <a:pt x="7781" y="-1"/>
                      <a:pt x="12091" y="0"/>
                    </a:cubicBezTo>
                    <a:cubicBezTo>
                      <a:pt x="19234" y="0"/>
                      <a:pt x="25915" y="3531"/>
                      <a:pt x="29938" y="9434"/>
                    </a:cubicBezTo>
                  </a:path>
                  <a:path w="29939" h="21600" stroke="0" extrusionOk="0">
                    <a:moveTo>
                      <a:pt x="0" y="3701"/>
                    </a:moveTo>
                    <a:cubicBezTo>
                      <a:pt x="3570" y="1288"/>
                      <a:pt x="7781" y="-1"/>
                      <a:pt x="12091" y="0"/>
                    </a:cubicBezTo>
                    <a:cubicBezTo>
                      <a:pt x="19234" y="0"/>
                      <a:pt x="25915" y="3531"/>
                      <a:pt x="29938" y="9434"/>
                    </a:cubicBezTo>
                    <a:lnTo>
                      <a:pt x="12091" y="21600"/>
                    </a:lnTo>
                    <a:lnTo>
                      <a:pt x="0" y="3701"/>
                    </a:lnTo>
                    <a:close/>
                  </a:path>
                </a:pathLst>
              </a:custGeom>
              <a:noFill/>
              <a:ln w="381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Line 20">
                <a:extLst>
                  <a:ext uri="{FF2B5EF4-FFF2-40B4-BE49-F238E27FC236}">
                    <a16:creationId xmlns:a16="http://schemas.microsoft.com/office/drawing/2014/main" id="{BC76367F-D878-433B-9102-B269406BFCDC}"/>
                  </a:ext>
                </a:extLst>
              </p:cNvPr>
              <p:cNvSpPr>
                <a:spLocks noChangeShapeType="1"/>
              </p:cNvSpPr>
              <p:nvPr/>
            </p:nvSpPr>
            <p:spPr bwMode="auto">
              <a:xfrm>
                <a:off x="1319" y="1358"/>
                <a:ext cx="126" cy="182"/>
              </a:xfrm>
              <a:prstGeom prst="line">
                <a:avLst/>
              </a:prstGeom>
              <a:noFill/>
              <a:ln w="28575">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8" name="Oval 31">
                <a:extLst>
                  <a:ext uri="{FF2B5EF4-FFF2-40B4-BE49-F238E27FC236}">
                    <a16:creationId xmlns:a16="http://schemas.microsoft.com/office/drawing/2014/main" id="{B7AA01CC-C088-4978-8386-B283BD1D01E4}"/>
                  </a:ext>
                </a:extLst>
              </p:cNvPr>
              <p:cNvSpPr>
                <a:spLocks noChangeArrowheads="1"/>
              </p:cNvSpPr>
              <p:nvPr/>
            </p:nvSpPr>
            <p:spPr bwMode="auto">
              <a:xfrm>
                <a:off x="1088" y="746"/>
                <a:ext cx="71" cy="68"/>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9" name="WordArt 32">
                <a:extLst>
                  <a:ext uri="{FF2B5EF4-FFF2-40B4-BE49-F238E27FC236}">
                    <a16:creationId xmlns:a16="http://schemas.microsoft.com/office/drawing/2014/main" id="{3CA37A8D-AB35-4F5D-9F27-9138BBD69012}"/>
                  </a:ext>
                </a:extLst>
              </p:cNvPr>
              <p:cNvSpPr>
                <a:spLocks noChangeArrowheads="1" noChangeShapeType="1" noTextEdit="1"/>
              </p:cNvSpPr>
              <p:nvPr/>
            </p:nvSpPr>
            <p:spPr bwMode="auto">
              <a:xfrm>
                <a:off x="842" y="677"/>
                <a:ext cx="170" cy="16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A</a:t>
                </a:r>
                <a:endParaRPr lang="zh-CN" altLang="en-US" sz="3600" i="1" kern="10">
                  <a:ln w="9525">
                    <a:solidFill>
                      <a:schemeClr val="tx1"/>
                    </a:solidFill>
                    <a:round/>
                    <a:headEnd/>
                    <a:tailEnd/>
                  </a:ln>
                  <a:cs typeface="Times New Roman" panose="02020603050405020304" pitchFamily="18" charset="0"/>
                </a:endParaRPr>
              </a:p>
            </p:txBody>
          </p:sp>
          <p:sp>
            <p:nvSpPr>
              <p:cNvPr id="30" name="WordArt 34">
                <a:extLst>
                  <a:ext uri="{FF2B5EF4-FFF2-40B4-BE49-F238E27FC236}">
                    <a16:creationId xmlns:a16="http://schemas.microsoft.com/office/drawing/2014/main" id="{F5518C61-4B88-40BD-93FA-43A73BD58DDF}"/>
                  </a:ext>
                </a:extLst>
              </p:cNvPr>
              <p:cNvSpPr>
                <a:spLocks noChangeArrowheads="1" noChangeShapeType="1" noTextEdit="1"/>
              </p:cNvSpPr>
              <p:nvPr/>
            </p:nvSpPr>
            <p:spPr bwMode="auto">
              <a:xfrm>
                <a:off x="2680" y="1815"/>
                <a:ext cx="179" cy="167"/>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B</a:t>
                </a:r>
                <a:endParaRPr lang="zh-CN" altLang="en-US" sz="3600" i="1" kern="10">
                  <a:ln w="9525">
                    <a:solidFill>
                      <a:schemeClr val="tx1"/>
                    </a:solidFill>
                    <a:round/>
                    <a:headEnd/>
                    <a:tailEnd/>
                  </a:ln>
                  <a:cs typeface="Times New Roman" panose="02020603050405020304" pitchFamily="18" charset="0"/>
                </a:endParaRPr>
              </a:p>
            </p:txBody>
          </p:sp>
          <p:sp>
            <p:nvSpPr>
              <p:cNvPr id="31" name="Oval 39">
                <a:extLst>
                  <a:ext uri="{FF2B5EF4-FFF2-40B4-BE49-F238E27FC236}">
                    <a16:creationId xmlns:a16="http://schemas.microsoft.com/office/drawing/2014/main" id="{893A07EB-BBB3-4C18-9150-09DCA450268D}"/>
                  </a:ext>
                </a:extLst>
              </p:cNvPr>
              <p:cNvSpPr>
                <a:spLocks noChangeArrowheads="1"/>
              </p:cNvSpPr>
              <p:nvPr/>
            </p:nvSpPr>
            <p:spPr bwMode="auto">
              <a:xfrm>
                <a:off x="2560" y="1882"/>
                <a:ext cx="73" cy="68"/>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32" name="Text Box 41">
                <a:extLst>
                  <a:ext uri="{FF2B5EF4-FFF2-40B4-BE49-F238E27FC236}">
                    <a16:creationId xmlns:a16="http://schemas.microsoft.com/office/drawing/2014/main" id="{59025039-3A9A-4EC2-AF1F-EA003DF21001}"/>
                  </a:ext>
                </a:extLst>
              </p:cNvPr>
              <p:cNvSpPr txBox="1">
                <a:spLocks noChangeArrowheads="1"/>
              </p:cNvSpPr>
              <p:nvPr/>
            </p:nvSpPr>
            <p:spPr bwMode="auto">
              <a:xfrm>
                <a:off x="2130" y="720"/>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i="1"/>
                  <a:t>C</a:t>
                </a:r>
              </a:p>
            </p:txBody>
          </p:sp>
          <p:sp>
            <p:nvSpPr>
              <p:cNvPr id="33" name="Text Box 42">
                <a:extLst>
                  <a:ext uri="{FF2B5EF4-FFF2-40B4-BE49-F238E27FC236}">
                    <a16:creationId xmlns:a16="http://schemas.microsoft.com/office/drawing/2014/main" id="{C07EE5C3-5EEB-441C-AEB4-3A34DFF5F97D}"/>
                  </a:ext>
                </a:extLst>
              </p:cNvPr>
              <p:cNvSpPr txBox="1">
                <a:spLocks noChangeArrowheads="1"/>
              </p:cNvSpPr>
              <p:nvPr/>
            </p:nvSpPr>
            <p:spPr bwMode="auto">
              <a:xfrm>
                <a:off x="1008" y="1451"/>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i="1"/>
                  <a:t>D</a:t>
                </a:r>
              </a:p>
            </p:txBody>
          </p:sp>
        </p:grpSp>
      </p:grpSp>
      <mc:AlternateContent xmlns:mc="http://schemas.openxmlformats.org/markup-compatibility/2006" xmlns:a14="http://schemas.microsoft.com/office/drawing/2010/main">
        <mc:Choice Requires="a14">
          <p:sp>
            <p:nvSpPr>
              <p:cNvPr id="34" name="Object 21">
                <a:extLst>
                  <a:ext uri="{FF2B5EF4-FFF2-40B4-BE49-F238E27FC236}">
                    <a16:creationId xmlns:a16="http://schemas.microsoft.com/office/drawing/2014/main" id="{98EB9B1D-F489-40EA-86D8-83B2AF95D9BF}"/>
                  </a:ext>
                </a:extLst>
              </p:cNvPr>
              <p:cNvSpPr txBox="1"/>
              <p:nvPr/>
            </p:nvSpPr>
            <p:spPr bwMode="auto">
              <a:xfrm>
                <a:off x="5708861" y="3103785"/>
                <a:ext cx="2482850" cy="1060450"/>
              </a:xfrm>
              <a:prstGeom prst="rect">
                <a:avLst/>
              </a:prstGeom>
              <a:solidFill>
                <a:schemeClr val="bg1"/>
              </a:solidFill>
              <a:ln w="25400">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𝑃𝑉</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en-US" altLang="zh-CN" sz="2800" i="1" smtClean="0">
                              <a:solidFill>
                                <a:srgbClr val="000000"/>
                              </a:solidFill>
                              <a:latin typeface="Cambria Math" panose="02040503050406030204" pitchFamily="18" charset="0"/>
                            </a:rPr>
                            <m:t>𝑀</m:t>
                          </m:r>
                        </m:num>
                        <m:den>
                          <m:r>
                            <a:rPr lang="zh-CN" altLang="en-US" sz="2800" i="1">
                              <a:solidFill>
                                <a:srgbClr val="000000"/>
                              </a:solidFill>
                              <a:latin typeface="Cambria Math" panose="02040503050406030204" pitchFamily="18" charset="0"/>
                            </a:rPr>
                            <m:t>𝑀</m:t>
                          </m:r>
                          <m:r>
                            <m:rPr>
                              <m:sty m:val="p"/>
                            </m:rPr>
                            <a:rPr lang="en-US" altLang="zh-CN" sz="2800" i="1" baseline="-25000">
                              <a:solidFill>
                                <a:srgbClr val="000000"/>
                              </a:solidFill>
                              <a:latin typeface="Cambria Math" panose="02040503050406030204" pitchFamily="18" charset="0"/>
                            </a:rPr>
                            <m:t>mol</m:t>
                          </m:r>
                        </m:den>
                      </m:f>
                      <m:r>
                        <a:rPr lang="zh-CN" altLang="en-US" sz="2800" i="1">
                          <a:solidFill>
                            <a:srgbClr val="000000"/>
                          </a:solidFill>
                          <a:latin typeface="Cambria Math" panose="02040503050406030204" pitchFamily="18" charset="0"/>
                        </a:rPr>
                        <m:t>𝑅𝑇</m:t>
                      </m:r>
                    </m:oMath>
                  </m:oMathPara>
                </a14:m>
                <a:endParaRPr lang="zh-CN" altLang="en-US" sz="2800" dirty="0"/>
              </a:p>
            </p:txBody>
          </p:sp>
        </mc:Choice>
        <mc:Fallback xmlns="">
          <p:sp>
            <p:nvSpPr>
              <p:cNvPr id="34" name="Object 21">
                <a:extLst>
                  <a:ext uri="{FF2B5EF4-FFF2-40B4-BE49-F238E27FC236}">
                    <a16:creationId xmlns:a16="http://schemas.microsoft.com/office/drawing/2014/main" id="{98EB9B1D-F489-40EA-86D8-83B2AF95D9BF}"/>
                  </a:ext>
                </a:extLst>
              </p:cNvPr>
              <p:cNvSpPr txBox="1">
                <a:spLocks noRot="1" noChangeAspect="1" noMove="1" noResize="1" noEditPoints="1" noAdjustHandles="1" noChangeArrowheads="1" noChangeShapeType="1" noTextEdit="1"/>
              </p:cNvSpPr>
              <p:nvPr/>
            </p:nvSpPr>
            <p:spPr bwMode="auto">
              <a:xfrm>
                <a:off x="5708861" y="3103785"/>
                <a:ext cx="2482850" cy="1060450"/>
              </a:xfrm>
              <a:prstGeom prst="rect">
                <a:avLst/>
              </a:prstGeom>
              <a:blipFill>
                <a:blip r:embed="rId2"/>
                <a:stretch>
                  <a:fillRect/>
                </a:stretch>
              </a:blipFill>
              <a:ln w="25400">
                <a:solidFill>
                  <a:schemeClr val="bg1"/>
                </a:solid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363754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inVertic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6D08A-CE01-4B43-A0BA-E787156EAF11}"/>
              </a:ext>
            </a:extLst>
          </p:cNvPr>
          <p:cNvSpPr txBox="1"/>
          <p:nvPr/>
        </p:nvSpPr>
        <p:spPr>
          <a:xfrm>
            <a:off x="827584" y="332656"/>
            <a:ext cx="3312368" cy="662104"/>
          </a:xfrm>
          <a:prstGeom prst="rect">
            <a:avLst/>
          </a:prstGeom>
          <a:noFill/>
        </p:spPr>
        <p:txBody>
          <a:bodyPr wrap="square" rtlCol="0">
            <a:spAutoFit/>
          </a:bodyPr>
          <a:lstStyle/>
          <a:p>
            <a:pPr>
              <a:lnSpc>
                <a:spcPct val="150000"/>
              </a:lnSpc>
            </a:pPr>
            <a:r>
              <a:rPr lang="zh-CN" altLang="en-US" sz="2800" b="1" dirty="0">
                <a:solidFill>
                  <a:srgbClr val="002060"/>
                </a:solidFill>
                <a:ea typeface="华文中宋" panose="02010600040101010101" pitchFamily="2" charset="-122"/>
              </a:rPr>
              <a:t>内能、功和热量：</a:t>
            </a:r>
            <a:endParaRPr lang="zh-CN" altLang="en-US" sz="2800" dirty="0">
              <a:solidFill>
                <a:srgbClr val="002060"/>
              </a:solidFill>
            </a:endParaRPr>
          </a:p>
        </p:txBody>
      </p:sp>
      <mc:AlternateContent xmlns:mc="http://schemas.openxmlformats.org/markup-compatibility/2006" xmlns:a14="http://schemas.microsoft.com/office/drawing/2010/main">
        <mc:Choice Requires="a14">
          <p:sp>
            <p:nvSpPr>
              <p:cNvPr id="34" name="Object 21">
                <a:extLst>
                  <a:ext uri="{FF2B5EF4-FFF2-40B4-BE49-F238E27FC236}">
                    <a16:creationId xmlns:a16="http://schemas.microsoft.com/office/drawing/2014/main" id="{98EB9B1D-F489-40EA-86D8-83B2AF95D9BF}"/>
                  </a:ext>
                </a:extLst>
              </p:cNvPr>
              <p:cNvSpPr txBox="1"/>
              <p:nvPr/>
            </p:nvSpPr>
            <p:spPr bwMode="auto">
              <a:xfrm>
                <a:off x="5360275" y="264561"/>
                <a:ext cx="2482850" cy="1060450"/>
              </a:xfrm>
              <a:prstGeom prst="rect">
                <a:avLst/>
              </a:prstGeom>
              <a:solidFill>
                <a:schemeClr val="bg1"/>
              </a:solidFill>
              <a:ln w="25400">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𝑃𝑉</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en-US" altLang="zh-CN" sz="2800" i="1" smtClean="0">
                              <a:solidFill>
                                <a:srgbClr val="000000"/>
                              </a:solidFill>
                              <a:latin typeface="Cambria Math" panose="02040503050406030204" pitchFamily="18" charset="0"/>
                            </a:rPr>
                            <m:t>𝑀</m:t>
                          </m:r>
                        </m:num>
                        <m:den>
                          <m:r>
                            <a:rPr lang="zh-CN" altLang="en-US" sz="2800" i="1">
                              <a:solidFill>
                                <a:srgbClr val="000000"/>
                              </a:solidFill>
                              <a:latin typeface="Cambria Math" panose="02040503050406030204" pitchFamily="18" charset="0"/>
                            </a:rPr>
                            <m:t>𝑀</m:t>
                          </m:r>
                          <m:r>
                            <m:rPr>
                              <m:sty m:val="p"/>
                            </m:rPr>
                            <a:rPr lang="en-US" altLang="zh-CN" sz="2800" i="1" baseline="-25000">
                              <a:solidFill>
                                <a:srgbClr val="000000"/>
                              </a:solidFill>
                              <a:latin typeface="Cambria Math" panose="02040503050406030204" pitchFamily="18" charset="0"/>
                            </a:rPr>
                            <m:t>mol</m:t>
                          </m:r>
                        </m:den>
                      </m:f>
                      <m:r>
                        <a:rPr lang="zh-CN" altLang="en-US" sz="2800" i="1">
                          <a:solidFill>
                            <a:srgbClr val="000000"/>
                          </a:solidFill>
                          <a:latin typeface="Cambria Math" panose="02040503050406030204" pitchFamily="18" charset="0"/>
                        </a:rPr>
                        <m:t>𝑅𝑇</m:t>
                      </m:r>
                    </m:oMath>
                  </m:oMathPara>
                </a14:m>
                <a:endParaRPr lang="zh-CN" altLang="en-US" sz="2800" dirty="0"/>
              </a:p>
            </p:txBody>
          </p:sp>
        </mc:Choice>
        <mc:Fallback xmlns="">
          <p:sp>
            <p:nvSpPr>
              <p:cNvPr id="34" name="Object 21">
                <a:extLst>
                  <a:ext uri="{FF2B5EF4-FFF2-40B4-BE49-F238E27FC236}">
                    <a16:creationId xmlns:a16="http://schemas.microsoft.com/office/drawing/2014/main" id="{98EB9B1D-F489-40EA-86D8-83B2AF95D9BF}"/>
                  </a:ext>
                </a:extLst>
              </p:cNvPr>
              <p:cNvSpPr txBox="1">
                <a:spLocks noRot="1" noChangeAspect="1" noMove="1" noResize="1" noEditPoints="1" noAdjustHandles="1" noChangeArrowheads="1" noChangeShapeType="1" noTextEdit="1"/>
              </p:cNvSpPr>
              <p:nvPr/>
            </p:nvSpPr>
            <p:spPr bwMode="auto">
              <a:xfrm>
                <a:off x="5360275" y="264561"/>
                <a:ext cx="2482850" cy="1060450"/>
              </a:xfrm>
              <a:prstGeom prst="rect">
                <a:avLst/>
              </a:prstGeom>
              <a:blipFill>
                <a:blip r:embed="rId3"/>
                <a:stretch>
                  <a:fillRect/>
                </a:stretch>
              </a:blipFill>
              <a:ln w="25400">
                <a:solidFill>
                  <a:schemeClr val="bg1"/>
                </a:solidFill>
                <a:miter lim="800000"/>
                <a:headEnd/>
                <a:tailEnd/>
              </a:ln>
              <a:effectLst/>
            </p:spPr>
            <p:txBody>
              <a:bodyPr/>
              <a:lstStyle/>
              <a:p>
                <a:r>
                  <a:rPr lang="zh-CN" altLang="en-US">
                    <a:noFill/>
                  </a:rPr>
                  <a:t> </a:t>
                </a:r>
              </a:p>
            </p:txBody>
          </p:sp>
        </mc:Fallback>
      </mc:AlternateContent>
      <p:sp>
        <p:nvSpPr>
          <p:cNvPr id="35" name="Text Box 13">
            <a:extLst>
              <a:ext uri="{FF2B5EF4-FFF2-40B4-BE49-F238E27FC236}">
                <a16:creationId xmlns:a16="http://schemas.microsoft.com/office/drawing/2014/main" id="{2BB71CE9-A8EF-4B6A-8ED3-885753B3C284}"/>
              </a:ext>
            </a:extLst>
          </p:cNvPr>
          <p:cNvSpPr txBox="1">
            <a:spLocks noChangeArrowheads="1"/>
          </p:cNvSpPr>
          <p:nvPr/>
        </p:nvSpPr>
        <p:spPr bwMode="auto">
          <a:xfrm>
            <a:off x="467544" y="1772816"/>
            <a:ext cx="4536504" cy="523220"/>
          </a:xfrm>
          <a:prstGeom prst="rect">
            <a:avLst/>
          </a:prstGeom>
          <a:noFill/>
          <a:ln w="19050">
            <a:noFill/>
            <a:miter lim="800000"/>
            <a:headEnd/>
            <a:tailEnd type="none" w="med" len="lg"/>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002060"/>
                </a:solidFill>
                <a:ea typeface="华文中宋" panose="02010600040101010101" pitchFamily="2" charset="-122"/>
              </a:rPr>
              <a:t>理想气体的内能</a:t>
            </a:r>
            <a:r>
              <a:rPr lang="en-US" altLang="zh-CN" sz="2800" b="1" dirty="0">
                <a:solidFill>
                  <a:srgbClr val="002060"/>
                </a:solidFill>
                <a:ea typeface="华文中宋" panose="02010600040101010101" pitchFamily="2" charset="-122"/>
              </a:rPr>
              <a:t>E</a:t>
            </a:r>
            <a:r>
              <a:rPr lang="zh-CN" altLang="en-US" sz="2800" b="1" dirty="0">
                <a:solidFill>
                  <a:srgbClr val="002060"/>
                </a:solidFill>
                <a:ea typeface="华文中宋" panose="02010600040101010101" pitchFamily="2" charset="-122"/>
              </a:rPr>
              <a:t>为状态量</a:t>
            </a:r>
            <a:r>
              <a:rPr lang="en-US" altLang="zh-CN" sz="2800" b="1" dirty="0">
                <a:solidFill>
                  <a:srgbClr val="002060"/>
                </a:solidFill>
                <a:ea typeface="华文中宋" panose="02010600040101010101" pitchFamily="2" charset="-122"/>
              </a:rPr>
              <a:t>:</a:t>
            </a:r>
          </a:p>
        </p:txBody>
      </p:sp>
      <p:graphicFrame>
        <p:nvGraphicFramePr>
          <p:cNvPr id="36" name="Object 14">
            <a:extLst>
              <a:ext uri="{FF2B5EF4-FFF2-40B4-BE49-F238E27FC236}">
                <a16:creationId xmlns:a16="http://schemas.microsoft.com/office/drawing/2014/main" id="{7974F05D-70E2-4016-ADD3-13736665AE49}"/>
              </a:ext>
            </a:extLst>
          </p:cNvPr>
          <p:cNvGraphicFramePr>
            <a:graphicFrameLocks noChangeAspect="1"/>
          </p:cNvGraphicFramePr>
          <p:nvPr>
            <p:extLst>
              <p:ext uri="{D42A27DB-BD31-4B8C-83A1-F6EECF244321}">
                <p14:modId xmlns:p14="http://schemas.microsoft.com/office/powerpoint/2010/main" val="1663391258"/>
              </p:ext>
            </p:extLst>
          </p:nvPr>
        </p:nvGraphicFramePr>
        <p:xfrm>
          <a:off x="5646764" y="1615721"/>
          <a:ext cx="2043113" cy="974725"/>
        </p:xfrm>
        <a:graphic>
          <a:graphicData uri="http://schemas.openxmlformats.org/presentationml/2006/ole">
            <mc:AlternateContent xmlns:mc="http://schemas.openxmlformats.org/markup-compatibility/2006">
              <mc:Choice xmlns:v="urn:schemas-microsoft-com:vml" Requires="v">
                <p:oleObj name="公式" r:id="rId4" imgW="825500" imgH="393700" progId="Equation.3">
                  <p:embed/>
                </p:oleObj>
              </mc:Choice>
              <mc:Fallback>
                <p:oleObj name="公式" r:id="rId4" imgW="825500" imgH="393700" progId="Equation.3">
                  <p:embed/>
                  <p:pic>
                    <p:nvPicPr>
                      <p:cNvPr id="36" name="Object 14">
                        <a:extLst>
                          <a:ext uri="{FF2B5EF4-FFF2-40B4-BE49-F238E27FC236}">
                            <a16:creationId xmlns:a16="http://schemas.microsoft.com/office/drawing/2014/main" id="{7974F05D-70E2-4016-ADD3-13736665AE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6764" y="1615721"/>
                        <a:ext cx="2043113" cy="9747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rgbClr val="FF99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a:extLst>
              <a:ext uri="{FF2B5EF4-FFF2-40B4-BE49-F238E27FC236}">
                <a16:creationId xmlns:a16="http://schemas.microsoft.com/office/drawing/2014/main" id="{A721591E-F285-40A7-80FF-2277210D2C7D}"/>
              </a:ext>
            </a:extLst>
          </p:cNvPr>
          <p:cNvSpPr/>
          <p:nvPr/>
        </p:nvSpPr>
        <p:spPr>
          <a:xfrm>
            <a:off x="405293" y="2883280"/>
            <a:ext cx="4119986" cy="1384995"/>
          </a:xfrm>
          <a:prstGeom prst="rect">
            <a:avLst/>
          </a:prstGeom>
        </p:spPr>
        <p:txBody>
          <a:bodyPr wrap="square">
            <a:spAutoFit/>
          </a:bodyPr>
          <a:lstStyle/>
          <a:p>
            <a:r>
              <a:rPr lang="zh-CN" altLang="en-US" sz="2800" b="1" dirty="0">
                <a:solidFill>
                  <a:srgbClr val="002060"/>
                </a:solidFill>
                <a:ea typeface="华文中宋" panose="02010600040101010101" pitchFamily="2" charset="-122"/>
                <a:cs typeface="Times New Roman" panose="02020603050405020304" pitchFamily="18" charset="0"/>
              </a:rPr>
              <a:t>在</a:t>
            </a:r>
            <a:r>
              <a:rPr lang="en-US" altLang="zh-CN" sz="2800" b="1" dirty="0">
                <a:solidFill>
                  <a:srgbClr val="002060"/>
                </a:solidFill>
                <a:ea typeface="华文中宋" panose="02010600040101010101" pitchFamily="2" charset="-122"/>
                <a:cs typeface="Times New Roman" panose="02020603050405020304" pitchFamily="18" charset="0"/>
              </a:rPr>
              <a:t>P-V</a:t>
            </a:r>
            <a:r>
              <a:rPr lang="zh-CN" altLang="en-US" sz="2800" b="1" dirty="0">
                <a:solidFill>
                  <a:srgbClr val="002060"/>
                </a:solidFill>
                <a:ea typeface="华文中宋" panose="02010600040101010101" pitchFamily="2" charset="-122"/>
                <a:cs typeface="Times New Roman" panose="02020603050405020304" pitchFamily="18" charset="0"/>
              </a:rPr>
              <a:t>图上，体积从</a:t>
            </a:r>
            <a:r>
              <a:rPr lang="en-US" altLang="zh-CN" sz="2800" b="1" i="1" dirty="0" err="1">
                <a:solidFill>
                  <a:srgbClr val="002060"/>
                </a:solidFill>
                <a:ea typeface="华文中宋" panose="02010600040101010101" pitchFamily="2" charset="-122"/>
                <a:cs typeface="Times New Roman" panose="02020603050405020304" pitchFamily="18" charset="0"/>
              </a:rPr>
              <a:t>V</a:t>
            </a:r>
            <a:r>
              <a:rPr lang="en-US" altLang="zh-CN" sz="2800" b="1" i="1" baseline="-25000" dirty="0" err="1">
                <a:solidFill>
                  <a:srgbClr val="002060"/>
                </a:solidFill>
                <a:ea typeface="华文中宋" panose="02010600040101010101" pitchFamily="2" charset="-122"/>
                <a:cs typeface="Times New Roman" panose="02020603050405020304" pitchFamily="18" charset="0"/>
              </a:rPr>
              <a:t>a</a:t>
            </a:r>
            <a:r>
              <a:rPr lang="zh-CN" altLang="en-US" sz="2800" b="1" dirty="0">
                <a:solidFill>
                  <a:srgbClr val="002060"/>
                </a:solidFill>
                <a:ea typeface="华文中宋" panose="02010600040101010101" pitchFamily="2" charset="-122"/>
                <a:cs typeface="Times New Roman" panose="02020603050405020304" pitchFamily="18" charset="0"/>
              </a:rPr>
              <a:t> 变到 </a:t>
            </a:r>
            <a:r>
              <a:rPr lang="en-US" altLang="zh-CN" sz="2800" b="1" i="1" dirty="0" err="1">
                <a:solidFill>
                  <a:srgbClr val="002060"/>
                </a:solidFill>
                <a:ea typeface="华文中宋" panose="02010600040101010101" pitchFamily="2" charset="-122"/>
                <a:cs typeface="Times New Roman" panose="02020603050405020304" pitchFamily="18" charset="0"/>
              </a:rPr>
              <a:t>V</a:t>
            </a:r>
            <a:r>
              <a:rPr lang="en-US" altLang="zh-CN" sz="2800" b="1" i="1" baseline="-25000" dirty="0" err="1">
                <a:solidFill>
                  <a:srgbClr val="002060"/>
                </a:solidFill>
                <a:ea typeface="华文中宋" panose="02010600040101010101" pitchFamily="2" charset="-122"/>
                <a:cs typeface="Times New Roman" panose="02020603050405020304" pitchFamily="18" charset="0"/>
              </a:rPr>
              <a:t>b</a:t>
            </a:r>
            <a:r>
              <a:rPr lang="zh-CN" altLang="en-US" sz="2800" b="1" i="1" baseline="-25000" dirty="0">
                <a:solidFill>
                  <a:srgbClr val="002060"/>
                </a:solidFill>
                <a:ea typeface="华文中宋" panose="02010600040101010101" pitchFamily="2" charset="-122"/>
                <a:cs typeface="Times New Roman" panose="02020603050405020304" pitchFamily="18" charset="0"/>
              </a:rPr>
              <a:t> </a:t>
            </a:r>
            <a:r>
              <a:rPr lang="zh-CN" altLang="en-US" sz="2800" b="1" dirty="0">
                <a:solidFill>
                  <a:srgbClr val="002060"/>
                </a:solidFill>
                <a:ea typeface="华文中宋" panose="02010600040101010101" pitchFamily="2" charset="-122"/>
                <a:cs typeface="Times New Roman" panose="02020603050405020304" pitchFamily="18" charset="0"/>
              </a:rPr>
              <a:t>的过程中，系统对外界所做功</a:t>
            </a:r>
            <a:r>
              <a:rPr lang="en-US" altLang="zh-CN" sz="2800" b="1" dirty="0">
                <a:solidFill>
                  <a:srgbClr val="002060"/>
                </a:solidFill>
                <a:ea typeface="华文中宋" panose="02010600040101010101" pitchFamily="2" charset="-122"/>
                <a:cs typeface="Times New Roman" panose="02020603050405020304" pitchFamily="18" charset="0"/>
              </a:rPr>
              <a:t>W</a:t>
            </a:r>
            <a:r>
              <a:rPr lang="zh-CN" altLang="en-US" sz="2800" b="1" dirty="0">
                <a:solidFill>
                  <a:srgbClr val="002060"/>
                </a:solidFill>
                <a:ea typeface="华文中宋" panose="02010600040101010101" pitchFamily="2" charset="-122"/>
                <a:cs typeface="Times New Roman" panose="02020603050405020304" pitchFamily="18" charset="0"/>
              </a:rPr>
              <a:t>：</a:t>
            </a:r>
            <a:endParaRPr lang="zh-CN" altLang="en-US" sz="2800" dirty="0">
              <a:cs typeface="Times New Roman" panose="02020603050405020304" pitchFamily="18" charset="0"/>
            </a:endParaRPr>
          </a:p>
        </p:txBody>
      </p:sp>
      <p:grpSp>
        <p:nvGrpSpPr>
          <p:cNvPr id="47" name="Group 50">
            <a:extLst>
              <a:ext uri="{FF2B5EF4-FFF2-40B4-BE49-F238E27FC236}">
                <a16:creationId xmlns:a16="http://schemas.microsoft.com/office/drawing/2014/main" id="{D154A29C-CDCA-40C6-B917-70A2B2F906C3}"/>
              </a:ext>
            </a:extLst>
          </p:cNvPr>
          <p:cNvGrpSpPr>
            <a:grpSpLocks/>
          </p:cNvGrpSpPr>
          <p:nvPr/>
        </p:nvGrpSpPr>
        <p:grpSpPr bwMode="auto">
          <a:xfrm>
            <a:off x="5148064" y="3169412"/>
            <a:ext cx="3359150" cy="649288"/>
            <a:chOff x="646" y="2481"/>
            <a:chExt cx="1947" cy="340"/>
          </a:xfrm>
        </p:grpSpPr>
        <p:grpSp>
          <p:nvGrpSpPr>
            <p:cNvPr id="48" name="Group 51">
              <a:extLst>
                <a:ext uri="{FF2B5EF4-FFF2-40B4-BE49-F238E27FC236}">
                  <a16:creationId xmlns:a16="http://schemas.microsoft.com/office/drawing/2014/main" id="{2744DBFF-2A06-46A3-AF97-C58A4049228A}"/>
                </a:ext>
              </a:extLst>
            </p:cNvPr>
            <p:cNvGrpSpPr>
              <a:grpSpLocks/>
            </p:cNvGrpSpPr>
            <p:nvPr/>
          </p:nvGrpSpPr>
          <p:grpSpPr bwMode="auto">
            <a:xfrm rot="5400000">
              <a:off x="981" y="2567"/>
              <a:ext cx="56" cy="134"/>
              <a:chOff x="2928" y="3216"/>
              <a:chExt cx="48" cy="240"/>
            </a:xfrm>
          </p:grpSpPr>
          <p:sp>
            <p:nvSpPr>
              <p:cNvPr id="74" name="Line 52">
                <a:extLst>
                  <a:ext uri="{FF2B5EF4-FFF2-40B4-BE49-F238E27FC236}">
                    <a16:creationId xmlns:a16="http://schemas.microsoft.com/office/drawing/2014/main" id="{70110D4C-A530-4D73-AAAF-1B16ECC83690}"/>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53">
                <a:extLst>
                  <a:ext uri="{FF2B5EF4-FFF2-40B4-BE49-F238E27FC236}">
                    <a16:creationId xmlns:a16="http://schemas.microsoft.com/office/drawing/2014/main" id="{99E4BAAB-404E-4A01-8D54-BAC27B977B24}"/>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 name="WordArt 54">
              <a:extLst>
                <a:ext uri="{FF2B5EF4-FFF2-40B4-BE49-F238E27FC236}">
                  <a16:creationId xmlns:a16="http://schemas.microsoft.com/office/drawing/2014/main" id="{BF280DD5-2627-4BA0-A084-FFDF6533BDC8}"/>
                </a:ext>
              </a:extLst>
            </p:cNvPr>
            <p:cNvSpPr>
              <a:spLocks noChangeArrowheads="1" noChangeShapeType="1" noTextEdit="1"/>
            </p:cNvSpPr>
            <p:nvPr/>
          </p:nvSpPr>
          <p:spPr bwMode="auto">
            <a:xfrm>
              <a:off x="646" y="2541"/>
              <a:ext cx="246" cy="174"/>
            </a:xfrm>
            <a:prstGeom prst="rect">
              <a:avLst/>
            </a:prstGeom>
          </p:spPr>
          <p:txBody>
            <a:bodyPr wrap="none" fromWordArt="1">
              <a:prstTxWarp prst="textPlain">
                <a:avLst>
                  <a:gd name="adj" fmla="val 63361"/>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nvGrpSpPr>
            <p:cNvPr id="50" name="Group 55">
              <a:extLst>
                <a:ext uri="{FF2B5EF4-FFF2-40B4-BE49-F238E27FC236}">
                  <a16:creationId xmlns:a16="http://schemas.microsoft.com/office/drawing/2014/main" id="{C3610B3A-7DAA-4D66-AD9B-009B9EC48C60}"/>
                </a:ext>
              </a:extLst>
            </p:cNvPr>
            <p:cNvGrpSpPr>
              <a:grpSpLocks/>
            </p:cNvGrpSpPr>
            <p:nvPr/>
          </p:nvGrpSpPr>
          <p:grpSpPr bwMode="auto">
            <a:xfrm>
              <a:off x="1792" y="2481"/>
              <a:ext cx="801" cy="340"/>
              <a:chOff x="1075" y="2469"/>
              <a:chExt cx="801" cy="340"/>
            </a:xfrm>
          </p:grpSpPr>
          <p:grpSp>
            <p:nvGrpSpPr>
              <p:cNvPr id="60" name="Group 56">
                <a:extLst>
                  <a:ext uri="{FF2B5EF4-FFF2-40B4-BE49-F238E27FC236}">
                    <a16:creationId xmlns:a16="http://schemas.microsoft.com/office/drawing/2014/main" id="{7CD8D7E6-5696-42C5-9FF2-2B7987F649B1}"/>
                  </a:ext>
                </a:extLst>
              </p:cNvPr>
              <p:cNvGrpSpPr>
                <a:grpSpLocks/>
              </p:cNvGrpSpPr>
              <p:nvPr/>
            </p:nvGrpSpPr>
            <p:grpSpPr bwMode="auto">
              <a:xfrm>
                <a:off x="1420" y="2542"/>
                <a:ext cx="456" cy="177"/>
                <a:chOff x="2001" y="2471"/>
                <a:chExt cx="472" cy="188"/>
              </a:xfrm>
            </p:grpSpPr>
            <p:sp>
              <p:nvSpPr>
                <p:cNvPr id="71" name="WordArt 57">
                  <a:extLst>
                    <a:ext uri="{FF2B5EF4-FFF2-40B4-BE49-F238E27FC236}">
                      <a16:creationId xmlns:a16="http://schemas.microsoft.com/office/drawing/2014/main" id="{590B4563-960F-4615-A9C8-7C81BAA5D095}"/>
                    </a:ext>
                  </a:extLst>
                </p:cNvPr>
                <p:cNvSpPr>
                  <a:spLocks noChangeArrowheads="1" noChangeShapeType="1" noTextEdit="1"/>
                </p:cNvSpPr>
                <p:nvPr/>
              </p:nvSpPr>
              <p:spPr bwMode="auto">
                <a:xfrm>
                  <a:off x="2001" y="2501"/>
                  <a:ext cx="151" cy="158"/>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72" name="WordArt 58">
                  <a:extLst>
                    <a:ext uri="{FF2B5EF4-FFF2-40B4-BE49-F238E27FC236}">
                      <a16:creationId xmlns:a16="http://schemas.microsoft.com/office/drawing/2014/main" id="{1D671EDC-312F-4108-830A-ADE0E245EF9E}"/>
                    </a:ext>
                  </a:extLst>
                </p:cNvPr>
                <p:cNvSpPr>
                  <a:spLocks noChangeArrowheads="1" noChangeShapeType="1" noTextEdit="1"/>
                </p:cNvSpPr>
                <p:nvPr/>
              </p:nvSpPr>
              <p:spPr bwMode="auto">
                <a:xfrm>
                  <a:off x="2286" y="2493"/>
                  <a:ext cx="187"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73" name="WordArt 59">
                  <a:extLst>
                    <a:ext uri="{FF2B5EF4-FFF2-40B4-BE49-F238E27FC236}">
                      <a16:creationId xmlns:a16="http://schemas.microsoft.com/office/drawing/2014/main" id="{527B220F-84E7-465A-8DB9-CFC3F985ADF7}"/>
                    </a:ext>
                  </a:extLst>
                </p:cNvPr>
                <p:cNvSpPr>
                  <a:spLocks noChangeArrowheads="1" noChangeShapeType="1" noTextEdit="1"/>
                </p:cNvSpPr>
                <p:nvPr/>
              </p:nvSpPr>
              <p:spPr bwMode="auto">
                <a:xfrm>
                  <a:off x="2172" y="2471"/>
                  <a:ext cx="92" cy="185"/>
                </a:xfrm>
                <a:prstGeom prst="rect">
                  <a:avLst/>
                </a:prstGeom>
              </p:spPr>
              <p:txBody>
                <a:bodyPr wrap="none" fromWordArt="1">
                  <a:prstTxWarp prst="textPlain">
                    <a:avLst>
                      <a:gd name="adj" fmla="val 50000"/>
                    </a:avLst>
                  </a:prstTxWarp>
                </a:bodyPr>
                <a:lstStyle/>
                <a:p>
                  <a:pPr algn="ctr"/>
                  <a:r>
                    <a:rPr lang="en-US" altLang="zh-CN" sz="1800" kern="10">
                      <a:ln w="9525">
                        <a:solidFill>
                          <a:schemeClr val="tx1"/>
                        </a:solidFill>
                        <a:round/>
                        <a:headEnd/>
                        <a:tailEnd/>
                      </a:ln>
                      <a:latin typeface="宋体" panose="02010600030101010101" pitchFamily="2" charset="-122"/>
                    </a:rPr>
                    <a:t>d</a:t>
                  </a:r>
                  <a:endParaRPr lang="zh-CN" altLang="en-US" sz="1800" kern="10">
                    <a:ln w="9525">
                      <a:solidFill>
                        <a:schemeClr val="tx1"/>
                      </a:solidFill>
                      <a:round/>
                      <a:headEnd/>
                      <a:tailEnd/>
                    </a:ln>
                    <a:latin typeface="宋体" panose="02010600030101010101" pitchFamily="2" charset="-122"/>
                  </a:endParaRPr>
                </a:p>
              </p:txBody>
            </p:sp>
          </p:grpSp>
          <p:grpSp>
            <p:nvGrpSpPr>
              <p:cNvPr id="61" name="Group 60">
                <a:extLst>
                  <a:ext uri="{FF2B5EF4-FFF2-40B4-BE49-F238E27FC236}">
                    <a16:creationId xmlns:a16="http://schemas.microsoft.com/office/drawing/2014/main" id="{5D77FA11-6BA3-42AB-AB25-AA280C9B3858}"/>
                  </a:ext>
                </a:extLst>
              </p:cNvPr>
              <p:cNvGrpSpPr>
                <a:grpSpLocks/>
              </p:cNvGrpSpPr>
              <p:nvPr/>
            </p:nvGrpSpPr>
            <p:grpSpPr bwMode="auto">
              <a:xfrm rot="123913">
                <a:off x="1075" y="2479"/>
                <a:ext cx="104" cy="277"/>
                <a:chOff x="4590" y="526"/>
                <a:chExt cx="529" cy="1700"/>
              </a:xfrm>
            </p:grpSpPr>
            <p:sp>
              <p:nvSpPr>
                <p:cNvPr id="68" name="Oval 61">
                  <a:extLst>
                    <a:ext uri="{FF2B5EF4-FFF2-40B4-BE49-F238E27FC236}">
                      <a16:creationId xmlns:a16="http://schemas.microsoft.com/office/drawing/2014/main" id="{2FD6E47F-AE48-4E69-9BA4-E59AB2A13847}"/>
                    </a:ext>
                  </a:extLst>
                </p:cNvPr>
                <p:cNvSpPr>
                  <a:spLocks noChangeArrowheads="1"/>
                </p:cNvSpPr>
                <p:nvPr/>
              </p:nvSpPr>
              <p:spPr bwMode="auto">
                <a:xfrm>
                  <a:off x="4590" y="2095"/>
                  <a:ext cx="124" cy="131"/>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69" name="Oval 62">
                  <a:extLst>
                    <a:ext uri="{FF2B5EF4-FFF2-40B4-BE49-F238E27FC236}">
                      <a16:creationId xmlns:a16="http://schemas.microsoft.com/office/drawing/2014/main" id="{418CCE07-9581-4F29-9285-0E83B488480D}"/>
                    </a:ext>
                  </a:extLst>
                </p:cNvPr>
                <p:cNvSpPr>
                  <a:spLocks noChangeArrowheads="1"/>
                </p:cNvSpPr>
                <p:nvPr/>
              </p:nvSpPr>
              <p:spPr bwMode="auto">
                <a:xfrm>
                  <a:off x="4995" y="526"/>
                  <a:ext cx="124" cy="130"/>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70" name="Freeform 63">
                  <a:extLst>
                    <a:ext uri="{FF2B5EF4-FFF2-40B4-BE49-F238E27FC236}">
                      <a16:creationId xmlns:a16="http://schemas.microsoft.com/office/drawing/2014/main" id="{114A8051-7717-4765-9FB1-479E871CED2D}"/>
                    </a:ext>
                  </a:extLst>
                </p:cNvPr>
                <p:cNvSpPr>
                  <a:spLocks/>
                </p:cNvSpPr>
                <p:nvPr/>
              </p:nvSpPr>
              <p:spPr bwMode="auto">
                <a:xfrm>
                  <a:off x="4684" y="539"/>
                  <a:ext cx="338" cy="1677"/>
                </a:xfrm>
                <a:custGeom>
                  <a:avLst/>
                  <a:gdLst>
                    <a:gd name="T0" fmla="*/ 24 w 338"/>
                    <a:gd name="T1" fmla="*/ 1669 h 1677"/>
                    <a:gd name="T2" fmla="*/ 160 w 338"/>
                    <a:gd name="T3" fmla="*/ 1517 h 1677"/>
                    <a:gd name="T4" fmla="*/ 236 w 338"/>
                    <a:gd name="T5" fmla="*/ 1329 h 1677"/>
                    <a:gd name="T6" fmla="*/ 248 w 338"/>
                    <a:gd name="T7" fmla="*/ 849 h 1677"/>
                    <a:gd name="T8" fmla="*/ 232 w 338"/>
                    <a:gd name="T9" fmla="*/ 481 h 1677"/>
                    <a:gd name="T10" fmla="*/ 236 w 338"/>
                    <a:gd name="T11" fmla="*/ 233 h 1677"/>
                    <a:gd name="T12" fmla="*/ 268 w 338"/>
                    <a:gd name="T13" fmla="*/ 105 h 1677"/>
                    <a:gd name="T14" fmla="*/ 336 w 338"/>
                    <a:gd name="T15" fmla="*/ 5 h 1677"/>
                    <a:gd name="T16" fmla="*/ 256 w 338"/>
                    <a:gd name="T17" fmla="*/ 73 h 1677"/>
                    <a:gd name="T18" fmla="*/ 180 w 338"/>
                    <a:gd name="T19" fmla="*/ 169 h 1677"/>
                    <a:gd name="T20" fmla="*/ 128 w 338"/>
                    <a:gd name="T21" fmla="*/ 309 h 1677"/>
                    <a:gd name="T22" fmla="*/ 116 w 338"/>
                    <a:gd name="T23" fmla="*/ 573 h 1677"/>
                    <a:gd name="T24" fmla="*/ 124 w 338"/>
                    <a:gd name="T25" fmla="*/ 861 h 1677"/>
                    <a:gd name="T26" fmla="*/ 128 w 338"/>
                    <a:gd name="T27" fmla="*/ 1213 h 1677"/>
                    <a:gd name="T28" fmla="*/ 124 w 338"/>
                    <a:gd name="T29" fmla="*/ 1381 h 1677"/>
                    <a:gd name="T30" fmla="*/ 0 w 338"/>
                    <a:gd name="T31" fmla="*/ 1677 h 16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8"/>
                    <a:gd name="T49" fmla="*/ 0 h 1677"/>
                    <a:gd name="T50" fmla="*/ 338 w 338"/>
                    <a:gd name="T51" fmla="*/ 1677 h 16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8" h="1677">
                      <a:moveTo>
                        <a:pt x="24" y="1669"/>
                      </a:moveTo>
                      <a:cubicBezTo>
                        <a:pt x="74" y="1621"/>
                        <a:pt x="125" y="1574"/>
                        <a:pt x="160" y="1517"/>
                      </a:cubicBezTo>
                      <a:cubicBezTo>
                        <a:pt x="195" y="1460"/>
                        <a:pt x="221" y="1440"/>
                        <a:pt x="236" y="1329"/>
                      </a:cubicBezTo>
                      <a:cubicBezTo>
                        <a:pt x="251" y="1218"/>
                        <a:pt x="249" y="990"/>
                        <a:pt x="248" y="849"/>
                      </a:cubicBezTo>
                      <a:cubicBezTo>
                        <a:pt x="247" y="708"/>
                        <a:pt x="234" y="584"/>
                        <a:pt x="232" y="481"/>
                      </a:cubicBezTo>
                      <a:cubicBezTo>
                        <a:pt x="230" y="378"/>
                        <a:pt x="230" y="296"/>
                        <a:pt x="236" y="233"/>
                      </a:cubicBezTo>
                      <a:cubicBezTo>
                        <a:pt x="242" y="170"/>
                        <a:pt x="251" y="143"/>
                        <a:pt x="268" y="105"/>
                      </a:cubicBezTo>
                      <a:cubicBezTo>
                        <a:pt x="285" y="67"/>
                        <a:pt x="338" y="10"/>
                        <a:pt x="336" y="5"/>
                      </a:cubicBezTo>
                      <a:cubicBezTo>
                        <a:pt x="334" y="0"/>
                        <a:pt x="282" y="46"/>
                        <a:pt x="256" y="73"/>
                      </a:cubicBezTo>
                      <a:cubicBezTo>
                        <a:pt x="230" y="100"/>
                        <a:pt x="201" y="130"/>
                        <a:pt x="180" y="169"/>
                      </a:cubicBezTo>
                      <a:cubicBezTo>
                        <a:pt x="159" y="208"/>
                        <a:pt x="139" y="242"/>
                        <a:pt x="128" y="309"/>
                      </a:cubicBezTo>
                      <a:cubicBezTo>
                        <a:pt x="117" y="376"/>
                        <a:pt x="117" y="481"/>
                        <a:pt x="116" y="573"/>
                      </a:cubicBezTo>
                      <a:cubicBezTo>
                        <a:pt x="115" y="665"/>
                        <a:pt x="122" y="754"/>
                        <a:pt x="124" y="861"/>
                      </a:cubicBezTo>
                      <a:cubicBezTo>
                        <a:pt x="126" y="968"/>
                        <a:pt x="128" y="1126"/>
                        <a:pt x="128" y="1213"/>
                      </a:cubicBezTo>
                      <a:cubicBezTo>
                        <a:pt x="128" y="1300"/>
                        <a:pt x="145" y="1304"/>
                        <a:pt x="124" y="1381"/>
                      </a:cubicBezTo>
                      <a:cubicBezTo>
                        <a:pt x="103" y="1458"/>
                        <a:pt x="51" y="1567"/>
                        <a:pt x="0" y="1677"/>
                      </a:cubicBezTo>
                    </a:path>
                  </a:pathLst>
                </a:custGeom>
                <a:solidFill>
                  <a:schemeClr val="tx2"/>
                </a:solidFill>
                <a:ln w="9525">
                  <a:solidFill>
                    <a:schemeClr val="tx1"/>
                  </a:solidFill>
                  <a:round/>
                  <a:headEnd/>
                  <a:tailEnd/>
                </a:ln>
              </p:spPr>
              <p:txBody>
                <a:bodyPr/>
                <a:lstStyle/>
                <a:p>
                  <a:endParaRPr lang="zh-CN" altLang="en-US"/>
                </a:p>
              </p:txBody>
            </p:sp>
          </p:grpSp>
          <p:grpSp>
            <p:nvGrpSpPr>
              <p:cNvPr id="62" name="Group 64">
                <a:extLst>
                  <a:ext uri="{FF2B5EF4-FFF2-40B4-BE49-F238E27FC236}">
                    <a16:creationId xmlns:a16="http://schemas.microsoft.com/office/drawing/2014/main" id="{19ADE8B7-7BB3-4E5A-8D52-9FD219008368}"/>
                  </a:ext>
                </a:extLst>
              </p:cNvPr>
              <p:cNvGrpSpPr>
                <a:grpSpLocks/>
              </p:cNvGrpSpPr>
              <p:nvPr/>
            </p:nvGrpSpPr>
            <p:grpSpPr bwMode="auto">
              <a:xfrm>
                <a:off x="1190" y="2684"/>
                <a:ext cx="148" cy="125"/>
                <a:chOff x="1273" y="1231"/>
                <a:chExt cx="154" cy="133"/>
              </a:xfrm>
            </p:grpSpPr>
            <p:sp>
              <p:nvSpPr>
                <p:cNvPr id="66" name="WordArt 65">
                  <a:extLst>
                    <a:ext uri="{FF2B5EF4-FFF2-40B4-BE49-F238E27FC236}">
                      <a16:creationId xmlns:a16="http://schemas.microsoft.com/office/drawing/2014/main" id="{45B6C0F8-AA7D-47B2-9714-ABBEB015A61C}"/>
                    </a:ext>
                  </a:extLst>
                </p:cNvPr>
                <p:cNvSpPr>
                  <a:spLocks noChangeArrowheads="1" noChangeShapeType="1" noTextEdit="1"/>
                </p:cNvSpPr>
                <p:nvPr/>
              </p:nvSpPr>
              <p:spPr bwMode="auto">
                <a:xfrm>
                  <a:off x="1273" y="1231"/>
                  <a:ext cx="120" cy="11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67" name="WordArt 66">
                  <a:extLst>
                    <a:ext uri="{FF2B5EF4-FFF2-40B4-BE49-F238E27FC236}">
                      <a16:creationId xmlns:a16="http://schemas.microsoft.com/office/drawing/2014/main" id="{CB3EBB33-0FEB-4B44-B57D-8FD4E3FFEE67}"/>
                    </a:ext>
                  </a:extLst>
                </p:cNvPr>
                <p:cNvSpPr>
                  <a:spLocks noChangeArrowheads="1" noChangeShapeType="1" noTextEdit="1"/>
                </p:cNvSpPr>
                <p:nvPr/>
              </p:nvSpPr>
              <p:spPr bwMode="auto">
                <a:xfrm>
                  <a:off x="1369" y="1281"/>
                  <a:ext cx="58" cy="83"/>
                </a:xfrm>
                <a:prstGeom prst="rect">
                  <a:avLst/>
                </a:prstGeom>
              </p:spPr>
              <p:txBody>
                <a:bodyPr wrap="none" fromWordArt="1">
                  <a:prstTxWarp prst="textPlain">
                    <a:avLst>
                      <a:gd name="adj" fmla="val 50000"/>
                    </a:avLst>
                  </a:prstTxWarp>
                </a:bodyPr>
                <a:lstStyle/>
                <a:p>
                  <a:pPr algn="ctr"/>
                  <a:r>
                    <a:rPr lang="en-US" altLang="zh-CN" sz="1200" i="1" kern="10">
                      <a:ln w="9525">
                        <a:solidFill>
                          <a:srgbClr val="000000"/>
                        </a:solidFill>
                        <a:round/>
                        <a:headEnd/>
                        <a:tailEnd/>
                      </a:ln>
                      <a:cs typeface="Times New Roman" panose="02020603050405020304" pitchFamily="18" charset="0"/>
                    </a:rPr>
                    <a:t>a</a:t>
                  </a:r>
                  <a:endParaRPr lang="zh-CN" altLang="en-US" sz="1200" i="1" kern="10">
                    <a:ln w="9525">
                      <a:solidFill>
                        <a:srgbClr val="000000"/>
                      </a:solidFill>
                      <a:round/>
                      <a:headEnd/>
                      <a:tailEnd/>
                    </a:ln>
                    <a:cs typeface="Times New Roman" panose="02020603050405020304" pitchFamily="18" charset="0"/>
                  </a:endParaRPr>
                </a:p>
              </p:txBody>
            </p:sp>
          </p:grpSp>
          <p:grpSp>
            <p:nvGrpSpPr>
              <p:cNvPr id="63" name="Group 67">
                <a:extLst>
                  <a:ext uri="{FF2B5EF4-FFF2-40B4-BE49-F238E27FC236}">
                    <a16:creationId xmlns:a16="http://schemas.microsoft.com/office/drawing/2014/main" id="{44B916D6-6345-49BF-8BDF-97A931AD9DBB}"/>
                  </a:ext>
                </a:extLst>
              </p:cNvPr>
              <p:cNvGrpSpPr>
                <a:grpSpLocks/>
              </p:cNvGrpSpPr>
              <p:nvPr/>
            </p:nvGrpSpPr>
            <p:grpSpPr bwMode="auto">
              <a:xfrm>
                <a:off x="1215" y="2469"/>
                <a:ext cx="133" cy="135"/>
                <a:chOff x="1310" y="1013"/>
                <a:chExt cx="138" cy="144"/>
              </a:xfrm>
            </p:grpSpPr>
            <p:sp>
              <p:nvSpPr>
                <p:cNvPr id="64" name="WordArt 68">
                  <a:extLst>
                    <a:ext uri="{FF2B5EF4-FFF2-40B4-BE49-F238E27FC236}">
                      <a16:creationId xmlns:a16="http://schemas.microsoft.com/office/drawing/2014/main" id="{C78D9BBB-E893-4705-B108-8DDAC19D0E7C}"/>
                    </a:ext>
                  </a:extLst>
                </p:cNvPr>
                <p:cNvSpPr>
                  <a:spLocks noChangeArrowheads="1" noChangeShapeType="1" noTextEdit="1"/>
                </p:cNvSpPr>
                <p:nvPr/>
              </p:nvSpPr>
              <p:spPr bwMode="auto">
                <a:xfrm>
                  <a:off x="1310" y="1013"/>
                  <a:ext cx="131" cy="127"/>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65" name="WordArt 69">
                  <a:extLst>
                    <a:ext uri="{FF2B5EF4-FFF2-40B4-BE49-F238E27FC236}">
                      <a16:creationId xmlns:a16="http://schemas.microsoft.com/office/drawing/2014/main" id="{C8913B9D-1559-445F-BC0B-8CD4B1702337}"/>
                    </a:ext>
                  </a:extLst>
                </p:cNvPr>
                <p:cNvSpPr>
                  <a:spLocks noChangeArrowheads="1" noChangeShapeType="1" noTextEdit="1"/>
                </p:cNvSpPr>
                <p:nvPr/>
              </p:nvSpPr>
              <p:spPr bwMode="auto">
                <a:xfrm>
                  <a:off x="1390" y="1074"/>
                  <a:ext cx="58" cy="83"/>
                </a:xfrm>
                <a:prstGeom prst="rect">
                  <a:avLst/>
                </a:prstGeom>
              </p:spPr>
              <p:txBody>
                <a:bodyPr wrap="none" fromWordArt="1">
                  <a:prstTxWarp prst="textPlain">
                    <a:avLst>
                      <a:gd name="adj" fmla="val 50000"/>
                    </a:avLst>
                  </a:prstTxWarp>
                </a:bodyPr>
                <a:lstStyle/>
                <a:p>
                  <a:pPr algn="ctr"/>
                  <a:r>
                    <a:rPr lang="en-US" altLang="zh-CN" sz="1200" i="1" kern="10">
                      <a:ln w="9525">
                        <a:solidFill>
                          <a:srgbClr val="000000"/>
                        </a:solidFill>
                        <a:round/>
                        <a:headEnd/>
                        <a:tailEnd/>
                      </a:ln>
                      <a:cs typeface="Times New Roman" panose="02020603050405020304" pitchFamily="18" charset="0"/>
                    </a:rPr>
                    <a:t>b</a:t>
                  </a:r>
                  <a:endParaRPr lang="zh-CN" altLang="en-US" sz="1200" i="1" kern="10">
                    <a:ln w="9525">
                      <a:solidFill>
                        <a:srgbClr val="000000"/>
                      </a:solidFill>
                      <a:round/>
                      <a:headEnd/>
                      <a:tailEnd/>
                    </a:ln>
                    <a:cs typeface="Times New Roman" panose="02020603050405020304" pitchFamily="18" charset="0"/>
                  </a:endParaRPr>
                </a:p>
              </p:txBody>
            </p:sp>
          </p:grpSp>
        </p:grpSp>
        <p:sp>
          <p:nvSpPr>
            <p:cNvPr id="51" name="WordArt 70">
              <a:extLst>
                <a:ext uri="{FF2B5EF4-FFF2-40B4-BE49-F238E27FC236}">
                  <a16:creationId xmlns:a16="http://schemas.microsoft.com/office/drawing/2014/main" id="{4F7A1ABA-8E21-4090-8C17-FB844C01E260}"/>
                </a:ext>
              </a:extLst>
            </p:cNvPr>
            <p:cNvSpPr>
              <a:spLocks noChangeArrowheads="1" noChangeShapeType="1" noTextEdit="1"/>
            </p:cNvSpPr>
            <p:nvPr/>
          </p:nvSpPr>
          <p:spPr bwMode="auto">
            <a:xfrm>
              <a:off x="1263" y="2544"/>
              <a:ext cx="90" cy="174"/>
            </a:xfrm>
            <a:prstGeom prst="rect">
              <a:avLst/>
            </a:prstGeom>
          </p:spPr>
          <p:txBody>
            <a:bodyPr wrap="none" fromWordArt="1">
              <a:prstTxWarp prst="textPlain">
                <a:avLst>
                  <a:gd name="adj" fmla="val 50000"/>
                </a:avLst>
              </a:prstTxWarp>
            </a:bodyPr>
            <a:lstStyle/>
            <a:p>
              <a:pPr algn="ctr"/>
              <a:r>
                <a:rPr lang="en-US" altLang="zh-CN" sz="1800" kern="10">
                  <a:ln w="9525">
                    <a:solidFill>
                      <a:schemeClr val="tx1"/>
                    </a:solidFill>
                    <a:round/>
                    <a:headEnd/>
                    <a:tailEnd/>
                  </a:ln>
                  <a:latin typeface="宋体" panose="02010600030101010101" pitchFamily="2" charset="-122"/>
                </a:rPr>
                <a:t>d</a:t>
              </a:r>
              <a:endParaRPr lang="zh-CN" altLang="en-US" sz="1800" kern="10">
                <a:ln w="9525">
                  <a:solidFill>
                    <a:schemeClr val="tx1"/>
                  </a:solidFill>
                  <a:round/>
                  <a:headEnd/>
                  <a:tailEnd/>
                </a:ln>
                <a:latin typeface="宋体" panose="02010600030101010101" pitchFamily="2" charset="-122"/>
              </a:endParaRPr>
            </a:p>
          </p:txBody>
        </p:sp>
        <p:grpSp>
          <p:nvGrpSpPr>
            <p:cNvPr id="52" name="Group 71">
              <a:extLst>
                <a:ext uri="{FF2B5EF4-FFF2-40B4-BE49-F238E27FC236}">
                  <a16:creationId xmlns:a16="http://schemas.microsoft.com/office/drawing/2014/main" id="{B4DD4015-FB81-4815-960E-77E871C17ACF}"/>
                </a:ext>
              </a:extLst>
            </p:cNvPr>
            <p:cNvGrpSpPr>
              <a:grpSpLocks/>
            </p:cNvGrpSpPr>
            <p:nvPr/>
          </p:nvGrpSpPr>
          <p:grpSpPr bwMode="auto">
            <a:xfrm rot="123913">
              <a:off x="1106" y="2498"/>
              <a:ext cx="104" cy="277"/>
              <a:chOff x="4590" y="526"/>
              <a:chExt cx="529" cy="1700"/>
            </a:xfrm>
          </p:grpSpPr>
          <p:sp>
            <p:nvSpPr>
              <p:cNvPr id="57" name="Oval 72">
                <a:extLst>
                  <a:ext uri="{FF2B5EF4-FFF2-40B4-BE49-F238E27FC236}">
                    <a16:creationId xmlns:a16="http://schemas.microsoft.com/office/drawing/2014/main" id="{3BCD8CC8-5FDA-476A-A4E8-53C8C80263AB}"/>
                  </a:ext>
                </a:extLst>
              </p:cNvPr>
              <p:cNvSpPr>
                <a:spLocks noChangeArrowheads="1"/>
              </p:cNvSpPr>
              <p:nvPr/>
            </p:nvSpPr>
            <p:spPr bwMode="auto">
              <a:xfrm>
                <a:off x="4590" y="2095"/>
                <a:ext cx="124" cy="131"/>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8" name="Oval 73">
                <a:extLst>
                  <a:ext uri="{FF2B5EF4-FFF2-40B4-BE49-F238E27FC236}">
                    <a16:creationId xmlns:a16="http://schemas.microsoft.com/office/drawing/2014/main" id="{966CD704-E9D6-4027-875E-3BD82C2B778E}"/>
                  </a:ext>
                </a:extLst>
              </p:cNvPr>
              <p:cNvSpPr>
                <a:spLocks noChangeArrowheads="1"/>
              </p:cNvSpPr>
              <p:nvPr/>
            </p:nvSpPr>
            <p:spPr bwMode="auto">
              <a:xfrm>
                <a:off x="4995" y="526"/>
                <a:ext cx="124" cy="130"/>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9" name="Freeform 74">
                <a:extLst>
                  <a:ext uri="{FF2B5EF4-FFF2-40B4-BE49-F238E27FC236}">
                    <a16:creationId xmlns:a16="http://schemas.microsoft.com/office/drawing/2014/main" id="{8CBF723E-6700-48AD-95E8-AAC2D42613C0}"/>
                  </a:ext>
                </a:extLst>
              </p:cNvPr>
              <p:cNvSpPr>
                <a:spLocks/>
              </p:cNvSpPr>
              <p:nvPr/>
            </p:nvSpPr>
            <p:spPr bwMode="auto">
              <a:xfrm>
                <a:off x="4684" y="539"/>
                <a:ext cx="338" cy="1677"/>
              </a:xfrm>
              <a:custGeom>
                <a:avLst/>
                <a:gdLst>
                  <a:gd name="T0" fmla="*/ 24 w 338"/>
                  <a:gd name="T1" fmla="*/ 1669 h 1677"/>
                  <a:gd name="T2" fmla="*/ 160 w 338"/>
                  <a:gd name="T3" fmla="*/ 1517 h 1677"/>
                  <a:gd name="T4" fmla="*/ 236 w 338"/>
                  <a:gd name="T5" fmla="*/ 1329 h 1677"/>
                  <a:gd name="T6" fmla="*/ 248 w 338"/>
                  <a:gd name="T7" fmla="*/ 849 h 1677"/>
                  <a:gd name="T8" fmla="*/ 232 w 338"/>
                  <a:gd name="T9" fmla="*/ 481 h 1677"/>
                  <a:gd name="T10" fmla="*/ 236 w 338"/>
                  <a:gd name="T11" fmla="*/ 233 h 1677"/>
                  <a:gd name="T12" fmla="*/ 268 w 338"/>
                  <a:gd name="T13" fmla="*/ 105 h 1677"/>
                  <a:gd name="T14" fmla="*/ 336 w 338"/>
                  <a:gd name="T15" fmla="*/ 5 h 1677"/>
                  <a:gd name="T16" fmla="*/ 256 w 338"/>
                  <a:gd name="T17" fmla="*/ 73 h 1677"/>
                  <a:gd name="T18" fmla="*/ 180 w 338"/>
                  <a:gd name="T19" fmla="*/ 169 h 1677"/>
                  <a:gd name="T20" fmla="*/ 128 w 338"/>
                  <a:gd name="T21" fmla="*/ 309 h 1677"/>
                  <a:gd name="T22" fmla="*/ 116 w 338"/>
                  <a:gd name="T23" fmla="*/ 573 h 1677"/>
                  <a:gd name="T24" fmla="*/ 124 w 338"/>
                  <a:gd name="T25" fmla="*/ 861 h 1677"/>
                  <a:gd name="T26" fmla="*/ 128 w 338"/>
                  <a:gd name="T27" fmla="*/ 1213 h 1677"/>
                  <a:gd name="T28" fmla="*/ 124 w 338"/>
                  <a:gd name="T29" fmla="*/ 1381 h 1677"/>
                  <a:gd name="T30" fmla="*/ 0 w 338"/>
                  <a:gd name="T31" fmla="*/ 1677 h 16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8"/>
                  <a:gd name="T49" fmla="*/ 0 h 1677"/>
                  <a:gd name="T50" fmla="*/ 338 w 338"/>
                  <a:gd name="T51" fmla="*/ 1677 h 16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8" h="1677">
                    <a:moveTo>
                      <a:pt x="24" y="1669"/>
                    </a:moveTo>
                    <a:cubicBezTo>
                      <a:pt x="74" y="1621"/>
                      <a:pt x="125" y="1574"/>
                      <a:pt x="160" y="1517"/>
                    </a:cubicBezTo>
                    <a:cubicBezTo>
                      <a:pt x="195" y="1460"/>
                      <a:pt x="221" y="1440"/>
                      <a:pt x="236" y="1329"/>
                    </a:cubicBezTo>
                    <a:cubicBezTo>
                      <a:pt x="251" y="1218"/>
                      <a:pt x="249" y="990"/>
                      <a:pt x="248" y="849"/>
                    </a:cubicBezTo>
                    <a:cubicBezTo>
                      <a:pt x="247" y="708"/>
                      <a:pt x="234" y="584"/>
                      <a:pt x="232" y="481"/>
                    </a:cubicBezTo>
                    <a:cubicBezTo>
                      <a:pt x="230" y="378"/>
                      <a:pt x="230" y="296"/>
                      <a:pt x="236" y="233"/>
                    </a:cubicBezTo>
                    <a:cubicBezTo>
                      <a:pt x="242" y="170"/>
                      <a:pt x="251" y="143"/>
                      <a:pt x="268" y="105"/>
                    </a:cubicBezTo>
                    <a:cubicBezTo>
                      <a:pt x="285" y="67"/>
                      <a:pt x="338" y="10"/>
                      <a:pt x="336" y="5"/>
                    </a:cubicBezTo>
                    <a:cubicBezTo>
                      <a:pt x="334" y="0"/>
                      <a:pt x="282" y="46"/>
                      <a:pt x="256" y="73"/>
                    </a:cubicBezTo>
                    <a:cubicBezTo>
                      <a:pt x="230" y="100"/>
                      <a:pt x="201" y="130"/>
                      <a:pt x="180" y="169"/>
                    </a:cubicBezTo>
                    <a:cubicBezTo>
                      <a:pt x="159" y="208"/>
                      <a:pt x="139" y="242"/>
                      <a:pt x="128" y="309"/>
                    </a:cubicBezTo>
                    <a:cubicBezTo>
                      <a:pt x="117" y="376"/>
                      <a:pt x="117" y="481"/>
                      <a:pt x="116" y="573"/>
                    </a:cubicBezTo>
                    <a:cubicBezTo>
                      <a:pt x="115" y="665"/>
                      <a:pt x="122" y="754"/>
                      <a:pt x="124" y="861"/>
                    </a:cubicBezTo>
                    <a:cubicBezTo>
                      <a:pt x="126" y="968"/>
                      <a:pt x="128" y="1126"/>
                      <a:pt x="128" y="1213"/>
                    </a:cubicBezTo>
                    <a:cubicBezTo>
                      <a:pt x="128" y="1300"/>
                      <a:pt x="145" y="1304"/>
                      <a:pt x="124" y="1381"/>
                    </a:cubicBezTo>
                    <a:cubicBezTo>
                      <a:pt x="103" y="1458"/>
                      <a:pt x="51" y="1567"/>
                      <a:pt x="0" y="1677"/>
                    </a:cubicBezTo>
                  </a:path>
                </a:pathLst>
              </a:custGeom>
              <a:solidFill>
                <a:schemeClr val="tx2"/>
              </a:solidFill>
              <a:ln w="9525">
                <a:solidFill>
                  <a:schemeClr val="tx1"/>
                </a:solidFill>
                <a:round/>
                <a:headEnd/>
                <a:tailEnd/>
              </a:ln>
            </p:spPr>
            <p:txBody>
              <a:bodyPr/>
              <a:lstStyle/>
              <a:p>
                <a:endParaRPr lang="zh-CN" altLang="en-US"/>
              </a:p>
            </p:txBody>
          </p:sp>
        </p:grpSp>
        <p:grpSp>
          <p:nvGrpSpPr>
            <p:cNvPr id="53" name="Group 75">
              <a:extLst>
                <a:ext uri="{FF2B5EF4-FFF2-40B4-BE49-F238E27FC236}">
                  <a16:creationId xmlns:a16="http://schemas.microsoft.com/office/drawing/2014/main" id="{C68400D7-162E-491B-A4E3-E2970F691CEC}"/>
                </a:ext>
              </a:extLst>
            </p:cNvPr>
            <p:cNvGrpSpPr>
              <a:grpSpLocks/>
            </p:cNvGrpSpPr>
            <p:nvPr/>
          </p:nvGrpSpPr>
          <p:grpSpPr bwMode="auto">
            <a:xfrm rot="5400000">
              <a:off x="1631" y="2566"/>
              <a:ext cx="56" cy="134"/>
              <a:chOff x="2928" y="3216"/>
              <a:chExt cx="48" cy="240"/>
            </a:xfrm>
          </p:grpSpPr>
          <p:sp>
            <p:nvSpPr>
              <p:cNvPr id="55" name="Line 76">
                <a:extLst>
                  <a:ext uri="{FF2B5EF4-FFF2-40B4-BE49-F238E27FC236}">
                    <a16:creationId xmlns:a16="http://schemas.microsoft.com/office/drawing/2014/main" id="{C277241D-C5B9-4E7D-A674-D5CC6763FF7D}"/>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77">
                <a:extLst>
                  <a:ext uri="{FF2B5EF4-FFF2-40B4-BE49-F238E27FC236}">
                    <a16:creationId xmlns:a16="http://schemas.microsoft.com/office/drawing/2014/main" id="{9DF3502E-5212-4091-B6E5-52F0A02F7F0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 name="WordArt 78">
              <a:extLst>
                <a:ext uri="{FF2B5EF4-FFF2-40B4-BE49-F238E27FC236}">
                  <a16:creationId xmlns:a16="http://schemas.microsoft.com/office/drawing/2014/main" id="{856180ED-69E4-44E8-95FC-C4213433E3C4}"/>
                </a:ext>
              </a:extLst>
            </p:cNvPr>
            <p:cNvSpPr>
              <a:spLocks noChangeArrowheads="1" noChangeShapeType="1" noTextEdit="1"/>
            </p:cNvSpPr>
            <p:nvPr/>
          </p:nvSpPr>
          <p:spPr bwMode="auto">
            <a:xfrm>
              <a:off x="1328" y="2550"/>
              <a:ext cx="192" cy="164"/>
            </a:xfrm>
            <a:prstGeom prst="rect">
              <a:avLst/>
            </a:prstGeom>
          </p:spPr>
          <p:txBody>
            <a:bodyPr wrap="none" fromWordArt="1">
              <a:prstTxWarp prst="textPlain">
                <a:avLst>
                  <a:gd name="adj" fmla="val 63361"/>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sp>
        <p:nvSpPr>
          <p:cNvPr id="76" name="Rectangle 93">
            <a:extLst>
              <a:ext uri="{FF2B5EF4-FFF2-40B4-BE49-F238E27FC236}">
                <a16:creationId xmlns:a16="http://schemas.microsoft.com/office/drawing/2014/main" id="{DE76A892-29C6-474A-80DC-2EF8829727B0}"/>
              </a:ext>
            </a:extLst>
          </p:cNvPr>
          <p:cNvSpPr>
            <a:spLocks noChangeArrowheads="1"/>
          </p:cNvSpPr>
          <p:nvPr/>
        </p:nvSpPr>
        <p:spPr bwMode="auto">
          <a:xfrm>
            <a:off x="5130428" y="3149451"/>
            <a:ext cx="3402012" cy="84931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77" name="Text Box 13">
            <a:extLst>
              <a:ext uri="{FF2B5EF4-FFF2-40B4-BE49-F238E27FC236}">
                <a16:creationId xmlns:a16="http://schemas.microsoft.com/office/drawing/2014/main" id="{C05B9988-B42E-43F2-8230-7B494DA94654}"/>
              </a:ext>
            </a:extLst>
          </p:cNvPr>
          <p:cNvSpPr txBox="1">
            <a:spLocks noChangeArrowheads="1"/>
          </p:cNvSpPr>
          <p:nvPr/>
        </p:nvSpPr>
        <p:spPr bwMode="auto">
          <a:xfrm>
            <a:off x="507659" y="4653136"/>
            <a:ext cx="3704301" cy="1384995"/>
          </a:xfrm>
          <a:prstGeom prst="rect">
            <a:avLst/>
          </a:prstGeom>
          <a:noFill/>
          <a:ln w="19050">
            <a:noFill/>
            <a:miter lim="800000"/>
            <a:headEnd/>
            <a:tailEnd type="none" w="med" len="lg"/>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002060"/>
                </a:solidFill>
                <a:ea typeface="华文中宋" panose="02010600040101010101" pitchFamily="2" charset="-122"/>
              </a:rPr>
              <a:t>热量是系统与外界仅由于温度不同而传递的能量</a:t>
            </a:r>
            <a:r>
              <a:rPr lang="en-US" altLang="zh-CN" sz="2800" b="1" dirty="0">
                <a:solidFill>
                  <a:srgbClr val="002060"/>
                </a:solidFill>
                <a:ea typeface="华文中宋" panose="02010600040101010101" pitchFamily="2" charset="-122"/>
              </a:rPr>
              <a:t>:</a:t>
            </a:r>
          </a:p>
        </p:txBody>
      </p:sp>
      <p:sp>
        <p:nvSpPr>
          <p:cNvPr id="6" name="文本框 5">
            <a:extLst>
              <a:ext uri="{FF2B5EF4-FFF2-40B4-BE49-F238E27FC236}">
                <a16:creationId xmlns:a16="http://schemas.microsoft.com/office/drawing/2014/main" id="{D7D1A5C1-9B5C-4916-90C9-8D4AB3A1BDB0}"/>
              </a:ext>
            </a:extLst>
          </p:cNvPr>
          <p:cNvSpPr txBox="1"/>
          <p:nvPr/>
        </p:nvSpPr>
        <p:spPr>
          <a:xfrm>
            <a:off x="5130428" y="4839543"/>
            <a:ext cx="3402012" cy="461665"/>
          </a:xfrm>
          <a:prstGeom prst="rect">
            <a:avLst/>
          </a:prstGeom>
          <a:noFill/>
        </p:spPr>
        <p:txBody>
          <a:bodyPr wrap="square" rtlCol="0">
            <a:spAutoFit/>
          </a:bodyPr>
          <a:lstStyle/>
          <a:p>
            <a:r>
              <a:rPr lang="zh-CN" altLang="en-US" b="1" dirty="0">
                <a:solidFill>
                  <a:srgbClr val="FF0000"/>
                </a:solidFill>
                <a:ea typeface="华文中宋" panose="02010600040101010101" pitchFamily="2" charset="-122"/>
              </a:rPr>
              <a:t>热量必须与过程相联系</a:t>
            </a:r>
            <a:endParaRPr lang="en-US" altLang="zh-CN" b="1" dirty="0">
              <a:solidFill>
                <a:srgbClr val="FF0000"/>
              </a:solidFill>
              <a:ea typeface="华文中宋" panose="02010600040101010101" pitchFamily="2" charset="-122"/>
            </a:endParaRPr>
          </a:p>
        </p:txBody>
      </p:sp>
    </p:spTree>
    <p:extLst>
      <p:ext uri="{BB962C8B-B14F-4D97-AF65-F5344CB8AC3E}">
        <p14:creationId xmlns:p14="http://schemas.microsoft.com/office/powerpoint/2010/main" val="352485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arn(inVertic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35">
                                            <p:txEl>
                                              <p:pRg st="0" end="0"/>
                                            </p:txEl>
                                          </p:spTgt>
                                        </p:tgtEl>
                                        <p:attrNameLst>
                                          <p:attrName>style.visibility</p:attrName>
                                        </p:attrNameLst>
                                      </p:cBhvr>
                                      <p:to>
                                        <p:strVal val="visible"/>
                                      </p:to>
                                    </p:set>
                                    <p:animEffect transition="in" filter="barn(outVertical)">
                                      <p:cBhvr>
                                        <p:cTn id="17" dur="500"/>
                                        <p:tgtEl>
                                          <p:spTgt spid="3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0-#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6"/>
                                        </p:tgtEl>
                                        <p:attrNameLst>
                                          <p:attrName>style.visibility</p:attrName>
                                        </p:attrNameLst>
                                      </p:cBhvr>
                                      <p:to>
                                        <p:strVal val="visible"/>
                                      </p:to>
                                    </p:set>
                                    <p:animEffect transition="in" filter="wipe(down)">
                                      <p:cBhvr>
                                        <p:cTn id="33" dur="500"/>
                                        <p:tgtEl>
                                          <p:spTgt spid="76"/>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grpId="0" nodeType="clickEffect">
                                  <p:stCondLst>
                                    <p:cond delay="0"/>
                                  </p:stCondLst>
                                  <p:childTnLst>
                                    <p:set>
                                      <p:cBhvr>
                                        <p:cTn id="37" dur="1" fill="hold">
                                          <p:stCondLst>
                                            <p:cond delay="0"/>
                                          </p:stCondLst>
                                        </p:cTn>
                                        <p:tgtEl>
                                          <p:spTgt spid="77">
                                            <p:txEl>
                                              <p:pRg st="0" end="0"/>
                                            </p:txEl>
                                          </p:spTgt>
                                        </p:tgtEl>
                                        <p:attrNameLst>
                                          <p:attrName>style.visibility</p:attrName>
                                        </p:attrNameLst>
                                      </p:cBhvr>
                                      <p:to>
                                        <p:strVal val="visible"/>
                                      </p:to>
                                    </p:set>
                                    <p:animEffect transition="in" filter="barn(outVertical)">
                                      <p:cBhvr>
                                        <p:cTn id="38" dur="500"/>
                                        <p:tgtEl>
                                          <p:spTgt spid="7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4" grpId="0" animBg="1"/>
      <p:bldP spid="35" grpId="0" build="p" autoUpdateAnimBg="0"/>
      <p:bldP spid="3" grpId="0"/>
      <p:bldP spid="76" grpId="0" animBg="1"/>
      <p:bldP spid="77" grpId="0" build="p" autoUpdateAnimBg="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5" name="Rectangle 3" descr="水滴">
            <a:extLst>
              <a:ext uri="{FF2B5EF4-FFF2-40B4-BE49-F238E27FC236}">
                <a16:creationId xmlns:a16="http://schemas.microsoft.com/office/drawing/2014/main" id="{69A28C76-82BD-4BEC-A36D-CEF875D689C9}"/>
              </a:ext>
            </a:extLst>
          </p:cNvPr>
          <p:cNvSpPr>
            <a:spLocks noChangeArrowheads="1"/>
          </p:cNvSpPr>
          <p:nvPr/>
        </p:nvSpPr>
        <p:spPr bwMode="auto">
          <a:xfrm>
            <a:off x="0" y="0"/>
            <a:ext cx="9144000" cy="1778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3556" name="Rectangle 4" descr="水滴">
            <a:extLst>
              <a:ext uri="{FF2B5EF4-FFF2-40B4-BE49-F238E27FC236}">
                <a16:creationId xmlns:a16="http://schemas.microsoft.com/office/drawing/2014/main" id="{70FBCCAE-8DFA-4214-84C3-A763B5501BBD}"/>
              </a:ext>
            </a:extLst>
          </p:cNvPr>
          <p:cNvSpPr>
            <a:spLocks noChangeArrowheads="1"/>
          </p:cNvSpPr>
          <p:nvPr/>
        </p:nvSpPr>
        <p:spPr bwMode="auto">
          <a:xfrm>
            <a:off x="0" y="6680200"/>
            <a:ext cx="9144000" cy="1778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nvGrpSpPr>
          <p:cNvPr id="2" name="Group 5">
            <a:extLst>
              <a:ext uri="{FF2B5EF4-FFF2-40B4-BE49-F238E27FC236}">
                <a16:creationId xmlns:a16="http://schemas.microsoft.com/office/drawing/2014/main" id="{A800C91B-8CD4-472C-89DF-B8564EAC6B62}"/>
              </a:ext>
            </a:extLst>
          </p:cNvPr>
          <p:cNvGrpSpPr>
            <a:grpSpLocks/>
          </p:cNvGrpSpPr>
          <p:nvPr/>
        </p:nvGrpSpPr>
        <p:grpSpPr bwMode="auto">
          <a:xfrm>
            <a:off x="376238" y="415925"/>
            <a:ext cx="8466137" cy="5327650"/>
            <a:chOff x="237" y="262"/>
            <a:chExt cx="5333" cy="3356"/>
          </a:xfrm>
        </p:grpSpPr>
        <p:sp>
          <p:nvSpPr>
            <p:cNvPr id="23559" name="Rectangle 6">
              <a:extLst>
                <a:ext uri="{FF2B5EF4-FFF2-40B4-BE49-F238E27FC236}">
                  <a16:creationId xmlns:a16="http://schemas.microsoft.com/office/drawing/2014/main" id="{73CCC32D-175F-4A8C-B61B-CE1F4E05E051}"/>
                </a:ext>
              </a:extLst>
            </p:cNvPr>
            <p:cNvSpPr>
              <a:spLocks noChangeArrowheads="1"/>
            </p:cNvSpPr>
            <p:nvPr/>
          </p:nvSpPr>
          <p:spPr bwMode="auto">
            <a:xfrm>
              <a:off x="239" y="262"/>
              <a:ext cx="5304" cy="334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3560" name="Line 7">
              <a:extLst>
                <a:ext uri="{FF2B5EF4-FFF2-40B4-BE49-F238E27FC236}">
                  <a16:creationId xmlns:a16="http://schemas.microsoft.com/office/drawing/2014/main" id="{817D7518-6A66-4F78-ABD2-5BD0C047F2EC}"/>
                </a:ext>
              </a:extLst>
            </p:cNvPr>
            <p:cNvSpPr>
              <a:spLocks noChangeShapeType="1"/>
            </p:cNvSpPr>
            <p:nvPr/>
          </p:nvSpPr>
          <p:spPr bwMode="auto">
            <a:xfrm>
              <a:off x="239" y="609"/>
              <a:ext cx="5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1" name="Line 8">
              <a:extLst>
                <a:ext uri="{FF2B5EF4-FFF2-40B4-BE49-F238E27FC236}">
                  <a16:creationId xmlns:a16="http://schemas.microsoft.com/office/drawing/2014/main" id="{5C3F281F-E389-4729-A1D6-B778308166BC}"/>
                </a:ext>
              </a:extLst>
            </p:cNvPr>
            <p:cNvSpPr>
              <a:spLocks noChangeShapeType="1"/>
            </p:cNvSpPr>
            <p:nvPr/>
          </p:nvSpPr>
          <p:spPr bwMode="auto">
            <a:xfrm>
              <a:off x="1131" y="262"/>
              <a:ext cx="0" cy="3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2" name="Line 9">
              <a:extLst>
                <a:ext uri="{FF2B5EF4-FFF2-40B4-BE49-F238E27FC236}">
                  <a16:creationId xmlns:a16="http://schemas.microsoft.com/office/drawing/2014/main" id="{A23BF8ED-CE51-4539-90A6-A5E3E3714AFB}"/>
                </a:ext>
              </a:extLst>
            </p:cNvPr>
            <p:cNvSpPr>
              <a:spLocks noChangeShapeType="1"/>
            </p:cNvSpPr>
            <p:nvPr/>
          </p:nvSpPr>
          <p:spPr bwMode="auto">
            <a:xfrm>
              <a:off x="2358" y="271"/>
              <a:ext cx="0" cy="3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3" name="Line 10">
              <a:extLst>
                <a:ext uri="{FF2B5EF4-FFF2-40B4-BE49-F238E27FC236}">
                  <a16:creationId xmlns:a16="http://schemas.microsoft.com/office/drawing/2014/main" id="{DE8C2C62-BB92-434F-9307-8702C2F652B7}"/>
                </a:ext>
              </a:extLst>
            </p:cNvPr>
            <p:cNvSpPr>
              <a:spLocks noChangeShapeType="1"/>
            </p:cNvSpPr>
            <p:nvPr/>
          </p:nvSpPr>
          <p:spPr bwMode="auto">
            <a:xfrm>
              <a:off x="237" y="1412"/>
              <a:ext cx="5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4" name="Line 11">
              <a:extLst>
                <a:ext uri="{FF2B5EF4-FFF2-40B4-BE49-F238E27FC236}">
                  <a16:creationId xmlns:a16="http://schemas.microsoft.com/office/drawing/2014/main" id="{6998B1FF-65BE-4B93-A0C6-53972CD7F46D}"/>
                </a:ext>
              </a:extLst>
            </p:cNvPr>
            <p:cNvSpPr>
              <a:spLocks noChangeShapeType="1"/>
            </p:cNvSpPr>
            <p:nvPr/>
          </p:nvSpPr>
          <p:spPr bwMode="auto">
            <a:xfrm>
              <a:off x="247" y="2486"/>
              <a:ext cx="5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5" name="WordArt 12">
              <a:extLst>
                <a:ext uri="{FF2B5EF4-FFF2-40B4-BE49-F238E27FC236}">
                  <a16:creationId xmlns:a16="http://schemas.microsoft.com/office/drawing/2014/main" id="{44591CDD-F3F0-4958-B6A9-3BD5335EB9F8}"/>
                </a:ext>
              </a:extLst>
            </p:cNvPr>
            <p:cNvSpPr>
              <a:spLocks noChangeArrowheads="1" noChangeShapeType="1" noTextEdit="1"/>
            </p:cNvSpPr>
            <p:nvPr/>
          </p:nvSpPr>
          <p:spPr bwMode="auto">
            <a:xfrm>
              <a:off x="1353" y="372"/>
              <a:ext cx="750" cy="134"/>
            </a:xfrm>
            <a:prstGeom prst="rect">
              <a:avLst/>
            </a:prstGeom>
          </p:spPr>
          <p:txBody>
            <a:bodyPr wrap="none" fromWordArt="1">
              <a:prstTxWarp prst="textPlain">
                <a:avLst>
                  <a:gd name="adj" fmla="val 50000"/>
                </a:avLst>
              </a:prstTxWarp>
            </a:bodyPr>
            <a:lstStyle/>
            <a:p>
              <a:pPr algn="ctr"/>
              <a:r>
                <a:rPr lang="zh-CN" altLang="en-US" sz="3600" kern="10">
                  <a:ln w="3175">
                    <a:solidFill>
                      <a:srgbClr val="008000"/>
                    </a:solidFill>
                    <a:round/>
                    <a:headEnd/>
                    <a:tailEnd/>
                  </a:ln>
                  <a:solidFill>
                    <a:srgbClr val="008000"/>
                  </a:solidFill>
                  <a:latin typeface="华文中宋" panose="02010600040101010101" pitchFamily="2" charset="-122"/>
                  <a:ea typeface="华文中宋" panose="02010600040101010101" pitchFamily="2" charset="-122"/>
                </a:rPr>
                <a:t>性 质</a:t>
              </a:r>
            </a:p>
          </p:txBody>
        </p:sp>
        <p:sp>
          <p:nvSpPr>
            <p:cNvPr id="23566" name="WordArt 13">
              <a:extLst>
                <a:ext uri="{FF2B5EF4-FFF2-40B4-BE49-F238E27FC236}">
                  <a16:creationId xmlns:a16="http://schemas.microsoft.com/office/drawing/2014/main" id="{90804296-61B5-4A9B-B29F-B96F47E2EC8E}"/>
                </a:ext>
              </a:extLst>
            </p:cNvPr>
            <p:cNvSpPr>
              <a:spLocks noChangeArrowheads="1" noChangeShapeType="1" noTextEdit="1"/>
            </p:cNvSpPr>
            <p:nvPr/>
          </p:nvSpPr>
          <p:spPr bwMode="auto">
            <a:xfrm>
              <a:off x="3395" y="382"/>
              <a:ext cx="1032" cy="166"/>
            </a:xfrm>
            <a:prstGeom prst="rect">
              <a:avLst/>
            </a:prstGeom>
          </p:spPr>
          <p:txBody>
            <a:bodyPr wrap="none" fromWordArt="1">
              <a:prstTxWarp prst="textPlain">
                <a:avLst>
                  <a:gd name="adj" fmla="val 50000"/>
                </a:avLst>
              </a:prstTxWarp>
            </a:bodyPr>
            <a:lstStyle/>
            <a:p>
              <a:pPr algn="ctr"/>
              <a:r>
                <a:rPr lang="zh-CN" altLang="en-US" sz="3600" kern="10">
                  <a:ln w="3175">
                    <a:solidFill>
                      <a:srgbClr val="008000"/>
                    </a:solidFill>
                    <a:round/>
                    <a:headEnd/>
                    <a:tailEnd/>
                  </a:ln>
                  <a:solidFill>
                    <a:srgbClr val="008000"/>
                  </a:solidFill>
                  <a:latin typeface="华文中宋" panose="02010600040101010101" pitchFamily="2" charset="-122"/>
                  <a:ea typeface="华文中宋" panose="02010600040101010101" pitchFamily="2" charset="-122"/>
                </a:rPr>
                <a:t>实    质</a:t>
              </a:r>
            </a:p>
          </p:txBody>
        </p:sp>
        <p:sp>
          <p:nvSpPr>
            <p:cNvPr id="23567" name="Text Box 14">
              <a:extLst>
                <a:ext uri="{FF2B5EF4-FFF2-40B4-BE49-F238E27FC236}">
                  <a16:creationId xmlns:a16="http://schemas.microsoft.com/office/drawing/2014/main" id="{1E6CA29E-0200-4402-82D2-4828F92A967B}"/>
                </a:ext>
              </a:extLst>
            </p:cNvPr>
            <p:cNvSpPr txBox="1">
              <a:spLocks noChangeArrowheads="1"/>
            </p:cNvSpPr>
            <p:nvPr/>
          </p:nvSpPr>
          <p:spPr bwMode="auto">
            <a:xfrm>
              <a:off x="337" y="816"/>
              <a:ext cx="78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006600"/>
                  </a:solidFill>
                  <a:ea typeface="华文中宋" panose="02010600040101010101" pitchFamily="2" charset="-122"/>
                </a:rPr>
                <a:t>内能</a:t>
              </a:r>
            </a:p>
          </p:txBody>
        </p:sp>
        <p:sp>
          <p:nvSpPr>
            <p:cNvPr id="23568" name="Text Box 15">
              <a:extLst>
                <a:ext uri="{FF2B5EF4-FFF2-40B4-BE49-F238E27FC236}">
                  <a16:creationId xmlns:a16="http://schemas.microsoft.com/office/drawing/2014/main" id="{73426D41-4DBE-45DD-8CF3-9BECCAC3476C}"/>
                </a:ext>
              </a:extLst>
            </p:cNvPr>
            <p:cNvSpPr txBox="1">
              <a:spLocks noChangeArrowheads="1"/>
            </p:cNvSpPr>
            <p:nvPr/>
          </p:nvSpPr>
          <p:spPr bwMode="auto">
            <a:xfrm>
              <a:off x="358" y="2824"/>
              <a:ext cx="78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006600"/>
                  </a:solidFill>
                  <a:ea typeface="华文中宋" panose="02010600040101010101" pitchFamily="2" charset="-122"/>
                </a:rPr>
                <a:t>热量</a:t>
              </a:r>
            </a:p>
          </p:txBody>
        </p:sp>
        <p:sp>
          <p:nvSpPr>
            <p:cNvPr id="23569" name="Text Box 16">
              <a:extLst>
                <a:ext uri="{FF2B5EF4-FFF2-40B4-BE49-F238E27FC236}">
                  <a16:creationId xmlns:a16="http://schemas.microsoft.com/office/drawing/2014/main" id="{243C6409-8281-48A6-83BE-1D256DFA4E4B}"/>
                </a:ext>
              </a:extLst>
            </p:cNvPr>
            <p:cNvSpPr txBox="1">
              <a:spLocks noChangeArrowheads="1"/>
            </p:cNvSpPr>
            <p:nvPr/>
          </p:nvSpPr>
          <p:spPr bwMode="auto">
            <a:xfrm>
              <a:off x="464" y="1737"/>
              <a:ext cx="53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006600"/>
                  </a:solidFill>
                  <a:ea typeface="华文中宋" panose="02010600040101010101" pitchFamily="2" charset="-122"/>
                </a:rPr>
                <a:t>功</a:t>
              </a:r>
            </a:p>
          </p:txBody>
        </p:sp>
        <p:sp>
          <p:nvSpPr>
            <p:cNvPr id="23570" name="Text Box 17">
              <a:extLst>
                <a:ext uri="{FF2B5EF4-FFF2-40B4-BE49-F238E27FC236}">
                  <a16:creationId xmlns:a16="http://schemas.microsoft.com/office/drawing/2014/main" id="{AD3FB04E-EEA3-4102-94BF-1F20BA94BBE8}"/>
                </a:ext>
              </a:extLst>
            </p:cNvPr>
            <p:cNvSpPr txBox="1">
              <a:spLocks noChangeArrowheads="1"/>
            </p:cNvSpPr>
            <p:nvPr/>
          </p:nvSpPr>
          <p:spPr bwMode="auto">
            <a:xfrm>
              <a:off x="1312" y="835"/>
              <a:ext cx="10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2060"/>
                  </a:solidFill>
                  <a:ea typeface="华文中宋" panose="02010600040101010101" pitchFamily="2" charset="-122"/>
                </a:rPr>
                <a:t>状态量</a:t>
              </a:r>
            </a:p>
          </p:txBody>
        </p:sp>
        <p:sp>
          <p:nvSpPr>
            <p:cNvPr id="23571" name="Text Box 18">
              <a:extLst>
                <a:ext uri="{FF2B5EF4-FFF2-40B4-BE49-F238E27FC236}">
                  <a16:creationId xmlns:a16="http://schemas.microsoft.com/office/drawing/2014/main" id="{5E8AA1D5-7B4E-4790-A713-8DF3BCD905DD}"/>
                </a:ext>
              </a:extLst>
            </p:cNvPr>
            <p:cNvSpPr txBox="1">
              <a:spLocks noChangeArrowheads="1"/>
            </p:cNvSpPr>
            <p:nvPr/>
          </p:nvSpPr>
          <p:spPr bwMode="auto">
            <a:xfrm>
              <a:off x="1321" y="1746"/>
              <a:ext cx="10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2060"/>
                  </a:solidFill>
                  <a:ea typeface="华文中宋" panose="02010600040101010101" pitchFamily="2" charset="-122"/>
                </a:rPr>
                <a:t>过程量</a:t>
              </a:r>
            </a:p>
          </p:txBody>
        </p:sp>
        <p:sp>
          <p:nvSpPr>
            <p:cNvPr id="23572" name="Text Box 19">
              <a:extLst>
                <a:ext uri="{FF2B5EF4-FFF2-40B4-BE49-F238E27FC236}">
                  <a16:creationId xmlns:a16="http://schemas.microsoft.com/office/drawing/2014/main" id="{9714C80A-B3A0-4526-ABE3-B33E095567AC}"/>
                </a:ext>
              </a:extLst>
            </p:cNvPr>
            <p:cNvSpPr txBox="1">
              <a:spLocks noChangeArrowheads="1"/>
            </p:cNvSpPr>
            <p:nvPr/>
          </p:nvSpPr>
          <p:spPr bwMode="auto">
            <a:xfrm>
              <a:off x="1331" y="2854"/>
              <a:ext cx="10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002060"/>
                  </a:solidFill>
                  <a:ea typeface="华文中宋" panose="02010600040101010101" pitchFamily="2" charset="-122"/>
                </a:rPr>
                <a:t>过程量</a:t>
              </a:r>
            </a:p>
          </p:txBody>
        </p:sp>
        <p:grpSp>
          <p:nvGrpSpPr>
            <p:cNvPr id="23573" name="Group 20">
              <a:extLst>
                <a:ext uri="{FF2B5EF4-FFF2-40B4-BE49-F238E27FC236}">
                  <a16:creationId xmlns:a16="http://schemas.microsoft.com/office/drawing/2014/main" id="{48069C92-4F11-45AD-8B69-5C5F1E1412E5}"/>
                </a:ext>
              </a:extLst>
            </p:cNvPr>
            <p:cNvGrpSpPr>
              <a:grpSpLocks/>
            </p:cNvGrpSpPr>
            <p:nvPr/>
          </p:nvGrpSpPr>
          <p:grpSpPr bwMode="auto">
            <a:xfrm>
              <a:off x="2563" y="685"/>
              <a:ext cx="2708" cy="640"/>
              <a:chOff x="2563" y="740"/>
              <a:chExt cx="2708" cy="640"/>
            </a:xfrm>
          </p:grpSpPr>
          <p:sp>
            <p:nvSpPr>
              <p:cNvPr id="23582" name="Text Box 21">
                <a:extLst>
                  <a:ext uri="{FF2B5EF4-FFF2-40B4-BE49-F238E27FC236}">
                    <a16:creationId xmlns:a16="http://schemas.microsoft.com/office/drawing/2014/main" id="{F06DCF7A-3F50-4500-A9C6-4CDB6049025B}"/>
                  </a:ext>
                </a:extLst>
              </p:cNvPr>
              <p:cNvSpPr txBox="1">
                <a:spLocks noChangeArrowheads="1"/>
              </p:cNvSpPr>
              <p:nvPr/>
            </p:nvSpPr>
            <p:spPr bwMode="auto">
              <a:xfrm>
                <a:off x="2793" y="740"/>
                <a:ext cx="2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是构成系统的全部分子</a:t>
                </a:r>
              </a:p>
            </p:txBody>
          </p:sp>
          <p:sp>
            <p:nvSpPr>
              <p:cNvPr id="23583" name="Text Box 22">
                <a:extLst>
                  <a:ext uri="{FF2B5EF4-FFF2-40B4-BE49-F238E27FC236}">
                    <a16:creationId xmlns:a16="http://schemas.microsoft.com/office/drawing/2014/main" id="{FF77A16A-6AED-49FF-B1DA-EEF53F72A7C1}"/>
                  </a:ext>
                </a:extLst>
              </p:cNvPr>
              <p:cNvSpPr txBox="1">
                <a:spLocks noChangeArrowheads="1"/>
              </p:cNvSpPr>
              <p:nvPr/>
            </p:nvSpPr>
            <p:spPr bwMode="auto">
              <a:xfrm>
                <a:off x="2563" y="1053"/>
                <a:ext cx="2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的平均能量之和。</a:t>
                </a:r>
              </a:p>
            </p:txBody>
          </p:sp>
        </p:grpSp>
        <p:grpSp>
          <p:nvGrpSpPr>
            <p:cNvPr id="23574" name="Group 23">
              <a:extLst>
                <a:ext uri="{FF2B5EF4-FFF2-40B4-BE49-F238E27FC236}">
                  <a16:creationId xmlns:a16="http://schemas.microsoft.com/office/drawing/2014/main" id="{36485513-2BD0-48A2-A019-EE0411084E9A}"/>
                </a:ext>
              </a:extLst>
            </p:cNvPr>
            <p:cNvGrpSpPr>
              <a:grpSpLocks/>
            </p:cNvGrpSpPr>
            <p:nvPr/>
          </p:nvGrpSpPr>
          <p:grpSpPr bwMode="auto">
            <a:xfrm>
              <a:off x="2571" y="1478"/>
              <a:ext cx="2980" cy="929"/>
              <a:chOff x="2592" y="1620"/>
              <a:chExt cx="2980" cy="929"/>
            </a:xfrm>
          </p:grpSpPr>
          <p:sp>
            <p:nvSpPr>
              <p:cNvPr id="23579" name="Text Box 24">
                <a:extLst>
                  <a:ext uri="{FF2B5EF4-FFF2-40B4-BE49-F238E27FC236}">
                    <a16:creationId xmlns:a16="http://schemas.microsoft.com/office/drawing/2014/main" id="{C29BB4B7-104A-4948-991F-14198F160234}"/>
                  </a:ext>
                </a:extLst>
              </p:cNvPr>
              <p:cNvSpPr txBox="1">
                <a:spLocks noChangeArrowheads="1"/>
              </p:cNvSpPr>
              <p:nvPr/>
            </p:nvSpPr>
            <p:spPr bwMode="auto">
              <a:xfrm>
                <a:off x="2813" y="1620"/>
                <a:ext cx="2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是系统的宏观有序</a:t>
                </a:r>
                <a:r>
                  <a:rPr lang="zh-CN" altLang="en-US" sz="2800">
                    <a:solidFill>
                      <a:srgbClr val="FF0000"/>
                    </a:solidFill>
                    <a:ea typeface="华文中宋" panose="02010600040101010101" pitchFamily="2" charset="-122"/>
                  </a:rPr>
                  <a:t>机械</a:t>
                </a:r>
              </a:p>
            </p:txBody>
          </p:sp>
          <p:sp>
            <p:nvSpPr>
              <p:cNvPr id="23580" name="Text Box 25">
                <a:extLst>
                  <a:ext uri="{FF2B5EF4-FFF2-40B4-BE49-F238E27FC236}">
                    <a16:creationId xmlns:a16="http://schemas.microsoft.com/office/drawing/2014/main" id="{B57F183D-EB2A-47B9-9F27-DD32E18C205A}"/>
                  </a:ext>
                </a:extLst>
              </p:cNvPr>
              <p:cNvSpPr txBox="1">
                <a:spLocks noChangeArrowheads="1"/>
              </p:cNvSpPr>
              <p:nvPr/>
            </p:nvSpPr>
            <p:spPr bwMode="auto">
              <a:xfrm>
                <a:off x="2605" y="1920"/>
                <a:ext cx="29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华文中宋" panose="02010600040101010101" pitchFamily="2" charset="-122"/>
                  </a:rPr>
                  <a:t>运动</a:t>
                </a:r>
                <a:r>
                  <a:rPr lang="zh-CN" altLang="en-US" sz="2800">
                    <a:ea typeface="华文中宋" panose="02010600040101010101" pitchFamily="2" charset="-122"/>
                  </a:rPr>
                  <a:t>与系统内大量分子无</a:t>
                </a:r>
              </a:p>
            </p:txBody>
          </p:sp>
          <p:sp>
            <p:nvSpPr>
              <p:cNvPr id="23581" name="Text Box 26">
                <a:extLst>
                  <a:ext uri="{FF2B5EF4-FFF2-40B4-BE49-F238E27FC236}">
                    <a16:creationId xmlns:a16="http://schemas.microsoft.com/office/drawing/2014/main" id="{9EDA0C2F-2CF5-496C-9093-2D4A2995BB79}"/>
                  </a:ext>
                </a:extLst>
              </p:cNvPr>
              <p:cNvSpPr txBox="1">
                <a:spLocks noChangeArrowheads="1"/>
              </p:cNvSpPr>
              <p:nvPr/>
            </p:nvSpPr>
            <p:spPr bwMode="auto">
              <a:xfrm>
                <a:off x="2592" y="2222"/>
                <a:ext cx="29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规热运动的相互转化过程。</a:t>
                </a:r>
              </a:p>
            </p:txBody>
          </p:sp>
        </p:grpSp>
        <p:grpSp>
          <p:nvGrpSpPr>
            <p:cNvPr id="23575" name="Group 27">
              <a:extLst>
                <a:ext uri="{FF2B5EF4-FFF2-40B4-BE49-F238E27FC236}">
                  <a16:creationId xmlns:a16="http://schemas.microsoft.com/office/drawing/2014/main" id="{DA8E26E7-F3CB-4FE2-8ADE-8392AE9B2FA8}"/>
                </a:ext>
              </a:extLst>
            </p:cNvPr>
            <p:cNvGrpSpPr>
              <a:grpSpLocks/>
            </p:cNvGrpSpPr>
            <p:nvPr/>
          </p:nvGrpSpPr>
          <p:grpSpPr bwMode="auto">
            <a:xfrm>
              <a:off x="2590" y="2575"/>
              <a:ext cx="2980" cy="929"/>
              <a:chOff x="2592" y="1620"/>
              <a:chExt cx="2980" cy="929"/>
            </a:xfrm>
          </p:grpSpPr>
          <p:sp>
            <p:nvSpPr>
              <p:cNvPr id="23576" name="Text Box 28">
                <a:extLst>
                  <a:ext uri="{FF2B5EF4-FFF2-40B4-BE49-F238E27FC236}">
                    <a16:creationId xmlns:a16="http://schemas.microsoft.com/office/drawing/2014/main" id="{D8217722-7843-402F-BD38-FA3048C6E28D}"/>
                  </a:ext>
                </a:extLst>
              </p:cNvPr>
              <p:cNvSpPr txBox="1">
                <a:spLocks noChangeArrowheads="1"/>
              </p:cNvSpPr>
              <p:nvPr/>
            </p:nvSpPr>
            <p:spPr bwMode="auto">
              <a:xfrm>
                <a:off x="2813" y="1620"/>
                <a:ext cx="24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是外界物质分子无规热</a:t>
                </a:r>
              </a:p>
            </p:txBody>
          </p:sp>
          <p:sp>
            <p:nvSpPr>
              <p:cNvPr id="23577" name="Text Box 29">
                <a:extLst>
                  <a:ext uri="{FF2B5EF4-FFF2-40B4-BE49-F238E27FC236}">
                    <a16:creationId xmlns:a16="http://schemas.microsoft.com/office/drawing/2014/main" id="{33FBF949-D729-42D8-8C3D-1C9A9391114E}"/>
                  </a:ext>
                </a:extLst>
              </p:cNvPr>
              <p:cNvSpPr txBox="1">
                <a:spLocks noChangeArrowheads="1"/>
              </p:cNvSpPr>
              <p:nvPr/>
            </p:nvSpPr>
            <p:spPr bwMode="auto">
              <a:xfrm>
                <a:off x="2605" y="1920"/>
                <a:ext cx="29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ea typeface="华文中宋" panose="02010600040101010101" pitchFamily="2" charset="-122"/>
                  </a:rPr>
                  <a:t>运动与</a:t>
                </a:r>
                <a:r>
                  <a:rPr lang="zh-CN" altLang="en-US" sz="2800" dirty="0">
                    <a:solidFill>
                      <a:srgbClr val="0000FF"/>
                    </a:solidFill>
                    <a:ea typeface="华文中宋" panose="02010600040101010101" pitchFamily="2" charset="-122"/>
                  </a:rPr>
                  <a:t>系统内</a:t>
                </a:r>
                <a:r>
                  <a:rPr lang="zh-CN" altLang="en-US" sz="2800" dirty="0">
                    <a:ea typeface="华文中宋" panose="02010600040101010101" pitchFamily="2" charset="-122"/>
                  </a:rPr>
                  <a:t>物质分子无</a:t>
                </a:r>
              </a:p>
            </p:txBody>
          </p:sp>
          <p:sp>
            <p:nvSpPr>
              <p:cNvPr id="23578" name="Text Box 30">
                <a:extLst>
                  <a:ext uri="{FF2B5EF4-FFF2-40B4-BE49-F238E27FC236}">
                    <a16:creationId xmlns:a16="http://schemas.microsoft.com/office/drawing/2014/main" id="{36BD0335-2F31-4A07-A808-54057407B8C7}"/>
                  </a:ext>
                </a:extLst>
              </p:cNvPr>
              <p:cNvSpPr txBox="1">
                <a:spLocks noChangeArrowheads="1"/>
              </p:cNvSpPr>
              <p:nvPr/>
            </p:nvSpPr>
            <p:spPr bwMode="auto">
              <a:xfrm>
                <a:off x="2592" y="2222"/>
                <a:ext cx="29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规热运动的相互转化过程。</a:t>
                </a:r>
              </a:p>
            </p:txBody>
          </p:sp>
        </p:grpSp>
      </p:grpSp>
      <p:sp>
        <p:nvSpPr>
          <p:cNvPr id="122911" name="Text Box 31">
            <a:extLst>
              <a:ext uri="{FF2B5EF4-FFF2-40B4-BE49-F238E27FC236}">
                <a16:creationId xmlns:a16="http://schemas.microsoft.com/office/drawing/2014/main" id="{51264170-C28A-486C-A97D-D576D190A49D}"/>
              </a:ext>
            </a:extLst>
          </p:cNvPr>
          <p:cNvSpPr txBox="1">
            <a:spLocks noChangeArrowheads="1"/>
          </p:cNvSpPr>
          <p:nvPr/>
        </p:nvSpPr>
        <p:spPr bwMode="auto">
          <a:xfrm>
            <a:off x="792163" y="5951538"/>
            <a:ext cx="8058150" cy="457200"/>
          </a:xfrm>
          <a:prstGeom prst="rect">
            <a:avLst/>
          </a:prstGeom>
          <a:solidFill>
            <a:schemeClr val="accent1">
              <a:lumMod val="20000"/>
              <a:lumOff val="80000"/>
            </a:schemeClr>
          </a:solid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b="1" dirty="0">
                <a:solidFill>
                  <a:srgbClr val="FF0000"/>
                </a:solidFill>
                <a:latin typeface="华文中宋" panose="02010600040101010101" pitchFamily="2" charset="-122"/>
                <a:ea typeface="华文中宋" panose="02010600040101010101" pitchFamily="2" charset="-122"/>
              </a:rPr>
              <a:t>内能   功   热量</a:t>
            </a:r>
            <a:r>
              <a:rPr lang="zh-CN" altLang="en-US" dirty="0">
                <a:solidFill>
                  <a:srgbClr val="FF0000"/>
                </a:solidFill>
              </a:rPr>
              <a:t>        </a:t>
            </a:r>
            <a:r>
              <a:rPr lang="zh-CN" altLang="en-US" dirty="0">
                <a:latin typeface="华文中宋" panose="02010600040101010101" pitchFamily="2" charset="-122"/>
                <a:ea typeface="华文中宋" panose="02010600040101010101" pitchFamily="2" charset="-122"/>
              </a:rPr>
              <a:t>的国际标准单位都是   </a:t>
            </a:r>
            <a:r>
              <a:rPr lang="zh-CN" altLang="en-US" b="1" dirty="0">
                <a:solidFill>
                  <a:srgbClr val="FF0000"/>
                </a:solidFill>
                <a:latin typeface="华文中宋" panose="02010600040101010101" pitchFamily="2" charset="-122"/>
                <a:ea typeface="华文中宋" panose="02010600040101010101" pitchFamily="2" charset="-122"/>
              </a:rPr>
              <a:t>焦耳  （ </a:t>
            </a:r>
            <a:r>
              <a:rPr lang="en-US" altLang="zh-CN" b="1" dirty="0">
                <a:solidFill>
                  <a:srgbClr val="FF0000"/>
                </a:solidFill>
                <a:latin typeface="华文中宋" panose="02010600040101010101" pitchFamily="2" charset="-122"/>
                <a:ea typeface="华文中宋" panose="02010600040101010101" pitchFamily="2" charset="-122"/>
              </a:rPr>
              <a:t>J ）</a:t>
            </a:r>
            <a:r>
              <a:rPr lang="en-US" altLang="zh-CN" dirty="0">
                <a:solidFill>
                  <a:srgbClr val="FF0000"/>
                </a:solidFill>
                <a:latin typeface="华文中宋" panose="02010600040101010101" pitchFamily="2" charset="-122"/>
                <a:ea typeface="华文中宋" panose="0201060004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22911"/>
                                        </p:tgtEl>
                                        <p:attrNameLst>
                                          <p:attrName>style.visibility</p:attrName>
                                        </p:attrNameLst>
                                      </p:cBhvr>
                                      <p:to>
                                        <p:strVal val="visible"/>
                                      </p:to>
                                    </p:set>
                                    <p:anim calcmode="lin" valueType="num">
                                      <p:cBhvr>
                                        <p:cTn id="12" dur="500" fill="hold"/>
                                        <p:tgtEl>
                                          <p:spTgt spid="122911"/>
                                        </p:tgtEl>
                                        <p:attrNameLst>
                                          <p:attrName>ppt_w</p:attrName>
                                        </p:attrNameLst>
                                      </p:cBhvr>
                                      <p:tavLst>
                                        <p:tav tm="0">
                                          <p:val>
                                            <p:fltVal val="0"/>
                                          </p:val>
                                        </p:tav>
                                        <p:tav tm="100000">
                                          <p:val>
                                            <p:strVal val="#ppt_w"/>
                                          </p:val>
                                        </p:tav>
                                      </p:tavLst>
                                    </p:anim>
                                    <p:anim calcmode="lin" valueType="num">
                                      <p:cBhvr>
                                        <p:cTn id="13" dur="500" fill="hold"/>
                                        <p:tgtEl>
                                          <p:spTgt spid="1229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5779FAC-EEB3-4F63-96EA-22DBC03651DA}"/>
              </a:ext>
            </a:extLst>
          </p:cNvPr>
          <p:cNvSpPr>
            <a:spLocks noChangeArrowheads="1"/>
          </p:cNvSpPr>
          <p:nvPr/>
        </p:nvSpPr>
        <p:spPr bwMode="auto">
          <a:xfrm>
            <a:off x="4029075" y="0"/>
            <a:ext cx="51149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4400" b="1">
                <a:solidFill>
                  <a:schemeClr val="bg1"/>
                </a:solidFill>
              </a:rPr>
              <a:t>热力学第一定律</a:t>
            </a:r>
          </a:p>
        </p:txBody>
      </p:sp>
      <p:grpSp>
        <p:nvGrpSpPr>
          <p:cNvPr id="2" name="Group 3">
            <a:extLst>
              <a:ext uri="{FF2B5EF4-FFF2-40B4-BE49-F238E27FC236}">
                <a16:creationId xmlns:a16="http://schemas.microsoft.com/office/drawing/2014/main" id="{D6EFC7AE-CE3D-4241-8770-7FD0BFA46F79}"/>
              </a:ext>
            </a:extLst>
          </p:cNvPr>
          <p:cNvGrpSpPr>
            <a:grpSpLocks/>
          </p:cNvGrpSpPr>
          <p:nvPr/>
        </p:nvGrpSpPr>
        <p:grpSpPr bwMode="auto">
          <a:xfrm>
            <a:off x="641350" y="4941168"/>
            <a:ext cx="7423150" cy="1485900"/>
            <a:chOff x="643" y="2699"/>
            <a:chExt cx="4676" cy="936"/>
          </a:xfrm>
        </p:grpSpPr>
        <p:sp>
          <p:nvSpPr>
            <p:cNvPr id="26671" name="AutoShape 4">
              <a:extLst>
                <a:ext uri="{FF2B5EF4-FFF2-40B4-BE49-F238E27FC236}">
                  <a16:creationId xmlns:a16="http://schemas.microsoft.com/office/drawing/2014/main" id="{811EF327-E452-4C73-8DF3-7E26CED582E1}"/>
                </a:ext>
              </a:extLst>
            </p:cNvPr>
            <p:cNvSpPr>
              <a:spLocks noChangeArrowheads="1"/>
            </p:cNvSpPr>
            <p:nvPr/>
          </p:nvSpPr>
          <p:spPr bwMode="auto">
            <a:xfrm>
              <a:off x="674" y="2726"/>
              <a:ext cx="204" cy="190"/>
            </a:xfrm>
            <a:prstGeom prst="triangle">
              <a:avLst>
                <a:gd name="adj" fmla="val 50000"/>
              </a:avLst>
            </a:prstGeom>
            <a:solidFill>
              <a:schemeClr val="accent1"/>
            </a:solidFill>
            <a:ln w="9525">
              <a:solidFill>
                <a:srgbClr val="339966"/>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6672" name="Text Box 5">
              <a:extLst>
                <a:ext uri="{FF2B5EF4-FFF2-40B4-BE49-F238E27FC236}">
                  <a16:creationId xmlns:a16="http://schemas.microsoft.com/office/drawing/2014/main" id="{8DDC691E-D602-4210-9D74-8634691281AB}"/>
                </a:ext>
              </a:extLst>
            </p:cNvPr>
            <p:cNvSpPr txBox="1">
              <a:spLocks noChangeArrowheads="1"/>
            </p:cNvSpPr>
            <p:nvPr/>
          </p:nvSpPr>
          <p:spPr bwMode="auto">
            <a:xfrm>
              <a:off x="970" y="2699"/>
              <a:ext cx="427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ea typeface="华文中宋" panose="02010600040101010101" pitchFamily="2" charset="-122"/>
                </a:rPr>
                <a:t>该定律的另一种通俗表述是：</a:t>
              </a:r>
              <a:r>
                <a:rPr lang="zh-CN" altLang="en-US" sz="2400" b="1" dirty="0">
                  <a:solidFill>
                    <a:schemeClr val="accent5">
                      <a:lumMod val="50000"/>
                    </a:schemeClr>
                  </a:solidFill>
                  <a:ea typeface="华文中宋" panose="02010600040101010101" pitchFamily="2" charset="-122"/>
                </a:rPr>
                <a:t>第一类永动机是不可能造成的。</a:t>
              </a:r>
            </a:p>
          </p:txBody>
        </p:sp>
        <p:sp>
          <p:nvSpPr>
            <p:cNvPr id="26673" name="Text Box 6">
              <a:extLst>
                <a:ext uri="{FF2B5EF4-FFF2-40B4-BE49-F238E27FC236}">
                  <a16:creationId xmlns:a16="http://schemas.microsoft.com/office/drawing/2014/main" id="{85ADB7F4-B3A4-477D-8B98-B2224973B151}"/>
                </a:ext>
              </a:extLst>
            </p:cNvPr>
            <p:cNvSpPr txBox="1">
              <a:spLocks noChangeArrowheads="1"/>
            </p:cNvSpPr>
            <p:nvPr/>
          </p:nvSpPr>
          <p:spPr bwMode="auto">
            <a:xfrm>
              <a:off x="643" y="3193"/>
              <a:ext cx="46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dirty="0">
                  <a:ea typeface="华文中宋" panose="02010600040101010101" pitchFamily="2" charset="-122"/>
                </a:rPr>
                <a:t>      第一类永动机是指能不断对外作功而又不需消耗任何形式的能量、或消耗较少的能量却能得到更多的机械功的机器。</a:t>
              </a:r>
            </a:p>
          </p:txBody>
        </p:sp>
      </p:grpSp>
      <p:sp>
        <p:nvSpPr>
          <p:cNvPr id="99345" name="Text Box 17">
            <a:extLst>
              <a:ext uri="{FF2B5EF4-FFF2-40B4-BE49-F238E27FC236}">
                <a16:creationId xmlns:a16="http://schemas.microsoft.com/office/drawing/2014/main" id="{7E2B40B8-84B6-4A5A-96FF-0ED22470253B}"/>
              </a:ext>
            </a:extLst>
          </p:cNvPr>
          <p:cNvSpPr txBox="1">
            <a:spLocks noChangeArrowheads="1"/>
          </p:cNvSpPr>
          <p:nvPr/>
        </p:nvSpPr>
        <p:spPr bwMode="auto">
          <a:xfrm>
            <a:off x="649288" y="2910111"/>
            <a:ext cx="8067675" cy="1919288"/>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b="1">
                <a:solidFill>
                  <a:srgbClr val="FF0000"/>
                </a:solidFill>
                <a:latin typeface="Comic Sans MS" panose="030F0702030302020204" pitchFamily="66" charset="0"/>
              </a:rPr>
              <a:t>关于</a:t>
            </a:r>
            <a:r>
              <a:rPr kumimoji="0" lang="zh-CN" altLang="en-US" b="1" i="1">
                <a:solidFill>
                  <a:srgbClr val="FF0000"/>
                </a:solidFill>
                <a:sym typeface="Symbol" panose="05050102010706020507" pitchFamily="18" charset="2"/>
              </a:rPr>
              <a:t></a:t>
            </a:r>
            <a:r>
              <a:rPr kumimoji="0" lang="en-US" altLang="zh-CN" b="1" i="1">
                <a:solidFill>
                  <a:srgbClr val="FF0000"/>
                </a:solidFill>
                <a:sym typeface="Symbol" panose="05050102010706020507" pitchFamily="18" charset="2"/>
              </a:rPr>
              <a:t>E、</a:t>
            </a:r>
            <a:r>
              <a:rPr kumimoji="0" lang="en-US" altLang="zh-CN" b="1" i="1">
                <a:solidFill>
                  <a:srgbClr val="FF0000"/>
                </a:solidFill>
              </a:rPr>
              <a:t>Q</a:t>
            </a:r>
            <a:r>
              <a:rPr kumimoji="0" lang="zh-CN" altLang="en-US" b="1">
                <a:solidFill>
                  <a:srgbClr val="FF0000"/>
                </a:solidFill>
              </a:rPr>
              <a:t>和</a:t>
            </a:r>
            <a:r>
              <a:rPr kumimoji="0" lang="en-US" altLang="zh-CN" b="1" i="1">
                <a:solidFill>
                  <a:srgbClr val="FF0000"/>
                </a:solidFill>
              </a:rPr>
              <a:t>W</a:t>
            </a:r>
            <a:r>
              <a:rPr kumimoji="0" lang="zh-CN" altLang="en-US" b="1">
                <a:solidFill>
                  <a:srgbClr val="FF0000"/>
                </a:solidFill>
                <a:latin typeface="Comic Sans MS" panose="030F0702030302020204" pitchFamily="66" charset="0"/>
              </a:rPr>
              <a:t>的符号规定：</a:t>
            </a:r>
          </a:p>
          <a:p>
            <a:pPr eaLnBrk="1" hangingPunct="1">
              <a:buFontTx/>
              <a:buNone/>
            </a:pPr>
            <a:r>
              <a:rPr kumimoji="0" lang="en-US" altLang="zh-CN" sz="2400" b="1">
                <a:latin typeface="Comic Sans MS" panose="030F0702030302020204" pitchFamily="66" charset="0"/>
              </a:rPr>
              <a:t>I).</a:t>
            </a:r>
            <a:r>
              <a:rPr kumimoji="0" lang="zh-CN" altLang="en-US" sz="2400" b="1">
                <a:latin typeface="Comic Sans MS" panose="030F0702030302020204" pitchFamily="66" charset="0"/>
              </a:rPr>
              <a:t>系统内能增加: </a:t>
            </a:r>
            <a:r>
              <a:rPr kumimoji="0" lang="zh-CN" altLang="en-US" sz="2400" b="1" i="1">
                <a:sym typeface="Symbol" panose="05050102010706020507" pitchFamily="18" charset="2"/>
              </a:rPr>
              <a:t></a:t>
            </a:r>
            <a:r>
              <a:rPr kumimoji="0" lang="en-US" altLang="zh-CN" sz="2400" b="1" i="1">
                <a:sym typeface="Symbol" panose="05050102010706020507" pitchFamily="18" charset="2"/>
              </a:rPr>
              <a:t>E</a:t>
            </a:r>
            <a:r>
              <a:rPr kumimoji="0" lang="en-US" altLang="zh-CN" sz="2400" b="1">
                <a:sym typeface="Symbol" panose="05050102010706020507" pitchFamily="18" charset="2"/>
              </a:rPr>
              <a:t>&gt;0</a:t>
            </a:r>
            <a:r>
              <a:rPr kumimoji="0" lang="en-US" altLang="zh-CN" sz="2400" b="1" i="1">
                <a:sym typeface="Symbol" panose="05050102010706020507" pitchFamily="18" charset="2"/>
              </a:rPr>
              <a:t>; </a:t>
            </a:r>
            <a:r>
              <a:rPr kumimoji="0" lang="zh-CN" altLang="en-US" sz="2400" b="1">
                <a:sym typeface="Symbol" panose="05050102010706020507" pitchFamily="18" charset="2"/>
              </a:rPr>
              <a:t>内能减少: </a:t>
            </a:r>
            <a:r>
              <a:rPr kumimoji="0" lang="zh-CN" altLang="en-US" sz="2400" b="1" i="1">
                <a:sym typeface="Symbol" panose="05050102010706020507" pitchFamily="18" charset="2"/>
              </a:rPr>
              <a:t></a:t>
            </a:r>
            <a:r>
              <a:rPr kumimoji="0" lang="en-US" altLang="zh-CN" sz="2400" b="1" i="1">
                <a:sym typeface="Symbol" panose="05050102010706020507" pitchFamily="18" charset="2"/>
              </a:rPr>
              <a:t>E&lt;</a:t>
            </a:r>
            <a:r>
              <a:rPr kumimoji="0" lang="en-US" altLang="zh-CN" sz="2400" b="1">
                <a:sym typeface="Symbol" panose="05050102010706020507" pitchFamily="18" charset="2"/>
              </a:rPr>
              <a:t>0;</a:t>
            </a:r>
            <a:endParaRPr kumimoji="0" lang="zh-CN" altLang="en-US" sz="2400" b="1">
              <a:latin typeface="Comic Sans MS" panose="030F0702030302020204" pitchFamily="66" charset="0"/>
            </a:endParaRPr>
          </a:p>
          <a:p>
            <a:pPr eaLnBrk="1" hangingPunct="1">
              <a:buFontTx/>
              <a:buNone/>
            </a:pPr>
            <a:r>
              <a:rPr kumimoji="0" lang="en-US" altLang="zh-CN" sz="2400" b="1">
                <a:latin typeface="Comic Sans MS" panose="030F0702030302020204" pitchFamily="66" charset="0"/>
              </a:rPr>
              <a:t>II).</a:t>
            </a:r>
            <a:r>
              <a:rPr kumimoji="0" lang="zh-CN" altLang="en-US" sz="2400" b="1">
                <a:latin typeface="Comic Sans MS" panose="030F0702030302020204" pitchFamily="66" charset="0"/>
              </a:rPr>
              <a:t> 系统从外界吸热</a:t>
            </a:r>
            <a:r>
              <a:rPr kumimoji="0" lang="en-US" altLang="zh-CN" sz="2400" b="1" i="1"/>
              <a:t>Q</a:t>
            </a:r>
            <a:r>
              <a:rPr kumimoji="0" lang="en-US" altLang="zh-CN" sz="2400" b="1"/>
              <a:t>&gt;0(</a:t>
            </a:r>
            <a:r>
              <a:rPr kumimoji="0" lang="zh-CN" altLang="en-US" sz="2400" b="1"/>
              <a:t>+)，放热</a:t>
            </a:r>
            <a:r>
              <a:rPr kumimoji="0" lang="en-US" altLang="zh-CN" sz="2400" b="1"/>
              <a:t>Q&lt;0(</a:t>
            </a:r>
            <a:r>
              <a:rPr kumimoji="0" lang="zh-CN" altLang="en-US" sz="2400" b="1"/>
              <a:t>-)</a:t>
            </a:r>
            <a:r>
              <a:rPr kumimoji="0" lang="zh-CN" altLang="en-US" sz="2400" b="1">
                <a:latin typeface="Comic Sans MS" panose="030F0702030302020204" pitchFamily="66" charset="0"/>
              </a:rPr>
              <a:t>；</a:t>
            </a:r>
          </a:p>
          <a:p>
            <a:pPr eaLnBrk="1" hangingPunct="1">
              <a:buFontTx/>
              <a:buNone/>
            </a:pPr>
            <a:r>
              <a:rPr kumimoji="0" lang="en-US" altLang="zh-CN" sz="2400" b="1">
                <a:latin typeface="Comic Sans MS" panose="030F0702030302020204" pitchFamily="66" charset="0"/>
              </a:rPr>
              <a:t>III).</a:t>
            </a:r>
            <a:r>
              <a:rPr kumimoji="0" lang="zh-CN" altLang="en-US" sz="2400" b="1">
                <a:latin typeface="Comic Sans MS" panose="030F0702030302020204" pitchFamily="66" charset="0"/>
              </a:rPr>
              <a:t>系统对外界做功</a:t>
            </a:r>
            <a:r>
              <a:rPr kumimoji="0" lang="en-US" altLang="zh-CN" sz="2400" b="1"/>
              <a:t>W&gt;0(</a:t>
            </a:r>
            <a:r>
              <a:rPr kumimoji="0" lang="zh-CN" altLang="en-US" sz="2400" b="1"/>
              <a:t>+) ，外界对系统做功</a:t>
            </a:r>
            <a:r>
              <a:rPr kumimoji="0" lang="en-US" altLang="zh-CN" sz="2400" b="1"/>
              <a:t>W&lt;0(</a:t>
            </a:r>
            <a:r>
              <a:rPr kumimoji="0" lang="zh-CN" altLang="en-US" sz="2400" b="1"/>
              <a:t>-)</a:t>
            </a:r>
          </a:p>
        </p:txBody>
      </p:sp>
      <p:grpSp>
        <p:nvGrpSpPr>
          <p:cNvPr id="26633" name="Group 18">
            <a:extLst>
              <a:ext uri="{FF2B5EF4-FFF2-40B4-BE49-F238E27FC236}">
                <a16:creationId xmlns:a16="http://schemas.microsoft.com/office/drawing/2014/main" id="{8F6B9B0B-FE7B-4481-85E4-A9BA6FA3212A}"/>
              </a:ext>
            </a:extLst>
          </p:cNvPr>
          <p:cNvGrpSpPr>
            <a:grpSpLocks/>
          </p:cNvGrpSpPr>
          <p:nvPr/>
        </p:nvGrpSpPr>
        <p:grpSpPr bwMode="auto">
          <a:xfrm>
            <a:off x="528638" y="1052736"/>
            <a:ext cx="8255000" cy="1738313"/>
            <a:chOff x="333" y="822"/>
            <a:chExt cx="5200" cy="1095"/>
          </a:xfrm>
        </p:grpSpPr>
        <p:grpSp>
          <p:nvGrpSpPr>
            <p:cNvPr id="26636" name="Group 19">
              <a:extLst>
                <a:ext uri="{FF2B5EF4-FFF2-40B4-BE49-F238E27FC236}">
                  <a16:creationId xmlns:a16="http://schemas.microsoft.com/office/drawing/2014/main" id="{1FD298F5-6889-433E-9335-64614BFF4F73}"/>
                </a:ext>
              </a:extLst>
            </p:cNvPr>
            <p:cNvGrpSpPr>
              <a:grpSpLocks/>
            </p:cNvGrpSpPr>
            <p:nvPr/>
          </p:nvGrpSpPr>
          <p:grpSpPr bwMode="auto">
            <a:xfrm>
              <a:off x="333" y="822"/>
              <a:ext cx="5200" cy="1095"/>
              <a:chOff x="333" y="822"/>
              <a:chExt cx="5200" cy="1095"/>
            </a:xfrm>
          </p:grpSpPr>
          <p:sp>
            <p:nvSpPr>
              <p:cNvPr id="26638" name="WordArt 20">
                <a:extLst>
                  <a:ext uri="{FF2B5EF4-FFF2-40B4-BE49-F238E27FC236}">
                    <a16:creationId xmlns:a16="http://schemas.microsoft.com/office/drawing/2014/main" id="{247211D9-F199-41BB-A251-0E5824B2A317}"/>
                  </a:ext>
                </a:extLst>
              </p:cNvPr>
              <p:cNvSpPr>
                <a:spLocks noChangeArrowheads="1" noChangeShapeType="1" noTextEdit="1"/>
              </p:cNvSpPr>
              <p:nvPr/>
            </p:nvSpPr>
            <p:spPr bwMode="auto">
              <a:xfrm>
                <a:off x="1878" y="1479"/>
                <a:ext cx="263" cy="269"/>
              </a:xfrm>
              <a:prstGeom prst="rect">
                <a:avLst/>
              </a:prstGeom>
            </p:spPr>
            <p:txBody>
              <a:bodyPr wrap="none" fromWordArt="1">
                <a:prstTxWarp prst="textPlain">
                  <a:avLst>
                    <a:gd name="adj" fmla="val 58972"/>
                  </a:avLst>
                </a:prstTxWarp>
              </a:bodyPr>
              <a:lstStyle/>
              <a:p>
                <a:pPr algn="ctr"/>
                <a:r>
                  <a:rPr lang="en-US" altLang="zh-CN" sz="3600" i="1" kern="10">
                    <a:ln w="9525">
                      <a:solidFill>
                        <a:srgbClr val="000000"/>
                      </a:solidFill>
                      <a:round/>
                      <a:headEnd/>
                      <a:tailEnd/>
                    </a:ln>
                    <a:latin typeface="宋体" panose="02010600030101010101" pitchFamily="2" charset="-122"/>
                  </a:rPr>
                  <a:t>Q</a:t>
                </a:r>
                <a:endParaRPr lang="zh-CN" altLang="en-US" sz="3600" i="1" kern="10">
                  <a:ln w="9525">
                    <a:solidFill>
                      <a:srgbClr val="000000"/>
                    </a:solidFill>
                    <a:round/>
                    <a:headEnd/>
                    <a:tailEnd/>
                  </a:ln>
                  <a:latin typeface="宋体" panose="02010600030101010101" pitchFamily="2" charset="-122"/>
                </a:endParaRPr>
              </a:p>
            </p:txBody>
          </p:sp>
          <p:grpSp>
            <p:nvGrpSpPr>
              <p:cNvPr id="26639" name="Group 21">
                <a:extLst>
                  <a:ext uri="{FF2B5EF4-FFF2-40B4-BE49-F238E27FC236}">
                    <a16:creationId xmlns:a16="http://schemas.microsoft.com/office/drawing/2014/main" id="{E0904DD9-BBDD-4ABF-BE5F-296F998633A1}"/>
                  </a:ext>
                </a:extLst>
              </p:cNvPr>
              <p:cNvGrpSpPr>
                <a:grpSpLocks/>
              </p:cNvGrpSpPr>
              <p:nvPr/>
            </p:nvGrpSpPr>
            <p:grpSpPr bwMode="auto">
              <a:xfrm rot="5400000">
                <a:off x="2224" y="1517"/>
                <a:ext cx="70" cy="166"/>
                <a:chOff x="2928" y="3216"/>
                <a:chExt cx="48" cy="240"/>
              </a:xfrm>
            </p:grpSpPr>
            <p:sp>
              <p:nvSpPr>
                <p:cNvPr id="26663" name="Line 22">
                  <a:extLst>
                    <a:ext uri="{FF2B5EF4-FFF2-40B4-BE49-F238E27FC236}">
                      <a16:creationId xmlns:a16="http://schemas.microsoft.com/office/drawing/2014/main" id="{7BC58253-5348-480E-A0BB-B734907B84B3}"/>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23">
                  <a:extLst>
                    <a:ext uri="{FF2B5EF4-FFF2-40B4-BE49-F238E27FC236}">
                      <a16:creationId xmlns:a16="http://schemas.microsoft.com/office/drawing/2014/main" id="{3D045B41-C154-4BB6-A8CD-1CEE3C2F5AE1}"/>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640" name="Group 24">
                <a:extLst>
                  <a:ext uri="{FF2B5EF4-FFF2-40B4-BE49-F238E27FC236}">
                    <a16:creationId xmlns:a16="http://schemas.microsoft.com/office/drawing/2014/main" id="{422B5F01-A385-4F29-BDBF-34088A952C52}"/>
                  </a:ext>
                </a:extLst>
              </p:cNvPr>
              <p:cNvGrpSpPr>
                <a:grpSpLocks/>
              </p:cNvGrpSpPr>
              <p:nvPr/>
            </p:nvGrpSpPr>
            <p:grpSpPr bwMode="auto">
              <a:xfrm>
                <a:off x="3183" y="1524"/>
                <a:ext cx="190" cy="182"/>
                <a:chOff x="4176" y="2145"/>
                <a:chExt cx="576" cy="576"/>
              </a:xfrm>
            </p:grpSpPr>
            <p:sp>
              <p:nvSpPr>
                <p:cNvPr id="26661" name="Line 25">
                  <a:extLst>
                    <a:ext uri="{FF2B5EF4-FFF2-40B4-BE49-F238E27FC236}">
                      <a16:creationId xmlns:a16="http://schemas.microsoft.com/office/drawing/2014/main" id="{20B50631-AEA4-4180-847A-018C29FF79E7}"/>
                    </a:ext>
                  </a:extLst>
                </p:cNvPr>
                <p:cNvSpPr>
                  <a:spLocks noChangeShapeType="1"/>
                </p:cNvSpPr>
                <p:nvPr/>
              </p:nvSpPr>
              <p:spPr bwMode="auto">
                <a:xfrm>
                  <a:off x="4176" y="2433"/>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2" name="Line 26">
                  <a:extLst>
                    <a:ext uri="{FF2B5EF4-FFF2-40B4-BE49-F238E27FC236}">
                      <a16:creationId xmlns:a16="http://schemas.microsoft.com/office/drawing/2014/main" id="{11B6F0B4-469D-4504-A0F1-E060ABD18ADF}"/>
                    </a:ext>
                  </a:extLst>
                </p:cNvPr>
                <p:cNvSpPr>
                  <a:spLocks noChangeShapeType="1"/>
                </p:cNvSpPr>
                <p:nvPr/>
              </p:nvSpPr>
              <p:spPr bwMode="auto">
                <a:xfrm>
                  <a:off x="4464" y="2145"/>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41" name="WordArt 27">
                <a:extLst>
                  <a:ext uri="{FF2B5EF4-FFF2-40B4-BE49-F238E27FC236}">
                    <a16:creationId xmlns:a16="http://schemas.microsoft.com/office/drawing/2014/main" id="{36A34067-0A57-44B8-8D36-36E5BA7903BA}"/>
                  </a:ext>
                </a:extLst>
              </p:cNvPr>
              <p:cNvSpPr>
                <a:spLocks noChangeArrowheads="1" noChangeShapeType="1" noTextEdit="1"/>
              </p:cNvSpPr>
              <p:nvPr/>
            </p:nvSpPr>
            <p:spPr bwMode="auto">
              <a:xfrm>
                <a:off x="3390" y="1507"/>
                <a:ext cx="243" cy="209"/>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26642" name="Rectangle 28">
                <a:extLst>
                  <a:ext uri="{FF2B5EF4-FFF2-40B4-BE49-F238E27FC236}">
                    <a16:creationId xmlns:a16="http://schemas.microsoft.com/office/drawing/2014/main" id="{79928EE9-82B3-444A-B8E3-CADFCBE24258}"/>
                  </a:ext>
                </a:extLst>
              </p:cNvPr>
              <p:cNvSpPr>
                <a:spLocks noChangeArrowheads="1"/>
              </p:cNvSpPr>
              <p:nvPr/>
            </p:nvSpPr>
            <p:spPr bwMode="auto">
              <a:xfrm>
                <a:off x="333" y="924"/>
                <a:ext cx="5200" cy="993"/>
              </a:xfrm>
              <a:prstGeom prst="rect">
                <a:avLst/>
              </a:prstGeom>
              <a:noFill/>
              <a:ln w="381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6643" name="Rectangle 29">
                <a:extLst>
                  <a:ext uri="{FF2B5EF4-FFF2-40B4-BE49-F238E27FC236}">
                    <a16:creationId xmlns:a16="http://schemas.microsoft.com/office/drawing/2014/main" id="{CC773357-DF0F-4D88-BBF1-FF35C9D37C2D}"/>
                  </a:ext>
                </a:extLst>
              </p:cNvPr>
              <p:cNvSpPr>
                <a:spLocks noChangeArrowheads="1"/>
              </p:cNvSpPr>
              <p:nvPr/>
            </p:nvSpPr>
            <p:spPr bwMode="auto">
              <a:xfrm>
                <a:off x="599" y="864"/>
                <a:ext cx="4691" cy="144"/>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6644" name="WordArt 30">
                <a:extLst>
                  <a:ext uri="{FF2B5EF4-FFF2-40B4-BE49-F238E27FC236}">
                    <a16:creationId xmlns:a16="http://schemas.microsoft.com/office/drawing/2014/main" id="{362CF8F6-EFC4-4398-8482-A6307FDB748A}"/>
                  </a:ext>
                </a:extLst>
              </p:cNvPr>
              <p:cNvSpPr>
                <a:spLocks noChangeArrowheads="1" noChangeShapeType="1" noTextEdit="1"/>
              </p:cNvSpPr>
              <p:nvPr/>
            </p:nvSpPr>
            <p:spPr bwMode="auto">
              <a:xfrm>
                <a:off x="737" y="822"/>
                <a:ext cx="4250" cy="218"/>
              </a:xfrm>
              <a:prstGeom prst="rect">
                <a:avLst/>
              </a:prstGeom>
            </p:spPr>
            <p:txBody>
              <a:bodyPr wrap="none" fromWordArt="1">
                <a:prstTxWarp prst="textPlain">
                  <a:avLst>
                    <a:gd name="adj" fmla="val 50000"/>
                  </a:avLst>
                </a:prstTxWarp>
              </a:bodyPr>
              <a:lstStyle/>
              <a:p>
                <a:pPr algn="ctr"/>
                <a:r>
                  <a:rPr lang="zh-CN" altLang="en-US" sz="3600" kern="10" dirty="0">
                    <a:ln w="9525">
                      <a:solidFill>
                        <a:srgbClr val="006600"/>
                      </a:solidFill>
                      <a:round/>
                      <a:headEnd/>
                      <a:tailEnd/>
                    </a:ln>
                    <a:solidFill>
                      <a:srgbClr val="006600"/>
                    </a:solidFill>
                    <a:latin typeface="华文中宋" panose="02010600040101010101" pitchFamily="2" charset="-122"/>
                    <a:ea typeface="华文中宋" panose="02010600040101010101" pitchFamily="2" charset="-122"/>
                  </a:rPr>
                  <a:t>在任何一个热力学过程中，封闭系统所吸收的热量</a:t>
                </a:r>
              </a:p>
            </p:txBody>
          </p:sp>
          <p:sp>
            <p:nvSpPr>
              <p:cNvPr id="26645" name="WordArt 31">
                <a:extLst>
                  <a:ext uri="{FF2B5EF4-FFF2-40B4-BE49-F238E27FC236}">
                    <a16:creationId xmlns:a16="http://schemas.microsoft.com/office/drawing/2014/main" id="{704B8C59-967D-464A-B1DD-89D652084607}"/>
                  </a:ext>
                </a:extLst>
              </p:cNvPr>
              <p:cNvSpPr>
                <a:spLocks noChangeArrowheads="1" noChangeShapeType="1" noTextEdit="1"/>
              </p:cNvSpPr>
              <p:nvPr/>
            </p:nvSpPr>
            <p:spPr bwMode="auto">
              <a:xfrm>
                <a:off x="449" y="1103"/>
                <a:ext cx="1927" cy="223"/>
              </a:xfrm>
              <a:prstGeom prst="rect">
                <a:avLst/>
              </a:prstGeom>
            </p:spPr>
            <p:txBody>
              <a:bodyPr wrap="none" fromWordArt="1">
                <a:prstTxWarp prst="textPlain">
                  <a:avLst>
                    <a:gd name="adj" fmla="val 50000"/>
                  </a:avLst>
                </a:prstTxWarp>
              </a:bodyPr>
              <a:lstStyle/>
              <a:p>
                <a:pPr algn="ctr"/>
                <a:r>
                  <a:rPr lang="zh-CN" altLang="en-US" sz="2800" kern="10">
                    <a:ln w="9525">
                      <a:solidFill>
                        <a:srgbClr val="006600"/>
                      </a:solidFill>
                      <a:round/>
                      <a:headEnd/>
                      <a:tailEnd/>
                    </a:ln>
                    <a:solidFill>
                      <a:srgbClr val="006600"/>
                    </a:solidFill>
                    <a:latin typeface="华文中宋" panose="02010600040101010101" pitchFamily="2" charset="-122"/>
                    <a:ea typeface="华文中宋" panose="02010600040101010101" pitchFamily="2" charset="-122"/>
                  </a:rPr>
                  <a:t>等于系统内能的增量</a:t>
                </a:r>
              </a:p>
            </p:txBody>
          </p:sp>
          <p:sp>
            <p:nvSpPr>
              <p:cNvPr id="26646" name="WordArt 32">
                <a:extLst>
                  <a:ext uri="{FF2B5EF4-FFF2-40B4-BE49-F238E27FC236}">
                    <a16:creationId xmlns:a16="http://schemas.microsoft.com/office/drawing/2014/main" id="{72E9B21C-C9FE-467D-A916-C4E140AD1686}"/>
                  </a:ext>
                </a:extLst>
              </p:cNvPr>
              <p:cNvSpPr>
                <a:spLocks noChangeArrowheads="1" noChangeShapeType="1" noTextEdit="1"/>
              </p:cNvSpPr>
              <p:nvPr/>
            </p:nvSpPr>
            <p:spPr bwMode="auto">
              <a:xfrm>
                <a:off x="3163" y="1121"/>
                <a:ext cx="2224" cy="211"/>
              </a:xfrm>
              <a:prstGeom prst="rect">
                <a:avLst/>
              </a:prstGeom>
            </p:spPr>
            <p:txBody>
              <a:bodyPr wrap="none" fromWordArt="1">
                <a:prstTxWarp prst="textPlain">
                  <a:avLst>
                    <a:gd name="adj" fmla="val 50000"/>
                  </a:avLst>
                </a:prstTxWarp>
              </a:bodyPr>
              <a:lstStyle/>
              <a:p>
                <a:pPr algn="ctr"/>
                <a:r>
                  <a:rPr lang="zh-CN" altLang="en-US" sz="3600" kern="10">
                    <a:ln w="9525">
                      <a:solidFill>
                        <a:srgbClr val="006600"/>
                      </a:solidFill>
                      <a:round/>
                      <a:headEnd/>
                      <a:tailEnd/>
                    </a:ln>
                    <a:solidFill>
                      <a:srgbClr val="006600"/>
                    </a:solidFill>
                    <a:latin typeface="华文中宋" panose="02010600040101010101" pitchFamily="2" charset="-122"/>
                    <a:ea typeface="华文中宋" panose="02010600040101010101" pitchFamily="2" charset="-122"/>
                  </a:rPr>
                  <a:t>与系统对外作功   之和。</a:t>
                </a:r>
              </a:p>
            </p:txBody>
          </p:sp>
          <p:sp>
            <p:nvSpPr>
              <p:cNvPr id="26647" name="WordArt 33">
                <a:extLst>
                  <a:ext uri="{FF2B5EF4-FFF2-40B4-BE49-F238E27FC236}">
                    <a16:creationId xmlns:a16="http://schemas.microsoft.com/office/drawing/2014/main" id="{FB9787E6-2796-450B-BB38-FBB7A1BAD719}"/>
                  </a:ext>
                </a:extLst>
              </p:cNvPr>
              <p:cNvSpPr>
                <a:spLocks noChangeArrowheads="1" noChangeShapeType="1" noTextEdit="1"/>
              </p:cNvSpPr>
              <p:nvPr/>
            </p:nvSpPr>
            <p:spPr bwMode="auto">
              <a:xfrm>
                <a:off x="4665" y="1136"/>
                <a:ext cx="191" cy="168"/>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26648" name="WordArt 34">
                <a:extLst>
                  <a:ext uri="{FF2B5EF4-FFF2-40B4-BE49-F238E27FC236}">
                    <a16:creationId xmlns:a16="http://schemas.microsoft.com/office/drawing/2014/main" id="{CC6247E3-FDF1-4D80-85F2-92FD44A804D9}"/>
                  </a:ext>
                </a:extLst>
              </p:cNvPr>
              <p:cNvSpPr>
                <a:spLocks noChangeArrowheads="1" noChangeShapeType="1" noTextEdit="1"/>
              </p:cNvSpPr>
              <p:nvPr/>
            </p:nvSpPr>
            <p:spPr bwMode="auto">
              <a:xfrm>
                <a:off x="5046" y="825"/>
                <a:ext cx="159" cy="203"/>
              </a:xfrm>
              <a:prstGeom prst="rect">
                <a:avLst/>
              </a:prstGeom>
            </p:spPr>
            <p:txBody>
              <a:bodyPr wrap="none" fromWordArt="1">
                <a:prstTxWarp prst="textPlain">
                  <a:avLst>
                    <a:gd name="adj" fmla="val 58972"/>
                  </a:avLst>
                </a:prstTxWarp>
              </a:bodyPr>
              <a:lstStyle/>
              <a:p>
                <a:pPr algn="ctr"/>
                <a:r>
                  <a:rPr lang="en-US" altLang="zh-CN" sz="3600" i="1" kern="10">
                    <a:ln w="9525">
                      <a:solidFill>
                        <a:srgbClr val="000000"/>
                      </a:solidFill>
                      <a:round/>
                      <a:headEnd/>
                      <a:tailEnd/>
                    </a:ln>
                    <a:latin typeface="宋体" panose="02010600030101010101" pitchFamily="2" charset="-122"/>
                  </a:rPr>
                  <a:t>Q</a:t>
                </a:r>
                <a:endParaRPr lang="zh-CN" altLang="en-US" sz="3600" i="1" kern="10">
                  <a:ln w="9525">
                    <a:solidFill>
                      <a:srgbClr val="000000"/>
                    </a:solidFill>
                    <a:round/>
                    <a:headEnd/>
                    <a:tailEnd/>
                  </a:ln>
                  <a:latin typeface="宋体" panose="02010600030101010101" pitchFamily="2" charset="-122"/>
                </a:endParaRPr>
              </a:p>
            </p:txBody>
          </p:sp>
          <p:grpSp>
            <p:nvGrpSpPr>
              <p:cNvPr id="26649" name="Group 35">
                <a:extLst>
                  <a:ext uri="{FF2B5EF4-FFF2-40B4-BE49-F238E27FC236}">
                    <a16:creationId xmlns:a16="http://schemas.microsoft.com/office/drawing/2014/main" id="{53FD2F5C-F512-4B45-AE98-A167C1BAC0FC}"/>
                  </a:ext>
                </a:extLst>
              </p:cNvPr>
              <p:cNvGrpSpPr>
                <a:grpSpLocks/>
              </p:cNvGrpSpPr>
              <p:nvPr/>
            </p:nvGrpSpPr>
            <p:grpSpPr bwMode="auto">
              <a:xfrm>
                <a:off x="2475" y="1130"/>
                <a:ext cx="609" cy="190"/>
                <a:chOff x="2475" y="1130"/>
                <a:chExt cx="609" cy="190"/>
              </a:xfrm>
            </p:grpSpPr>
            <p:sp>
              <p:nvSpPr>
                <p:cNvPr id="26656" name="WordArt 36">
                  <a:extLst>
                    <a:ext uri="{FF2B5EF4-FFF2-40B4-BE49-F238E27FC236}">
                      <a16:creationId xmlns:a16="http://schemas.microsoft.com/office/drawing/2014/main" id="{02926E61-445A-4FAB-B330-EB62E2858EAB}"/>
                    </a:ext>
                  </a:extLst>
                </p:cNvPr>
                <p:cNvSpPr>
                  <a:spLocks noChangeArrowheads="1" noChangeShapeType="1" noTextEdit="1"/>
                </p:cNvSpPr>
                <p:nvPr/>
              </p:nvSpPr>
              <p:spPr bwMode="auto">
                <a:xfrm>
                  <a:off x="3039" y="1237"/>
                  <a:ext cx="45" cy="8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26657" name="WordArt 37">
                  <a:extLst>
                    <a:ext uri="{FF2B5EF4-FFF2-40B4-BE49-F238E27FC236}">
                      <a16:creationId xmlns:a16="http://schemas.microsoft.com/office/drawing/2014/main" id="{E747C6D4-EDBB-4326-9A9F-77C7652D4DAF}"/>
                    </a:ext>
                  </a:extLst>
                </p:cNvPr>
                <p:cNvSpPr>
                  <a:spLocks noChangeArrowheads="1" noChangeShapeType="1" noTextEdit="1"/>
                </p:cNvSpPr>
                <p:nvPr/>
              </p:nvSpPr>
              <p:spPr bwMode="auto">
                <a:xfrm>
                  <a:off x="2637" y="1226"/>
                  <a:ext cx="58" cy="84"/>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26658" name="WordArt 38">
                  <a:extLst>
                    <a:ext uri="{FF2B5EF4-FFF2-40B4-BE49-F238E27FC236}">
                      <a16:creationId xmlns:a16="http://schemas.microsoft.com/office/drawing/2014/main" id="{078A6302-7834-4442-9476-359A9763F20F}"/>
                    </a:ext>
                  </a:extLst>
                </p:cNvPr>
                <p:cNvSpPr>
                  <a:spLocks noChangeArrowheads="1" noChangeShapeType="1" noTextEdit="1"/>
                </p:cNvSpPr>
                <p:nvPr/>
              </p:nvSpPr>
              <p:spPr bwMode="auto">
                <a:xfrm>
                  <a:off x="2475" y="1130"/>
                  <a:ext cx="168" cy="16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E</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26659" name="Line 39">
                  <a:extLst>
                    <a:ext uri="{FF2B5EF4-FFF2-40B4-BE49-F238E27FC236}">
                      <a16:creationId xmlns:a16="http://schemas.microsoft.com/office/drawing/2014/main" id="{BE0C52CF-2050-4D80-95B7-902C9B3C1B38}"/>
                    </a:ext>
                  </a:extLst>
                </p:cNvPr>
                <p:cNvSpPr>
                  <a:spLocks noChangeShapeType="1"/>
                </p:cNvSpPr>
                <p:nvPr/>
              </p:nvSpPr>
              <p:spPr bwMode="auto">
                <a:xfrm>
                  <a:off x="2729" y="1209"/>
                  <a:ext cx="12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0" name="WordArt 40">
                  <a:extLst>
                    <a:ext uri="{FF2B5EF4-FFF2-40B4-BE49-F238E27FC236}">
                      <a16:creationId xmlns:a16="http://schemas.microsoft.com/office/drawing/2014/main" id="{47AC0E72-1080-4789-A5EF-DC8633CDB97A}"/>
                    </a:ext>
                  </a:extLst>
                </p:cNvPr>
                <p:cNvSpPr>
                  <a:spLocks noChangeArrowheads="1" noChangeShapeType="1" noTextEdit="1"/>
                </p:cNvSpPr>
                <p:nvPr/>
              </p:nvSpPr>
              <p:spPr bwMode="auto">
                <a:xfrm>
                  <a:off x="2870" y="1146"/>
                  <a:ext cx="168" cy="16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E</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grpSp>
            <p:nvGrpSpPr>
              <p:cNvPr id="26650" name="Group 41">
                <a:extLst>
                  <a:ext uri="{FF2B5EF4-FFF2-40B4-BE49-F238E27FC236}">
                    <a16:creationId xmlns:a16="http://schemas.microsoft.com/office/drawing/2014/main" id="{ABF599EF-DF80-43EC-A280-4F7EB528849C}"/>
                  </a:ext>
                </a:extLst>
              </p:cNvPr>
              <p:cNvGrpSpPr>
                <a:grpSpLocks/>
              </p:cNvGrpSpPr>
              <p:nvPr/>
            </p:nvGrpSpPr>
            <p:grpSpPr bwMode="auto">
              <a:xfrm>
                <a:off x="2418" y="1480"/>
                <a:ext cx="677" cy="241"/>
                <a:chOff x="2475" y="1130"/>
                <a:chExt cx="609" cy="190"/>
              </a:xfrm>
            </p:grpSpPr>
            <p:sp>
              <p:nvSpPr>
                <p:cNvPr id="26651" name="WordArt 42">
                  <a:extLst>
                    <a:ext uri="{FF2B5EF4-FFF2-40B4-BE49-F238E27FC236}">
                      <a16:creationId xmlns:a16="http://schemas.microsoft.com/office/drawing/2014/main" id="{D1A25ECC-6F59-4EB3-BC88-4382E16D6500}"/>
                    </a:ext>
                  </a:extLst>
                </p:cNvPr>
                <p:cNvSpPr>
                  <a:spLocks noChangeArrowheads="1" noChangeShapeType="1" noTextEdit="1"/>
                </p:cNvSpPr>
                <p:nvPr/>
              </p:nvSpPr>
              <p:spPr bwMode="auto">
                <a:xfrm>
                  <a:off x="3039" y="1237"/>
                  <a:ext cx="45" cy="8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26652" name="WordArt 43">
                  <a:extLst>
                    <a:ext uri="{FF2B5EF4-FFF2-40B4-BE49-F238E27FC236}">
                      <a16:creationId xmlns:a16="http://schemas.microsoft.com/office/drawing/2014/main" id="{2F4FD570-436B-4FE7-B5B8-1609E935254F}"/>
                    </a:ext>
                  </a:extLst>
                </p:cNvPr>
                <p:cNvSpPr>
                  <a:spLocks noChangeArrowheads="1" noChangeShapeType="1" noTextEdit="1"/>
                </p:cNvSpPr>
                <p:nvPr/>
              </p:nvSpPr>
              <p:spPr bwMode="auto">
                <a:xfrm>
                  <a:off x="2637" y="1226"/>
                  <a:ext cx="58" cy="84"/>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26653" name="WordArt 44">
                  <a:extLst>
                    <a:ext uri="{FF2B5EF4-FFF2-40B4-BE49-F238E27FC236}">
                      <a16:creationId xmlns:a16="http://schemas.microsoft.com/office/drawing/2014/main" id="{F5BECE9E-80C5-430C-8B76-B69102E34C3C}"/>
                    </a:ext>
                  </a:extLst>
                </p:cNvPr>
                <p:cNvSpPr>
                  <a:spLocks noChangeArrowheads="1" noChangeShapeType="1" noTextEdit="1"/>
                </p:cNvSpPr>
                <p:nvPr/>
              </p:nvSpPr>
              <p:spPr bwMode="auto">
                <a:xfrm>
                  <a:off x="2475" y="1130"/>
                  <a:ext cx="168" cy="16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E</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26654" name="Line 45">
                  <a:extLst>
                    <a:ext uri="{FF2B5EF4-FFF2-40B4-BE49-F238E27FC236}">
                      <a16:creationId xmlns:a16="http://schemas.microsoft.com/office/drawing/2014/main" id="{9C67DBF4-66C9-413B-8991-12F3771FCEF3}"/>
                    </a:ext>
                  </a:extLst>
                </p:cNvPr>
                <p:cNvSpPr>
                  <a:spLocks noChangeShapeType="1"/>
                </p:cNvSpPr>
                <p:nvPr/>
              </p:nvSpPr>
              <p:spPr bwMode="auto">
                <a:xfrm>
                  <a:off x="2729" y="1209"/>
                  <a:ext cx="12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5" name="WordArt 46">
                  <a:extLst>
                    <a:ext uri="{FF2B5EF4-FFF2-40B4-BE49-F238E27FC236}">
                      <a16:creationId xmlns:a16="http://schemas.microsoft.com/office/drawing/2014/main" id="{B1FA0682-A1AA-4D04-8087-1CED608F75A4}"/>
                    </a:ext>
                  </a:extLst>
                </p:cNvPr>
                <p:cNvSpPr>
                  <a:spLocks noChangeArrowheads="1" noChangeShapeType="1" noTextEdit="1"/>
                </p:cNvSpPr>
                <p:nvPr/>
              </p:nvSpPr>
              <p:spPr bwMode="auto">
                <a:xfrm>
                  <a:off x="2870" y="1146"/>
                  <a:ext cx="168" cy="16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E</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grpSp>
        <p:sp>
          <p:nvSpPr>
            <p:cNvPr id="26637" name="Text Box 47">
              <a:extLst>
                <a:ext uri="{FF2B5EF4-FFF2-40B4-BE49-F238E27FC236}">
                  <a16:creationId xmlns:a16="http://schemas.microsoft.com/office/drawing/2014/main" id="{5BDAC214-8936-4514-B9DC-90A5C6A4420D}"/>
                </a:ext>
              </a:extLst>
            </p:cNvPr>
            <p:cNvSpPr txBox="1">
              <a:spLocks noChangeArrowheads="1"/>
            </p:cNvSpPr>
            <p:nvPr/>
          </p:nvSpPr>
          <p:spPr bwMode="auto">
            <a:xfrm>
              <a:off x="3939" y="1440"/>
              <a:ext cx="1338" cy="34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a:t>d</a:t>
              </a:r>
              <a:r>
                <a:rPr lang="en-US" altLang="zh-CN" sz="2800" b="1" i="1"/>
                <a:t>Q</a:t>
              </a:r>
              <a:r>
                <a:rPr lang="en-US" altLang="zh-CN" sz="2800" b="1"/>
                <a:t>=d</a:t>
              </a:r>
              <a:r>
                <a:rPr lang="en-US" altLang="zh-CN" sz="2800" b="1" i="1"/>
                <a:t>E</a:t>
              </a:r>
              <a:r>
                <a:rPr lang="en-US" altLang="zh-CN" sz="2800" b="1"/>
                <a:t>+d</a:t>
              </a:r>
              <a:r>
                <a:rPr lang="en-US" altLang="zh-CN" sz="2800" b="1" i="1"/>
                <a:t>W</a:t>
              </a:r>
              <a:endParaRPr lang="zh-CN" altLang="en-US" sz="2800" b="1" i="1"/>
            </a:p>
          </p:txBody>
        </p:sp>
      </p:grpSp>
      <p:sp>
        <p:nvSpPr>
          <p:cNvPr id="26635" name="Rectangle 49">
            <a:extLst>
              <a:ext uri="{FF2B5EF4-FFF2-40B4-BE49-F238E27FC236}">
                <a16:creationId xmlns:a16="http://schemas.microsoft.com/office/drawing/2014/main" id="{0D9A460E-0CCD-4456-9E06-AE98C3DB1E5A}"/>
              </a:ext>
            </a:extLst>
          </p:cNvPr>
          <p:cNvSpPr>
            <a:spLocks noChangeArrowheads="1"/>
          </p:cNvSpPr>
          <p:nvPr/>
        </p:nvSpPr>
        <p:spPr bwMode="auto">
          <a:xfrm>
            <a:off x="2819400" y="1927449"/>
            <a:ext cx="2987675" cy="74612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4" name="文本框 3">
            <a:extLst>
              <a:ext uri="{FF2B5EF4-FFF2-40B4-BE49-F238E27FC236}">
                <a16:creationId xmlns:a16="http://schemas.microsoft.com/office/drawing/2014/main" id="{F652B4F7-81D5-4C51-8CC4-8BB8611B21E2}"/>
              </a:ext>
            </a:extLst>
          </p:cNvPr>
          <p:cNvSpPr txBox="1"/>
          <p:nvPr/>
        </p:nvSpPr>
        <p:spPr>
          <a:xfrm>
            <a:off x="1046609" y="213822"/>
            <a:ext cx="2882454" cy="523220"/>
          </a:xfrm>
          <a:prstGeom prst="rect">
            <a:avLst/>
          </a:prstGeom>
          <a:noFill/>
        </p:spPr>
        <p:txBody>
          <a:bodyPr wrap="square" rtlCol="0">
            <a:spAutoFit/>
          </a:bodyPr>
          <a:lstStyle/>
          <a:p>
            <a:r>
              <a:rPr lang="zh-CN" altLang="en-US" sz="2800" kern="10" dirty="0">
                <a:ln w="9525">
                  <a:solidFill>
                    <a:srgbClr val="CC0000"/>
                  </a:solidFill>
                  <a:round/>
                  <a:headEnd/>
                  <a:tailEnd/>
                </a:ln>
                <a:solidFill>
                  <a:srgbClr val="CC0000"/>
                </a:solidFill>
                <a:latin typeface="华文中宋"/>
                <a:ea typeface="华文中宋"/>
              </a:rPr>
              <a:t>热力学第一定律</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9345"/>
                                        </p:tgtEl>
                                        <p:attrNameLst>
                                          <p:attrName>style.visibility</p:attrName>
                                        </p:attrNameLst>
                                      </p:cBhvr>
                                      <p:to>
                                        <p:strVal val="visible"/>
                                      </p:to>
                                    </p:set>
                                    <p:anim calcmode="lin" valueType="num">
                                      <p:cBhvr additive="base">
                                        <p:cTn id="7" dur="500" fill="hold"/>
                                        <p:tgtEl>
                                          <p:spTgt spid="99345"/>
                                        </p:tgtEl>
                                        <p:attrNameLst>
                                          <p:attrName>ppt_x</p:attrName>
                                        </p:attrNameLst>
                                      </p:cBhvr>
                                      <p:tavLst>
                                        <p:tav tm="0">
                                          <p:val>
                                            <p:strVal val="#ppt_x"/>
                                          </p:val>
                                        </p:tav>
                                        <p:tav tm="100000">
                                          <p:val>
                                            <p:strVal val="#ppt_x"/>
                                          </p:val>
                                        </p:tav>
                                      </p:tavLst>
                                    </p:anim>
                                    <p:anim calcmode="lin" valueType="num">
                                      <p:cBhvr additive="base">
                                        <p:cTn id="8" dur="500" fill="hold"/>
                                        <p:tgtEl>
                                          <p:spTgt spid="9934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4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4EAEC49E-F073-4909-84E0-412D36BE303A}"/>
              </a:ext>
            </a:extLst>
          </p:cNvPr>
          <p:cNvGrpSpPr>
            <a:grpSpLocks/>
          </p:cNvGrpSpPr>
          <p:nvPr/>
        </p:nvGrpSpPr>
        <p:grpSpPr bwMode="auto">
          <a:xfrm>
            <a:off x="539552" y="1124744"/>
            <a:ext cx="4299476" cy="4350692"/>
            <a:chOff x="158" y="848"/>
            <a:chExt cx="2034" cy="2287"/>
          </a:xfrm>
        </p:grpSpPr>
        <p:sp>
          <p:nvSpPr>
            <p:cNvPr id="5" name="Text Box 18">
              <a:extLst>
                <a:ext uri="{FF2B5EF4-FFF2-40B4-BE49-F238E27FC236}">
                  <a16:creationId xmlns:a16="http://schemas.microsoft.com/office/drawing/2014/main" id="{2D044553-D087-47EA-A23A-49F379D9736C}"/>
                </a:ext>
              </a:extLst>
            </p:cNvPr>
            <p:cNvSpPr txBox="1">
              <a:spLocks noChangeArrowheads="1"/>
            </p:cNvSpPr>
            <p:nvPr/>
          </p:nvSpPr>
          <p:spPr bwMode="auto">
            <a:xfrm>
              <a:off x="387" y="848"/>
              <a:ext cx="158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CC0000"/>
                  </a:solidFill>
                  <a:ea typeface="华文中宋" panose="02010600040101010101" pitchFamily="2" charset="-122"/>
                </a:rPr>
                <a:t>理想气体的物态方程</a:t>
              </a:r>
              <a:endParaRPr lang="zh-CN" altLang="en-US" sz="3600" b="1" dirty="0">
                <a:ea typeface="华文中宋" panose="02010600040101010101" pitchFamily="2" charset="-122"/>
              </a:endParaRPr>
            </a:p>
          </p:txBody>
        </p:sp>
        <p:grpSp>
          <p:nvGrpSpPr>
            <p:cNvPr id="6" name="Group 19">
              <a:extLst>
                <a:ext uri="{FF2B5EF4-FFF2-40B4-BE49-F238E27FC236}">
                  <a16:creationId xmlns:a16="http://schemas.microsoft.com/office/drawing/2014/main" id="{500D216B-20E2-4532-ACD7-4D4A4B20087F}"/>
                </a:ext>
              </a:extLst>
            </p:cNvPr>
            <p:cNvGrpSpPr>
              <a:grpSpLocks/>
            </p:cNvGrpSpPr>
            <p:nvPr/>
          </p:nvGrpSpPr>
          <p:grpSpPr bwMode="auto">
            <a:xfrm>
              <a:off x="610" y="1126"/>
              <a:ext cx="1181" cy="299"/>
              <a:chOff x="574" y="821"/>
              <a:chExt cx="1181" cy="292"/>
            </a:xfrm>
          </p:grpSpPr>
          <p:grpSp>
            <p:nvGrpSpPr>
              <p:cNvPr id="32" name="Group 20">
                <a:extLst>
                  <a:ext uri="{FF2B5EF4-FFF2-40B4-BE49-F238E27FC236}">
                    <a16:creationId xmlns:a16="http://schemas.microsoft.com/office/drawing/2014/main" id="{88B2A2DC-0D92-43B8-98DC-A64AAEEF4A77}"/>
                  </a:ext>
                </a:extLst>
              </p:cNvPr>
              <p:cNvGrpSpPr>
                <a:grpSpLocks/>
              </p:cNvGrpSpPr>
              <p:nvPr/>
            </p:nvGrpSpPr>
            <p:grpSpPr bwMode="auto">
              <a:xfrm rot="5400000">
                <a:off x="945" y="914"/>
                <a:ext cx="50" cy="137"/>
                <a:chOff x="2928" y="3216"/>
                <a:chExt cx="48" cy="240"/>
              </a:xfrm>
            </p:grpSpPr>
            <p:sp>
              <p:nvSpPr>
                <p:cNvPr id="41" name="Line 21">
                  <a:extLst>
                    <a:ext uri="{FF2B5EF4-FFF2-40B4-BE49-F238E27FC236}">
                      <a16:creationId xmlns:a16="http://schemas.microsoft.com/office/drawing/2014/main" id="{49E5A651-7208-4EF1-91F8-DF9418126042}"/>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2">
                  <a:extLst>
                    <a:ext uri="{FF2B5EF4-FFF2-40B4-BE49-F238E27FC236}">
                      <a16:creationId xmlns:a16="http://schemas.microsoft.com/office/drawing/2014/main" id="{F7B2F3CB-D02E-466A-B9EC-03EDB02C6494}"/>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 name="WordArt 23">
                <a:extLst>
                  <a:ext uri="{FF2B5EF4-FFF2-40B4-BE49-F238E27FC236}">
                    <a16:creationId xmlns:a16="http://schemas.microsoft.com/office/drawing/2014/main" id="{A0EDB11B-5AA2-4FF3-B2DC-DF9F2178AF16}"/>
                  </a:ext>
                </a:extLst>
              </p:cNvPr>
              <p:cNvSpPr>
                <a:spLocks noChangeArrowheads="1" noChangeShapeType="1" noTextEdit="1"/>
              </p:cNvSpPr>
              <p:nvPr/>
            </p:nvSpPr>
            <p:spPr bwMode="auto">
              <a:xfrm>
                <a:off x="729" y="906"/>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34" name="WordArt 24">
                <a:extLst>
                  <a:ext uri="{FF2B5EF4-FFF2-40B4-BE49-F238E27FC236}">
                    <a16:creationId xmlns:a16="http://schemas.microsoft.com/office/drawing/2014/main" id="{82671C46-ED34-491B-9F37-C7CCB985879F}"/>
                  </a:ext>
                </a:extLst>
              </p:cNvPr>
              <p:cNvSpPr>
                <a:spLocks noChangeArrowheads="1" noChangeShapeType="1" noTextEdit="1"/>
              </p:cNvSpPr>
              <p:nvPr/>
            </p:nvSpPr>
            <p:spPr bwMode="auto">
              <a:xfrm>
                <a:off x="574" y="900"/>
                <a:ext cx="126" cy="16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35" name="Group 25">
                <a:extLst>
                  <a:ext uri="{FF2B5EF4-FFF2-40B4-BE49-F238E27FC236}">
                    <a16:creationId xmlns:a16="http://schemas.microsoft.com/office/drawing/2014/main" id="{39CC4B52-9E73-4F57-8F60-9794564C9A48}"/>
                  </a:ext>
                </a:extLst>
              </p:cNvPr>
              <p:cNvGrpSpPr>
                <a:grpSpLocks/>
              </p:cNvGrpSpPr>
              <p:nvPr/>
            </p:nvGrpSpPr>
            <p:grpSpPr bwMode="auto">
              <a:xfrm>
                <a:off x="1089" y="821"/>
                <a:ext cx="666" cy="292"/>
                <a:chOff x="1089" y="821"/>
                <a:chExt cx="666" cy="292"/>
              </a:xfrm>
            </p:grpSpPr>
            <p:sp>
              <p:nvSpPr>
                <p:cNvPr id="36" name="WordArt 26">
                  <a:extLst>
                    <a:ext uri="{FF2B5EF4-FFF2-40B4-BE49-F238E27FC236}">
                      <a16:creationId xmlns:a16="http://schemas.microsoft.com/office/drawing/2014/main" id="{B770F38F-91E6-4FD9-A69F-C7A9F3DDD79D}"/>
                    </a:ext>
                  </a:extLst>
                </p:cNvPr>
                <p:cNvSpPr>
                  <a:spLocks noChangeArrowheads="1" noChangeShapeType="1" noTextEdit="1"/>
                </p:cNvSpPr>
                <p:nvPr/>
              </p:nvSpPr>
              <p:spPr bwMode="auto">
                <a:xfrm>
                  <a:off x="1093" y="821"/>
                  <a:ext cx="243" cy="120"/>
                </a:xfrm>
                <a:prstGeom prst="rect">
                  <a:avLst/>
                </a:prstGeom>
              </p:spPr>
              <p:txBody>
                <a:bodyPr wrap="none" fromWordArt="1">
                  <a:prstTxWarp prst="textPlain">
                    <a:avLst>
                      <a:gd name="adj" fmla="val 58500"/>
                    </a:avLst>
                  </a:prstTxWarp>
                </a:bodyPr>
                <a:lstStyle/>
                <a:p>
                  <a:pPr algn="ctr"/>
                  <a:r>
                    <a:rPr lang="en-US" altLang="zh-CN" sz="3600" i="1" kern="10" dirty="0">
                      <a:ln w="9525">
                        <a:solidFill>
                          <a:schemeClr val="tx2"/>
                        </a:solidFill>
                        <a:round/>
                        <a:headEnd/>
                        <a:tailEnd/>
                      </a:ln>
                      <a:solidFill>
                        <a:schemeClr val="tx2"/>
                      </a:solidFill>
                      <a:latin typeface="宋体" panose="02010600030101010101" pitchFamily="2" charset="-122"/>
                    </a:rPr>
                    <a:t>M</a:t>
                  </a:r>
                  <a:endParaRPr lang="zh-CN" altLang="en-US" sz="3600" i="1" kern="10" dirty="0">
                    <a:ln w="9525">
                      <a:solidFill>
                        <a:schemeClr val="tx2"/>
                      </a:solidFill>
                      <a:round/>
                      <a:headEnd/>
                      <a:tailEnd/>
                    </a:ln>
                    <a:solidFill>
                      <a:schemeClr val="tx2"/>
                    </a:solidFill>
                    <a:latin typeface="宋体" panose="02010600030101010101" pitchFamily="2" charset="-122"/>
                  </a:endParaRPr>
                </a:p>
              </p:txBody>
            </p:sp>
            <p:sp>
              <p:nvSpPr>
                <p:cNvPr id="37" name="WordArt 27">
                  <a:extLst>
                    <a:ext uri="{FF2B5EF4-FFF2-40B4-BE49-F238E27FC236}">
                      <a16:creationId xmlns:a16="http://schemas.microsoft.com/office/drawing/2014/main" id="{BBC69C8F-5F1E-44FB-BF7D-107494AD5AFC}"/>
                    </a:ext>
                  </a:extLst>
                </p:cNvPr>
                <p:cNvSpPr>
                  <a:spLocks noChangeArrowheads="1" noChangeShapeType="1" noTextEdit="1"/>
                </p:cNvSpPr>
                <p:nvPr/>
              </p:nvSpPr>
              <p:spPr bwMode="auto">
                <a:xfrm>
                  <a:off x="1126" y="1013"/>
                  <a:ext cx="260" cy="100"/>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2"/>
                        </a:solidFill>
                        <a:round/>
                        <a:headEnd/>
                        <a:tailEnd/>
                      </a:ln>
                      <a:solidFill>
                        <a:schemeClr val="tx2"/>
                      </a:solidFill>
                      <a:latin typeface="+mn-lt"/>
                    </a:rPr>
                    <a:t>Mmol</a:t>
                  </a:r>
                  <a:endParaRPr lang="zh-CN" altLang="en-US" sz="3600" i="1" kern="10" dirty="0">
                    <a:ln w="9525">
                      <a:solidFill>
                        <a:schemeClr val="tx2"/>
                      </a:solidFill>
                      <a:round/>
                      <a:headEnd/>
                      <a:tailEnd/>
                    </a:ln>
                    <a:solidFill>
                      <a:schemeClr val="tx2"/>
                    </a:solidFill>
                    <a:latin typeface="+mn-lt"/>
                  </a:endParaRPr>
                </a:p>
              </p:txBody>
            </p:sp>
            <p:sp>
              <p:nvSpPr>
                <p:cNvPr id="38" name="WordArt 28">
                  <a:extLst>
                    <a:ext uri="{FF2B5EF4-FFF2-40B4-BE49-F238E27FC236}">
                      <a16:creationId xmlns:a16="http://schemas.microsoft.com/office/drawing/2014/main" id="{B516D5E9-2C79-4ADE-9B3F-D6169CB65EF9}"/>
                    </a:ext>
                  </a:extLst>
                </p:cNvPr>
                <p:cNvSpPr>
                  <a:spLocks noChangeArrowheads="1" noChangeShapeType="1" noTextEdit="1"/>
                </p:cNvSpPr>
                <p:nvPr/>
              </p:nvSpPr>
              <p:spPr bwMode="auto">
                <a:xfrm>
                  <a:off x="1414" y="898"/>
                  <a:ext cx="205" cy="141"/>
                </a:xfrm>
                <a:prstGeom prst="rect">
                  <a:avLst/>
                </a:prstGeom>
              </p:spPr>
              <p:txBody>
                <a:bodyPr wrap="none" fromWordArt="1">
                  <a:prstTxWarp prst="textPlain">
                    <a:avLst>
                      <a:gd name="adj" fmla="val 56032"/>
                    </a:avLst>
                  </a:prstTxWarp>
                </a:bodyPr>
                <a:lstStyle/>
                <a:p>
                  <a:pPr algn="ctr"/>
                  <a:r>
                    <a:rPr lang="en-US" altLang="zh-CN" sz="800" i="1" kern="10" dirty="0">
                      <a:ln w="9525">
                        <a:solidFill>
                          <a:srgbClr val="000000"/>
                        </a:solidFill>
                        <a:round/>
                        <a:headEnd/>
                        <a:tailEnd/>
                      </a:ln>
                      <a:solidFill>
                        <a:srgbClr val="000000"/>
                      </a:solidFill>
                      <a:latin typeface="宋体" panose="02010600030101010101" pitchFamily="2" charset="-122"/>
                    </a:rPr>
                    <a:t>R</a:t>
                  </a:r>
                  <a:endParaRPr lang="zh-CN" altLang="en-US" sz="800" i="1" kern="10" dirty="0">
                    <a:ln w="9525">
                      <a:solidFill>
                        <a:srgbClr val="000000"/>
                      </a:solidFill>
                      <a:round/>
                      <a:headEnd/>
                      <a:tailEnd/>
                    </a:ln>
                    <a:solidFill>
                      <a:srgbClr val="000000"/>
                    </a:solidFill>
                    <a:latin typeface="宋体" panose="02010600030101010101" pitchFamily="2" charset="-122"/>
                  </a:endParaRPr>
                </a:p>
              </p:txBody>
            </p:sp>
            <p:sp>
              <p:nvSpPr>
                <p:cNvPr id="39" name="WordArt 29">
                  <a:extLst>
                    <a:ext uri="{FF2B5EF4-FFF2-40B4-BE49-F238E27FC236}">
                      <a16:creationId xmlns:a16="http://schemas.microsoft.com/office/drawing/2014/main" id="{EDBA8A53-F882-4FD4-A1B9-B457E6F60CBE}"/>
                    </a:ext>
                  </a:extLst>
                </p:cNvPr>
                <p:cNvSpPr>
                  <a:spLocks noChangeArrowheads="1" noChangeShapeType="1" noTextEdit="1"/>
                </p:cNvSpPr>
                <p:nvPr/>
              </p:nvSpPr>
              <p:spPr bwMode="auto">
                <a:xfrm>
                  <a:off x="1582" y="895"/>
                  <a:ext cx="173" cy="148"/>
                </a:xfrm>
                <a:prstGeom prst="rect">
                  <a:avLst/>
                </a:prstGeom>
              </p:spPr>
              <p:txBody>
                <a:bodyPr wrap="none" fromWordArt="1">
                  <a:prstTxWarp prst="textPlain">
                    <a:avLst>
                      <a:gd name="adj" fmla="val 58565"/>
                    </a:avLst>
                  </a:prstTxWarp>
                </a:bodyPr>
                <a:lstStyle/>
                <a:p>
                  <a:pPr algn="ctr"/>
                  <a:r>
                    <a:rPr lang="en-US" altLang="zh-CN" sz="3600" i="1" kern="10" dirty="0">
                      <a:ln w="9525">
                        <a:solidFill>
                          <a:schemeClr val="tx1"/>
                        </a:solidFill>
                        <a:round/>
                        <a:headEnd/>
                        <a:tailEnd/>
                      </a:ln>
                      <a:latin typeface="宋体" panose="02010600030101010101" pitchFamily="2" charset="-122"/>
                    </a:rPr>
                    <a:t>T</a:t>
                  </a:r>
                  <a:endParaRPr lang="zh-CN" altLang="en-US" sz="3600" i="1" kern="10" dirty="0">
                    <a:ln w="9525">
                      <a:solidFill>
                        <a:schemeClr val="tx1"/>
                      </a:solidFill>
                      <a:round/>
                      <a:headEnd/>
                      <a:tailEnd/>
                    </a:ln>
                    <a:latin typeface="宋体" panose="02010600030101010101" pitchFamily="2" charset="-122"/>
                  </a:endParaRPr>
                </a:p>
              </p:txBody>
            </p:sp>
            <p:sp>
              <p:nvSpPr>
                <p:cNvPr id="40" name="Line 30">
                  <a:extLst>
                    <a:ext uri="{FF2B5EF4-FFF2-40B4-BE49-F238E27FC236}">
                      <a16:creationId xmlns:a16="http://schemas.microsoft.com/office/drawing/2014/main" id="{0A1C5CD0-53A3-468C-96F8-3DE8D5A1A283}"/>
                    </a:ext>
                  </a:extLst>
                </p:cNvPr>
                <p:cNvSpPr>
                  <a:spLocks noChangeShapeType="1"/>
                </p:cNvSpPr>
                <p:nvPr/>
              </p:nvSpPr>
              <p:spPr bwMode="auto">
                <a:xfrm>
                  <a:off x="1089" y="983"/>
                  <a:ext cx="23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 name="Text Box 31">
              <a:extLst>
                <a:ext uri="{FF2B5EF4-FFF2-40B4-BE49-F238E27FC236}">
                  <a16:creationId xmlns:a16="http://schemas.microsoft.com/office/drawing/2014/main" id="{0ED94049-AC6C-4304-A257-CE76563FAB6A}"/>
                </a:ext>
              </a:extLst>
            </p:cNvPr>
            <p:cNvSpPr txBox="1">
              <a:spLocks noChangeArrowheads="1"/>
            </p:cNvSpPr>
            <p:nvPr/>
          </p:nvSpPr>
          <p:spPr bwMode="auto">
            <a:xfrm>
              <a:off x="158" y="1417"/>
              <a:ext cx="20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ea typeface="华文中宋" panose="02010600040101010101" pitchFamily="2" charset="-122"/>
                </a:rPr>
                <a:t>系统保持体积</a:t>
              </a:r>
              <a:r>
                <a:rPr lang="zh-CN" altLang="en-US" sz="2800" dirty="0">
                  <a:ea typeface="华文中宋" panose="02010600040101010101" pitchFamily="2" charset="-122"/>
                </a:rPr>
                <a:t> </a:t>
              </a:r>
              <a:r>
                <a:rPr lang="en-US" altLang="zh-CN" sz="2800" dirty="0">
                  <a:ea typeface="华文中宋" panose="02010600040101010101" pitchFamily="2" charset="-122"/>
                </a:rPr>
                <a:t>V </a:t>
              </a:r>
              <a:r>
                <a:rPr lang="zh-CN" altLang="en-US" sz="2400" dirty="0">
                  <a:ea typeface="华文中宋" panose="02010600040101010101" pitchFamily="2" charset="-122"/>
                </a:rPr>
                <a:t>不变</a:t>
              </a:r>
            </a:p>
          </p:txBody>
        </p:sp>
        <p:grpSp>
          <p:nvGrpSpPr>
            <p:cNvPr id="8" name="Group 32">
              <a:extLst>
                <a:ext uri="{FF2B5EF4-FFF2-40B4-BE49-F238E27FC236}">
                  <a16:creationId xmlns:a16="http://schemas.microsoft.com/office/drawing/2014/main" id="{85648A12-645B-4C5F-A1B4-1600EA73E3E5}"/>
                </a:ext>
              </a:extLst>
            </p:cNvPr>
            <p:cNvGrpSpPr>
              <a:grpSpLocks/>
            </p:cNvGrpSpPr>
            <p:nvPr/>
          </p:nvGrpSpPr>
          <p:grpSpPr bwMode="auto">
            <a:xfrm>
              <a:off x="243" y="1759"/>
              <a:ext cx="1545" cy="1376"/>
              <a:chOff x="378" y="2268"/>
              <a:chExt cx="1545" cy="1346"/>
            </a:xfrm>
          </p:grpSpPr>
          <p:sp>
            <p:nvSpPr>
              <p:cNvPr id="10" name="WordArt 33">
                <a:extLst>
                  <a:ext uri="{FF2B5EF4-FFF2-40B4-BE49-F238E27FC236}">
                    <a16:creationId xmlns:a16="http://schemas.microsoft.com/office/drawing/2014/main" id="{9C87FBC7-E3CC-4CC6-A86F-C3B12AFFA546}"/>
                  </a:ext>
                </a:extLst>
              </p:cNvPr>
              <p:cNvSpPr>
                <a:spLocks noChangeArrowheads="1" noChangeShapeType="1" noTextEdit="1"/>
              </p:cNvSpPr>
              <p:nvPr/>
            </p:nvSpPr>
            <p:spPr bwMode="auto">
              <a:xfrm>
                <a:off x="667" y="2268"/>
                <a:ext cx="115" cy="158"/>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p</a:t>
                </a:r>
                <a:endParaRPr lang="zh-CN" altLang="en-US" sz="3600" i="1" kern="10">
                  <a:ln w="9525">
                    <a:solidFill>
                      <a:schemeClr val="tx1"/>
                    </a:solidFill>
                    <a:round/>
                    <a:headEnd/>
                    <a:tailEnd/>
                  </a:ln>
                  <a:cs typeface="Times New Roman" panose="02020603050405020304" pitchFamily="18" charset="0"/>
                </a:endParaRPr>
              </a:p>
            </p:txBody>
          </p:sp>
          <p:sp>
            <p:nvSpPr>
              <p:cNvPr id="11" name="WordArt 34">
                <a:extLst>
                  <a:ext uri="{FF2B5EF4-FFF2-40B4-BE49-F238E27FC236}">
                    <a16:creationId xmlns:a16="http://schemas.microsoft.com/office/drawing/2014/main" id="{6E064D04-CE00-4EA2-9CC5-CF3799D6DDAD}"/>
                  </a:ext>
                </a:extLst>
              </p:cNvPr>
              <p:cNvSpPr>
                <a:spLocks noChangeArrowheads="1" noChangeShapeType="1" noTextEdit="1"/>
              </p:cNvSpPr>
              <p:nvPr/>
            </p:nvSpPr>
            <p:spPr bwMode="auto">
              <a:xfrm>
                <a:off x="433" y="3487"/>
                <a:ext cx="99" cy="103"/>
              </a:xfrm>
              <a:prstGeom prst="rect">
                <a:avLst/>
              </a:prstGeom>
            </p:spPr>
            <p:txBody>
              <a:bodyPr wrap="none" fromWordArt="1">
                <a:prstTxWarp prst="textPlain">
                  <a:avLst>
                    <a:gd name="adj" fmla="val 50000"/>
                  </a:avLst>
                </a:prstTxWarp>
              </a:bodyPr>
              <a:lstStyle/>
              <a:p>
                <a:pPr algn="ctr"/>
                <a:r>
                  <a:rPr lang="en-US" altLang="zh-CN" sz="800" i="1" kern="10">
                    <a:ln w="9525">
                      <a:solidFill>
                        <a:srgbClr val="000000"/>
                      </a:solidFill>
                      <a:round/>
                      <a:headEnd/>
                      <a:tailEnd/>
                    </a:ln>
                    <a:solidFill>
                      <a:srgbClr val="000000"/>
                    </a:solidFill>
                    <a:cs typeface="Times New Roman" panose="02020603050405020304" pitchFamily="18" charset="0"/>
                  </a:rPr>
                  <a:t>O</a:t>
                </a:r>
                <a:endParaRPr lang="zh-CN" altLang="en-US" sz="800" i="1" kern="10">
                  <a:ln w="9525">
                    <a:solidFill>
                      <a:srgbClr val="000000"/>
                    </a:solidFill>
                    <a:round/>
                    <a:headEnd/>
                    <a:tailEnd/>
                  </a:ln>
                  <a:solidFill>
                    <a:srgbClr val="000000"/>
                  </a:solidFill>
                  <a:cs typeface="Times New Roman" panose="02020603050405020304" pitchFamily="18" charset="0"/>
                </a:endParaRPr>
              </a:p>
            </p:txBody>
          </p:sp>
          <p:sp>
            <p:nvSpPr>
              <p:cNvPr id="12" name="Line 35">
                <a:extLst>
                  <a:ext uri="{FF2B5EF4-FFF2-40B4-BE49-F238E27FC236}">
                    <a16:creationId xmlns:a16="http://schemas.microsoft.com/office/drawing/2014/main" id="{8C1F6E58-C672-42B8-9C16-0B1CE0EE2813}"/>
                  </a:ext>
                </a:extLst>
              </p:cNvPr>
              <p:cNvSpPr>
                <a:spLocks noChangeShapeType="1"/>
              </p:cNvSpPr>
              <p:nvPr/>
            </p:nvSpPr>
            <p:spPr bwMode="auto">
              <a:xfrm>
                <a:off x="579" y="2281"/>
                <a:ext cx="0" cy="1172"/>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36">
                <a:extLst>
                  <a:ext uri="{FF2B5EF4-FFF2-40B4-BE49-F238E27FC236}">
                    <a16:creationId xmlns:a16="http://schemas.microsoft.com/office/drawing/2014/main" id="{EF0D9FAA-B990-494E-80AA-98FDAF63EC76}"/>
                  </a:ext>
                </a:extLst>
              </p:cNvPr>
              <p:cNvSpPr>
                <a:spLocks noChangeShapeType="1"/>
              </p:cNvSpPr>
              <p:nvPr/>
            </p:nvSpPr>
            <p:spPr bwMode="auto">
              <a:xfrm flipH="1">
                <a:off x="584" y="3443"/>
                <a:ext cx="1339" cy="2"/>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4" name="WordArt 37">
                <a:extLst>
                  <a:ext uri="{FF2B5EF4-FFF2-40B4-BE49-F238E27FC236}">
                    <a16:creationId xmlns:a16="http://schemas.microsoft.com/office/drawing/2014/main" id="{108DC2C0-B0DB-4978-A087-6C6A7EF24F8D}"/>
                  </a:ext>
                </a:extLst>
              </p:cNvPr>
              <p:cNvSpPr>
                <a:spLocks noChangeArrowheads="1" noChangeShapeType="1" noTextEdit="1"/>
              </p:cNvSpPr>
              <p:nvPr/>
            </p:nvSpPr>
            <p:spPr bwMode="auto">
              <a:xfrm>
                <a:off x="1793" y="3246"/>
                <a:ext cx="117" cy="118"/>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V</a:t>
                </a:r>
                <a:endParaRPr lang="zh-CN" altLang="en-US" sz="3600" i="1" kern="10">
                  <a:ln w="9525">
                    <a:solidFill>
                      <a:schemeClr val="tx1"/>
                    </a:solidFill>
                    <a:round/>
                    <a:headEnd/>
                    <a:tailEnd/>
                  </a:ln>
                  <a:latin typeface="Bookman Old Style" panose="02050604050505020204" pitchFamily="18" charset="0"/>
                </a:endParaRPr>
              </a:p>
            </p:txBody>
          </p:sp>
          <p:sp>
            <p:nvSpPr>
              <p:cNvPr id="15" name="Line 38">
                <a:extLst>
                  <a:ext uri="{FF2B5EF4-FFF2-40B4-BE49-F238E27FC236}">
                    <a16:creationId xmlns:a16="http://schemas.microsoft.com/office/drawing/2014/main" id="{3C6B811D-F602-40B3-9B9C-C44006328E9D}"/>
                  </a:ext>
                </a:extLst>
              </p:cNvPr>
              <p:cNvSpPr>
                <a:spLocks noChangeShapeType="1"/>
              </p:cNvSpPr>
              <p:nvPr/>
            </p:nvSpPr>
            <p:spPr bwMode="auto">
              <a:xfrm flipV="1">
                <a:off x="1382" y="2500"/>
                <a:ext cx="0" cy="95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 name="Group 39">
                <a:extLst>
                  <a:ext uri="{FF2B5EF4-FFF2-40B4-BE49-F238E27FC236}">
                    <a16:creationId xmlns:a16="http://schemas.microsoft.com/office/drawing/2014/main" id="{BDF89B8A-FE56-4E55-874B-3A80277AE9C7}"/>
                  </a:ext>
                </a:extLst>
              </p:cNvPr>
              <p:cNvGrpSpPr>
                <a:grpSpLocks/>
              </p:cNvGrpSpPr>
              <p:nvPr/>
            </p:nvGrpSpPr>
            <p:grpSpPr bwMode="auto">
              <a:xfrm>
                <a:off x="1307" y="3484"/>
                <a:ext cx="167" cy="130"/>
                <a:chOff x="803" y="3138"/>
                <a:chExt cx="198" cy="169"/>
              </a:xfrm>
            </p:grpSpPr>
            <p:sp>
              <p:nvSpPr>
                <p:cNvPr id="30" name="WordArt 40">
                  <a:extLst>
                    <a:ext uri="{FF2B5EF4-FFF2-40B4-BE49-F238E27FC236}">
                      <a16:creationId xmlns:a16="http://schemas.microsoft.com/office/drawing/2014/main" id="{F36069DD-F3ED-42AF-9750-59A44F6DB5E0}"/>
                    </a:ext>
                  </a:extLst>
                </p:cNvPr>
                <p:cNvSpPr>
                  <a:spLocks noChangeArrowheads="1" noChangeShapeType="1" noTextEdit="1"/>
                </p:cNvSpPr>
                <p:nvPr/>
              </p:nvSpPr>
              <p:spPr bwMode="auto">
                <a:xfrm>
                  <a:off x="927" y="3222"/>
                  <a:ext cx="74" cy="85"/>
                </a:xfrm>
                <a:prstGeom prst="rect">
                  <a:avLst/>
                </a:prstGeom>
              </p:spPr>
              <p:txBody>
                <a:bodyPr wrap="none" fromWordArt="1">
                  <a:prstTxWarp prst="textPlain">
                    <a:avLst>
                      <a:gd name="adj" fmla="val 50000"/>
                    </a:avLst>
                  </a:prstTxWarp>
                </a:bodyPr>
                <a:lstStyle/>
                <a:p>
                  <a:pPr algn="ctr"/>
                  <a:r>
                    <a:rPr lang="zh-CN" altLang="en-US" sz="3600" i="1" kern="10">
                      <a:ln w="9525">
                        <a:solidFill>
                          <a:schemeClr val="tx1"/>
                        </a:solidFill>
                        <a:round/>
                        <a:headEnd/>
                        <a:tailEnd/>
                      </a:ln>
                      <a:latin typeface="宋体" panose="02010600030101010101" pitchFamily="2" charset="-122"/>
                    </a:rPr>
                    <a:t> </a:t>
                  </a:r>
                </a:p>
              </p:txBody>
            </p:sp>
            <p:sp>
              <p:nvSpPr>
                <p:cNvPr id="31" name="WordArt 41">
                  <a:extLst>
                    <a:ext uri="{FF2B5EF4-FFF2-40B4-BE49-F238E27FC236}">
                      <a16:creationId xmlns:a16="http://schemas.microsoft.com/office/drawing/2014/main" id="{F94485C6-48C8-4EB5-888F-30D0494BF990}"/>
                    </a:ext>
                  </a:extLst>
                </p:cNvPr>
                <p:cNvSpPr>
                  <a:spLocks noChangeArrowheads="1" noChangeShapeType="1" noTextEdit="1"/>
                </p:cNvSpPr>
                <p:nvPr/>
              </p:nvSpPr>
              <p:spPr bwMode="auto">
                <a:xfrm>
                  <a:off x="803" y="3138"/>
                  <a:ext cx="191"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sp>
            <p:nvSpPr>
              <p:cNvPr id="17" name="Line 42">
                <a:extLst>
                  <a:ext uri="{FF2B5EF4-FFF2-40B4-BE49-F238E27FC236}">
                    <a16:creationId xmlns:a16="http://schemas.microsoft.com/office/drawing/2014/main" id="{B740A022-05EC-4AB5-9B9D-E6C38A2E6AA7}"/>
                  </a:ext>
                </a:extLst>
              </p:cNvPr>
              <p:cNvSpPr>
                <a:spLocks noChangeShapeType="1"/>
              </p:cNvSpPr>
              <p:nvPr/>
            </p:nvSpPr>
            <p:spPr bwMode="auto">
              <a:xfrm rot="5400000" flipV="1">
                <a:off x="969" y="2692"/>
                <a:ext cx="0" cy="7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WordArt 43">
                <a:extLst>
                  <a:ext uri="{FF2B5EF4-FFF2-40B4-BE49-F238E27FC236}">
                    <a16:creationId xmlns:a16="http://schemas.microsoft.com/office/drawing/2014/main" id="{0A808D52-4849-4914-8E14-8D791B154D76}"/>
                  </a:ext>
                </a:extLst>
              </p:cNvPr>
              <p:cNvSpPr>
                <a:spLocks noChangeArrowheads="1" noChangeShapeType="1" noTextEdit="1"/>
              </p:cNvSpPr>
              <p:nvPr/>
            </p:nvSpPr>
            <p:spPr bwMode="auto">
              <a:xfrm>
                <a:off x="1449" y="2439"/>
                <a:ext cx="87" cy="14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b</a:t>
                </a:r>
                <a:endParaRPr lang="zh-CN" altLang="en-US" sz="3600" i="1" kern="10">
                  <a:ln w="9525">
                    <a:solidFill>
                      <a:schemeClr val="tx1"/>
                    </a:solidFill>
                    <a:round/>
                    <a:headEnd/>
                    <a:tailEnd/>
                  </a:ln>
                  <a:cs typeface="Times New Roman" panose="02020603050405020304" pitchFamily="18" charset="0"/>
                </a:endParaRPr>
              </a:p>
            </p:txBody>
          </p:sp>
          <p:sp>
            <p:nvSpPr>
              <p:cNvPr id="19" name="WordArt 44">
                <a:extLst>
                  <a:ext uri="{FF2B5EF4-FFF2-40B4-BE49-F238E27FC236}">
                    <a16:creationId xmlns:a16="http://schemas.microsoft.com/office/drawing/2014/main" id="{858E121F-D338-4E64-B083-2AAE76FCA58E}"/>
                  </a:ext>
                </a:extLst>
              </p:cNvPr>
              <p:cNvSpPr>
                <a:spLocks noChangeArrowheads="1" noChangeShapeType="1" noTextEdit="1"/>
              </p:cNvSpPr>
              <p:nvPr/>
            </p:nvSpPr>
            <p:spPr bwMode="auto">
              <a:xfrm>
                <a:off x="1463" y="3024"/>
                <a:ext cx="94" cy="10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a</a:t>
                </a:r>
                <a:endParaRPr lang="zh-CN" altLang="en-US" sz="3600" i="1" kern="10">
                  <a:ln w="9525">
                    <a:solidFill>
                      <a:schemeClr val="tx1"/>
                    </a:solidFill>
                    <a:round/>
                    <a:headEnd/>
                    <a:tailEnd/>
                  </a:ln>
                  <a:cs typeface="Times New Roman" panose="02020603050405020304" pitchFamily="18" charset="0"/>
                </a:endParaRPr>
              </a:p>
            </p:txBody>
          </p:sp>
          <p:grpSp>
            <p:nvGrpSpPr>
              <p:cNvPr id="20" name="Group 45">
                <a:extLst>
                  <a:ext uri="{FF2B5EF4-FFF2-40B4-BE49-F238E27FC236}">
                    <a16:creationId xmlns:a16="http://schemas.microsoft.com/office/drawing/2014/main" id="{1B959783-DA51-4EC3-9063-3EF29C284BD9}"/>
                  </a:ext>
                </a:extLst>
              </p:cNvPr>
              <p:cNvGrpSpPr>
                <a:grpSpLocks/>
              </p:cNvGrpSpPr>
              <p:nvPr/>
            </p:nvGrpSpPr>
            <p:grpSpPr bwMode="auto">
              <a:xfrm>
                <a:off x="378" y="2993"/>
                <a:ext cx="160" cy="136"/>
                <a:chOff x="240" y="2314"/>
                <a:chExt cx="195" cy="190"/>
              </a:xfrm>
            </p:grpSpPr>
            <p:sp>
              <p:nvSpPr>
                <p:cNvPr id="28" name="WordArt 46">
                  <a:extLst>
                    <a:ext uri="{FF2B5EF4-FFF2-40B4-BE49-F238E27FC236}">
                      <a16:creationId xmlns:a16="http://schemas.microsoft.com/office/drawing/2014/main" id="{E671C1A0-2D32-4660-B817-CCFABE00B69D}"/>
                    </a:ext>
                  </a:extLst>
                </p:cNvPr>
                <p:cNvSpPr>
                  <a:spLocks noChangeArrowheads="1" noChangeShapeType="1" noTextEdit="1"/>
                </p:cNvSpPr>
                <p:nvPr/>
              </p:nvSpPr>
              <p:spPr bwMode="auto">
                <a:xfrm>
                  <a:off x="358" y="2420"/>
                  <a:ext cx="77" cy="84"/>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1</a:t>
                  </a:r>
                  <a:endParaRPr lang="zh-CN" altLang="en-US" sz="3600" i="1" kern="10">
                    <a:ln w="9525">
                      <a:solidFill>
                        <a:schemeClr val="tx1"/>
                      </a:solidFill>
                      <a:round/>
                      <a:headEnd/>
                      <a:tailEnd/>
                    </a:ln>
                    <a:cs typeface="Times New Roman" panose="02020603050405020304" pitchFamily="18" charset="0"/>
                  </a:endParaRPr>
                </a:p>
              </p:txBody>
            </p:sp>
            <p:sp>
              <p:nvSpPr>
                <p:cNvPr id="29" name="WordArt 47">
                  <a:extLst>
                    <a:ext uri="{FF2B5EF4-FFF2-40B4-BE49-F238E27FC236}">
                      <a16:creationId xmlns:a16="http://schemas.microsoft.com/office/drawing/2014/main" id="{B7DC0596-99C5-43EE-9DDC-A0FCE41070E8}"/>
                    </a:ext>
                  </a:extLst>
                </p:cNvPr>
                <p:cNvSpPr>
                  <a:spLocks noChangeArrowheads="1" noChangeShapeType="1" noTextEdit="1"/>
                </p:cNvSpPr>
                <p:nvPr/>
              </p:nvSpPr>
              <p:spPr bwMode="auto">
                <a:xfrm>
                  <a:off x="240" y="2314"/>
                  <a:ext cx="143" cy="17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grpSp>
            <p:nvGrpSpPr>
              <p:cNvPr id="21" name="Group 48">
                <a:extLst>
                  <a:ext uri="{FF2B5EF4-FFF2-40B4-BE49-F238E27FC236}">
                    <a16:creationId xmlns:a16="http://schemas.microsoft.com/office/drawing/2014/main" id="{F91604D1-B7E1-436B-96C9-D35A552647F2}"/>
                  </a:ext>
                </a:extLst>
              </p:cNvPr>
              <p:cNvGrpSpPr>
                <a:grpSpLocks/>
              </p:cNvGrpSpPr>
              <p:nvPr/>
            </p:nvGrpSpPr>
            <p:grpSpPr bwMode="auto">
              <a:xfrm>
                <a:off x="381" y="2467"/>
                <a:ext cx="161" cy="130"/>
                <a:chOff x="156" y="2952"/>
                <a:chExt cx="202" cy="167"/>
              </a:xfrm>
            </p:grpSpPr>
            <p:sp>
              <p:nvSpPr>
                <p:cNvPr id="26" name="WordArt 49">
                  <a:extLst>
                    <a:ext uri="{FF2B5EF4-FFF2-40B4-BE49-F238E27FC236}">
                      <a16:creationId xmlns:a16="http://schemas.microsoft.com/office/drawing/2014/main" id="{5596C8C1-0464-445D-8806-E3F2DDD1B709}"/>
                    </a:ext>
                  </a:extLst>
                </p:cNvPr>
                <p:cNvSpPr>
                  <a:spLocks noChangeArrowheads="1" noChangeShapeType="1" noTextEdit="1"/>
                </p:cNvSpPr>
                <p:nvPr/>
              </p:nvSpPr>
              <p:spPr bwMode="auto">
                <a:xfrm>
                  <a:off x="156" y="2952"/>
                  <a:ext cx="137" cy="144"/>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27" name="WordArt 50">
                  <a:extLst>
                    <a:ext uri="{FF2B5EF4-FFF2-40B4-BE49-F238E27FC236}">
                      <a16:creationId xmlns:a16="http://schemas.microsoft.com/office/drawing/2014/main" id="{AF714852-236D-46A3-A4FB-EC2B1F1514E5}"/>
                    </a:ext>
                  </a:extLst>
                </p:cNvPr>
                <p:cNvSpPr>
                  <a:spLocks noChangeArrowheads="1" noChangeShapeType="1" noTextEdit="1"/>
                </p:cNvSpPr>
                <p:nvPr/>
              </p:nvSpPr>
              <p:spPr bwMode="auto">
                <a:xfrm>
                  <a:off x="291" y="3024"/>
                  <a:ext cx="67" cy="9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2</a:t>
                  </a:r>
                  <a:endParaRPr lang="zh-CN" altLang="en-US" sz="3600" i="1" kern="10">
                    <a:ln w="9525">
                      <a:solidFill>
                        <a:schemeClr val="tx1"/>
                      </a:solidFill>
                      <a:round/>
                      <a:headEnd/>
                      <a:tailEnd/>
                    </a:ln>
                    <a:cs typeface="Times New Roman" panose="02020603050405020304" pitchFamily="18" charset="0"/>
                  </a:endParaRPr>
                </a:p>
              </p:txBody>
            </p:sp>
          </p:grpSp>
          <p:sp>
            <p:nvSpPr>
              <p:cNvPr id="22" name="Oval 51">
                <a:extLst>
                  <a:ext uri="{FF2B5EF4-FFF2-40B4-BE49-F238E27FC236}">
                    <a16:creationId xmlns:a16="http://schemas.microsoft.com/office/drawing/2014/main" id="{F757DA20-CE5C-459F-9DFB-214CD55B8CE4}"/>
                  </a:ext>
                </a:extLst>
              </p:cNvPr>
              <p:cNvSpPr>
                <a:spLocks noChangeArrowheads="1"/>
              </p:cNvSpPr>
              <p:nvPr/>
            </p:nvSpPr>
            <p:spPr bwMode="auto">
              <a:xfrm>
                <a:off x="1357" y="3064"/>
                <a:ext cx="44" cy="51"/>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3" name="Line 52">
                <a:extLst>
                  <a:ext uri="{FF2B5EF4-FFF2-40B4-BE49-F238E27FC236}">
                    <a16:creationId xmlns:a16="http://schemas.microsoft.com/office/drawing/2014/main" id="{B5DE5D64-7B60-4F77-9C6A-E416EE4139D6}"/>
                  </a:ext>
                </a:extLst>
              </p:cNvPr>
              <p:cNvSpPr>
                <a:spLocks noChangeShapeType="1"/>
              </p:cNvSpPr>
              <p:nvPr/>
            </p:nvSpPr>
            <p:spPr bwMode="auto">
              <a:xfrm rot="5400000" flipV="1">
                <a:off x="981" y="2122"/>
                <a:ext cx="0" cy="7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53">
                <a:extLst>
                  <a:ext uri="{FF2B5EF4-FFF2-40B4-BE49-F238E27FC236}">
                    <a16:creationId xmlns:a16="http://schemas.microsoft.com/office/drawing/2014/main" id="{FA62BC4A-D1A4-4D60-9DE2-32FD4DC6595D}"/>
                  </a:ext>
                </a:extLst>
              </p:cNvPr>
              <p:cNvSpPr>
                <a:spLocks noChangeShapeType="1"/>
              </p:cNvSpPr>
              <p:nvPr/>
            </p:nvSpPr>
            <p:spPr bwMode="auto">
              <a:xfrm flipV="1">
                <a:off x="1380" y="2519"/>
                <a:ext cx="0" cy="535"/>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 name="Oval 54">
                <a:extLst>
                  <a:ext uri="{FF2B5EF4-FFF2-40B4-BE49-F238E27FC236}">
                    <a16:creationId xmlns:a16="http://schemas.microsoft.com/office/drawing/2014/main" id="{723E86EE-462C-4EC7-AC5B-3F6077492C79}"/>
                  </a:ext>
                </a:extLst>
              </p:cNvPr>
              <p:cNvSpPr>
                <a:spLocks noChangeArrowheads="1"/>
              </p:cNvSpPr>
              <p:nvPr/>
            </p:nvSpPr>
            <p:spPr bwMode="auto">
              <a:xfrm>
                <a:off x="1357" y="2488"/>
                <a:ext cx="44" cy="51"/>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sp>
          <p:nvSpPr>
            <p:cNvPr id="9" name="Rectangle 55">
              <a:extLst>
                <a:ext uri="{FF2B5EF4-FFF2-40B4-BE49-F238E27FC236}">
                  <a16:creationId xmlns:a16="http://schemas.microsoft.com/office/drawing/2014/main" id="{7397A278-1EB0-4539-9C45-3070A6C9909E}"/>
                </a:ext>
              </a:extLst>
            </p:cNvPr>
            <p:cNvSpPr>
              <a:spLocks noChangeArrowheads="1"/>
            </p:cNvSpPr>
            <p:nvPr/>
          </p:nvSpPr>
          <p:spPr bwMode="auto">
            <a:xfrm>
              <a:off x="1087" y="1456"/>
              <a:ext cx="568" cy="245"/>
            </a:xfrm>
            <a:prstGeom prst="rect">
              <a:avLst/>
            </a:prstGeom>
            <a:noFill/>
            <a:ln w="38100">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mc:AlternateContent xmlns:mc="http://schemas.openxmlformats.org/markup-compatibility/2006" xmlns:a14="http://schemas.microsoft.com/office/drawing/2010/main">
        <mc:Choice Requires="a14">
          <p:sp>
            <p:nvSpPr>
              <p:cNvPr id="43" name="Object 198">
                <a:extLst>
                  <a:ext uri="{FF2B5EF4-FFF2-40B4-BE49-F238E27FC236}">
                    <a16:creationId xmlns:a16="http://schemas.microsoft.com/office/drawing/2014/main" id="{63CCBBFE-48F2-47B3-B79A-2C2199C63830}"/>
                  </a:ext>
                </a:extLst>
              </p:cNvPr>
              <p:cNvSpPr txBox="1"/>
              <p:nvPr/>
            </p:nvSpPr>
            <p:spPr bwMode="auto">
              <a:xfrm>
                <a:off x="5022657" y="2625386"/>
                <a:ext cx="3430536" cy="2506599"/>
              </a:xfrm>
              <a:prstGeom prst="rect">
                <a:avLst/>
              </a:prstGeom>
              <a:solidFill>
                <a:schemeClr val="bg1"/>
              </a:solidFill>
              <a:ln w="38100">
                <a:solidFill>
                  <a:srgbClr val="FF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smtClean="0">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𝑸</m:t>
                          </m:r>
                        </m:e>
                        <m:sub>
                          <m:r>
                            <a:rPr lang="zh-CN" altLang="en-US" sz="2800" b="1" i="1">
                              <a:solidFill>
                                <a:srgbClr val="000000"/>
                              </a:solidFill>
                              <a:latin typeface="Cambria Math" panose="02040503050406030204" pitchFamily="18" charset="0"/>
                            </a:rPr>
                            <m:t>𝑽</m:t>
                          </m:r>
                        </m:sub>
                      </m:sSub>
                      <m:r>
                        <a:rPr lang="en-US" altLang="zh-CN" sz="2800" b="1"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ea typeface="Cambria Math" panose="02040503050406030204" pitchFamily="18" charset="0"/>
                        </a:rPr>
                        <m:t>∆</m:t>
                      </m:r>
                      <m:r>
                        <a:rPr lang="en-US" altLang="zh-CN" sz="2800" b="1" i="1" smtClean="0">
                          <a:solidFill>
                            <a:srgbClr val="000000"/>
                          </a:solidFill>
                          <a:latin typeface="Cambria Math" panose="02040503050406030204" pitchFamily="18" charset="0"/>
                          <a:ea typeface="Cambria Math" panose="02040503050406030204" pitchFamily="18" charset="0"/>
                        </a:rPr>
                        <m:t>𝑬</m:t>
                      </m:r>
                      <m:r>
                        <a:rPr lang="zh-CN" altLang="en-US" sz="2800" b="1" i="1">
                          <a:solidFill>
                            <a:srgbClr val="000000"/>
                          </a:solidFill>
                          <a:latin typeface="Cambria Math" panose="02040503050406030204" pitchFamily="18" charset="0"/>
                        </a:rPr>
                        <m:t>=</m:t>
                      </m:r>
                      <m:f>
                        <m:fPr>
                          <m:ctrlPr>
                            <a:rPr lang="zh-CN" altLang="en-US" sz="2800" b="1" i="1">
                              <a:solidFill>
                                <a:srgbClr val="000000"/>
                              </a:solidFill>
                              <a:latin typeface="Cambria Math" panose="02040503050406030204" pitchFamily="18" charset="0"/>
                            </a:rPr>
                          </m:ctrlPr>
                        </m:fPr>
                        <m:num>
                          <m:r>
                            <a:rPr lang="en-US" altLang="zh-CN" sz="2800" b="1" i="1">
                              <a:solidFill>
                                <a:srgbClr val="000000"/>
                              </a:solidFill>
                              <a:latin typeface="Cambria Math" panose="02040503050406030204" pitchFamily="18" charset="0"/>
                            </a:rPr>
                            <m:t>𝑴</m:t>
                          </m:r>
                        </m:num>
                        <m:den>
                          <m:r>
                            <a:rPr lang="zh-CN" altLang="en-US" sz="2800" b="1" i="1">
                              <a:solidFill>
                                <a:srgbClr val="000000"/>
                              </a:solidFill>
                              <a:latin typeface="Cambria Math" panose="02040503050406030204" pitchFamily="18" charset="0"/>
                            </a:rPr>
                            <m:t>𝑴</m:t>
                          </m:r>
                          <m:r>
                            <a:rPr lang="en-US" altLang="zh-CN" sz="2800" b="1" i="1" baseline="-25000" smtClean="0">
                              <a:solidFill>
                                <a:srgbClr val="000000"/>
                              </a:solidFill>
                              <a:latin typeface="Cambria Math" panose="02040503050406030204" pitchFamily="18" charset="0"/>
                            </a:rPr>
                            <m:t>𝒎𝒐</m:t>
                          </m:r>
                          <m:r>
                            <a:rPr lang="en-US" altLang="zh-CN" sz="2800" b="1" i="1" baseline="-25000">
                              <a:solidFill>
                                <a:srgbClr val="000000"/>
                              </a:solidFill>
                              <a:latin typeface="Cambria Math" panose="02040503050406030204" pitchFamily="18" charset="0"/>
                            </a:rPr>
                            <m:t>𝒍</m:t>
                          </m:r>
                        </m:den>
                      </m:f>
                      <m:f>
                        <m:fPr>
                          <m:ctrlPr>
                            <a:rPr lang="zh-CN" altLang="en-US" sz="2800" b="1" i="1">
                              <a:solidFill>
                                <a:srgbClr val="000000"/>
                              </a:solidFill>
                              <a:latin typeface="Cambria Math" panose="02040503050406030204" pitchFamily="18" charset="0"/>
                            </a:rPr>
                          </m:ctrlPr>
                        </m:fPr>
                        <m:num>
                          <m:r>
                            <a:rPr lang="zh-CN" altLang="en-US" sz="2800" b="1" i="1">
                              <a:solidFill>
                                <a:srgbClr val="000000"/>
                              </a:solidFill>
                              <a:latin typeface="Cambria Math" panose="02040503050406030204" pitchFamily="18" charset="0"/>
                            </a:rPr>
                            <m:t>𝒊</m:t>
                          </m:r>
                        </m:num>
                        <m:den>
                          <m:r>
                            <a:rPr lang="zh-CN" altLang="en-US" sz="2800" b="1" i="1">
                              <a:solidFill>
                                <a:srgbClr val="000000"/>
                              </a:solidFill>
                              <a:latin typeface="Cambria Math" panose="02040503050406030204" pitchFamily="18" charset="0"/>
                            </a:rPr>
                            <m:t>𝟐</m:t>
                          </m:r>
                        </m:den>
                      </m:f>
                      <m:r>
                        <a:rPr lang="zh-CN" altLang="en-US" sz="2800" b="1" i="1">
                          <a:solidFill>
                            <a:srgbClr val="000000"/>
                          </a:solidFill>
                          <a:latin typeface="Cambria Math" panose="02040503050406030204" pitchFamily="18" charset="0"/>
                        </a:rPr>
                        <m:t>𝑹</m:t>
                      </m:r>
                      <m:r>
                        <a:rPr lang="zh-CN" altLang="en-US" sz="2800" b="1" i="1">
                          <a:solidFill>
                            <a:srgbClr val="000000"/>
                          </a:solidFill>
                          <a:latin typeface="Cambria Math" panose="02040503050406030204" pitchFamily="18" charset="0"/>
                        </a:rPr>
                        <m:t>(</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𝑻</m:t>
                          </m:r>
                        </m:e>
                        <m:sub>
                          <m:r>
                            <a:rPr lang="zh-CN" altLang="en-US" sz="2800" b="1" i="1">
                              <a:solidFill>
                                <a:srgbClr val="000000"/>
                              </a:solidFill>
                              <a:latin typeface="Cambria Math" panose="02040503050406030204" pitchFamily="18" charset="0"/>
                            </a:rPr>
                            <m:t>𝟐</m:t>
                          </m:r>
                        </m:sub>
                      </m:sSub>
                      <m:r>
                        <a:rPr lang="zh-CN" altLang="en-US" sz="2800" b="1" i="1">
                          <a:solidFill>
                            <a:srgbClr val="000000"/>
                          </a:solidFill>
                          <a:latin typeface="Cambria Math" panose="02040503050406030204" pitchFamily="18" charset="0"/>
                        </a:rPr>
                        <m:t>−</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𝑻</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oMath>
                  </m:oMathPara>
                </a14:m>
                <a:endParaRPr lang="en-US" altLang="zh-CN" sz="2800" b="1" dirty="0"/>
              </a:p>
              <a:p>
                <a:r>
                  <a:rPr lang="en-US" altLang="zh-CN" sz="2800" b="1" dirty="0"/>
                  <a:t>                 </a:t>
                </a:r>
              </a:p>
              <a:p>
                <a:r>
                  <a:rPr lang="en-US" altLang="zh-CN" sz="2800" b="1" dirty="0"/>
                  <a:t>                 W=0</a:t>
                </a:r>
                <a:endParaRPr lang="zh-CN" altLang="en-US" sz="2800" b="1" dirty="0"/>
              </a:p>
            </p:txBody>
          </p:sp>
        </mc:Choice>
        <mc:Fallback xmlns="">
          <p:sp>
            <p:nvSpPr>
              <p:cNvPr id="43" name="Object 198">
                <a:extLst>
                  <a:ext uri="{FF2B5EF4-FFF2-40B4-BE49-F238E27FC236}">
                    <a16:creationId xmlns:a16="http://schemas.microsoft.com/office/drawing/2014/main" id="{63CCBBFE-48F2-47B3-B79A-2C2199C63830}"/>
                  </a:ext>
                </a:extLst>
              </p:cNvPr>
              <p:cNvSpPr txBox="1">
                <a:spLocks noRot="1" noChangeAspect="1" noMove="1" noResize="1" noEditPoints="1" noAdjustHandles="1" noChangeArrowheads="1" noChangeShapeType="1" noTextEdit="1"/>
              </p:cNvSpPr>
              <p:nvPr/>
            </p:nvSpPr>
            <p:spPr bwMode="auto">
              <a:xfrm>
                <a:off x="5022657" y="2625386"/>
                <a:ext cx="3430536" cy="2506599"/>
              </a:xfrm>
              <a:prstGeom prst="rect">
                <a:avLst/>
              </a:prstGeom>
              <a:blipFill>
                <a:blip r:embed="rId2"/>
                <a:stretch>
                  <a:fillRect l="-1406"/>
                </a:stretch>
              </a:blipFill>
              <a:ln w="38100">
                <a:solidFill>
                  <a:srgbClr val="FF0000"/>
                </a:solidFill>
                <a:miter lim="800000"/>
                <a:headEnd/>
                <a:tailEnd/>
              </a:ln>
              <a:effectLst/>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1C0692BA-243C-136F-7598-43838E6B26D2}"/>
              </a:ext>
            </a:extLst>
          </p:cNvPr>
          <p:cNvSpPr txBox="1"/>
          <p:nvPr/>
        </p:nvSpPr>
        <p:spPr>
          <a:xfrm>
            <a:off x="2816570" y="96278"/>
            <a:ext cx="3477438" cy="584775"/>
          </a:xfrm>
          <a:prstGeom prst="rect">
            <a:avLst/>
          </a:prstGeom>
          <a:noFill/>
        </p:spPr>
        <p:txBody>
          <a:bodyPr wrap="square" rtlCol="0">
            <a:spAutoFit/>
          </a:bodyPr>
          <a:lstStyle/>
          <a:p>
            <a:r>
              <a:rPr lang="zh-CN" altLang="en-US" dirty="0">
                <a:solidFill>
                  <a:schemeClr val="bg1"/>
                </a:solidFill>
              </a:rPr>
              <a:t>等值过程</a:t>
            </a:r>
            <a:r>
              <a:rPr lang="en-US" altLang="zh-CN" dirty="0">
                <a:solidFill>
                  <a:schemeClr val="bg1"/>
                </a:solidFill>
              </a:rPr>
              <a:t>-</a:t>
            </a:r>
            <a:r>
              <a:rPr lang="zh-CN" altLang="en-US" dirty="0">
                <a:solidFill>
                  <a:schemeClr val="bg1"/>
                </a:solidFill>
              </a:rPr>
              <a:t>等体</a:t>
            </a:r>
          </a:p>
        </p:txBody>
      </p:sp>
    </p:spTree>
    <p:extLst>
      <p:ext uri="{BB962C8B-B14F-4D97-AF65-F5344CB8AC3E}">
        <p14:creationId xmlns:p14="http://schemas.microsoft.com/office/powerpoint/2010/main" val="309325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
            <a:extLst>
              <a:ext uri="{FF2B5EF4-FFF2-40B4-BE49-F238E27FC236}">
                <a16:creationId xmlns:a16="http://schemas.microsoft.com/office/drawing/2014/main" id="{1E430C64-2852-48BF-86D2-2F3D568F7FE6}"/>
              </a:ext>
            </a:extLst>
          </p:cNvPr>
          <p:cNvGrpSpPr>
            <a:grpSpLocks/>
          </p:cNvGrpSpPr>
          <p:nvPr/>
        </p:nvGrpSpPr>
        <p:grpSpPr bwMode="auto">
          <a:xfrm>
            <a:off x="744613" y="1052736"/>
            <a:ext cx="4032448" cy="4497936"/>
            <a:chOff x="261" y="635"/>
            <a:chExt cx="2050" cy="2354"/>
          </a:xfrm>
        </p:grpSpPr>
        <p:sp>
          <p:nvSpPr>
            <p:cNvPr id="3" name="Line 14">
              <a:extLst>
                <a:ext uri="{FF2B5EF4-FFF2-40B4-BE49-F238E27FC236}">
                  <a16:creationId xmlns:a16="http://schemas.microsoft.com/office/drawing/2014/main" id="{D7C03E56-FCBE-43F9-B6CA-F5271C674DA8}"/>
                </a:ext>
              </a:extLst>
            </p:cNvPr>
            <p:cNvSpPr>
              <a:spLocks noChangeShapeType="1"/>
            </p:cNvSpPr>
            <p:nvPr/>
          </p:nvSpPr>
          <p:spPr bwMode="auto">
            <a:xfrm flipV="1">
              <a:off x="943" y="2254"/>
              <a:ext cx="639" cy="3"/>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 name="Text Box 15">
              <a:extLst>
                <a:ext uri="{FF2B5EF4-FFF2-40B4-BE49-F238E27FC236}">
                  <a16:creationId xmlns:a16="http://schemas.microsoft.com/office/drawing/2014/main" id="{21245E66-0E0B-4612-B7FE-DA64A028FF1A}"/>
                </a:ext>
              </a:extLst>
            </p:cNvPr>
            <p:cNvSpPr txBox="1">
              <a:spLocks noChangeArrowheads="1"/>
            </p:cNvSpPr>
            <p:nvPr/>
          </p:nvSpPr>
          <p:spPr bwMode="auto">
            <a:xfrm>
              <a:off x="506" y="635"/>
              <a:ext cx="15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CC0000"/>
                  </a:solidFill>
                  <a:ea typeface="华文中宋" panose="02010600040101010101" pitchFamily="2" charset="-122"/>
                </a:rPr>
                <a:t>理想气体的物态方程</a:t>
              </a:r>
              <a:endParaRPr lang="zh-CN" altLang="en-US" sz="3600" b="1" dirty="0">
                <a:ea typeface="华文中宋" panose="02010600040101010101" pitchFamily="2" charset="-122"/>
              </a:endParaRPr>
            </a:p>
          </p:txBody>
        </p:sp>
        <p:grpSp>
          <p:nvGrpSpPr>
            <p:cNvPr id="5" name="Group 16">
              <a:extLst>
                <a:ext uri="{FF2B5EF4-FFF2-40B4-BE49-F238E27FC236}">
                  <a16:creationId xmlns:a16="http://schemas.microsoft.com/office/drawing/2014/main" id="{402A5DF6-4605-49F9-B968-DADE350E7DDB}"/>
                </a:ext>
              </a:extLst>
            </p:cNvPr>
            <p:cNvGrpSpPr>
              <a:grpSpLocks/>
            </p:cNvGrpSpPr>
            <p:nvPr/>
          </p:nvGrpSpPr>
          <p:grpSpPr bwMode="auto">
            <a:xfrm rot="5400000">
              <a:off x="1100" y="998"/>
              <a:ext cx="50" cy="137"/>
              <a:chOff x="2928" y="3216"/>
              <a:chExt cx="48" cy="240"/>
            </a:xfrm>
          </p:grpSpPr>
          <p:sp>
            <p:nvSpPr>
              <p:cNvPr id="46" name="Line 17">
                <a:extLst>
                  <a:ext uri="{FF2B5EF4-FFF2-40B4-BE49-F238E27FC236}">
                    <a16:creationId xmlns:a16="http://schemas.microsoft.com/office/drawing/2014/main" id="{CD63E3F9-5902-47BA-8EEF-9ED934080EF0}"/>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8">
                <a:extLst>
                  <a:ext uri="{FF2B5EF4-FFF2-40B4-BE49-F238E27FC236}">
                    <a16:creationId xmlns:a16="http://schemas.microsoft.com/office/drawing/2014/main" id="{FAC74FAB-DDDD-4960-A49A-AD7AD1B08649}"/>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 name="WordArt 19">
              <a:extLst>
                <a:ext uri="{FF2B5EF4-FFF2-40B4-BE49-F238E27FC236}">
                  <a16:creationId xmlns:a16="http://schemas.microsoft.com/office/drawing/2014/main" id="{D522A787-A686-4F61-80DA-A231DE6687ED}"/>
                </a:ext>
              </a:extLst>
            </p:cNvPr>
            <p:cNvSpPr>
              <a:spLocks noChangeArrowheads="1" noChangeShapeType="1" noTextEdit="1"/>
            </p:cNvSpPr>
            <p:nvPr/>
          </p:nvSpPr>
          <p:spPr bwMode="auto">
            <a:xfrm>
              <a:off x="884" y="990"/>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7" name="WordArt 20">
              <a:extLst>
                <a:ext uri="{FF2B5EF4-FFF2-40B4-BE49-F238E27FC236}">
                  <a16:creationId xmlns:a16="http://schemas.microsoft.com/office/drawing/2014/main" id="{1CF525D1-9956-4356-8919-CCF59C9CDA33}"/>
                </a:ext>
              </a:extLst>
            </p:cNvPr>
            <p:cNvSpPr>
              <a:spLocks noChangeArrowheads="1" noChangeShapeType="1" noTextEdit="1"/>
            </p:cNvSpPr>
            <p:nvPr/>
          </p:nvSpPr>
          <p:spPr bwMode="auto">
            <a:xfrm>
              <a:off x="729" y="984"/>
              <a:ext cx="126" cy="16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8" name="Group 21">
              <a:extLst>
                <a:ext uri="{FF2B5EF4-FFF2-40B4-BE49-F238E27FC236}">
                  <a16:creationId xmlns:a16="http://schemas.microsoft.com/office/drawing/2014/main" id="{2DE504D2-1E07-4C30-BF29-491C891FA634}"/>
                </a:ext>
              </a:extLst>
            </p:cNvPr>
            <p:cNvGrpSpPr>
              <a:grpSpLocks/>
            </p:cNvGrpSpPr>
            <p:nvPr/>
          </p:nvGrpSpPr>
          <p:grpSpPr bwMode="auto">
            <a:xfrm>
              <a:off x="1244" y="905"/>
              <a:ext cx="695" cy="344"/>
              <a:chOff x="1089" y="821"/>
              <a:chExt cx="695" cy="344"/>
            </a:xfrm>
          </p:grpSpPr>
          <p:sp>
            <p:nvSpPr>
              <p:cNvPr id="41" name="WordArt 22">
                <a:extLst>
                  <a:ext uri="{FF2B5EF4-FFF2-40B4-BE49-F238E27FC236}">
                    <a16:creationId xmlns:a16="http://schemas.microsoft.com/office/drawing/2014/main" id="{8329A0BE-DE9B-4E77-8356-CBAD51B9C0E6}"/>
                  </a:ext>
                </a:extLst>
              </p:cNvPr>
              <p:cNvSpPr>
                <a:spLocks noChangeArrowheads="1" noChangeShapeType="1" noTextEdit="1"/>
              </p:cNvSpPr>
              <p:nvPr/>
            </p:nvSpPr>
            <p:spPr bwMode="auto">
              <a:xfrm>
                <a:off x="1093" y="821"/>
                <a:ext cx="243" cy="120"/>
              </a:xfrm>
              <a:prstGeom prst="rect">
                <a:avLst/>
              </a:prstGeom>
            </p:spPr>
            <p:txBody>
              <a:bodyPr wrap="none" fromWordArt="1">
                <a:prstTxWarp prst="textPlain">
                  <a:avLst>
                    <a:gd name="adj" fmla="val 58500"/>
                  </a:avLst>
                </a:prstTxWarp>
              </a:bodyPr>
              <a:lstStyle/>
              <a:p>
                <a:pPr algn="ctr"/>
                <a:r>
                  <a:rPr lang="en-US" altLang="zh-CN" sz="3600" i="1" kern="10" dirty="0">
                    <a:ln w="9525">
                      <a:solidFill>
                        <a:schemeClr val="tx2"/>
                      </a:solidFill>
                      <a:round/>
                      <a:headEnd/>
                      <a:tailEnd/>
                    </a:ln>
                    <a:solidFill>
                      <a:schemeClr val="tx2"/>
                    </a:solidFill>
                    <a:latin typeface="宋体" panose="02010600030101010101" pitchFamily="2" charset="-122"/>
                  </a:rPr>
                  <a:t>M</a:t>
                </a:r>
                <a:endParaRPr lang="zh-CN" altLang="en-US" sz="3600" i="1" kern="10" dirty="0">
                  <a:ln w="9525">
                    <a:solidFill>
                      <a:schemeClr val="tx2"/>
                    </a:solidFill>
                    <a:round/>
                    <a:headEnd/>
                    <a:tailEnd/>
                  </a:ln>
                  <a:solidFill>
                    <a:schemeClr val="tx2"/>
                  </a:solidFill>
                  <a:latin typeface="宋体" panose="02010600030101010101" pitchFamily="2" charset="-122"/>
                </a:endParaRPr>
              </a:p>
            </p:txBody>
          </p:sp>
          <p:sp>
            <p:nvSpPr>
              <p:cNvPr id="42" name="WordArt 23">
                <a:extLst>
                  <a:ext uri="{FF2B5EF4-FFF2-40B4-BE49-F238E27FC236}">
                    <a16:creationId xmlns:a16="http://schemas.microsoft.com/office/drawing/2014/main" id="{A6315ACF-1F64-42F6-AAFB-657BFA51EAE2}"/>
                  </a:ext>
                </a:extLst>
              </p:cNvPr>
              <p:cNvSpPr>
                <a:spLocks noChangeArrowheads="1" noChangeShapeType="1" noTextEdit="1"/>
              </p:cNvSpPr>
              <p:nvPr/>
            </p:nvSpPr>
            <p:spPr bwMode="auto">
              <a:xfrm>
                <a:off x="1126" y="1013"/>
                <a:ext cx="275" cy="152"/>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2"/>
                      </a:solidFill>
                      <a:round/>
                      <a:headEnd/>
                      <a:tailEnd/>
                    </a:ln>
                    <a:solidFill>
                      <a:schemeClr val="tx2"/>
                    </a:solidFill>
                    <a:latin typeface="+mn-lt"/>
                  </a:rPr>
                  <a:t>Mmol</a:t>
                </a:r>
                <a:endParaRPr lang="zh-CN" altLang="en-US" sz="3600" i="1" kern="10" dirty="0">
                  <a:ln w="9525">
                    <a:solidFill>
                      <a:schemeClr val="tx2"/>
                    </a:solidFill>
                    <a:round/>
                    <a:headEnd/>
                    <a:tailEnd/>
                  </a:ln>
                  <a:solidFill>
                    <a:schemeClr val="tx2"/>
                  </a:solidFill>
                  <a:latin typeface="+mn-lt"/>
                </a:endParaRPr>
              </a:p>
            </p:txBody>
          </p:sp>
          <p:sp>
            <p:nvSpPr>
              <p:cNvPr id="43" name="WordArt 24">
                <a:extLst>
                  <a:ext uri="{FF2B5EF4-FFF2-40B4-BE49-F238E27FC236}">
                    <a16:creationId xmlns:a16="http://schemas.microsoft.com/office/drawing/2014/main" id="{34745D0C-13DF-4438-98A3-0A3EC06B493E}"/>
                  </a:ext>
                </a:extLst>
              </p:cNvPr>
              <p:cNvSpPr>
                <a:spLocks noChangeArrowheads="1" noChangeShapeType="1" noTextEdit="1"/>
              </p:cNvSpPr>
              <p:nvPr/>
            </p:nvSpPr>
            <p:spPr bwMode="auto">
              <a:xfrm>
                <a:off x="1398" y="898"/>
                <a:ext cx="205" cy="141"/>
              </a:xfrm>
              <a:prstGeom prst="rect">
                <a:avLst/>
              </a:prstGeom>
            </p:spPr>
            <p:txBody>
              <a:bodyPr wrap="none" fromWordArt="1">
                <a:prstTxWarp prst="textPlain">
                  <a:avLst>
                    <a:gd name="adj" fmla="val 56032"/>
                  </a:avLst>
                </a:prstTxWarp>
              </a:bodyPr>
              <a:lstStyle/>
              <a:p>
                <a:pPr algn="ctr"/>
                <a:r>
                  <a:rPr lang="en-US" altLang="zh-CN" sz="800" i="1" kern="10" dirty="0">
                    <a:ln w="9525">
                      <a:solidFill>
                        <a:srgbClr val="000000"/>
                      </a:solidFill>
                      <a:round/>
                      <a:headEnd/>
                      <a:tailEnd/>
                    </a:ln>
                    <a:solidFill>
                      <a:srgbClr val="000000"/>
                    </a:solidFill>
                    <a:latin typeface="宋体" panose="02010600030101010101" pitchFamily="2" charset="-122"/>
                  </a:rPr>
                  <a:t>R</a:t>
                </a:r>
                <a:endParaRPr lang="zh-CN" altLang="en-US" sz="800" i="1" kern="10" dirty="0">
                  <a:ln w="9525">
                    <a:solidFill>
                      <a:srgbClr val="000000"/>
                    </a:solidFill>
                    <a:round/>
                    <a:headEnd/>
                    <a:tailEnd/>
                  </a:ln>
                  <a:solidFill>
                    <a:srgbClr val="000000"/>
                  </a:solidFill>
                  <a:latin typeface="宋体" panose="02010600030101010101" pitchFamily="2" charset="-122"/>
                </a:endParaRPr>
              </a:p>
            </p:txBody>
          </p:sp>
          <p:sp>
            <p:nvSpPr>
              <p:cNvPr id="44" name="WordArt 25">
                <a:extLst>
                  <a:ext uri="{FF2B5EF4-FFF2-40B4-BE49-F238E27FC236}">
                    <a16:creationId xmlns:a16="http://schemas.microsoft.com/office/drawing/2014/main" id="{23C57F60-BCF2-43FB-9AC6-8246E3643716}"/>
                  </a:ext>
                </a:extLst>
              </p:cNvPr>
              <p:cNvSpPr>
                <a:spLocks noChangeArrowheads="1" noChangeShapeType="1" noTextEdit="1"/>
              </p:cNvSpPr>
              <p:nvPr/>
            </p:nvSpPr>
            <p:spPr bwMode="auto">
              <a:xfrm>
                <a:off x="1611" y="895"/>
                <a:ext cx="173" cy="148"/>
              </a:xfrm>
              <a:prstGeom prst="rect">
                <a:avLst/>
              </a:prstGeom>
            </p:spPr>
            <p:txBody>
              <a:bodyPr wrap="none" fromWordArt="1">
                <a:prstTxWarp prst="textPlain">
                  <a:avLst>
                    <a:gd name="adj" fmla="val 58565"/>
                  </a:avLst>
                </a:prstTxWarp>
              </a:bodyPr>
              <a:lstStyle/>
              <a:p>
                <a:pPr algn="ctr"/>
                <a:r>
                  <a:rPr lang="en-US" altLang="zh-CN" sz="3600" i="1" kern="10" dirty="0">
                    <a:ln w="9525">
                      <a:solidFill>
                        <a:schemeClr val="tx1"/>
                      </a:solidFill>
                      <a:round/>
                      <a:headEnd/>
                      <a:tailEnd/>
                    </a:ln>
                    <a:latin typeface="宋体" panose="02010600030101010101" pitchFamily="2" charset="-122"/>
                  </a:rPr>
                  <a:t>T</a:t>
                </a:r>
                <a:endParaRPr lang="zh-CN" altLang="en-US" sz="3600" i="1" kern="10" dirty="0">
                  <a:ln w="9525">
                    <a:solidFill>
                      <a:schemeClr val="tx1"/>
                    </a:solidFill>
                    <a:round/>
                    <a:headEnd/>
                    <a:tailEnd/>
                  </a:ln>
                  <a:latin typeface="宋体" panose="02010600030101010101" pitchFamily="2" charset="-122"/>
                </a:endParaRPr>
              </a:p>
            </p:txBody>
          </p:sp>
          <p:sp>
            <p:nvSpPr>
              <p:cNvPr id="45" name="Line 26">
                <a:extLst>
                  <a:ext uri="{FF2B5EF4-FFF2-40B4-BE49-F238E27FC236}">
                    <a16:creationId xmlns:a16="http://schemas.microsoft.com/office/drawing/2014/main" id="{1BC3B7C2-98CC-458A-AF30-488FD1A0B722}"/>
                  </a:ext>
                </a:extLst>
              </p:cNvPr>
              <p:cNvSpPr>
                <a:spLocks noChangeShapeType="1"/>
              </p:cNvSpPr>
              <p:nvPr/>
            </p:nvSpPr>
            <p:spPr bwMode="auto">
              <a:xfrm>
                <a:off x="1089" y="983"/>
                <a:ext cx="23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grpSp>
        <p:sp>
          <p:nvSpPr>
            <p:cNvPr id="9" name="Text Box 27">
              <a:extLst>
                <a:ext uri="{FF2B5EF4-FFF2-40B4-BE49-F238E27FC236}">
                  <a16:creationId xmlns:a16="http://schemas.microsoft.com/office/drawing/2014/main" id="{0EC9AF7F-3EF5-494E-9966-DFF3AE3418D0}"/>
                </a:ext>
              </a:extLst>
            </p:cNvPr>
            <p:cNvSpPr txBox="1">
              <a:spLocks noChangeArrowheads="1"/>
            </p:cNvSpPr>
            <p:nvPr/>
          </p:nvSpPr>
          <p:spPr bwMode="auto">
            <a:xfrm>
              <a:off x="277" y="1250"/>
              <a:ext cx="20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ea typeface="华文中宋" panose="02010600040101010101" pitchFamily="2" charset="-122"/>
                </a:rPr>
                <a:t>系统保持压强</a:t>
              </a:r>
              <a:r>
                <a:rPr lang="zh-CN" altLang="en-US" sz="2800" dirty="0">
                  <a:ea typeface="华文中宋" panose="02010600040101010101" pitchFamily="2" charset="-122"/>
                </a:rPr>
                <a:t>   </a:t>
              </a:r>
              <a:r>
                <a:rPr lang="zh-CN" altLang="en-US" sz="2400" dirty="0">
                  <a:ea typeface="华文中宋" panose="02010600040101010101" pitchFamily="2" charset="-122"/>
                </a:rPr>
                <a:t>不变</a:t>
              </a:r>
            </a:p>
          </p:txBody>
        </p:sp>
        <p:sp>
          <p:nvSpPr>
            <p:cNvPr id="10" name="Text Box 28">
              <a:extLst>
                <a:ext uri="{FF2B5EF4-FFF2-40B4-BE49-F238E27FC236}">
                  <a16:creationId xmlns:a16="http://schemas.microsoft.com/office/drawing/2014/main" id="{DB097007-8615-4747-9833-45DDAA61E857}"/>
                </a:ext>
              </a:extLst>
            </p:cNvPr>
            <p:cNvSpPr txBox="1">
              <a:spLocks noChangeArrowheads="1"/>
            </p:cNvSpPr>
            <p:nvPr/>
          </p:nvSpPr>
          <p:spPr bwMode="auto">
            <a:xfrm>
              <a:off x="261" y="1591"/>
              <a:ext cx="10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CC3300"/>
                  </a:solidFill>
                  <a:ea typeface="华文中宋" panose="02010600040101010101" pitchFamily="2" charset="-122"/>
                </a:rPr>
                <a:t>过程方程</a:t>
              </a:r>
            </a:p>
          </p:txBody>
        </p:sp>
        <p:sp>
          <p:nvSpPr>
            <p:cNvPr id="11" name="WordArt 29">
              <a:extLst>
                <a:ext uri="{FF2B5EF4-FFF2-40B4-BE49-F238E27FC236}">
                  <a16:creationId xmlns:a16="http://schemas.microsoft.com/office/drawing/2014/main" id="{1F46A401-32E7-4FAE-BE12-DCECC331D03B}"/>
                </a:ext>
              </a:extLst>
            </p:cNvPr>
            <p:cNvSpPr>
              <a:spLocks noChangeArrowheads="1" noChangeShapeType="1" noTextEdit="1"/>
            </p:cNvSpPr>
            <p:nvPr/>
          </p:nvSpPr>
          <p:spPr bwMode="auto">
            <a:xfrm>
              <a:off x="1023" y="1599"/>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12" name="WordArt 30">
              <a:extLst>
                <a:ext uri="{FF2B5EF4-FFF2-40B4-BE49-F238E27FC236}">
                  <a16:creationId xmlns:a16="http://schemas.microsoft.com/office/drawing/2014/main" id="{B7F7F6C7-7894-4ABA-AC9F-F60C1F517D35}"/>
                </a:ext>
              </a:extLst>
            </p:cNvPr>
            <p:cNvSpPr>
              <a:spLocks noChangeArrowheads="1" noChangeShapeType="1" noTextEdit="1"/>
            </p:cNvSpPr>
            <p:nvPr/>
          </p:nvSpPr>
          <p:spPr bwMode="auto">
            <a:xfrm>
              <a:off x="1176" y="1608"/>
              <a:ext cx="173" cy="148"/>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grpSp>
          <p:nvGrpSpPr>
            <p:cNvPr id="13" name="Group 31">
              <a:extLst>
                <a:ext uri="{FF2B5EF4-FFF2-40B4-BE49-F238E27FC236}">
                  <a16:creationId xmlns:a16="http://schemas.microsoft.com/office/drawing/2014/main" id="{3204FC3D-C571-4300-8B7D-B8E8FDB7EA95}"/>
                </a:ext>
              </a:extLst>
            </p:cNvPr>
            <p:cNvGrpSpPr>
              <a:grpSpLocks/>
            </p:cNvGrpSpPr>
            <p:nvPr/>
          </p:nvGrpSpPr>
          <p:grpSpPr bwMode="auto">
            <a:xfrm rot="5400000">
              <a:off x="1576" y="1605"/>
              <a:ext cx="53" cy="156"/>
              <a:chOff x="2928" y="3216"/>
              <a:chExt cx="48" cy="240"/>
            </a:xfrm>
          </p:grpSpPr>
          <p:sp>
            <p:nvSpPr>
              <p:cNvPr id="39" name="Line 32">
                <a:extLst>
                  <a:ext uri="{FF2B5EF4-FFF2-40B4-BE49-F238E27FC236}">
                    <a16:creationId xmlns:a16="http://schemas.microsoft.com/office/drawing/2014/main" id="{98CD7F09-6FA3-461E-9DE2-42780F68A4FB}"/>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3">
                <a:extLst>
                  <a:ext uri="{FF2B5EF4-FFF2-40B4-BE49-F238E27FC236}">
                    <a16:creationId xmlns:a16="http://schemas.microsoft.com/office/drawing/2014/main" id="{9E90EA6C-CED4-4F25-8309-51BCC5B1D90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 name="Text Box 34">
              <a:extLst>
                <a:ext uri="{FF2B5EF4-FFF2-40B4-BE49-F238E27FC236}">
                  <a16:creationId xmlns:a16="http://schemas.microsoft.com/office/drawing/2014/main" id="{498C4B49-386C-4862-98FB-51FA6AAF20BA}"/>
                </a:ext>
              </a:extLst>
            </p:cNvPr>
            <p:cNvSpPr txBox="1">
              <a:spLocks noChangeArrowheads="1"/>
            </p:cNvSpPr>
            <p:nvPr/>
          </p:nvSpPr>
          <p:spPr bwMode="auto">
            <a:xfrm>
              <a:off x="1668" y="1524"/>
              <a:ext cx="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华文中宋" panose="02010600040101010101" pitchFamily="2" charset="-122"/>
                </a:rPr>
                <a:t>常量</a:t>
              </a:r>
            </a:p>
          </p:txBody>
        </p:sp>
        <p:sp>
          <p:nvSpPr>
            <p:cNvPr id="15" name="WordArt 35">
              <a:extLst>
                <a:ext uri="{FF2B5EF4-FFF2-40B4-BE49-F238E27FC236}">
                  <a16:creationId xmlns:a16="http://schemas.microsoft.com/office/drawing/2014/main" id="{C0467441-9536-473A-8E98-9A25DD286B3D}"/>
                </a:ext>
              </a:extLst>
            </p:cNvPr>
            <p:cNvSpPr>
              <a:spLocks noChangeArrowheads="1" noChangeShapeType="1" noTextEdit="1"/>
            </p:cNvSpPr>
            <p:nvPr/>
          </p:nvSpPr>
          <p:spPr bwMode="auto">
            <a:xfrm>
              <a:off x="1434" y="1555"/>
              <a:ext cx="39" cy="92"/>
            </a:xfrm>
            <a:prstGeom prst="rect">
              <a:avLst/>
            </a:prstGeom>
          </p:spPr>
          <p:txBody>
            <a:bodyPr wrap="none" fromWordArt="1">
              <a:prstTxWarp prst="textPlain">
                <a:avLst>
                  <a:gd name="adj" fmla="val 50000"/>
                </a:avLst>
              </a:prstTxWarp>
            </a:bodyPr>
            <a:lstStyle/>
            <a:p>
              <a:pPr algn="ctr"/>
              <a:r>
                <a:rPr lang="en-US" altLang="zh-CN" sz="1400" kern="10">
                  <a:ln w="9525">
                    <a:solidFill>
                      <a:srgbClr val="000000"/>
                    </a:solidFill>
                    <a:round/>
                    <a:headEnd/>
                    <a:tailEnd/>
                  </a:ln>
                  <a:latin typeface="宋体" panose="02010600030101010101" pitchFamily="2" charset="-122"/>
                </a:rPr>
                <a:t>1</a:t>
              </a:r>
              <a:endParaRPr lang="zh-CN" altLang="en-US" sz="1400" kern="10">
                <a:ln w="9525">
                  <a:solidFill>
                    <a:srgbClr val="000000"/>
                  </a:solidFill>
                  <a:round/>
                  <a:headEnd/>
                  <a:tailEnd/>
                </a:ln>
                <a:latin typeface="宋体" panose="02010600030101010101" pitchFamily="2" charset="-122"/>
              </a:endParaRPr>
            </a:p>
          </p:txBody>
        </p:sp>
        <p:sp>
          <p:nvSpPr>
            <p:cNvPr id="16" name="Line 36">
              <a:extLst>
                <a:ext uri="{FF2B5EF4-FFF2-40B4-BE49-F238E27FC236}">
                  <a16:creationId xmlns:a16="http://schemas.microsoft.com/office/drawing/2014/main" id="{6E4B005E-CCFD-4F55-81A8-2BE0010FA015}"/>
                </a:ext>
              </a:extLst>
            </p:cNvPr>
            <p:cNvSpPr>
              <a:spLocks noChangeShapeType="1"/>
            </p:cNvSpPr>
            <p:nvPr/>
          </p:nvSpPr>
          <p:spPr bwMode="auto">
            <a:xfrm>
              <a:off x="1346" y="1599"/>
              <a:ext cx="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WordArt 37">
              <a:extLst>
                <a:ext uri="{FF2B5EF4-FFF2-40B4-BE49-F238E27FC236}">
                  <a16:creationId xmlns:a16="http://schemas.microsoft.com/office/drawing/2014/main" id="{E2CCD8C0-5434-4485-B361-78B5BBC5E06D}"/>
                </a:ext>
              </a:extLst>
            </p:cNvPr>
            <p:cNvSpPr>
              <a:spLocks noChangeArrowheads="1" noChangeShapeType="1" noTextEdit="1"/>
            </p:cNvSpPr>
            <p:nvPr/>
          </p:nvSpPr>
          <p:spPr bwMode="auto">
            <a:xfrm>
              <a:off x="1292" y="1336"/>
              <a:ext cx="126" cy="166"/>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1"/>
                    </a:solidFill>
                    <a:round/>
                    <a:headEnd/>
                    <a:tailEnd/>
                  </a:ln>
                  <a:latin typeface="Monotype Corsiva" panose="03010101010201010101" pitchFamily="66" charset="0"/>
                </a:rPr>
                <a:t>p</a:t>
              </a:r>
              <a:endParaRPr lang="zh-CN" altLang="en-US" sz="3600" i="1" kern="10" dirty="0">
                <a:ln w="9525">
                  <a:solidFill>
                    <a:schemeClr val="tx1"/>
                  </a:solidFill>
                  <a:round/>
                  <a:headEnd/>
                  <a:tailEnd/>
                </a:ln>
                <a:latin typeface="Monotype Corsiva" panose="03010101010201010101" pitchFamily="66" charset="0"/>
              </a:endParaRPr>
            </a:p>
          </p:txBody>
        </p:sp>
        <p:grpSp>
          <p:nvGrpSpPr>
            <p:cNvPr id="18" name="Group 38">
              <a:extLst>
                <a:ext uri="{FF2B5EF4-FFF2-40B4-BE49-F238E27FC236}">
                  <a16:creationId xmlns:a16="http://schemas.microsoft.com/office/drawing/2014/main" id="{0CD9A93A-B669-45A5-9AE2-B062DCB4E4A6}"/>
                </a:ext>
              </a:extLst>
            </p:cNvPr>
            <p:cNvGrpSpPr>
              <a:grpSpLocks/>
            </p:cNvGrpSpPr>
            <p:nvPr/>
          </p:nvGrpSpPr>
          <p:grpSpPr bwMode="auto">
            <a:xfrm>
              <a:off x="421" y="1854"/>
              <a:ext cx="1569" cy="1135"/>
              <a:chOff x="280" y="1865"/>
              <a:chExt cx="1569" cy="1135"/>
            </a:xfrm>
          </p:grpSpPr>
          <p:sp>
            <p:nvSpPr>
              <p:cNvPr id="19" name="WordArt 39">
                <a:extLst>
                  <a:ext uri="{FF2B5EF4-FFF2-40B4-BE49-F238E27FC236}">
                    <a16:creationId xmlns:a16="http://schemas.microsoft.com/office/drawing/2014/main" id="{39938023-CA48-4A9A-BE04-A642D150A4A9}"/>
                  </a:ext>
                </a:extLst>
              </p:cNvPr>
              <p:cNvSpPr>
                <a:spLocks noChangeArrowheads="1" noChangeShapeType="1" noTextEdit="1"/>
              </p:cNvSpPr>
              <p:nvPr/>
            </p:nvSpPr>
            <p:spPr bwMode="auto">
              <a:xfrm>
                <a:off x="293" y="1876"/>
                <a:ext cx="130" cy="149"/>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p</a:t>
                </a:r>
                <a:endParaRPr lang="zh-CN" altLang="en-US" sz="3600" i="1" kern="10">
                  <a:ln w="9525">
                    <a:solidFill>
                      <a:schemeClr val="tx1"/>
                    </a:solidFill>
                    <a:round/>
                    <a:headEnd/>
                    <a:tailEnd/>
                  </a:ln>
                  <a:cs typeface="Times New Roman" panose="02020603050405020304" pitchFamily="18" charset="0"/>
                </a:endParaRPr>
              </a:p>
            </p:txBody>
          </p:sp>
          <p:sp>
            <p:nvSpPr>
              <p:cNvPr id="20" name="WordArt 40">
                <a:extLst>
                  <a:ext uri="{FF2B5EF4-FFF2-40B4-BE49-F238E27FC236}">
                    <a16:creationId xmlns:a16="http://schemas.microsoft.com/office/drawing/2014/main" id="{7AFFB721-E733-496A-ABBF-2131D50386E8}"/>
                  </a:ext>
                </a:extLst>
              </p:cNvPr>
              <p:cNvSpPr>
                <a:spLocks noChangeArrowheads="1" noChangeShapeType="1" noTextEdit="1"/>
              </p:cNvSpPr>
              <p:nvPr/>
            </p:nvSpPr>
            <p:spPr bwMode="auto">
              <a:xfrm>
                <a:off x="353" y="2827"/>
                <a:ext cx="112" cy="127"/>
              </a:xfrm>
              <a:prstGeom prst="rect">
                <a:avLst/>
              </a:prstGeom>
            </p:spPr>
            <p:txBody>
              <a:bodyPr wrap="none" fromWordArt="1">
                <a:prstTxWarp prst="textPlain">
                  <a:avLst>
                    <a:gd name="adj" fmla="val 50000"/>
                  </a:avLst>
                </a:prstTxWarp>
              </a:bodyPr>
              <a:lstStyle/>
              <a:p>
                <a:pPr algn="ctr"/>
                <a:r>
                  <a:rPr lang="en-US" altLang="zh-CN" sz="800" i="1" kern="10">
                    <a:ln w="9525">
                      <a:solidFill>
                        <a:srgbClr val="000000"/>
                      </a:solidFill>
                      <a:round/>
                      <a:headEnd/>
                      <a:tailEnd/>
                    </a:ln>
                    <a:solidFill>
                      <a:srgbClr val="000000"/>
                    </a:solidFill>
                    <a:cs typeface="Times New Roman" panose="02020603050405020304" pitchFamily="18" charset="0"/>
                  </a:rPr>
                  <a:t>O</a:t>
                </a:r>
                <a:endParaRPr lang="zh-CN" altLang="en-US" sz="800" i="1" kern="10">
                  <a:ln w="9525">
                    <a:solidFill>
                      <a:srgbClr val="000000"/>
                    </a:solidFill>
                    <a:round/>
                    <a:headEnd/>
                    <a:tailEnd/>
                  </a:ln>
                  <a:solidFill>
                    <a:srgbClr val="000000"/>
                  </a:solidFill>
                  <a:cs typeface="Times New Roman" panose="02020603050405020304" pitchFamily="18" charset="0"/>
                </a:endParaRPr>
              </a:p>
            </p:txBody>
          </p:sp>
          <p:sp>
            <p:nvSpPr>
              <p:cNvPr id="21" name="Line 41">
                <a:extLst>
                  <a:ext uri="{FF2B5EF4-FFF2-40B4-BE49-F238E27FC236}">
                    <a16:creationId xmlns:a16="http://schemas.microsoft.com/office/drawing/2014/main" id="{B2C5CF2B-770B-4F5D-B7CA-6DC63FB1847D}"/>
                  </a:ext>
                </a:extLst>
              </p:cNvPr>
              <p:cNvSpPr>
                <a:spLocks noChangeShapeType="1"/>
              </p:cNvSpPr>
              <p:nvPr/>
            </p:nvSpPr>
            <p:spPr bwMode="auto">
              <a:xfrm>
                <a:off x="508" y="1865"/>
                <a:ext cx="0" cy="945"/>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42">
                <a:extLst>
                  <a:ext uri="{FF2B5EF4-FFF2-40B4-BE49-F238E27FC236}">
                    <a16:creationId xmlns:a16="http://schemas.microsoft.com/office/drawing/2014/main" id="{49C4DC86-911B-4B88-BFBF-6D2870E3BC00}"/>
                  </a:ext>
                </a:extLst>
              </p:cNvPr>
              <p:cNvSpPr>
                <a:spLocks noChangeShapeType="1"/>
              </p:cNvSpPr>
              <p:nvPr/>
            </p:nvSpPr>
            <p:spPr bwMode="auto">
              <a:xfrm flipH="1">
                <a:off x="505" y="2800"/>
                <a:ext cx="1344" cy="1"/>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3" name="WordArt 43">
                <a:extLst>
                  <a:ext uri="{FF2B5EF4-FFF2-40B4-BE49-F238E27FC236}">
                    <a16:creationId xmlns:a16="http://schemas.microsoft.com/office/drawing/2014/main" id="{0DB24546-A7C0-4805-A6CD-D6794BC83CC6}"/>
                  </a:ext>
                </a:extLst>
              </p:cNvPr>
              <p:cNvSpPr>
                <a:spLocks noChangeArrowheads="1" noChangeShapeType="1" noTextEdit="1"/>
              </p:cNvSpPr>
              <p:nvPr/>
            </p:nvSpPr>
            <p:spPr bwMode="auto">
              <a:xfrm>
                <a:off x="1697" y="2592"/>
                <a:ext cx="143" cy="128"/>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V</a:t>
                </a:r>
                <a:endParaRPr lang="zh-CN" altLang="en-US" sz="3600" i="1" kern="10">
                  <a:ln w="9525">
                    <a:solidFill>
                      <a:schemeClr val="tx1"/>
                    </a:solidFill>
                    <a:round/>
                    <a:headEnd/>
                    <a:tailEnd/>
                  </a:ln>
                  <a:latin typeface="Bookman Old Style" panose="02050604050505020204" pitchFamily="18" charset="0"/>
                </a:endParaRPr>
              </a:p>
            </p:txBody>
          </p:sp>
          <p:sp>
            <p:nvSpPr>
              <p:cNvPr id="24" name="Line 44">
                <a:extLst>
                  <a:ext uri="{FF2B5EF4-FFF2-40B4-BE49-F238E27FC236}">
                    <a16:creationId xmlns:a16="http://schemas.microsoft.com/office/drawing/2014/main" id="{2A338A92-496C-447B-8246-34436C0E07A6}"/>
                  </a:ext>
                </a:extLst>
              </p:cNvPr>
              <p:cNvSpPr>
                <a:spLocks noChangeShapeType="1"/>
              </p:cNvSpPr>
              <p:nvPr/>
            </p:nvSpPr>
            <p:spPr bwMode="auto">
              <a:xfrm flipH="1" flipV="1">
                <a:off x="797" y="2267"/>
                <a:ext cx="0" cy="53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 name="Group 45">
                <a:extLst>
                  <a:ext uri="{FF2B5EF4-FFF2-40B4-BE49-F238E27FC236}">
                    <a16:creationId xmlns:a16="http://schemas.microsoft.com/office/drawing/2014/main" id="{E4C1395A-754C-4275-BE6C-5D9C93DF53F2}"/>
                  </a:ext>
                </a:extLst>
              </p:cNvPr>
              <p:cNvGrpSpPr>
                <a:grpSpLocks/>
              </p:cNvGrpSpPr>
              <p:nvPr/>
            </p:nvGrpSpPr>
            <p:grpSpPr bwMode="auto">
              <a:xfrm>
                <a:off x="702" y="2835"/>
                <a:ext cx="190" cy="149"/>
                <a:chOff x="803" y="3138"/>
                <a:chExt cx="198" cy="169"/>
              </a:xfrm>
            </p:grpSpPr>
            <p:sp>
              <p:nvSpPr>
                <p:cNvPr id="37" name="WordArt 46">
                  <a:extLst>
                    <a:ext uri="{FF2B5EF4-FFF2-40B4-BE49-F238E27FC236}">
                      <a16:creationId xmlns:a16="http://schemas.microsoft.com/office/drawing/2014/main" id="{FEAC6AA6-EA17-471E-808C-851122F51A6B}"/>
                    </a:ext>
                  </a:extLst>
                </p:cNvPr>
                <p:cNvSpPr>
                  <a:spLocks noChangeArrowheads="1" noChangeShapeType="1" noTextEdit="1"/>
                </p:cNvSpPr>
                <p:nvPr/>
              </p:nvSpPr>
              <p:spPr bwMode="auto">
                <a:xfrm>
                  <a:off x="927" y="3222"/>
                  <a:ext cx="74" cy="8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1</a:t>
                  </a:r>
                  <a:endParaRPr lang="zh-CN" altLang="en-US" sz="3600" i="1" kern="10">
                    <a:ln w="9525">
                      <a:solidFill>
                        <a:schemeClr val="tx1"/>
                      </a:solidFill>
                      <a:round/>
                      <a:headEnd/>
                      <a:tailEnd/>
                    </a:ln>
                    <a:cs typeface="Times New Roman" panose="02020603050405020304" pitchFamily="18" charset="0"/>
                  </a:endParaRPr>
                </a:p>
              </p:txBody>
            </p:sp>
            <p:sp>
              <p:nvSpPr>
                <p:cNvPr id="38" name="WordArt 47">
                  <a:extLst>
                    <a:ext uri="{FF2B5EF4-FFF2-40B4-BE49-F238E27FC236}">
                      <a16:creationId xmlns:a16="http://schemas.microsoft.com/office/drawing/2014/main" id="{0F109546-BB9F-4F34-8321-C3DF12844A29}"/>
                    </a:ext>
                  </a:extLst>
                </p:cNvPr>
                <p:cNvSpPr>
                  <a:spLocks noChangeArrowheads="1" noChangeShapeType="1" noTextEdit="1"/>
                </p:cNvSpPr>
                <p:nvPr/>
              </p:nvSpPr>
              <p:spPr bwMode="auto">
                <a:xfrm>
                  <a:off x="803" y="3138"/>
                  <a:ext cx="191"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sp>
            <p:nvSpPr>
              <p:cNvPr id="26" name="Line 48">
                <a:extLst>
                  <a:ext uri="{FF2B5EF4-FFF2-40B4-BE49-F238E27FC236}">
                    <a16:creationId xmlns:a16="http://schemas.microsoft.com/office/drawing/2014/main" id="{BCAA709C-1168-45EA-B25E-1019D4E4698D}"/>
                  </a:ext>
                </a:extLst>
              </p:cNvPr>
              <p:cNvSpPr>
                <a:spLocks noChangeShapeType="1"/>
              </p:cNvSpPr>
              <p:nvPr/>
            </p:nvSpPr>
            <p:spPr bwMode="auto">
              <a:xfrm rot="5400000" flipV="1">
                <a:off x="953" y="1819"/>
                <a:ext cx="0" cy="89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 name="Group 49">
                <a:extLst>
                  <a:ext uri="{FF2B5EF4-FFF2-40B4-BE49-F238E27FC236}">
                    <a16:creationId xmlns:a16="http://schemas.microsoft.com/office/drawing/2014/main" id="{4811F891-04B0-463B-B916-E38D972E3919}"/>
                  </a:ext>
                </a:extLst>
              </p:cNvPr>
              <p:cNvGrpSpPr>
                <a:grpSpLocks/>
              </p:cNvGrpSpPr>
              <p:nvPr/>
            </p:nvGrpSpPr>
            <p:grpSpPr bwMode="auto">
              <a:xfrm>
                <a:off x="280" y="2168"/>
                <a:ext cx="170" cy="175"/>
                <a:chOff x="240" y="2314"/>
                <a:chExt cx="195" cy="190"/>
              </a:xfrm>
            </p:grpSpPr>
            <p:sp>
              <p:nvSpPr>
                <p:cNvPr id="35" name="WordArt 50">
                  <a:extLst>
                    <a:ext uri="{FF2B5EF4-FFF2-40B4-BE49-F238E27FC236}">
                      <a16:creationId xmlns:a16="http://schemas.microsoft.com/office/drawing/2014/main" id="{28D4D4BC-9635-4A28-ADBC-745AE3C56EDB}"/>
                    </a:ext>
                  </a:extLst>
                </p:cNvPr>
                <p:cNvSpPr>
                  <a:spLocks noChangeArrowheads="1" noChangeShapeType="1" noTextEdit="1"/>
                </p:cNvSpPr>
                <p:nvPr/>
              </p:nvSpPr>
              <p:spPr bwMode="auto">
                <a:xfrm>
                  <a:off x="358" y="2420"/>
                  <a:ext cx="77" cy="84"/>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a</a:t>
                  </a:r>
                  <a:endParaRPr lang="zh-CN" altLang="en-US" sz="3600" i="1" kern="10">
                    <a:ln w="9525">
                      <a:solidFill>
                        <a:schemeClr val="tx1"/>
                      </a:solidFill>
                      <a:round/>
                      <a:headEnd/>
                      <a:tailEnd/>
                    </a:ln>
                    <a:cs typeface="Times New Roman" panose="02020603050405020304" pitchFamily="18" charset="0"/>
                  </a:endParaRPr>
                </a:p>
              </p:txBody>
            </p:sp>
            <p:sp>
              <p:nvSpPr>
                <p:cNvPr id="36" name="WordArt 51">
                  <a:extLst>
                    <a:ext uri="{FF2B5EF4-FFF2-40B4-BE49-F238E27FC236}">
                      <a16:creationId xmlns:a16="http://schemas.microsoft.com/office/drawing/2014/main" id="{85CEB17B-BABD-4613-9DE3-1306A29674D3}"/>
                    </a:ext>
                  </a:extLst>
                </p:cNvPr>
                <p:cNvSpPr>
                  <a:spLocks noChangeArrowheads="1" noChangeShapeType="1" noTextEdit="1"/>
                </p:cNvSpPr>
                <p:nvPr/>
              </p:nvSpPr>
              <p:spPr bwMode="auto">
                <a:xfrm>
                  <a:off x="240" y="2314"/>
                  <a:ext cx="143" cy="17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sp>
            <p:nvSpPr>
              <p:cNvPr id="28" name="WordArt 52">
                <a:extLst>
                  <a:ext uri="{FF2B5EF4-FFF2-40B4-BE49-F238E27FC236}">
                    <a16:creationId xmlns:a16="http://schemas.microsoft.com/office/drawing/2014/main" id="{6DE8E313-96CB-4544-968A-BEE9465158B6}"/>
                  </a:ext>
                </a:extLst>
              </p:cNvPr>
              <p:cNvSpPr>
                <a:spLocks noChangeArrowheads="1" noChangeShapeType="1" noTextEdit="1"/>
              </p:cNvSpPr>
              <p:nvPr/>
            </p:nvSpPr>
            <p:spPr bwMode="auto">
              <a:xfrm>
                <a:off x="1468" y="2903"/>
                <a:ext cx="64" cy="97"/>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2</a:t>
                </a:r>
                <a:endParaRPr lang="zh-CN" altLang="en-US" sz="3600" i="1" kern="10">
                  <a:ln w="9525">
                    <a:solidFill>
                      <a:schemeClr val="tx1"/>
                    </a:solidFill>
                    <a:round/>
                    <a:headEnd/>
                    <a:tailEnd/>
                  </a:ln>
                  <a:cs typeface="Times New Roman" panose="02020603050405020304" pitchFamily="18" charset="0"/>
                </a:endParaRPr>
              </a:p>
            </p:txBody>
          </p:sp>
          <p:sp>
            <p:nvSpPr>
              <p:cNvPr id="29" name="WordArt 53">
                <a:extLst>
                  <a:ext uri="{FF2B5EF4-FFF2-40B4-BE49-F238E27FC236}">
                    <a16:creationId xmlns:a16="http://schemas.microsoft.com/office/drawing/2014/main" id="{7EA92C47-1DD2-4F65-B35D-C8A4C157564F}"/>
                  </a:ext>
                </a:extLst>
              </p:cNvPr>
              <p:cNvSpPr>
                <a:spLocks noChangeArrowheads="1" noChangeShapeType="1" noTextEdit="1"/>
              </p:cNvSpPr>
              <p:nvPr/>
            </p:nvSpPr>
            <p:spPr bwMode="auto">
              <a:xfrm>
                <a:off x="1379" y="2069"/>
                <a:ext cx="89" cy="12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b</a:t>
                </a:r>
                <a:endParaRPr lang="zh-CN" altLang="en-US" sz="3600" i="1" kern="10">
                  <a:ln w="9525">
                    <a:solidFill>
                      <a:schemeClr val="tx1"/>
                    </a:solidFill>
                    <a:round/>
                    <a:headEnd/>
                    <a:tailEnd/>
                  </a:ln>
                  <a:cs typeface="Times New Roman" panose="02020603050405020304" pitchFamily="18" charset="0"/>
                </a:endParaRPr>
              </a:p>
            </p:txBody>
          </p:sp>
          <p:sp>
            <p:nvSpPr>
              <p:cNvPr id="30" name="WordArt 54">
                <a:extLst>
                  <a:ext uri="{FF2B5EF4-FFF2-40B4-BE49-F238E27FC236}">
                    <a16:creationId xmlns:a16="http://schemas.microsoft.com/office/drawing/2014/main" id="{1954CEB1-1CF1-42D3-8A7F-031A6D3DB243}"/>
                  </a:ext>
                </a:extLst>
              </p:cNvPr>
              <p:cNvSpPr>
                <a:spLocks noChangeArrowheads="1" noChangeShapeType="1" noTextEdit="1"/>
              </p:cNvSpPr>
              <p:nvPr/>
            </p:nvSpPr>
            <p:spPr bwMode="auto">
              <a:xfrm>
                <a:off x="759" y="2089"/>
                <a:ext cx="97" cy="9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a</a:t>
                </a:r>
                <a:endParaRPr lang="zh-CN" altLang="en-US" sz="3600" i="1" kern="10">
                  <a:ln w="9525">
                    <a:solidFill>
                      <a:schemeClr val="tx1"/>
                    </a:solidFill>
                    <a:round/>
                    <a:headEnd/>
                    <a:tailEnd/>
                  </a:ln>
                  <a:cs typeface="Times New Roman" panose="02020603050405020304" pitchFamily="18" charset="0"/>
                </a:endParaRPr>
              </a:p>
            </p:txBody>
          </p:sp>
          <p:sp>
            <p:nvSpPr>
              <p:cNvPr id="31" name="Oval 55">
                <a:extLst>
                  <a:ext uri="{FF2B5EF4-FFF2-40B4-BE49-F238E27FC236}">
                    <a16:creationId xmlns:a16="http://schemas.microsoft.com/office/drawing/2014/main" id="{85301182-FB45-472F-9C6F-C0D6F9E1AC5E}"/>
                  </a:ext>
                </a:extLst>
              </p:cNvPr>
              <p:cNvSpPr>
                <a:spLocks noChangeArrowheads="1"/>
              </p:cNvSpPr>
              <p:nvPr/>
            </p:nvSpPr>
            <p:spPr bwMode="auto">
              <a:xfrm>
                <a:off x="781" y="2245"/>
                <a:ext cx="45" cy="43"/>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32" name="WordArt 56">
                <a:extLst>
                  <a:ext uri="{FF2B5EF4-FFF2-40B4-BE49-F238E27FC236}">
                    <a16:creationId xmlns:a16="http://schemas.microsoft.com/office/drawing/2014/main" id="{28528047-99B5-4A47-A8CD-12A6912E4C59}"/>
                  </a:ext>
                </a:extLst>
              </p:cNvPr>
              <p:cNvSpPr>
                <a:spLocks noChangeArrowheads="1" noChangeShapeType="1" noTextEdit="1"/>
              </p:cNvSpPr>
              <p:nvPr/>
            </p:nvSpPr>
            <p:spPr bwMode="auto">
              <a:xfrm>
                <a:off x="1346" y="2833"/>
                <a:ext cx="183" cy="143"/>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33" name="Line 57">
                <a:extLst>
                  <a:ext uri="{FF2B5EF4-FFF2-40B4-BE49-F238E27FC236}">
                    <a16:creationId xmlns:a16="http://schemas.microsoft.com/office/drawing/2014/main" id="{043B0E0B-A4C6-4D48-B5AE-4D88431D4EE1}"/>
                  </a:ext>
                </a:extLst>
              </p:cNvPr>
              <p:cNvSpPr>
                <a:spLocks noChangeShapeType="1"/>
              </p:cNvSpPr>
              <p:nvPr/>
            </p:nvSpPr>
            <p:spPr bwMode="auto">
              <a:xfrm flipH="1" flipV="1">
                <a:off x="1415" y="2264"/>
                <a:ext cx="0" cy="53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Oval 58">
                <a:extLst>
                  <a:ext uri="{FF2B5EF4-FFF2-40B4-BE49-F238E27FC236}">
                    <a16:creationId xmlns:a16="http://schemas.microsoft.com/office/drawing/2014/main" id="{FC91DCCA-84FE-4123-90A5-852D8DC4BA36}"/>
                  </a:ext>
                </a:extLst>
              </p:cNvPr>
              <p:cNvSpPr>
                <a:spLocks noChangeArrowheads="1"/>
              </p:cNvSpPr>
              <p:nvPr/>
            </p:nvSpPr>
            <p:spPr bwMode="auto">
              <a:xfrm>
                <a:off x="1396" y="2242"/>
                <a:ext cx="45" cy="4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grpSp>
      <mc:AlternateContent xmlns:mc="http://schemas.openxmlformats.org/markup-compatibility/2006" xmlns:a14="http://schemas.microsoft.com/office/drawing/2010/main">
        <mc:Choice Requires="a14">
          <p:sp>
            <p:nvSpPr>
              <p:cNvPr id="48" name="Object 165">
                <a:extLst>
                  <a:ext uri="{FF2B5EF4-FFF2-40B4-BE49-F238E27FC236}">
                    <a16:creationId xmlns:a16="http://schemas.microsoft.com/office/drawing/2014/main" id="{EC760993-513A-41AF-9968-C7309BDA90D1}"/>
                  </a:ext>
                </a:extLst>
              </p:cNvPr>
              <p:cNvSpPr txBox="1"/>
              <p:nvPr/>
            </p:nvSpPr>
            <p:spPr bwMode="auto">
              <a:xfrm>
                <a:off x="4543171" y="1754547"/>
                <a:ext cx="4187427" cy="3294696"/>
              </a:xfrm>
              <a:prstGeom prst="rect">
                <a:avLst/>
              </a:prstGeom>
              <a:noFill/>
              <a:ln w="38100">
                <a:solidFill>
                  <a:srgbClr val="FF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𝑸</m:t>
                          </m:r>
                        </m:e>
                        <m:sub>
                          <m:r>
                            <a:rPr lang="zh-CN" altLang="en-US" b="1" i="1">
                              <a:solidFill>
                                <a:srgbClr val="000000"/>
                              </a:solidFill>
                              <a:latin typeface="Cambria Math" panose="02040503050406030204" pitchFamily="18" charset="0"/>
                            </a:rPr>
                            <m:t>𝒑</m:t>
                          </m:r>
                        </m:sub>
                      </m:sSub>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𝑬</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𝑬</m:t>
                          </m:r>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𝑾</m:t>
                      </m:r>
                      <m:r>
                        <a:rPr lang="zh-CN" altLang="en-US" b="1" i="1">
                          <a:solidFill>
                            <a:srgbClr val="000000"/>
                          </a:solidFill>
                          <a:latin typeface="Cambria Math" panose="02040503050406030204" pitchFamily="18" charset="0"/>
                        </a:rPr>
                        <m:t>=</m:t>
                      </m:r>
                      <m:f>
                        <m:fPr>
                          <m:ctrlPr>
                            <a:rPr lang="zh-CN" altLang="en-US"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𝑴</m:t>
                          </m:r>
                        </m:num>
                        <m:den>
                          <m:r>
                            <a:rPr lang="zh-CN" altLang="en-US" b="1" i="1">
                              <a:solidFill>
                                <a:srgbClr val="000000"/>
                              </a:solidFill>
                              <a:latin typeface="Cambria Math" panose="02040503050406030204" pitchFamily="18" charset="0"/>
                            </a:rPr>
                            <m:t>𝑴</m:t>
                          </m:r>
                          <m:r>
                            <a:rPr lang="en-US" altLang="zh-CN" b="1" i="1" baseline="-25000">
                              <a:solidFill>
                                <a:srgbClr val="000000"/>
                              </a:solidFill>
                              <a:latin typeface="Cambria Math" panose="02040503050406030204" pitchFamily="18" charset="0"/>
                            </a:rPr>
                            <m:t>𝒎𝒐𝒍</m:t>
                          </m:r>
                        </m:den>
                      </m:f>
                      <m:f>
                        <m:fPr>
                          <m:ctrlPr>
                            <a:rPr lang="zh-CN" altLang="en-US" b="1" i="1">
                              <a:solidFill>
                                <a:srgbClr val="000000"/>
                              </a:solidFill>
                              <a:latin typeface="Cambria Math" panose="02040503050406030204" pitchFamily="18" charset="0"/>
                            </a:rPr>
                          </m:ctrlPr>
                        </m:fPr>
                        <m:num>
                          <m:r>
                            <a:rPr lang="zh-CN" altLang="en-US" b="1" i="1">
                              <a:solidFill>
                                <a:srgbClr val="000000"/>
                              </a:solidFill>
                              <a:latin typeface="Cambria Math" panose="02040503050406030204" pitchFamily="18" charset="0"/>
                            </a:rPr>
                            <m:t>𝒊</m:t>
                          </m:r>
                        </m:num>
                        <m:den>
                          <m:r>
                            <a:rPr lang="zh-CN" altLang="en-US" b="1" i="1">
                              <a:solidFill>
                                <a:srgbClr val="000000"/>
                              </a:solidFill>
                              <a:latin typeface="Cambria Math" panose="02040503050406030204" pitchFamily="18" charset="0"/>
                            </a:rPr>
                            <m:t>𝟐</m:t>
                          </m:r>
                        </m:den>
                      </m:f>
                      <m:r>
                        <a:rPr lang="zh-CN" altLang="en-US" b="1" i="1">
                          <a:solidFill>
                            <a:srgbClr val="000000"/>
                          </a:solidFill>
                          <a:latin typeface="Cambria Math" panose="02040503050406030204" pitchFamily="18" charset="0"/>
                        </a:rPr>
                        <m:t>𝑹</m:t>
                      </m:r>
                      <m:d>
                        <m:dPr>
                          <m:ctrlPr>
                            <a:rPr lang="zh-CN" altLang="en-US" b="1" i="1">
                              <a:solidFill>
                                <a:srgbClr val="000000"/>
                              </a:solidFill>
                              <a:latin typeface="Cambria Math" panose="02040503050406030204" pitchFamily="18" charset="0"/>
                            </a:rPr>
                          </m:ctrlPr>
                        </m:dPr>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𝑻</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𝑻</m:t>
                              </m:r>
                            </m:e>
                            <m:sub>
                              <m:r>
                                <a:rPr lang="zh-CN" altLang="en-US" b="1" i="1">
                                  <a:solidFill>
                                    <a:srgbClr val="000000"/>
                                  </a:solidFill>
                                  <a:latin typeface="Cambria Math" panose="02040503050406030204" pitchFamily="18" charset="0"/>
                                </a:rPr>
                                <m:t>𝟏</m:t>
                              </m:r>
                            </m:sub>
                          </m:sSub>
                        </m:e>
                      </m:d>
                      <m:r>
                        <a:rPr lang="zh-CN" altLang="en-US" b="1" i="1">
                          <a:solidFill>
                            <a:srgbClr val="000000"/>
                          </a:solidFill>
                          <a:latin typeface="Cambria Math" panose="02040503050406030204" pitchFamily="18" charset="0"/>
                        </a:rPr>
                        <m:t>+</m:t>
                      </m:r>
                      <m:f>
                        <m:fPr>
                          <m:ctrlPr>
                            <a:rPr lang="zh-CN" altLang="en-US"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𝑴</m:t>
                          </m:r>
                        </m:num>
                        <m:den>
                          <m:r>
                            <a:rPr lang="zh-CN" altLang="en-US" b="1" i="1">
                              <a:solidFill>
                                <a:srgbClr val="000000"/>
                              </a:solidFill>
                              <a:latin typeface="Cambria Math" panose="02040503050406030204" pitchFamily="18" charset="0"/>
                            </a:rPr>
                            <m:t>𝑴</m:t>
                          </m:r>
                          <m:r>
                            <a:rPr lang="en-US" altLang="zh-CN" b="1" i="1" baseline="-25000">
                              <a:solidFill>
                                <a:srgbClr val="000000"/>
                              </a:solidFill>
                              <a:latin typeface="Cambria Math" panose="02040503050406030204" pitchFamily="18" charset="0"/>
                            </a:rPr>
                            <m:t>𝒎𝒐𝒍</m:t>
                          </m:r>
                        </m:den>
                      </m:f>
                      <m:r>
                        <a:rPr lang="zh-CN" altLang="en-US" b="1" i="1">
                          <a:solidFill>
                            <a:srgbClr val="000000"/>
                          </a:solidFill>
                          <a:latin typeface="Cambria Math" panose="02040503050406030204" pitchFamily="18" charset="0"/>
                        </a:rPr>
                        <m:t>𝑹</m:t>
                      </m:r>
                      <m:d>
                        <m:dPr>
                          <m:ctrlPr>
                            <a:rPr lang="zh-CN" altLang="en-US" b="1" i="1">
                              <a:solidFill>
                                <a:srgbClr val="000000"/>
                              </a:solidFill>
                              <a:latin typeface="Cambria Math" panose="02040503050406030204" pitchFamily="18" charset="0"/>
                            </a:rPr>
                          </m:ctrlPr>
                        </m:dPr>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𝑻</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𝑻</m:t>
                              </m:r>
                            </m:e>
                            <m:sub>
                              <m:r>
                                <a:rPr lang="zh-CN" altLang="en-US" b="1" i="1">
                                  <a:solidFill>
                                    <a:srgbClr val="000000"/>
                                  </a:solidFill>
                                  <a:latin typeface="Cambria Math" panose="02040503050406030204" pitchFamily="18" charset="0"/>
                                </a:rPr>
                                <m:t>𝟏</m:t>
                              </m:r>
                            </m:sub>
                          </m:sSub>
                        </m:e>
                      </m:d>
                    </m:oMath>
                  </m:oMathPara>
                </a14:m>
                <a:endParaRPr lang="zh-CN" altLang="en-US" b="1" dirty="0"/>
              </a:p>
            </p:txBody>
          </p:sp>
        </mc:Choice>
        <mc:Fallback xmlns="">
          <p:sp>
            <p:nvSpPr>
              <p:cNvPr id="48" name="Object 165">
                <a:extLst>
                  <a:ext uri="{FF2B5EF4-FFF2-40B4-BE49-F238E27FC236}">
                    <a16:creationId xmlns:a16="http://schemas.microsoft.com/office/drawing/2014/main" id="{EC760993-513A-41AF-9968-C7309BDA90D1}"/>
                  </a:ext>
                </a:extLst>
              </p:cNvPr>
              <p:cNvSpPr txBox="1">
                <a:spLocks noRot="1" noChangeAspect="1" noMove="1" noResize="1" noEditPoints="1" noAdjustHandles="1" noChangeArrowheads="1" noChangeShapeType="1" noTextEdit="1"/>
              </p:cNvSpPr>
              <p:nvPr/>
            </p:nvSpPr>
            <p:spPr bwMode="auto">
              <a:xfrm>
                <a:off x="4543171" y="1754547"/>
                <a:ext cx="4187427" cy="3294696"/>
              </a:xfrm>
              <a:prstGeom prst="rect">
                <a:avLst/>
              </a:prstGeom>
              <a:blipFill>
                <a:blip r:embed="rId2"/>
                <a:stretch>
                  <a:fillRect l="-1732"/>
                </a:stretch>
              </a:blipFill>
              <a:ln w="38100">
                <a:solidFill>
                  <a:srgbClr val="FF0000"/>
                </a:solidFill>
                <a:miter lim="800000"/>
                <a:headEnd/>
                <a:tailEnd/>
              </a:ln>
              <a:effectLst/>
            </p:spPr>
            <p:txBody>
              <a:bodyPr/>
              <a:lstStyle/>
              <a:p>
                <a:r>
                  <a:rPr lang="zh-CN" altLang="en-US">
                    <a:noFill/>
                  </a:rPr>
                  <a:t> </a:t>
                </a:r>
              </a:p>
            </p:txBody>
          </p:sp>
        </mc:Fallback>
      </mc:AlternateContent>
      <p:sp>
        <p:nvSpPr>
          <p:cNvPr id="49" name="Rectangle 55">
            <a:extLst>
              <a:ext uri="{FF2B5EF4-FFF2-40B4-BE49-F238E27FC236}">
                <a16:creationId xmlns:a16="http://schemas.microsoft.com/office/drawing/2014/main" id="{7C11ECFF-5C79-7468-0E90-388C67A9AF06}"/>
              </a:ext>
            </a:extLst>
          </p:cNvPr>
          <p:cNvSpPr>
            <a:spLocks noChangeArrowheads="1"/>
          </p:cNvSpPr>
          <p:nvPr/>
        </p:nvSpPr>
        <p:spPr bwMode="auto">
          <a:xfrm>
            <a:off x="2745120" y="2295686"/>
            <a:ext cx="1024814" cy="479885"/>
          </a:xfrm>
          <a:prstGeom prst="rect">
            <a:avLst/>
          </a:prstGeom>
          <a:noFill/>
          <a:ln w="38100">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solidFill>
                <a:srgbClr val="FF0000"/>
              </a:solidFill>
            </a:endParaRPr>
          </a:p>
        </p:txBody>
      </p:sp>
      <p:sp>
        <p:nvSpPr>
          <p:cNvPr id="50" name="文本框 49">
            <a:extLst>
              <a:ext uri="{FF2B5EF4-FFF2-40B4-BE49-F238E27FC236}">
                <a16:creationId xmlns:a16="http://schemas.microsoft.com/office/drawing/2014/main" id="{52CF2C9C-178C-2C8B-A1D8-359B61B97276}"/>
              </a:ext>
            </a:extLst>
          </p:cNvPr>
          <p:cNvSpPr txBox="1"/>
          <p:nvPr/>
        </p:nvSpPr>
        <p:spPr>
          <a:xfrm>
            <a:off x="2816570" y="96278"/>
            <a:ext cx="3477438" cy="584775"/>
          </a:xfrm>
          <a:prstGeom prst="rect">
            <a:avLst/>
          </a:prstGeom>
          <a:noFill/>
        </p:spPr>
        <p:txBody>
          <a:bodyPr wrap="square" rtlCol="0">
            <a:spAutoFit/>
          </a:bodyPr>
          <a:lstStyle/>
          <a:p>
            <a:r>
              <a:rPr lang="zh-CN" altLang="en-US" dirty="0">
                <a:solidFill>
                  <a:schemeClr val="bg1"/>
                </a:solidFill>
              </a:rPr>
              <a:t>等值过程</a:t>
            </a:r>
            <a:r>
              <a:rPr lang="en-US" altLang="zh-CN" dirty="0">
                <a:solidFill>
                  <a:schemeClr val="bg1"/>
                </a:solidFill>
              </a:rPr>
              <a:t>-</a:t>
            </a:r>
            <a:r>
              <a:rPr lang="zh-CN" altLang="en-US" dirty="0">
                <a:solidFill>
                  <a:schemeClr val="bg1"/>
                </a:solidFill>
              </a:rPr>
              <a:t>等压</a:t>
            </a:r>
          </a:p>
        </p:txBody>
      </p:sp>
    </p:spTree>
    <p:extLst>
      <p:ext uri="{BB962C8B-B14F-4D97-AF65-F5344CB8AC3E}">
        <p14:creationId xmlns:p14="http://schemas.microsoft.com/office/powerpoint/2010/main" val="281674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6">
            <a:extLst>
              <a:ext uri="{FF2B5EF4-FFF2-40B4-BE49-F238E27FC236}">
                <a16:creationId xmlns:a16="http://schemas.microsoft.com/office/drawing/2014/main" id="{0806F87F-0A46-43D3-B039-95AF55565306}"/>
              </a:ext>
            </a:extLst>
          </p:cNvPr>
          <p:cNvGrpSpPr>
            <a:grpSpLocks/>
          </p:cNvGrpSpPr>
          <p:nvPr/>
        </p:nvGrpSpPr>
        <p:grpSpPr bwMode="auto">
          <a:xfrm>
            <a:off x="539552" y="1022731"/>
            <a:ext cx="3440496" cy="5142573"/>
            <a:chOff x="106" y="533"/>
            <a:chExt cx="2003" cy="3085"/>
          </a:xfrm>
        </p:grpSpPr>
        <p:sp>
          <p:nvSpPr>
            <p:cNvPr id="3" name="Text Box 187">
              <a:extLst>
                <a:ext uri="{FF2B5EF4-FFF2-40B4-BE49-F238E27FC236}">
                  <a16:creationId xmlns:a16="http://schemas.microsoft.com/office/drawing/2014/main" id="{4ADD1974-F4BE-4BAF-9FCD-2E8F61D7D71E}"/>
                </a:ext>
              </a:extLst>
            </p:cNvPr>
            <p:cNvSpPr txBox="1">
              <a:spLocks noChangeArrowheads="1"/>
            </p:cNvSpPr>
            <p:nvPr/>
          </p:nvSpPr>
          <p:spPr bwMode="auto">
            <a:xfrm>
              <a:off x="287" y="533"/>
              <a:ext cx="172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CC0000"/>
                  </a:solidFill>
                  <a:ea typeface="华文中宋" panose="02010600040101010101" pitchFamily="2" charset="-122"/>
                </a:rPr>
                <a:t>理想气体的物态方程</a:t>
              </a:r>
              <a:endParaRPr lang="zh-CN" altLang="en-US" sz="3600" b="1" dirty="0">
                <a:ea typeface="华文中宋" panose="02010600040101010101" pitchFamily="2" charset="-122"/>
              </a:endParaRPr>
            </a:p>
          </p:txBody>
        </p:sp>
        <p:grpSp>
          <p:nvGrpSpPr>
            <p:cNvPr id="4" name="Group 188">
              <a:extLst>
                <a:ext uri="{FF2B5EF4-FFF2-40B4-BE49-F238E27FC236}">
                  <a16:creationId xmlns:a16="http://schemas.microsoft.com/office/drawing/2014/main" id="{72643CBF-A189-45D8-9DCF-078A5D3CEE57}"/>
                </a:ext>
              </a:extLst>
            </p:cNvPr>
            <p:cNvGrpSpPr>
              <a:grpSpLocks/>
            </p:cNvGrpSpPr>
            <p:nvPr/>
          </p:nvGrpSpPr>
          <p:grpSpPr bwMode="auto">
            <a:xfrm>
              <a:off x="574" y="821"/>
              <a:ext cx="1118" cy="313"/>
              <a:chOff x="574" y="821"/>
              <a:chExt cx="1118" cy="313"/>
            </a:xfrm>
          </p:grpSpPr>
          <p:grpSp>
            <p:nvGrpSpPr>
              <p:cNvPr id="48" name="Group 189">
                <a:extLst>
                  <a:ext uri="{FF2B5EF4-FFF2-40B4-BE49-F238E27FC236}">
                    <a16:creationId xmlns:a16="http://schemas.microsoft.com/office/drawing/2014/main" id="{D7CC3178-A32E-4C40-B546-3289951342BE}"/>
                  </a:ext>
                </a:extLst>
              </p:cNvPr>
              <p:cNvGrpSpPr>
                <a:grpSpLocks/>
              </p:cNvGrpSpPr>
              <p:nvPr/>
            </p:nvGrpSpPr>
            <p:grpSpPr bwMode="auto">
              <a:xfrm rot="5400000">
                <a:off x="945" y="914"/>
                <a:ext cx="50" cy="137"/>
                <a:chOff x="2928" y="3216"/>
                <a:chExt cx="48" cy="240"/>
              </a:xfrm>
            </p:grpSpPr>
            <p:sp>
              <p:nvSpPr>
                <p:cNvPr id="57" name="Line 190">
                  <a:extLst>
                    <a:ext uri="{FF2B5EF4-FFF2-40B4-BE49-F238E27FC236}">
                      <a16:creationId xmlns:a16="http://schemas.microsoft.com/office/drawing/2014/main" id="{FACF718A-33BC-48C2-BCB6-C22A01181E0D}"/>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91">
                  <a:extLst>
                    <a:ext uri="{FF2B5EF4-FFF2-40B4-BE49-F238E27FC236}">
                      <a16:creationId xmlns:a16="http://schemas.microsoft.com/office/drawing/2014/main" id="{C1D63F1A-C737-4BBE-A9C6-A4FA1CB7193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 name="WordArt 192">
                <a:extLst>
                  <a:ext uri="{FF2B5EF4-FFF2-40B4-BE49-F238E27FC236}">
                    <a16:creationId xmlns:a16="http://schemas.microsoft.com/office/drawing/2014/main" id="{5ED0A09C-4573-4335-8616-D573788B4ECB}"/>
                  </a:ext>
                </a:extLst>
              </p:cNvPr>
              <p:cNvSpPr>
                <a:spLocks noChangeArrowheads="1" noChangeShapeType="1" noTextEdit="1"/>
              </p:cNvSpPr>
              <p:nvPr/>
            </p:nvSpPr>
            <p:spPr bwMode="auto">
              <a:xfrm>
                <a:off x="729" y="906"/>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0" name="WordArt 193">
                <a:extLst>
                  <a:ext uri="{FF2B5EF4-FFF2-40B4-BE49-F238E27FC236}">
                    <a16:creationId xmlns:a16="http://schemas.microsoft.com/office/drawing/2014/main" id="{4CB182FC-062E-41CA-9CAB-DE1A7E607544}"/>
                  </a:ext>
                </a:extLst>
              </p:cNvPr>
              <p:cNvSpPr>
                <a:spLocks noChangeArrowheads="1" noChangeShapeType="1" noTextEdit="1"/>
              </p:cNvSpPr>
              <p:nvPr/>
            </p:nvSpPr>
            <p:spPr bwMode="auto">
              <a:xfrm>
                <a:off x="574" y="900"/>
                <a:ext cx="126" cy="16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51" name="Group 194">
                <a:extLst>
                  <a:ext uri="{FF2B5EF4-FFF2-40B4-BE49-F238E27FC236}">
                    <a16:creationId xmlns:a16="http://schemas.microsoft.com/office/drawing/2014/main" id="{071D9245-C566-4FAF-B970-A1FE2E1754D7}"/>
                  </a:ext>
                </a:extLst>
              </p:cNvPr>
              <p:cNvGrpSpPr>
                <a:grpSpLocks/>
              </p:cNvGrpSpPr>
              <p:nvPr/>
            </p:nvGrpSpPr>
            <p:grpSpPr bwMode="auto">
              <a:xfrm>
                <a:off x="1089" y="821"/>
                <a:ext cx="603" cy="313"/>
                <a:chOff x="1089" y="821"/>
                <a:chExt cx="603" cy="313"/>
              </a:xfrm>
            </p:grpSpPr>
            <p:sp>
              <p:nvSpPr>
                <p:cNvPr id="52" name="WordArt 195">
                  <a:extLst>
                    <a:ext uri="{FF2B5EF4-FFF2-40B4-BE49-F238E27FC236}">
                      <a16:creationId xmlns:a16="http://schemas.microsoft.com/office/drawing/2014/main" id="{E5E509AA-48BA-4E13-99DD-8DDC172B3879}"/>
                    </a:ext>
                  </a:extLst>
                </p:cNvPr>
                <p:cNvSpPr>
                  <a:spLocks noChangeArrowheads="1" noChangeShapeType="1" noTextEdit="1"/>
                </p:cNvSpPr>
                <p:nvPr/>
              </p:nvSpPr>
              <p:spPr bwMode="auto">
                <a:xfrm>
                  <a:off x="1093" y="821"/>
                  <a:ext cx="243" cy="120"/>
                </a:xfrm>
                <a:prstGeom prst="rect">
                  <a:avLst/>
                </a:prstGeom>
              </p:spPr>
              <p:txBody>
                <a:bodyPr wrap="none" fromWordArt="1">
                  <a:prstTxWarp prst="textPlain">
                    <a:avLst>
                      <a:gd name="adj" fmla="val 58500"/>
                    </a:avLst>
                  </a:prstTxWarp>
                </a:bodyPr>
                <a:lstStyle/>
                <a:p>
                  <a:pPr algn="ctr"/>
                  <a:r>
                    <a:rPr lang="en-US" altLang="zh-CN" sz="3600" i="1" kern="10" dirty="0">
                      <a:ln w="9525">
                        <a:solidFill>
                          <a:schemeClr val="tx2"/>
                        </a:solidFill>
                        <a:round/>
                        <a:headEnd/>
                        <a:tailEnd/>
                      </a:ln>
                      <a:solidFill>
                        <a:schemeClr val="tx2"/>
                      </a:solidFill>
                      <a:latin typeface="宋体" panose="02010600030101010101" pitchFamily="2" charset="-122"/>
                    </a:rPr>
                    <a:t>M</a:t>
                  </a:r>
                  <a:endParaRPr lang="zh-CN" altLang="en-US" sz="3600" i="1" kern="10" dirty="0">
                    <a:ln w="9525">
                      <a:solidFill>
                        <a:schemeClr val="tx2"/>
                      </a:solidFill>
                      <a:round/>
                      <a:headEnd/>
                      <a:tailEnd/>
                    </a:ln>
                    <a:solidFill>
                      <a:schemeClr val="tx2"/>
                    </a:solidFill>
                    <a:latin typeface="宋体" panose="02010600030101010101" pitchFamily="2" charset="-122"/>
                  </a:endParaRPr>
                </a:p>
              </p:txBody>
            </p:sp>
            <p:sp>
              <p:nvSpPr>
                <p:cNvPr id="53" name="WordArt 196">
                  <a:extLst>
                    <a:ext uri="{FF2B5EF4-FFF2-40B4-BE49-F238E27FC236}">
                      <a16:creationId xmlns:a16="http://schemas.microsoft.com/office/drawing/2014/main" id="{D9FC8497-CDC5-4EF6-B9A2-B08562D19046}"/>
                    </a:ext>
                  </a:extLst>
                </p:cNvPr>
                <p:cNvSpPr>
                  <a:spLocks noChangeArrowheads="1" noChangeShapeType="1" noTextEdit="1"/>
                </p:cNvSpPr>
                <p:nvPr/>
              </p:nvSpPr>
              <p:spPr bwMode="auto">
                <a:xfrm>
                  <a:off x="1126" y="1013"/>
                  <a:ext cx="168" cy="121"/>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2"/>
                        </a:solidFill>
                        <a:round/>
                        <a:headEnd/>
                        <a:tailEnd/>
                      </a:ln>
                      <a:solidFill>
                        <a:schemeClr val="tx2"/>
                      </a:solidFill>
                      <a:latin typeface="+mn-lt"/>
                    </a:rPr>
                    <a:t>Mmol</a:t>
                  </a:r>
                  <a:endParaRPr lang="zh-CN" altLang="en-US" sz="3600" i="1" kern="10" dirty="0">
                    <a:ln w="9525">
                      <a:solidFill>
                        <a:schemeClr val="tx2"/>
                      </a:solidFill>
                      <a:round/>
                      <a:headEnd/>
                      <a:tailEnd/>
                    </a:ln>
                    <a:solidFill>
                      <a:schemeClr val="tx2"/>
                    </a:solidFill>
                    <a:latin typeface="+mn-lt"/>
                  </a:endParaRPr>
                </a:p>
              </p:txBody>
            </p:sp>
            <p:sp>
              <p:nvSpPr>
                <p:cNvPr id="54" name="WordArt 197">
                  <a:extLst>
                    <a:ext uri="{FF2B5EF4-FFF2-40B4-BE49-F238E27FC236}">
                      <a16:creationId xmlns:a16="http://schemas.microsoft.com/office/drawing/2014/main" id="{C3E1F288-B2F0-4505-B55E-9F6B63C9475A}"/>
                    </a:ext>
                  </a:extLst>
                </p:cNvPr>
                <p:cNvSpPr>
                  <a:spLocks noChangeArrowheads="1" noChangeShapeType="1" noTextEdit="1"/>
                </p:cNvSpPr>
                <p:nvPr/>
              </p:nvSpPr>
              <p:spPr bwMode="auto">
                <a:xfrm>
                  <a:off x="1333" y="898"/>
                  <a:ext cx="205" cy="141"/>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55" name="WordArt 198">
                  <a:extLst>
                    <a:ext uri="{FF2B5EF4-FFF2-40B4-BE49-F238E27FC236}">
                      <a16:creationId xmlns:a16="http://schemas.microsoft.com/office/drawing/2014/main" id="{D0FECD04-E511-4E09-94BE-F89091FD8B52}"/>
                    </a:ext>
                  </a:extLst>
                </p:cNvPr>
                <p:cNvSpPr>
                  <a:spLocks noChangeArrowheads="1" noChangeShapeType="1" noTextEdit="1"/>
                </p:cNvSpPr>
                <p:nvPr/>
              </p:nvSpPr>
              <p:spPr bwMode="auto">
                <a:xfrm>
                  <a:off x="1519" y="895"/>
                  <a:ext cx="173" cy="148"/>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sp>
              <p:nvSpPr>
                <p:cNvPr id="56" name="Line 199">
                  <a:extLst>
                    <a:ext uri="{FF2B5EF4-FFF2-40B4-BE49-F238E27FC236}">
                      <a16:creationId xmlns:a16="http://schemas.microsoft.com/office/drawing/2014/main" id="{94B69CF4-FCC1-4CE5-89F0-BFFB6651783E}"/>
                    </a:ext>
                  </a:extLst>
                </p:cNvPr>
                <p:cNvSpPr>
                  <a:spLocks noChangeShapeType="1"/>
                </p:cNvSpPr>
                <p:nvPr/>
              </p:nvSpPr>
              <p:spPr bwMode="auto">
                <a:xfrm>
                  <a:off x="1089" y="983"/>
                  <a:ext cx="23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200">
              <a:extLst>
                <a:ext uri="{FF2B5EF4-FFF2-40B4-BE49-F238E27FC236}">
                  <a16:creationId xmlns:a16="http://schemas.microsoft.com/office/drawing/2014/main" id="{5E85F189-2A1D-4F32-94A8-AC3B3376EADA}"/>
                </a:ext>
              </a:extLst>
            </p:cNvPr>
            <p:cNvGrpSpPr>
              <a:grpSpLocks/>
            </p:cNvGrpSpPr>
            <p:nvPr/>
          </p:nvGrpSpPr>
          <p:grpSpPr bwMode="auto">
            <a:xfrm>
              <a:off x="176" y="1098"/>
              <a:ext cx="1925" cy="327"/>
              <a:chOff x="176" y="1098"/>
              <a:chExt cx="1925" cy="327"/>
            </a:xfrm>
          </p:grpSpPr>
          <p:sp>
            <p:nvSpPr>
              <p:cNvPr id="46" name="Text Box 201">
                <a:extLst>
                  <a:ext uri="{FF2B5EF4-FFF2-40B4-BE49-F238E27FC236}">
                    <a16:creationId xmlns:a16="http://schemas.microsoft.com/office/drawing/2014/main" id="{6BA5BC80-37F0-4152-BCF5-8FD3BE05B07F}"/>
                  </a:ext>
                </a:extLst>
              </p:cNvPr>
              <p:cNvSpPr txBox="1">
                <a:spLocks noChangeArrowheads="1"/>
              </p:cNvSpPr>
              <p:nvPr/>
            </p:nvSpPr>
            <p:spPr bwMode="auto">
              <a:xfrm>
                <a:off x="176" y="1098"/>
                <a:ext cx="19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华文中宋" panose="02010600040101010101" pitchFamily="2" charset="-122"/>
                  </a:rPr>
                  <a:t>系统保持温度</a:t>
                </a:r>
                <a:r>
                  <a:rPr lang="zh-CN" altLang="en-US" sz="2800">
                    <a:ea typeface="华文中宋" panose="02010600040101010101" pitchFamily="2" charset="-122"/>
                  </a:rPr>
                  <a:t>   </a:t>
                </a:r>
                <a:r>
                  <a:rPr lang="zh-CN" altLang="en-US" sz="2400">
                    <a:ea typeface="华文中宋" panose="02010600040101010101" pitchFamily="2" charset="-122"/>
                  </a:rPr>
                  <a:t>不变</a:t>
                </a:r>
              </a:p>
            </p:txBody>
          </p:sp>
          <p:sp>
            <p:nvSpPr>
              <p:cNvPr id="47" name="WordArt 202">
                <a:extLst>
                  <a:ext uri="{FF2B5EF4-FFF2-40B4-BE49-F238E27FC236}">
                    <a16:creationId xmlns:a16="http://schemas.microsoft.com/office/drawing/2014/main" id="{983E8C9C-DB73-46C6-B989-FD3F746BFAB7}"/>
                  </a:ext>
                </a:extLst>
              </p:cNvPr>
              <p:cNvSpPr>
                <a:spLocks noChangeArrowheads="1" noChangeShapeType="1" noTextEdit="1"/>
              </p:cNvSpPr>
              <p:nvPr/>
            </p:nvSpPr>
            <p:spPr bwMode="auto">
              <a:xfrm>
                <a:off x="1322" y="1199"/>
                <a:ext cx="173" cy="148"/>
              </a:xfrm>
              <a:prstGeom prst="rect">
                <a:avLst/>
              </a:prstGeom>
            </p:spPr>
            <p:txBody>
              <a:bodyPr wrap="none" fromWordArt="1">
                <a:prstTxWarp prst="textPlain">
                  <a:avLst>
                    <a:gd name="adj" fmla="val 58565"/>
                  </a:avLst>
                </a:prstTxWarp>
              </a:bodyPr>
              <a:lstStyle/>
              <a:p>
                <a:pPr algn="ctr"/>
                <a:r>
                  <a:rPr lang="en-US" altLang="zh-CN" sz="3600" i="1" kern="10" dirty="0">
                    <a:ln w="9525">
                      <a:solidFill>
                        <a:schemeClr val="tx1"/>
                      </a:solidFill>
                      <a:round/>
                      <a:headEnd/>
                      <a:tailEnd/>
                    </a:ln>
                    <a:latin typeface="宋体" panose="02010600030101010101" pitchFamily="2" charset="-122"/>
                  </a:rPr>
                  <a:t>T</a:t>
                </a:r>
                <a:endParaRPr lang="zh-CN" altLang="en-US" sz="3600" i="1" kern="10" dirty="0">
                  <a:ln w="9525">
                    <a:solidFill>
                      <a:schemeClr val="tx1"/>
                    </a:solidFill>
                    <a:round/>
                    <a:headEnd/>
                    <a:tailEnd/>
                  </a:ln>
                  <a:latin typeface="宋体" panose="02010600030101010101" pitchFamily="2" charset="-122"/>
                </a:endParaRPr>
              </a:p>
            </p:txBody>
          </p:sp>
        </p:grpSp>
        <p:grpSp>
          <p:nvGrpSpPr>
            <p:cNvPr id="6" name="Group 203">
              <a:extLst>
                <a:ext uri="{FF2B5EF4-FFF2-40B4-BE49-F238E27FC236}">
                  <a16:creationId xmlns:a16="http://schemas.microsoft.com/office/drawing/2014/main" id="{2F736466-5A1A-45D3-80CD-BE0F36B60F0A}"/>
                </a:ext>
              </a:extLst>
            </p:cNvPr>
            <p:cNvGrpSpPr>
              <a:grpSpLocks/>
            </p:cNvGrpSpPr>
            <p:nvPr/>
          </p:nvGrpSpPr>
          <p:grpSpPr bwMode="auto">
            <a:xfrm>
              <a:off x="897" y="1440"/>
              <a:ext cx="1067" cy="288"/>
              <a:chOff x="662" y="1432"/>
              <a:chExt cx="1067" cy="288"/>
            </a:xfrm>
          </p:grpSpPr>
          <p:grpSp>
            <p:nvGrpSpPr>
              <p:cNvPr id="40" name="Group 204">
                <a:extLst>
                  <a:ext uri="{FF2B5EF4-FFF2-40B4-BE49-F238E27FC236}">
                    <a16:creationId xmlns:a16="http://schemas.microsoft.com/office/drawing/2014/main" id="{808BE9A2-71A3-4D02-8D41-04D03D8D42B6}"/>
                  </a:ext>
                </a:extLst>
              </p:cNvPr>
              <p:cNvGrpSpPr>
                <a:grpSpLocks/>
              </p:cNvGrpSpPr>
              <p:nvPr/>
            </p:nvGrpSpPr>
            <p:grpSpPr bwMode="auto">
              <a:xfrm rot="5400000">
                <a:off x="1041" y="1516"/>
                <a:ext cx="53" cy="156"/>
                <a:chOff x="2928" y="3216"/>
                <a:chExt cx="48" cy="240"/>
              </a:xfrm>
            </p:grpSpPr>
            <p:sp>
              <p:nvSpPr>
                <p:cNvPr id="44" name="Line 205">
                  <a:extLst>
                    <a:ext uri="{FF2B5EF4-FFF2-40B4-BE49-F238E27FC236}">
                      <a16:creationId xmlns:a16="http://schemas.microsoft.com/office/drawing/2014/main" id="{4E13B6DE-D48B-4295-8DF3-EE9F4A6C562A}"/>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206">
                  <a:extLst>
                    <a:ext uri="{FF2B5EF4-FFF2-40B4-BE49-F238E27FC236}">
                      <a16:creationId xmlns:a16="http://schemas.microsoft.com/office/drawing/2014/main" id="{E9EEFB49-063C-4530-BCD5-0B02EB57647D}"/>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 name="Text Box 207">
                <a:extLst>
                  <a:ext uri="{FF2B5EF4-FFF2-40B4-BE49-F238E27FC236}">
                    <a16:creationId xmlns:a16="http://schemas.microsoft.com/office/drawing/2014/main" id="{A61CD8DD-A5C4-40F7-BCD9-789EF9C1C9BA}"/>
                  </a:ext>
                </a:extLst>
              </p:cNvPr>
              <p:cNvSpPr txBox="1">
                <a:spLocks noChangeArrowheads="1"/>
              </p:cNvSpPr>
              <p:nvPr/>
            </p:nvSpPr>
            <p:spPr bwMode="auto">
              <a:xfrm>
                <a:off x="1137" y="1432"/>
                <a:ext cx="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ea typeface="华文中宋" panose="02010600040101010101" pitchFamily="2" charset="-122"/>
                  </a:rPr>
                  <a:t>常量</a:t>
                </a:r>
              </a:p>
            </p:txBody>
          </p:sp>
          <p:sp>
            <p:nvSpPr>
              <p:cNvPr id="42" name="WordArt 208">
                <a:extLst>
                  <a:ext uri="{FF2B5EF4-FFF2-40B4-BE49-F238E27FC236}">
                    <a16:creationId xmlns:a16="http://schemas.microsoft.com/office/drawing/2014/main" id="{58012D8A-3A73-453A-BF1F-0D78796760CE}"/>
                  </a:ext>
                </a:extLst>
              </p:cNvPr>
              <p:cNvSpPr>
                <a:spLocks noChangeArrowheads="1" noChangeShapeType="1" noTextEdit="1"/>
              </p:cNvSpPr>
              <p:nvPr/>
            </p:nvSpPr>
            <p:spPr bwMode="auto">
              <a:xfrm>
                <a:off x="820" y="1510"/>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43" name="WordArt 209">
                <a:extLst>
                  <a:ext uri="{FF2B5EF4-FFF2-40B4-BE49-F238E27FC236}">
                    <a16:creationId xmlns:a16="http://schemas.microsoft.com/office/drawing/2014/main" id="{B42ECE9A-B40D-48B2-AB5F-245A6CA0F564}"/>
                  </a:ext>
                </a:extLst>
              </p:cNvPr>
              <p:cNvSpPr>
                <a:spLocks noChangeArrowheads="1" noChangeShapeType="1" noTextEdit="1"/>
              </p:cNvSpPr>
              <p:nvPr/>
            </p:nvSpPr>
            <p:spPr bwMode="auto">
              <a:xfrm>
                <a:off x="662" y="1500"/>
                <a:ext cx="126" cy="16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sp>
          <p:nvSpPr>
            <p:cNvPr id="7" name="WordArt 210">
              <a:extLst>
                <a:ext uri="{FF2B5EF4-FFF2-40B4-BE49-F238E27FC236}">
                  <a16:creationId xmlns:a16="http://schemas.microsoft.com/office/drawing/2014/main" id="{379D5463-A191-4C67-A01D-1241790BE955}"/>
                </a:ext>
              </a:extLst>
            </p:cNvPr>
            <p:cNvSpPr>
              <a:spLocks noChangeArrowheads="1" noChangeShapeType="1" noTextEdit="1"/>
            </p:cNvSpPr>
            <p:nvPr/>
          </p:nvSpPr>
          <p:spPr bwMode="auto">
            <a:xfrm>
              <a:off x="272" y="1776"/>
              <a:ext cx="146" cy="15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p</a:t>
              </a:r>
              <a:endParaRPr lang="zh-CN" altLang="en-US" sz="3600" i="1" kern="10">
                <a:ln w="9525">
                  <a:solidFill>
                    <a:schemeClr val="tx1"/>
                  </a:solidFill>
                  <a:round/>
                  <a:headEnd/>
                  <a:tailEnd/>
                </a:ln>
                <a:cs typeface="Times New Roman" panose="02020603050405020304" pitchFamily="18" charset="0"/>
              </a:endParaRPr>
            </a:p>
          </p:txBody>
        </p:sp>
        <p:sp>
          <p:nvSpPr>
            <p:cNvPr id="8" name="WordArt 211">
              <a:extLst>
                <a:ext uri="{FF2B5EF4-FFF2-40B4-BE49-F238E27FC236}">
                  <a16:creationId xmlns:a16="http://schemas.microsoft.com/office/drawing/2014/main" id="{85632548-3EDB-499B-9323-7050D4CAB260}"/>
                </a:ext>
              </a:extLst>
            </p:cNvPr>
            <p:cNvSpPr>
              <a:spLocks noChangeArrowheads="1" noChangeShapeType="1" noTextEdit="1"/>
            </p:cNvSpPr>
            <p:nvPr/>
          </p:nvSpPr>
          <p:spPr bwMode="auto">
            <a:xfrm>
              <a:off x="306" y="3469"/>
              <a:ext cx="119" cy="146"/>
            </a:xfrm>
            <a:prstGeom prst="rect">
              <a:avLst/>
            </a:prstGeom>
          </p:spPr>
          <p:txBody>
            <a:bodyPr wrap="none" fromWordArt="1">
              <a:prstTxWarp prst="textPlain">
                <a:avLst>
                  <a:gd name="adj" fmla="val 50000"/>
                </a:avLst>
              </a:prstTxWarp>
            </a:bodyPr>
            <a:lstStyle/>
            <a:p>
              <a:pPr algn="ctr"/>
              <a:r>
                <a:rPr lang="en-US" altLang="zh-CN" sz="800" i="1" kern="10">
                  <a:ln w="9525">
                    <a:solidFill>
                      <a:srgbClr val="000000"/>
                    </a:solidFill>
                    <a:round/>
                    <a:headEnd/>
                    <a:tailEnd/>
                  </a:ln>
                  <a:solidFill>
                    <a:srgbClr val="000000"/>
                  </a:solidFill>
                  <a:cs typeface="Times New Roman" panose="02020603050405020304" pitchFamily="18" charset="0"/>
                </a:rPr>
                <a:t>O</a:t>
              </a:r>
              <a:endParaRPr lang="zh-CN" altLang="en-US" sz="800" i="1" kern="10">
                <a:ln w="9525">
                  <a:solidFill>
                    <a:srgbClr val="000000"/>
                  </a:solidFill>
                  <a:round/>
                  <a:headEnd/>
                  <a:tailEnd/>
                </a:ln>
                <a:solidFill>
                  <a:srgbClr val="000000"/>
                </a:solidFill>
                <a:cs typeface="Times New Roman" panose="02020603050405020304" pitchFamily="18" charset="0"/>
              </a:endParaRPr>
            </a:p>
          </p:txBody>
        </p:sp>
        <p:sp>
          <p:nvSpPr>
            <p:cNvPr id="9" name="Line 212">
              <a:extLst>
                <a:ext uri="{FF2B5EF4-FFF2-40B4-BE49-F238E27FC236}">
                  <a16:creationId xmlns:a16="http://schemas.microsoft.com/office/drawing/2014/main" id="{19CE2F8D-8F65-4851-9B84-AB4CDA9A749D}"/>
                </a:ext>
              </a:extLst>
            </p:cNvPr>
            <p:cNvSpPr>
              <a:spLocks noChangeShapeType="1"/>
            </p:cNvSpPr>
            <p:nvPr/>
          </p:nvSpPr>
          <p:spPr bwMode="auto">
            <a:xfrm>
              <a:off x="482" y="1763"/>
              <a:ext cx="0" cy="1658"/>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13">
              <a:extLst>
                <a:ext uri="{FF2B5EF4-FFF2-40B4-BE49-F238E27FC236}">
                  <a16:creationId xmlns:a16="http://schemas.microsoft.com/office/drawing/2014/main" id="{37091A42-4C22-4338-8A9B-BDAE13B86EA5}"/>
                </a:ext>
              </a:extLst>
            </p:cNvPr>
            <p:cNvSpPr>
              <a:spLocks noChangeShapeType="1"/>
            </p:cNvSpPr>
            <p:nvPr/>
          </p:nvSpPr>
          <p:spPr bwMode="auto">
            <a:xfrm flipH="1">
              <a:off x="488" y="3407"/>
              <a:ext cx="1621" cy="3"/>
            </a:xfrm>
            <a:prstGeom prst="line">
              <a:avLst/>
            </a:prstGeom>
            <a:noFill/>
            <a:ln w="28575">
              <a:solidFill>
                <a:schemeClr val="tx1"/>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1" name="WordArt 214">
              <a:extLst>
                <a:ext uri="{FF2B5EF4-FFF2-40B4-BE49-F238E27FC236}">
                  <a16:creationId xmlns:a16="http://schemas.microsoft.com/office/drawing/2014/main" id="{BCBEFB82-89C4-4F8A-8836-378D84C2366D}"/>
                </a:ext>
              </a:extLst>
            </p:cNvPr>
            <p:cNvSpPr>
              <a:spLocks noChangeArrowheads="1" noChangeShapeType="1" noTextEdit="1"/>
            </p:cNvSpPr>
            <p:nvPr/>
          </p:nvSpPr>
          <p:spPr bwMode="auto">
            <a:xfrm>
              <a:off x="1944" y="3477"/>
              <a:ext cx="127" cy="14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V</a:t>
              </a:r>
              <a:endParaRPr lang="zh-CN" altLang="en-US" sz="3600" i="1" kern="10">
                <a:ln w="9525">
                  <a:solidFill>
                    <a:schemeClr val="tx1"/>
                  </a:solidFill>
                  <a:round/>
                  <a:headEnd/>
                  <a:tailEnd/>
                </a:ln>
                <a:latin typeface="Bookman Old Style" panose="02050604050505020204" pitchFamily="18" charset="0"/>
              </a:endParaRPr>
            </a:p>
          </p:txBody>
        </p:sp>
        <p:sp>
          <p:nvSpPr>
            <p:cNvPr id="12" name="Line 215">
              <a:extLst>
                <a:ext uri="{FF2B5EF4-FFF2-40B4-BE49-F238E27FC236}">
                  <a16:creationId xmlns:a16="http://schemas.microsoft.com/office/drawing/2014/main" id="{AEE09AD8-A6F6-42C4-A42D-75B84DA950F9}"/>
                </a:ext>
              </a:extLst>
            </p:cNvPr>
            <p:cNvSpPr>
              <a:spLocks noChangeShapeType="1"/>
            </p:cNvSpPr>
            <p:nvPr/>
          </p:nvSpPr>
          <p:spPr bwMode="auto">
            <a:xfrm flipH="1">
              <a:off x="471" y="2077"/>
              <a:ext cx="305" cy="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16">
              <a:extLst>
                <a:ext uri="{FF2B5EF4-FFF2-40B4-BE49-F238E27FC236}">
                  <a16:creationId xmlns:a16="http://schemas.microsoft.com/office/drawing/2014/main" id="{F61CD610-388E-4667-B174-F6D4EE063BFD}"/>
                </a:ext>
              </a:extLst>
            </p:cNvPr>
            <p:cNvSpPr>
              <a:spLocks noChangeShapeType="1"/>
            </p:cNvSpPr>
            <p:nvPr/>
          </p:nvSpPr>
          <p:spPr bwMode="auto">
            <a:xfrm flipV="1">
              <a:off x="771" y="2081"/>
              <a:ext cx="0" cy="134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 name="Group 217">
              <a:extLst>
                <a:ext uri="{FF2B5EF4-FFF2-40B4-BE49-F238E27FC236}">
                  <a16:creationId xmlns:a16="http://schemas.microsoft.com/office/drawing/2014/main" id="{B5D58DB6-1CF8-456A-8A5F-9177C08B5650}"/>
                </a:ext>
              </a:extLst>
            </p:cNvPr>
            <p:cNvGrpSpPr>
              <a:grpSpLocks/>
            </p:cNvGrpSpPr>
            <p:nvPr/>
          </p:nvGrpSpPr>
          <p:grpSpPr bwMode="auto">
            <a:xfrm>
              <a:off x="673" y="3448"/>
              <a:ext cx="195" cy="142"/>
              <a:chOff x="803" y="3138"/>
              <a:chExt cx="198" cy="169"/>
            </a:xfrm>
          </p:grpSpPr>
          <p:sp>
            <p:nvSpPr>
              <p:cNvPr id="38" name="WordArt 218">
                <a:extLst>
                  <a:ext uri="{FF2B5EF4-FFF2-40B4-BE49-F238E27FC236}">
                    <a16:creationId xmlns:a16="http://schemas.microsoft.com/office/drawing/2014/main" id="{0F4B192A-6561-420B-9832-250F8AD1046F}"/>
                  </a:ext>
                </a:extLst>
              </p:cNvPr>
              <p:cNvSpPr>
                <a:spLocks noChangeArrowheads="1" noChangeShapeType="1" noTextEdit="1"/>
              </p:cNvSpPr>
              <p:nvPr/>
            </p:nvSpPr>
            <p:spPr bwMode="auto">
              <a:xfrm>
                <a:off x="927" y="3222"/>
                <a:ext cx="74" cy="8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1</a:t>
                </a:r>
                <a:endParaRPr lang="zh-CN" altLang="en-US" sz="3600" kern="10">
                  <a:ln w="9525">
                    <a:solidFill>
                      <a:schemeClr val="tx1"/>
                    </a:solidFill>
                    <a:round/>
                    <a:headEnd/>
                    <a:tailEnd/>
                  </a:ln>
                  <a:cs typeface="Times New Roman" panose="02020603050405020304" pitchFamily="18" charset="0"/>
                </a:endParaRPr>
              </a:p>
            </p:txBody>
          </p:sp>
          <p:sp>
            <p:nvSpPr>
              <p:cNvPr id="39" name="WordArt 219">
                <a:extLst>
                  <a:ext uri="{FF2B5EF4-FFF2-40B4-BE49-F238E27FC236}">
                    <a16:creationId xmlns:a16="http://schemas.microsoft.com/office/drawing/2014/main" id="{F2A4BAFD-09DB-4283-9843-43EBA2A7F6DA}"/>
                  </a:ext>
                </a:extLst>
              </p:cNvPr>
              <p:cNvSpPr>
                <a:spLocks noChangeArrowheads="1" noChangeShapeType="1" noTextEdit="1"/>
              </p:cNvSpPr>
              <p:nvPr/>
            </p:nvSpPr>
            <p:spPr bwMode="auto">
              <a:xfrm>
                <a:off x="803" y="3138"/>
                <a:ext cx="191"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15" name="Group 220">
              <a:extLst>
                <a:ext uri="{FF2B5EF4-FFF2-40B4-BE49-F238E27FC236}">
                  <a16:creationId xmlns:a16="http://schemas.microsoft.com/office/drawing/2014/main" id="{F8428965-8C1F-48E2-B199-1A6D43055F92}"/>
                </a:ext>
              </a:extLst>
            </p:cNvPr>
            <p:cNvGrpSpPr>
              <a:grpSpLocks/>
            </p:cNvGrpSpPr>
            <p:nvPr/>
          </p:nvGrpSpPr>
          <p:grpSpPr bwMode="auto">
            <a:xfrm>
              <a:off x="1560" y="3458"/>
              <a:ext cx="188" cy="149"/>
              <a:chOff x="2184" y="2362"/>
              <a:chExt cx="188" cy="149"/>
            </a:xfrm>
          </p:grpSpPr>
          <p:sp>
            <p:nvSpPr>
              <p:cNvPr id="36" name="WordArt 221">
                <a:extLst>
                  <a:ext uri="{FF2B5EF4-FFF2-40B4-BE49-F238E27FC236}">
                    <a16:creationId xmlns:a16="http://schemas.microsoft.com/office/drawing/2014/main" id="{FDAC0471-7C99-4B14-BE3A-E150E6D196E0}"/>
                  </a:ext>
                </a:extLst>
              </p:cNvPr>
              <p:cNvSpPr>
                <a:spLocks noChangeArrowheads="1" noChangeShapeType="1" noTextEdit="1"/>
              </p:cNvSpPr>
              <p:nvPr/>
            </p:nvSpPr>
            <p:spPr bwMode="auto">
              <a:xfrm>
                <a:off x="2299" y="2416"/>
                <a:ext cx="67" cy="9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2</a:t>
                </a:r>
                <a:endParaRPr lang="zh-CN" altLang="en-US" sz="3600" kern="10">
                  <a:ln w="9525">
                    <a:solidFill>
                      <a:schemeClr val="tx1"/>
                    </a:solidFill>
                    <a:round/>
                    <a:headEnd/>
                    <a:tailEnd/>
                  </a:ln>
                  <a:cs typeface="Times New Roman" panose="02020603050405020304" pitchFamily="18" charset="0"/>
                </a:endParaRPr>
              </a:p>
            </p:txBody>
          </p:sp>
          <p:sp>
            <p:nvSpPr>
              <p:cNvPr id="37" name="WordArt 222">
                <a:extLst>
                  <a:ext uri="{FF2B5EF4-FFF2-40B4-BE49-F238E27FC236}">
                    <a16:creationId xmlns:a16="http://schemas.microsoft.com/office/drawing/2014/main" id="{C76DC8EF-D420-46DF-8CEF-3602C47B30C6}"/>
                  </a:ext>
                </a:extLst>
              </p:cNvPr>
              <p:cNvSpPr>
                <a:spLocks noChangeArrowheads="1" noChangeShapeType="1" noTextEdit="1"/>
              </p:cNvSpPr>
              <p:nvPr/>
            </p:nvSpPr>
            <p:spPr bwMode="auto">
              <a:xfrm>
                <a:off x="2184" y="2362"/>
                <a:ext cx="188" cy="13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sp>
          <p:nvSpPr>
            <p:cNvPr id="16" name="Line 223">
              <a:extLst>
                <a:ext uri="{FF2B5EF4-FFF2-40B4-BE49-F238E27FC236}">
                  <a16:creationId xmlns:a16="http://schemas.microsoft.com/office/drawing/2014/main" id="{049CA6FE-0802-45B8-908F-0F16BCBD396D}"/>
                </a:ext>
              </a:extLst>
            </p:cNvPr>
            <p:cNvSpPr>
              <a:spLocks noChangeShapeType="1"/>
            </p:cNvSpPr>
            <p:nvPr/>
          </p:nvSpPr>
          <p:spPr bwMode="auto">
            <a:xfrm flipV="1">
              <a:off x="1659" y="3064"/>
              <a:ext cx="0" cy="3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Freeform 224">
              <a:extLst>
                <a:ext uri="{FF2B5EF4-FFF2-40B4-BE49-F238E27FC236}">
                  <a16:creationId xmlns:a16="http://schemas.microsoft.com/office/drawing/2014/main" id="{E9233276-90B5-44F4-8A3B-85D38B444C45}"/>
                </a:ext>
              </a:extLst>
            </p:cNvPr>
            <p:cNvSpPr>
              <a:spLocks/>
            </p:cNvSpPr>
            <p:nvPr/>
          </p:nvSpPr>
          <p:spPr bwMode="auto">
            <a:xfrm>
              <a:off x="776" y="2080"/>
              <a:ext cx="880" cy="1000"/>
            </a:xfrm>
            <a:custGeom>
              <a:avLst/>
              <a:gdLst>
                <a:gd name="T0" fmla="*/ 0 w 880"/>
                <a:gd name="T1" fmla="*/ 0 h 1000"/>
                <a:gd name="T2" fmla="*/ 200 w 880"/>
                <a:gd name="T3" fmla="*/ 552 h 1000"/>
                <a:gd name="T4" fmla="*/ 504 w 880"/>
                <a:gd name="T5" fmla="*/ 856 h 1000"/>
                <a:gd name="T6" fmla="*/ 880 w 880"/>
                <a:gd name="T7" fmla="*/ 1000 h 1000"/>
                <a:gd name="T8" fmla="*/ 0 60000 65536"/>
                <a:gd name="T9" fmla="*/ 0 60000 65536"/>
                <a:gd name="T10" fmla="*/ 0 60000 65536"/>
                <a:gd name="T11" fmla="*/ 0 60000 65536"/>
                <a:gd name="T12" fmla="*/ 0 w 880"/>
                <a:gd name="T13" fmla="*/ 0 h 1000"/>
                <a:gd name="T14" fmla="*/ 880 w 880"/>
                <a:gd name="T15" fmla="*/ 1000 h 1000"/>
              </a:gdLst>
              <a:ahLst/>
              <a:cxnLst>
                <a:cxn ang="T8">
                  <a:pos x="T0" y="T1"/>
                </a:cxn>
                <a:cxn ang="T9">
                  <a:pos x="T2" y="T3"/>
                </a:cxn>
                <a:cxn ang="T10">
                  <a:pos x="T4" y="T5"/>
                </a:cxn>
                <a:cxn ang="T11">
                  <a:pos x="T6" y="T7"/>
                </a:cxn>
              </a:cxnLst>
              <a:rect l="T12" t="T13" r="T14" b="T15"/>
              <a:pathLst>
                <a:path w="880" h="1000">
                  <a:moveTo>
                    <a:pt x="0" y="0"/>
                  </a:moveTo>
                  <a:cubicBezTo>
                    <a:pt x="58" y="204"/>
                    <a:pt x="116" y="409"/>
                    <a:pt x="200" y="552"/>
                  </a:cubicBezTo>
                  <a:cubicBezTo>
                    <a:pt x="284" y="695"/>
                    <a:pt x="391" y="781"/>
                    <a:pt x="504" y="856"/>
                  </a:cubicBezTo>
                  <a:cubicBezTo>
                    <a:pt x="617" y="931"/>
                    <a:pt x="748" y="965"/>
                    <a:pt x="880" y="1000"/>
                  </a:cubicBezTo>
                </a:path>
              </a:pathLst>
            </a:custGeom>
            <a:noFill/>
            <a:ln w="38100">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Line 225">
              <a:extLst>
                <a:ext uri="{FF2B5EF4-FFF2-40B4-BE49-F238E27FC236}">
                  <a16:creationId xmlns:a16="http://schemas.microsoft.com/office/drawing/2014/main" id="{209D235E-E4A8-4C2C-9DEC-2BF86421839E}"/>
                </a:ext>
              </a:extLst>
            </p:cNvPr>
            <p:cNvSpPr>
              <a:spLocks noChangeShapeType="1"/>
            </p:cNvSpPr>
            <p:nvPr/>
          </p:nvSpPr>
          <p:spPr bwMode="auto">
            <a:xfrm rot="5400000" flipV="1">
              <a:off x="1063" y="2493"/>
              <a:ext cx="0" cy="11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Oval 226">
              <a:extLst>
                <a:ext uri="{FF2B5EF4-FFF2-40B4-BE49-F238E27FC236}">
                  <a16:creationId xmlns:a16="http://schemas.microsoft.com/office/drawing/2014/main" id="{0C026124-D522-4C04-AFED-17D91845B804}"/>
                </a:ext>
              </a:extLst>
            </p:cNvPr>
            <p:cNvSpPr>
              <a:spLocks noChangeArrowheads="1"/>
            </p:cNvSpPr>
            <p:nvPr/>
          </p:nvSpPr>
          <p:spPr bwMode="auto">
            <a:xfrm>
              <a:off x="1634" y="3051"/>
              <a:ext cx="46" cy="46"/>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20" name="WordArt 227">
              <a:extLst>
                <a:ext uri="{FF2B5EF4-FFF2-40B4-BE49-F238E27FC236}">
                  <a16:creationId xmlns:a16="http://schemas.microsoft.com/office/drawing/2014/main" id="{B7F5141C-3A90-4DCE-985D-DCD3C0FC7C3B}"/>
                </a:ext>
              </a:extLst>
            </p:cNvPr>
            <p:cNvSpPr>
              <a:spLocks noChangeArrowheads="1" noChangeShapeType="1" noTextEdit="1"/>
            </p:cNvSpPr>
            <p:nvPr/>
          </p:nvSpPr>
          <p:spPr bwMode="auto">
            <a:xfrm>
              <a:off x="1622" y="2844"/>
              <a:ext cx="99" cy="15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b</a:t>
              </a:r>
              <a:endParaRPr lang="zh-CN" altLang="en-US" sz="3600" i="1" kern="10">
                <a:ln w="9525">
                  <a:solidFill>
                    <a:schemeClr val="tx1"/>
                  </a:solidFill>
                  <a:round/>
                  <a:headEnd/>
                  <a:tailEnd/>
                </a:ln>
                <a:cs typeface="Times New Roman" panose="02020603050405020304" pitchFamily="18" charset="0"/>
              </a:endParaRPr>
            </a:p>
          </p:txBody>
        </p:sp>
        <p:grpSp>
          <p:nvGrpSpPr>
            <p:cNvPr id="21" name="Group 228">
              <a:extLst>
                <a:ext uri="{FF2B5EF4-FFF2-40B4-BE49-F238E27FC236}">
                  <a16:creationId xmlns:a16="http://schemas.microsoft.com/office/drawing/2014/main" id="{13A84395-7CAE-4DD8-A1EB-8CB731687E36}"/>
                </a:ext>
              </a:extLst>
            </p:cNvPr>
            <p:cNvGrpSpPr>
              <a:grpSpLocks/>
            </p:cNvGrpSpPr>
            <p:nvPr/>
          </p:nvGrpSpPr>
          <p:grpSpPr bwMode="auto">
            <a:xfrm>
              <a:off x="717" y="1897"/>
              <a:ext cx="107" cy="205"/>
              <a:chOff x="922" y="2180"/>
              <a:chExt cx="107" cy="205"/>
            </a:xfrm>
          </p:grpSpPr>
          <p:sp>
            <p:nvSpPr>
              <p:cNvPr id="34" name="Oval 229">
                <a:extLst>
                  <a:ext uri="{FF2B5EF4-FFF2-40B4-BE49-F238E27FC236}">
                    <a16:creationId xmlns:a16="http://schemas.microsoft.com/office/drawing/2014/main" id="{1B653C70-082B-45F0-A14A-A9DA22B450B6}"/>
                  </a:ext>
                </a:extLst>
              </p:cNvPr>
              <p:cNvSpPr>
                <a:spLocks noChangeArrowheads="1"/>
              </p:cNvSpPr>
              <p:nvPr/>
            </p:nvSpPr>
            <p:spPr bwMode="auto">
              <a:xfrm>
                <a:off x="961" y="2339"/>
                <a:ext cx="46" cy="46"/>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35" name="WordArt 230">
                <a:extLst>
                  <a:ext uri="{FF2B5EF4-FFF2-40B4-BE49-F238E27FC236}">
                    <a16:creationId xmlns:a16="http://schemas.microsoft.com/office/drawing/2014/main" id="{6299C811-EAF5-424E-8D6A-FA27CAB7FA7A}"/>
                  </a:ext>
                </a:extLst>
              </p:cNvPr>
              <p:cNvSpPr>
                <a:spLocks noChangeArrowheads="1" noChangeShapeType="1" noTextEdit="1"/>
              </p:cNvSpPr>
              <p:nvPr/>
            </p:nvSpPr>
            <p:spPr bwMode="auto">
              <a:xfrm>
                <a:off x="922" y="2180"/>
                <a:ext cx="107" cy="11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a</a:t>
                </a:r>
                <a:endParaRPr lang="zh-CN" altLang="en-US" sz="3600" i="1" kern="10">
                  <a:ln w="9525">
                    <a:solidFill>
                      <a:schemeClr val="tx1"/>
                    </a:solidFill>
                    <a:round/>
                    <a:headEnd/>
                    <a:tailEnd/>
                  </a:ln>
                  <a:cs typeface="Times New Roman" panose="02020603050405020304" pitchFamily="18" charset="0"/>
                </a:endParaRPr>
              </a:p>
            </p:txBody>
          </p:sp>
        </p:grpSp>
        <p:grpSp>
          <p:nvGrpSpPr>
            <p:cNvPr id="22" name="Group 231">
              <a:extLst>
                <a:ext uri="{FF2B5EF4-FFF2-40B4-BE49-F238E27FC236}">
                  <a16:creationId xmlns:a16="http://schemas.microsoft.com/office/drawing/2014/main" id="{4A7227F9-2585-41D0-8AC1-9CDC4CCA79A8}"/>
                </a:ext>
              </a:extLst>
            </p:cNvPr>
            <p:cNvGrpSpPr>
              <a:grpSpLocks/>
            </p:cNvGrpSpPr>
            <p:nvPr/>
          </p:nvGrpSpPr>
          <p:grpSpPr bwMode="auto">
            <a:xfrm>
              <a:off x="236" y="2032"/>
              <a:ext cx="187" cy="158"/>
              <a:chOff x="240" y="2314"/>
              <a:chExt cx="195" cy="190"/>
            </a:xfrm>
          </p:grpSpPr>
          <p:sp>
            <p:nvSpPr>
              <p:cNvPr id="32" name="WordArt 232">
                <a:extLst>
                  <a:ext uri="{FF2B5EF4-FFF2-40B4-BE49-F238E27FC236}">
                    <a16:creationId xmlns:a16="http://schemas.microsoft.com/office/drawing/2014/main" id="{0F74130E-DB33-466B-8C35-D141550AAF1C}"/>
                  </a:ext>
                </a:extLst>
              </p:cNvPr>
              <p:cNvSpPr>
                <a:spLocks noChangeArrowheads="1" noChangeShapeType="1" noTextEdit="1"/>
              </p:cNvSpPr>
              <p:nvPr/>
            </p:nvSpPr>
            <p:spPr bwMode="auto">
              <a:xfrm>
                <a:off x="358" y="2420"/>
                <a:ext cx="77" cy="84"/>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1</a:t>
                </a:r>
                <a:endParaRPr lang="zh-CN" altLang="en-US" sz="3600" i="1" kern="10">
                  <a:ln w="9525">
                    <a:solidFill>
                      <a:schemeClr val="tx1"/>
                    </a:solidFill>
                    <a:round/>
                    <a:headEnd/>
                    <a:tailEnd/>
                  </a:ln>
                  <a:cs typeface="Times New Roman" panose="02020603050405020304" pitchFamily="18" charset="0"/>
                </a:endParaRPr>
              </a:p>
            </p:txBody>
          </p:sp>
          <p:sp>
            <p:nvSpPr>
              <p:cNvPr id="33" name="WordArt 233">
                <a:extLst>
                  <a:ext uri="{FF2B5EF4-FFF2-40B4-BE49-F238E27FC236}">
                    <a16:creationId xmlns:a16="http://schemas.microsoft.com/office/drawing/2014/main" id="{1EA429AA-76E0-4C33-B8F1-4184B5A0A16B}"/>
                  </a:ext>
                </a:extLst>
              </p:cNvPr>
              <p:cNvSpPr>
                <a:spLocks noChangeArrowheads="1" noChangeShapeType="1" noTextEdit="1"/>
              </p:cNvSpPr>
              <p:nvPr/>
            </p:nvSpPr>
            <p:spPr bwMode="auto">
              <a:xfrm>
                <a:off x="240" y="2314"/>
                <a:ext cx="143" cy="17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grpSp>
          <p:nvGrpSpPr>
            <p:cNvPr id="23" name="Group 234">
              <a:extLst>
                <a:ext uri="{FF2B5EF4-FFF2-40B4-BE49-F238E27FC236}">
                  <a16:creationId xmlns:a16="http://schemas.microsoft.com/office/drawing/2014/main" id="{21B329D4-04D7-42AA-B884-3C5BE1CFF5CF}"/>
                </a:ext>
              </a:extLst>
            </p:cNvPr>
            <p:cNvGrpSpPr>
              <a:grpSpLocks/>
            </p:cNvGrpSpPr>
            <p:nvPr/>
          </p:nvGrpSpPr>
          <p:grpSpPr bwMode="auto">
            <a:xfrm>
              <a:off x="228" y="2960"/>
              <a:ext cx="202" cy="167"/>
              <a:chOff x="156" y="2952"/>
              <a:chExt cx="202" cy="167"/>
            </a:xfrm>
          </p:grpSpPr>
          <p:sp>
            <p:nvSpPr>
              <p:cNvPr id="30" name="WordArt 235">
                <a:extLst>
                  <a:ext uri="{FF2B5EF4-FFF2-40B4-BE49-F238E27FC236}">
                    <a16:creationId xmlns:a16="http://schemas.microsoft.com/office/drawing/2014/main" id="{CF703871-44D4-4897-A72D-81F061E82FE4}"/>
                  </a:ext>
                </a:extLst>
              </p:cNvPr>
              <p:cNvSpPr>
                <a:spLocks noChangeArrowheads="1" noChangeShapeType="1" noTextEdit="1"/>
              </p:cNvSpPr>
              <p:nvPr/>
            </p:nvSpPr>
            <p:spPr bwMode="auto">
              <a:xfrm>
                <a:off x="156" y="2952"/>
                <a:ext cx="137" cy="144"/>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31" name="WordArt 236">
                <a:extLst>
                  <a:ext uri="{FF2B5EF4-FFF2-40B4-BE49-F238E27FC236}">
                    <a16:creationId xmlns:a16="http://schemas.microsoft.com/office/drawing/2014/main" id="{95B056E1-15C3-46E3-BA15-7BF43DDD24A4}"/>
                  </a:ext>
                </a:extLst>
              </p:cNvPr>
              <p:cNvSpPr>
                <a:spLocks noChangeArrowheads="1" noChangeShapeType="1" noTextEdit="1"/>
              </p:cNvSpPr>
              <p:nvPr/>
            </p:nvSpPr>
            <p:spPr bwMode="auto">
              <a:xfrm>
                <a:off x="291" y="3024"/>
                <a:ext cx="67" cy="9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2</a:t>
                </a:r>
                <a:endParaRPr lang="zh-CN" altLang="en-US" sz="3600" i="1" kern="10">
                  <a:ln w="9525">
                    <a:solidFill>
                      <a:schemeClr val="tx1"/>
                    </a:solidFill>
                    <a:round/>
                    <a:headEnd/>
                    <a:tailEnd/>
                  </a:ln>
                  <a:cs typeface="Times New Roman" panose="02020603050405020304" pitchFamily="18" charset="0"/>
                </a:endParaRPr>
              </a:p>
            </p:txBody>
          </p:sp>
        </p:grpSp>
        <p:sp>
          <p:nvSpPr>
            <p:cNvPr id="24" name="Line 237">
              <a:extLst>
                <a:ext uri="{FF2B5EF4-FFF2-40B4-BE49-F238E27FC236}">
                  <a16:creationId xmlns:a16="http://schemas.microsoft.com/office/drawing/2014/main" id="{1FC32166-658D-4018-98B9-D7D2F4E9DCF5}"/>
                </a:ext>
              </a:extLst>
            </p:cNvPr>
            <p:cNvSpPr>
              <a:spLocks noChangeShapeType="1"/>
            </p:cNvSpPr>
            <p:nvPr/>
          </p:nvSpPr>
          <p:spPr bwMode="auto">
            <a:xfrm>
              <a:off x="1005" y="2675"/>
              <a:ext cx="111" cy="135"/>
            </a:xfrm>
            <a:prstGeom prst="line">
              <a:avLst/>
            </a:prstGeom>
            <a:noFill/>
            <a:ln w="38100">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WordArt 238">
              <a:extLst>
                <a:ext uri="{FF2B5EF4-FFF2-40B4-BE49-F238E27FC236}">
                  <a16:creationId xmlns:a16="http://schemas.microsoft.com/office/drawing/2014/main" id="{D4D04BA1-C6FC-473D-8923-7BA0AA0B8523}"/>
                </a:ext>
              </a:extLst>
            </p:cNvPr>
            <p:cNvSpPr>
              <a:spLocks noChangeArrowheads="1" noChangeShapeType="1" noTextEdit="1"/>
            </p:cNvSpPr>
            <p:nvPr/>
          </p:nvSpPr>
          <p:spPr bwMode="auto">
            <a:xfrm>
              <a:off x="917" y="1993"/>
              <a:ext cx="121" cy="205"/>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a:tailEnd/>
                  </a:ln>
                  <a:latin typeface="宋体" panose="02010600030101010101" pitchFamily="2" charset="-122"/>
                </a:rPr>
                <a:t>等</a:t>
              </a:r>
            </a:p>
          </p:txBody>
        </p:sp>
        <p:sp>
          <p:nvSpPr>
            <p:cNvPr id="26" name="WordArt 239">
              <a:extLst>
                <a:ext uri="{FF2B5EF4-FFF2-40B4-BE49-F238E27FC236}">
                  <a16:creationId xmlns:a16="http://schemas.microsoft.com/office/drawing/2014/main" id="{13CC4A8B-DD04-45AF-887E-7FD33829E8FF}"/>
                </a:ext>
              </a:extLst>
            </p:cNvPr>
            <p:cNvSpPr>
              <a:spLocks noChangeArrowheads="1" noChangeShapeType="1" noTextEdit="1"/>
            </p:cNvSpPr>
            <p:nvPr/>
          </p:nvSpPr>
          <p:spPr bwMode="auto">
            <a:xfrm>
              <a:off x="1023" y="2243"/>
              <a:ext cx="136" cy="174"/>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a:tailEnd/>
                  </a:ln>
                  <a:latin typeface="宋体" panose="02010600030101010101" pitchFamily="2" charset="-122"/>
                </a:rPr>
                <a:t>温</a:t>
              </a:r>
            </a:p>
          </p:txBody>
        </p:sp>
        <p:sp>
          <p:nvSpPr>
            <p:cNvPr id="27" name="WordArt 240">
              <a:extLst>
                <a:ext uri="{FF2B5EF4-FFF2-40B4-BE49-F238E27FC236}">
                  <a16:creationId xmlns:a16="http://schemas.microsoft.com/office/drawing/2014/main" id="{C396FA3D-BD0A-4454-AD99-FB8F50E0A19D}"/>
                </a:ext>
              </a:extLst>
            </p:cNvPr>
            <p:cNvSpPr>
              <a:spLocks noChangeArrowheads="1" noChangeShapeType="1" noTextEdit="1"/>
            </p:cNvSpPr>
            <p:nvPr/>
          </p:nvSpPr>
          <p:spPr bwMode="auto">
            <a:xfrm>
              <a:off x="1158" y="2508"/>
              <a:ext cx="136" cy="183"/>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a:tailEnd/>
                  </a:ln>
                  <a:latin typeface="宋体" panose="02010600030101010101" pitchFamily="2" charset="-122"/>
                </a:rPr>
                <a:t>膨</a:t>
              </a:r>
            </a:p>
          </p:txBody>
        </p:sp>
        <p:sp>
          <p:nvSpPr>
            <p:cNvPr id="28" name="WordArt 241">
              <a:extLst>
                <a:ext uri="{FF2B5EF4-FFF2-40B4-BE49-F238E27FC236}">
                  <a16:creationId xmlns:a16="http://schemas.microsoft.com/office/drawing/2014/main" id="{B3C67EF2-A3C8-4277-BA39-3C49190DF338}"/>
                </a:ext>
              </a:extLst>
            </p:cNvPr>
            <p:cNvSpPr>
              <a:spLocks noChangeArrowheads="1" noChangeShapeType="1" noTextEdit="1"/>
            </p:cNvSpPr>
            <p:nvPr/>
          </p:nvSpPr>
          <p:spPr bwMode="auto">
            <a:xfrm>
              <a:off x="1358" y="2712"/>
              <a:ext cx="160" cy="167"/>
            </a:xfrm>
            <a:prstGeom prst="rect">
              <a:avLst/>
            </a:prstGeom>
          </p:spPr>
          <p:txBody>
            <a:bodyPr wrap="none" fromWordArt="1">
              <a:prstTxWarp prst="textPlain">
                <a:avLst>
                  <a:gd name="adj" fmla="val 50000"/>
                </a:avLst>
              </a:prstTxWarp>
            </a:bodyPr>
            <a:lstStyle/>
            <a:p>
              <a:pPr algn="ctr"/>
              <a:r>
                <a:rPr lang="zh-CN" altLang="en-US" sz="3600" kern="10">
                  <a:ln w="9525">
                    <a:solidFill>
                      <a:srgbClr val="000000"/>
                    </a:solidFill>
                    <a:round/>
                    <a:headEnd/>
                    <a:tailEnd/>
                  </a:ln>
                  <a:latin typeface="宋体" panose="02010600030101010101" pitchFamily="2" charset="-122"/>
                </a:rPr>
                <a:t>胀</a:t>
              </a:r>
            </a:p>
          </p:txBody>
        </p:sp>
        <p:sp>
          <p:nvSpPr>
            <p:cNvPr id="29" name="Text Box 242">
              <a:extLst>
                <a:ext uri="{FF2B5EF4-FFF2-40B4-BE49-F238E27FC236}">
                  <a16:creationId xmlns:a16="http://schemas.microsoft.com/office/drawing/2014/main" id="{588F2BD0-E599-40AA-AA96-A45876C0F0F3}"/>
                </a:ext>
              </a:extLst>
            </p:cNvPr>
            <p:cNvSpPr txBox="1">
              <a:spLocks noChangeArrowheads="1"/>
            </p:cNvSpPr>
            <p:nvPr/>
          </p:nvSpPr>
          <p:spPr bwMode="auto">
            <a:xfrm>
              <a:off x="106" y="1449"/>
              <a:ext cx="10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CC3300"/>
                  </a:solidFill>
                  <a:ea typeface="华文中宋" panose="02010600040101010101" pitchFamily="2" charset="-122"/>
                </a:rPr>
                <a:t>过程方程</a:t>
              </a:r>
            </a:p>
          </p:txBody>
        </p:sp>
      </p:grpSp>
      <p:grpSp>
        <p:nvGrpSpPr>
          <p:cNvPr id="59" name="Group 109">
            <a:extLst>
              <a:ext uri="{FF2B5EF4-FFF2-40B4-BE49-F238E27FC236}">
                <a16:creationId xmlns:a16="http://schemas.microsoft.com/office/drawing/2014/main" id="{5A36A9B7-3995-4617-B687-8501BF224CD5}"/>
              </a:ext>
            </a:extLst>
          </p:cNvPr>
          <p:cNvGrpSpPr>
            <a:grpSpLocks/>
          </p:cNvGrpSpPr>
          <p:nvPr/>
        </p:nvGrpSpPr>
        <p:grpSpPr bwMode="auto">
          <a:xfrm>
            <a:off x="4148379" y="2982405"/>
            <a:ext cx="4456068" cy="1876425"/>
            <a:chOff x="2357" y="2387"/>
            <a:chExt cx="3122" cy="1182"/>
          </a:xfrm>
        </p:grpSpPr>
        <p:sp>
          <p:nvSpPr>
            <p:cNvPr id="60" name="WordArt 110">
              <a:extLst>
                <a:ext uri="{FF2B5EF4-FFF2-40B4-BE49-F238E27FC236}">
                  <a16:creationId xmlns:a16="http://schemas.microsoft.com/office/drawing/2014/main" id="{C831D376-59EA-43FF-A7CC-80C7B0F2F56E}"/>
                </a:ext>
              </a:extLst>
            </p:cNvPr>
            <p:cNvSpPr>
              <a:spLocks noChangeArrowheads="1" noChangeShapeType="1" noTextEdit="1"/>
            </p:cNvSpPr>
            <p:nvPr/>
          </p:nvSpPr>
          <p:spPr bwMode="auto">
            <a:xfrm>
              <a:off x="2642" y="2660"/>
              <a:ext cx="198" cy="169"/>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61" name="WordArt 111">
              <a:extLst>
                <a:ext uri="{FF2B5EF4-FFF2-40B4-BE49-F238E27FC236}">
                  <a16:creationId xmlns:a16="http://schemas.microsoft.com/office/drawing/2014/main" id="{D15B6559-ED42-412E-946B-26978439A2AD}"/>
                </a:ext>
              </a:extLst>
            </p:cNvPr>
            <p:cNvSpPr>
              <a:spLocks noChangeArrowheads="1" noChangeShapeType="1" noTextEdit="1"/>
            </p:cNvSpPr>
            <p:nvPr/>
          </p:nvSpPr>
          <p:spPr bwMode="auto">
            <a:xfrm>
              <a:off x="2789" y="2770"/>
              <a:ext cx="125" cy="110"/>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grpSp>
          <p:nvGrpSpPr>
            <p:cNvPr id="62" name="Group 112">
              <a:extLst>
                <a:ext uri="{FF2B5EF4-FFF2-40B4-BE49-F238E27FC236}">
                  <a16:creationId xmlns:a16="http://schemas.microsoft.com/office/drawing/2014/main" id="{9CFD8401-8918-4152-A17D-EAB4EA3AFCEC}"/>
                </a:ext>
              </a:extLst>
            </p:cNvPr>
            <p:cNvGrpSpPr>
              <a:grpSpLocks/>
            </p:cNvGrpSpPr>
            <p:nvPr/>
          </p:nvGrpSpPr>
          <p:grpSpPr bwMode="auto">
            <a:xfrm rot="-5400000">
              <a:off x="3045" y="2699"/>
              <a:ext cx="53" cy="156"/>
              <a:chOff x="2928" y="3216"/>
              <a:chExt cx="48" cy="240"/>
            </a:xfrm>
          </p:grpSpPr>
          <p:sp>
            <p:nvSpPr>
              <p:cNvPr id="113" name="Line 113">
                <a:extLst>
                  <a:ext uri="{FF2B5EF4-FFF2-40B4-BE49-F238E27FC236}">
                    <a16:creationId xmlns:a16="http://schemas.microsoft.com/office/drawing/2014/main" id="{F988B5EE-CB36-4E40-8654-1C1CEB99E1A1}"/>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114">
                <a:extLst>
                  <a:ext uri="{FF2B5EF4-FFF2-40B4-BE49-F238E27FC236}">
                    <a16:creationId xmlns:a16="http://schemas.microsoft.com/office/drawing/2014/main" id="{AE6EF625-F674-4B9B-8389-59CAF6F53AC0}"/>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 name="Freeform 115">
              <a:extLst>
                <a:ext uri="{FF2B5EF4-FFF2-40B4-BE49-F238E27FC236}">
                  <a16:creationId xmlns:a16="http://schemas.microsoft.com/office/drawing/2014/main" id="{51B0E5CE-2DCE-4C51-B8F9-381845B8F8CA}"/>
                </a:ext>
              </a:extLst>
            </p:cNvPr>
            <p:cNvSpPr>
              <a:spLocks/>
            </p:cNvSpPr>
            <p:nvPr/>
          </p:nvSpPr>
          <p:spPr bwMode="auto">
            <a:xfrm>
              <a:off x="3197" y="2611"/>
              <a:ext cx="61" cy="311"/>
            </a:xfrm>
            <a:custGeom>
              <a:avLst/>
              <a:gdLst>
                <a:gd name="T0" fmla="*/ 0 w 1289"/>
                <a:gd name="T1" fmla="*/ 0 h 3854"/>
                <a:gd name="T2" fmla="*/ 0 w 1289"/>
                <a:gd name="T3" fmla="*/ 0 h 3854"/>
                <a:gd name="T4" fmla="*/ 0 w 1289"/>
                <a:gd name="T5" fmla="*/ 0 h 3854"/>
                <a:gd name="T6" fmla="*/ 0 w 1289"/>
                <a:gd name="T7" fmla="*/ 0 h 3854"/>
                <a:gd name="T8" fmla="*/ 0 w 1289"/>
                <a:gd name="T9" fmla="*/ 0 h 3854"/>
                <a:gd name="T10" fmla="*/ 0 w 1289"/>
                <a:gd name="T11" fmla="*/ 1 h 3854"/>
                <a:gd name="T12" fmla="*/ 0 w 1289"/>
                <a:gd name="T13" fmla="*/ 1 h 3854"/>
                <a:gd name="T14" fmla="*/ 0 w 1289"/>
                <a:gd name="T15" fmla="*/ 1 h 3854"/>
                <a:gd name="T16" fmla="*/ 0 w 1289"/>
                <a:gd name="T17" fmla="*/ 1 h 3854"/>
                <a:gd name="T18" fmla="*/ 0 w 1289"/>
                <a:gd name="T19" fmla="*/ 2 h 3854"/>
                <a:gd name="T20" fmla="*/ 0 w 1289"/>
                <a:gd name="T21" fmla="*/ 2 h 3854"/>
                <a:gd name="T22" fmla="*/ 0 w 1289"/>
                <a:gd name="T23" fmla="*/ 2 h 3854"/>
                <a:gd name="T24" fmla="*/ 0 w 1289"/>
                <a:gd name="T25" fmla="*/ 2 h 3854"/>
                <a:gd name="T26" fmla="*/ 0 w 1289"/>
                <a:gd name="T27" fmla="*/ 2 h 3854"/>
                <a:gd name="T28" fmla="*/ 0 w 1289"/>
                <a:gd name="T29" fmla="*/ 2 h 3854"/>
                <a:gd name="T30" fmla="*/ 0 w 1289"/>
                <a:gd name="T31" fmla="*/ 2 h 3854"/>
                <a:gd name="T32" fmla="*/ 0 w 1289"/>
                <a:gd name="T33" fmla="*/ 2 h 3854"/>
                <a:gd name="T34" fmla="*/ 0 w 1289"/>
                <a:gd name="T35" fmla="*/ 2 h 3854"/>
                <a:gd name="T36" fmla="*/ 0 w 1289"/>
                <a:gd name="T37" fmla="*/ 2 h 3854"/>
                <a:gd name="T38" fmla="*/ 0 w 1289"/>
                <a:gd name="T39" fmla="*/ 2 h 3854"/>
                <a:gd name="T40" fmla="*/ 0 w 1289"/>
                <a:gd name="T41" fmla="*/ 2 h 3854"/>
                <a:gd name="T42" fmla="*/ 0 w 1289"/>
                <a:gd name="T43" fmla="*/ 2 h 3854"/>
                <a:gd name="T44" fmla="*/ 0 w 1289"/>
                <a:gd name="T45" fmla="*/ 2 h 3854"/>
                <a:gd name="T46" fmla="*/ 0 w 1289"/>
                <a:gd name="T47" fmla="*/ 2 h 3854"/>
                <a:gd name="T48" fmla="*/ 0 w 1289"/>
                <a:gd name="T49" fmla="*/ 2 h 3854"/>
                <a:gd name="T50" fmla="*/ 0 w 1289"/>
                <a:gd name="T51" fmla="*/ 2 h 3854"/>
                <a:gd name="T52" fmla="*/ 0 w 1289"/>
                <a:gd name="T53" fmla="*/ 2 h 3854"/>
                <a:gd name="T54" fmla="*/ 0 w 1289"/>
                <a:gd name="T55" fmla="*/ 2 h 3854"/>
                <a:gd name="T56" fmla="*/ 0 w 1289"/>
                <a:gd name="T57" fmla="*/ 2 h 3854"/>
                <a:gd name="T58" fmla="*/ 0 w 1289"/>
                <a:gd name="T59" fmla="*/ 2 h 3854"/>
                <a:gd name="T60" fmla="*/ 0 w 1289"/>
                <a:gd name="T61" fmla="*/ 2 h 3854"/>
                <a:gd name="T62" fmla="*/ 0 w 1289"/>
                <a:gd name="T63" fmla="*/ 2 h 3854"/>
                <a:gd name="T64" fmla="*/ 0 w 1289"/>
                <a:gd name="T65" fmla="*/ 1 h 3854"/>
                <a:gd name="T66" fmla="*/ 0 w 1289"/>
                <a:gd name="T67" fmla="*/ 1 h 3854"/>
                <a:gd name="T68" fmla="*/ 0 w 1289"/>
                <a:gd name="T69" fmla="*/ 1 h 3854"/>
                <a:gd name="T70" fmla="*/ 0 w 1289"/>
                <a:gd name="T71" fmla="*/ 1 h 3854"/>
                <a:gd name="T72" fmla="*/ 0 w 1289"/>
                <a:gd name="T73" fmla="*/ 0 h 3854"/>
                <a:gd name="T74" fmla="*/ 0 w 1289"/>
                <a:gd name="T75" fmla="*/ 0 h 3854"/>
                <a:gd name="T76" fmla="*/ 0 w 1289"/>
                <a:gd name="T77" fmla="*/ 0 h 3854"/>
                <a:gd name="T78" fmla="*/ 0 w 1289"/>
                <a:gd name="T79" fmla="*/ 0 h 3854"/>
                <a:gd name="T80" fmla="*/ 0 w 1289"/>
                <a:gd name="T81" fmla="*/ 0 h 3854"/>
                <a:gd name="T82" fmla="*/ 0 w 1289"/>
                <a:gd name="T83" fmla="*/ 0 h 3854"/>
                <a:gd name="T84" fmla="*/ 0 w 1289"/>
                <a:gd name="T85" fmla="*/ 0 h 3854"/>
                <a:gd name="T86" fmla="*/ 0 w 1289"/>
                <a:gd name="T87" fmla="*/ 0 h 3854"/>
                <a:gd name="T88" fmla="*/ 0 w 1289"/>
                <a:gd name="T89" fmla="*/ 0 h 3854"/>
                <a:gd name="T90" fmla="*/ 0 w 1289"/>
                <a:gd name="T91" fmla="*/ 0 h 3854"/>
                <a:gd name="T92" fmla="*/ 0 w 1289"/>
                <a:gd name="T93" fmla="*/ 0 h 3854"/>
                <a:gd name="T94" fmla="*/ 0 w 1289"/>
                <a:gd name="T95" fmla="*/ 0 h 3854"/>
                <a:gd name="T96" fmla="*/ 0 w 1289"/>
                <a:gd name="T97" fmla="*/ 0 h 3854"/>
                <a:gd name="T98" fmla="*/ 0 w 1289"/>
                <a:gd name="T99" fmla="*/ 0 h 3854"/>
                <a:gd name="T100" fmla="*/ 0 w 1289"/>
                <a:gd name="T101" fmla="*/ 0 h 3854"/>
                <a:gd name="T102" fmla="*/ 0 w 1289"/>
                <a:gd name="T103" fmla="*/ 0 h 3854"/>
                <a:gd name="T104" fmla="*/ 0 w 1289"/>
                <a:gd name="T105" fmla="*/ 0 h 3854"/>
                <a:gd name="T106" fmla="*/ 0 w 1289"/>
                <a:gd name="T107" fmla="*/ 0 h 3854"/>
                <a:gd name="T108" fmla="*/ 0 w 1289"/>
                <a:gd name="T109" fmla="*/ 0 h 3854"/>
                <a:gd name="T110" fmla="*/ 0 w 1289"/>
                <a:gd name="T111" fmla="*/ 0 h 3854"/>
                <a:gd name="T112" fmla="*/ 0 w 1289"/>
                <a:gd name="T113" fmla="*/ 0 h 3854"/>
                <a:gd name="T114" fmla="*/ 0 w 1289"/>
                <a:gd name="T115" fmla="*/ 0 h 385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89"/>
                <a:gd name="T175" fmla="*/ 0 h 3854"/>
                <a:gd name="T176" fmla="*/ 1289 w 1289"/>
                <a:gd name="T177" fmla="*/ 3854 h 385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89" h="3854">
                  <a:moveTo>
                    <a:pt x="880" y="63"/>
                  </a:moveTo>
                  <a:lnTo>
                    <a:pt x="744" y="158"/>
                  </a:lnTo>
                  <a:lnTo>
                    <a:pt x="671" y="273"/>
                  </a:lnTo>
                  <a:lnTo>
                    <a:pt x="587" y="419"/>
                  </a:lnTo>
                  <a:lnTo>
                    <a:pt x="503" y="702"/>
                  </a:lnTo>
                  <a:lnTo>
                    <a:pt x="451" y="1016"/>
                  </a:lnTo>
                  <a:lnTo>
                    <a:pt x="451" y="1278"/>
                  </a:lnTo>
                  <a:lnTo>
                    <a:pt x="440" y="1561"/>
                  </a:lnTo>
                  <a:lnTo>
                    <a:pt x="430" y="2284"/>
                  </a:lnTo>
                  <a:lnTo>
                    <a:pt x="419" y="3079"/>
                  </a:lnTo>
                  <a:lnTo>
                    <a:pt x="409" y="3415"/>
                  </a:lnTo>
                  <a:lnTo>
                    <a:pt x="357" y="3666"/>
                  </a:lnTo>
                  <a:lnTo>
                    <a:pt x="315" y="3739"/>
                  </a:lnTo>
                  <a:lnTo>
                    <a:pt x="252" y="3750"/>
                  </a:lnTo>
                  <a:lnTo>
                    <a:pt x="273" y="3634"/>
                  </a:lnTo>
                  <a:lnTo>
                    <a:pt x="273" y="3551"/>
                  </a:lnTo>
                  <a:lnTo>
                    <a:pt x="231" y="3467"/>
                  </a:lnTo>
                  <a:lnTo>
                    <a:pt x="179" y="3436"/>
                  </a:lnTo>
                  <a:lnTo>
                    <a:pt x="74" y="3456"/>
                  </a:lnTo>
                  <a:lnTo>
                    <a:pt x="21" y="3530"/>
                  </a:lnTo>
                  <a:lnTo>
                    <a:pt x="11" y="3593"/>
                  </a:lnTo>
                  <a:lnTo>
                    <a:pt x="0" y="3666"/>
                  </a:lnTo>
                  <a:cubicBezTo>
                    <a:pt x="11" y="3694"/>
                    <a:pt x="17" y="3724"/>
                    <a:pt x="32" y="3750"/>
                  </a:cubicBezTo>
                  <a:cubicBezTo>
                    <a:pt x="66" y="3806"/>
                    <a:pt x="63" y="3750"/>
                    <a:pt x="63" y="3781"/>
                  </a:cubicBezTo>
                  <a:lnTo>
                    <a:pt x="179" y="3854"/>
                  </a:lnTo>
                  <a:lnTo>
                    <a:pt x="294" y="3844"/>
                  </a:lnTo>
                  <a:lnTo>
                    <a:pt x="388" y="3802"/>
                  </a:lnTo>
                  <a:lnTo>
                    <a:pt x="461" y="3750"/>
                  </a:lnTo>
                  <a:lnTo>
                    <a:pt x="524" y="3666"/>
                  </a:lnTo>
                  <a:lnTo>
                    <a:pt x="639" y="3436"/>
                  </a:lnTo>
                  <a:lnTo>
                    <a:pt x="702" y="3237"/>
                  </a:lnTo>
                  <a:lnTo>
                    <a:pt x="723" y="3048"/>
                  </a:lnTo>
                  <a:lnTo>
                    <a:pt x="744" y="2755"/>
                  </a:lnTo>
                  <a:lnTo>
                    <a:pt x="765" y="2367"/>
                  </a:lnTo>
                  <a:lnTo>
                    <a:pt x="775" y="1781"/>
                  </a:lnTo>
                  <a:lnTo>
                    <a:pt x="755" y="1184"/>
                  </a:lnTo>
                  <a:lnTo>
                    <a:pt x="765" y="849"/>
                  </a:lnTo>
                  <a:lnTo>
                    <a:pt x="786" y="660"/>
                  </a:lnTo>
                  <a:lnTo>
                    <a:pt x="817" y="514"/>
                  </a:lnTo>
                  <a:lnTo>
                    <a:pt x="849" y="346"/>
                  </a:lnTo>
                  <a:lnTo>
                    <a:pt x="912" y="178"/>
                  </a:lnTo>
                  <a:lnTo>
                    <a:pt x="974" y="105"/>
                  </a:lnTo>
                  <a:lnTo>
                    <a:pt x="1048" y="126"/>
                  </a:lnTo>
                  <a:lnTo>
                    <a:pt x="1048" y="189"/>
                  </a:lnTo>
                  <a:lnTo>
                    <a:pt x="1016" y="252"/>
                  </a:lnTo>
                  <a:lnTo>
                    <a:pt x="1016" y="346"/>
                  </a:lnTo>
                  <a:lnTo>
                    <a:pt x="1037" y="419"/>
                  </a:lnTo>
                  <a:lnTo>
                    <a:pt x="1079" y="482"/>
                  </a:lnTo>
                  <a:lnTo>
                    <a:pt x="1142" y="482"/>
                  </a:lnTo>
                  <a:lnTo>
                    <a:pt x="1226" y="472"/>
                  </a:lnTo>
                  <a:lnTo>
                    <a:pt x="1289" y="388"/>
                  </a:lnTo>
                  <a:lnTo>
                    <a:pt x="1289" y="304"/>
                  </a:lnTo>
                  <a:lnTo>
                    <a:pt x="1278" y="210"/>
                  </a:lnTo>
                  <a:lnTo>
                    <a:pt x="1236" y="137"/>
                  </a:lnTo>
                  <a:lnTo>
                    <a:pt x="1184" y="53"/>
                  </a:lnTo>
                  <a:lnTo>
                    <a:pt x="1048" y="0"/>
                  </a:lnTo>
                  <a:lnTo>
                    <a:pt x="933" y="0"/>
                  </a:lnTo>
                  <a:lnTo>
                    <a:pt x="880" y="63"/>
                  </a:lnTo>
                  <a:close/>
                </a:path>
              </a:pathLst>
            </a:custGeom>
            <a:solidFill>
              <a:schemeClr val="tx1"/>
            </a:solidFill>
            <a:ln w="9525">
              <a:solidFill>
                <a:schemeClr val="tx1"/>
              </a:solidFill>
              <a:round/>
              <a:headEnd/>
              <a:tailEnd/>
            </a:ln>
          </p:spPr>
          <p:txBody>
            <a:bodyPr/>
            <a:lstStyle/>
            <a:p>
              <a:endParaRPr lang="zh-CN" altLang="en-US"/>
            </a:p>
          </p:txBody>
        </p:sp>
        <p:sp>
          <p:nvSpPr>
            <p:cNvPr id="64" name="WordArt 116">
              <a:extLst>
                <a:ext uri="{FF2B5EF4-FFF2-40B4-BE49-F238E27FC236}">
                  <a16:creationId xmlns:a16="http://schemas.microsoft.com/office/drawing/2014/main" id="{96C97C15-5D34-4408-9EE4-98B55E38F3D5}"/>
                </a:ext>
              </a:extLst>
            </p:cNvPr>
            <p:cNvSpPr>
              <a:spLocks noChangeArrowheads="1" noChangeShapeType="1" noTextEdit="1"/>
            </p:cNvSpPr>
            <p:nvPr/>
          </p:nvSpPr>
          <p:spPr bwMode="auto">
            <a:xfrm>
              <a:off x="3305" y="2676"/>
              <a:ext cx="105" cy="187"/>
            </a:xfrm>
            <a:prstGeom prst="rect">
              <a:avLst/>
            </a:prstGeom>
          </p:spPr>
          <p:txBody>
            <a:bodyPr wrap="none" fromWordArt="1">
              <a:prstTxWarp prst="textPlain">
                <a:avLst>
                  <a:gd name="adj" fmla="val 50000"/>
                </a:avLst>
              </a:prstTxWarp>
            </a:bodyPr>
            <a:lstStyle/>
            <a:p>
              <a:pPr algn="ctr"/>
              <a:r>
                <a:rPr lang="en-US" altLang="zh-CN" sz="1800" kern="10">
                  <a:ln w="9525">
                    <a:solidFill>
                      <a:srgbClr val="000000"/>
                    </a:solidFill>
                    <a:round/>
                    <a:headEnd/>
                    <a:tailEnd/>
                  </a:ln>
                  <a:solidFill>
                    <a:srgbClr val="000000"/>
                  </a:solidFill>
                  <a:latin typeface="宋体" panose="02010600030101010101" pitchFamily="2" charset="-122"/>
                </a:rPr>
                <a:t>d</a:t>
              </a:r>
              <a:endParaRPr lang="zh-CN" altLang="en-US" sz="1800" kern="10">
                <a:ln w="9525">
                  <a:solidFill>
                    <a:srgbClr val="000000"/>
                  </a:solidFill>
                  <a:round/>
                  <a:headEnd/>
                  <a:tailEnd/>
                </a:ln>
                <a:solidFill>
                  <a:srgbClr val="000000"/>
                </a:solidFill>
                <a:latin typeface="宋体" panose="02010600030101010101" pitchFamily="2" charset="-122"/>
              </a:endParaRPr>
            </a:p>
          </p:txBody>
        </p:sp>
        <p:sp>
          <p:nvSpPr>
            <p:cNvPr id="65" name="WordArt 117">
              <a:extLst>
                <a:ext uri="{FF2B5EF4-FFF2-40B4-BE49-F238E27FC236}">
                  <a16:creationId xmlns:a16="http://schemas.microsoft.com/office/drawing/2014/main" id="{C2B5C14F-6539-4694-8DE3-DC24C3897A2D}"/>
                </a:ext>
              </a:extLst>
            </p:cNvPr>
            <p:cNvSpPr>
              <a:spLocks noChangeArrowheads="1" noChangeShapeType="1" noTextEdit="1"/>
            </p:cNvSpPr>
            <p:nvPr/>
          </p:nvSpPr>
          <p:spPr bwMode="auto">
            <a:xfrm>
              <a:off x="3436" y="2683"/>
              <a:ext cx="198" cy="169"/>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66" name="WordArt 118">
              <a:extLst>
                <a:ext uri="{FF2B5EF4-FFF2-40B4-BE49-F238E27FC236}">
                  <a16:creationId xmlns:a16="http://schemas.microsoft.com/office/drawing/2014/main" id="{42D3230B-89B8-4C03-A3F9-336BAD8EFAA2}"/>
                </a:ext>
              </a:extLst>
            </p:cNvPr>
            <p:cNvSpPr>
              <a:spLocks noChangeArrowheads="1" noChangeShapeType="1" noTextEdit="1"/>
            </p:cNvSpPr>
            <p:nvPr/>
          </p:nvSpPr>
          <p:spPr bwMode="auto">
            <a:xfrm>
              <a:off x="3591" y="2793"/>
              <a:ext cx="125" cy="110"/>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grpSp>
          <p:nvGrpSpPr>
            <p:cNvPr id="67" name="Group 119">
              <a:extLst>
                <a:ext uri="{FF2B5EF4-FFF2-40B4-BE49-F238E27FC236}">
                  <a16:creationId xmlns:a16="http://schemas.microsoft.com/office/drawing/2014/main" id="{FEF88C99-990B-4782-A702-B47DD3B34664}"/>
                </a:ext>
              </a:extLst>
            </p:cNvPr>
            <p:cNvGrpSpPr>
              <a:grpSpLocks/>
            </p:cNvGrpSpPr>
            <p:nvPr/>
          </p:nvGrpSpPr>
          <p:grpSpPr bwMode="auto">
            <a:xfrm rot="-5400000">
              <a:off x="3800" y="2689"/>
              <a:ext cx="53" cy="156"/>
              <a:chOff x="2928" y="3216"/>
              <a:chExt cx="48" cy="240"/>
            </a:xfrm>
          </p:grpSpPr>
          <p:sp>
            <p:nvSpPr>
              <p:cNvPr id="111" name="Line 120">
                <a:extLst>
                  <a:ext uri="{FF2B5EF4-FFF2-40B4-BE49-F238E27FC236}">
                    <a16:creationId xmlns:a16="http://schemas.microsoft.com/office/drawing/2014/main" id="{613EC1FF-19F7-46C0-BB69-1761EF6C8D38}"/>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121">
                <a:extLst>
                  <a:ext uri="{FF2B5EF4-FFF2-40B4-BE49-F238E27FC236}">
                    <a16:creationId xmlns:a16="http://schemas.microsoft.com/office/drawing/2014/main" id="{206CB8AD-B78C-4532-BBF1-3BEDC488061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8" name="Freeform 122">
              <a:extLst>
                <a:ext uri="{FF2B5EF4-FFF2-40B4-BE49-F238E27FC236}">
                  <a16:creationId xmlns:a16="http://schemas.microsoft.com/office/drawing/2014/main" id="{E6A0D4A8-4A33-43D7-862E-780E328F070E}"/>
                </a:ext>
              </a:extLst>
            </p:cNvPr>
            <p:cNvSpPr>
              <a:spLocks/>
            </p:cNvSpPr>
            <p:nvPr/>
          </p:nvSpPr>
          <p:spPr bwMode="auto">
            <a:xfrm>
              <a:off x="3952" y="2622"/>
              <a:ext cx="54" cy="311"/>
            </a:xfrm>
            <a:custGeom>
              <a:avLst/>
              <a:gdLst>
                <a:gd name="T0" fmla="*/ 0 w 1289"/>
                <a:gd name="T1" fmla="*/ 0 h 3854"/>
                <a:gd name="T2" fmla="*/ 0 w 1289"/>
                <a:gd name="T3" fmla="*/ 0 h 3854"/>
                <a:gd name="T4" fmla="*/ 0 w 1289"/>
                <a:gd name="T5" fmla="*/ 0 h 3854"/>
                <a:gd name="T6" fmla="*/ 0 w 1289"/>
                <a:gd name="T7" fmla="*/ 0 h 3854"/>
                <a:gd name="T8" fmla="*/ 0 w 1289"/>
                <a:gd name="T9" fmla="*/ 0 h 3854"/>
                <a:gd name="T10" fmla="*/ 0 w 1289"/>
                <a:gd name="T11" fmla="*/ 1 h 3854"/>
                <a:gd name="T12" fmla="*/ 0 w 1289"/>
                <a:gd name="T13" fmla="*/ 1 h 3854"/>
                <a:gd name="T14" fmla="*/ 0 w 1289"/>
                <a:gd name="T15" fmla="*/ 1 h 3854"/>
                <a:gd name="T16" fmla="*/ 0 w 1289"/>
                <a:gd name="T17" fmla="*/ 1 h 3854"/>
                <a:gd name="T18" fmla="*/ 0 w 1289"/>
                <a:gd name="T19" fmla="*/ 2 h 3854"/>
                <a:gd name="T20" fmla="*/ 0 w 1289"/>
                <a:gd name="T21" fmla="*/ 2 h 3854"/>
                <a:gd name="T22" fmla="*/ 0 w 1289"/>
                <a:gd name="T23" fmla="*/ 2 h 3854"/>
                <a:gd name="T24" fmla="*/ 0 w 1289"/>
                <a:gd name="T25" fmla="*/ 2 h 3854"/>
                <a:gd name="T26" fmla="*/ 0 w 1289"/>
                <a:gd name="T27" fmla="*/ 2 h 3854"/>
                <a:gd name="T28" fmla="*/ 0 w 1289"/>
                <a:gd name="T29" fmla="*/ 2 h 3854"/>
                <a:gd name="T30" fmla="*/ 0 w 1289"/>
                <a:gd name="T31" fmla="*/ 2 h 3854"/>
                <a:gd name="T32" fmla="*/ 0 w 1289"/>
                <a:gd name="T33" fmla="*/ 2 h 3854"/>
                <a:gd name="T34" fmla="*/ 0 w 1289"/>
                <a:gd name="T35" fmla="*/ 2 h 3854"/>
                <a:gd name="T36" fmla="*/ 0 w 1289"/>
                <a:gd name="T37" fmla="*/ 2 h 3854"/>
                <a:gd name="T38" fmla="*/ 0 w 1289"/>
                <a:gd name="T39" fmla="*/ 2 h 3854"/>
                <a:gd name="T40" fmla="*/ 0 w 1289"/>
                <a:gd name="T41" fmla="*/ 2 h 3854"/>
                <a:gd name="T42" fmla="*/ 0 w 1289"/>
                <a:gd name="T43" fmla="*/ 2 h 3854"/>
                <a:gd name="T44" fmla="*/ 0 w 1289"/>
                <a:gd name="T45" fmla="*/ 2 h 3854"/>
                <a:gd name="T46" fmla="*/ 0 w 1289"/>
                <a:gd name="T47" fmla="*/ 2 h 3854"/>
                <a:gd name="T48" fmla="*/ 0 w 1289"/>
                <a:gd name="T49" fmla="*/ 2 h 3854"/>
                <a:gd name="T50" fmla="*/ 0 w 1289"/>
                <a:gd name="T51" fmla="*/ 2 h 3854"/>
                <a:gd name="T52" fmla="*/ 0 w 1289"/>
                <a:gd name="T53" fmla="*/ 2 h 3854"/>
                <a:gd name="T54" fmla="*/ 0 w 1289"/>
                <a:gd name="T55" fmla="*/ 2 h 3854"/>
                <a:gd name="T56" fmla="*/ 0 w 1289"/>
                <a:gd name="T57" fmla="*/ 2 h 3854"/>
                <a:gd name="T58" fmla="*/ 0 w 1289"/>
                <a:gd name="T59" fmla="*/ 2 h 3854"/>
                <a:gd name="T60" fmla="*/ 0 w 1289"/>
                <a:gd name="T61" fmla="*/ 2 h 3854"/>
                <a:gd name="T62" fmla="*/ 0 w 1289"/>
                <a:gd name="T63" fmla="*/ 2 h 3854"/>
                <a:gd name="T64" fmla="*/ 0 w 1289"/>
                <a:gd name="T65" fmla="*/ 1 h 3854"/>
                <a:gd name="T66" fmla="*/ 0 w 1289"/>
                <a:gd name="T67" fmla="*/ 1 h 3854"/>
                <a:gd name="T68" fmla="*/ 0 w 1289"/>
                <a:gd name="T69" fmla="*/ 1 h 3854"/>
                <a:gd name="T70" fmla="*/ 0 w 1289"/>
                <a:gd name="T71" fmla="*/ 1 h 3854"/>
                <a:gd name="T72" fmla="*/ 0 w 1289"/>
                <a:gd name="T73" fmla="*/ 0 h 3854"/>
                <a:gd name="T74" fmla="*/ 0 w 1289"/>
                <a:gd name="T75" fmla="*/ 0 h 3854"/>
                <a:gd name="T76" fmla="*/ 0 w 1289"/>
                <a:gd name="T77" fmla="*/ 0 h 3854"/>
                <a:gd name="T78" fmla="*/ 0 w 1289"/>
                <a:gd name="T79" fmla="*/ 0 h 3854"/>
                <a:gd name="T80" fmla="*/ 0 w 1289"/>
                <a:gd name="T81" fmla="*/ 0 h 3854"/>
                <a:gd name="T82" fmla="*/ 0 w 1289"/>
                <a:gd name="T83" fmla="*/ 0 h 3854"/>
                <a:gd name="T84" fmla="*/ 0 w 1289"/>
                <a:gd name="T85" fmla="*/ 0 h 3854"/>
                <a:gd name="T86" fmla="*/ 0 w 1289"/>
                <a:gd name="T87" fmla="*/ 0 h 3854"/>
                <a:gd name="T88" fmla="*/ 0 w 1289"/>
                <a:gd name="T89" fmla="*/ 0 h 3854"/>
                <a:gd name="T90" fmla="*/ 0 w 1289"/>
                <a:gd name="T91" fmla="*/ 0 h 3854"/>
                <a:gd name="T92" fmla="*/ 0 w 1289"/>
                <a:gd name="T93" fmla="*/ 0 h 3854"/>
                <a:gd name="T94" fmla="*/ 0 w 1289"/>
                <a:gd name="T95" fmla="*/ 0 h 3854"/>
                <a:gd name="T96" fmla="*/ 0 w 1289"/>
                <a:gd name="T97" fmla="*/ 0 h 3854"/>
                <a:gd name="T98" fmla="*/ 0 w 1289"/>
                <a:gd name="T99" fmla="*/ 0 h 3854"/>
                <a:gd name="T100" fmla="*/ 0 w 1289"/>
                <a:gd name="T101" fmla="*/ 0 h 3854"/>
                <a:gd name="T102" fmla="*/ 0 w 1289"/>
                <a:gd name="T103" fmla="*/ 0 h 3854"/>
                <a:gd name="T104" fmla="*/ 0 w 1289"/>
                <a:gd name="T105" fmla="*/ 0 h 3854"/>
                <a:gd name="T106" fmla="*/ 0 w 1289"/>
                <a:gd name="T107" fmla="*/ 0 h 3854"/>
                <a:gd name="T108" fmla="*/ 0 w 1289"/>
                <a:gd name="T109" fmla="*/ 0 h 3854"/>
                <a:gd name="T110" fmla="*/ 0 w 1289"/>
                <a:gd name="T111" fmla="*/ 0 h 3854"/>
                <a:gd name="T112" fmla="*/ 0 w 1289"/>
                <a:gd name="T113" fmla="*/ 0 h 3854"/>
                <a:gd name="T114" fmla="*/ 0 w 1289"/>
                <a:gd name="T115" fmla="*/ 0 h 385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89"/>
                <a:gd name="T175" fmla="*/ 0 h 3854"/>
                <a:gd name="T176" fmla="*/ 1289 w 1289"/>
                <a:gd name="T177" fmla="*/ 3854 h 385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89" h="3854">
                  <a:moveTo>
                    <a:pt x="880" y="63"/>
                  </a:moveTo>
                  <a:lnTo>
                    <a:pt x="744" y="158"/>
                  </a:lnTo>
                  <a:lnTo>
                    <a:pt x="671" y="273"/>
                  </a:lnTo>
                  <a:lnTo>
                    <a:pt x="587" y="419"/>
                  </a:lnTo>
                  <a:lnTo>
                    <a:pt x="503" y="702"/>
                  </a:lnTo>
                  <a:lnTo>
                    <a:pt x="451" y="1016"/>
                  </a:lnTo>
                  <a:lnTo>
                    <a:pt x="451" y="1278"/>
                  </a:lnTo>
                  <a:lnTo>
                    <a:pt x="440" y="1561"/>
                  </a:lnTo>
                  <a:lnTo>
                    <a:pt x="430" y="2284"/>
                  </a:lnTo>
                  <a:lnTo>
                    <a:pt x="419" y="3079"/>
                  </a:lnTo>
                  <a:lnTo>
                    <a:pt x="409" y="3415"/>
                  </a:lnTo>
                  <a:lnTo>
                    <a:pt x="357" y="3666"/>
                  </a:lnTo>
                  <a:lnTo>
                    <a:pt x="315" y="3739"/>
                  </a:lnTo>
                  <a:lnTo>
                    <a:pt x="252" y="3750"/>
                  </a:lnTo>
                  <a:lnTo>
                    <a:pt x="273" y="3634"/>
                  </a:lnTo>
                  <a:lnTo>
                    <a:pt x="273" y="3551"/>
                  </a:lnTo>
                  <a:lnTo>
                    <a:pt x="231" y="3467"/>
                  </a:lnTo>
                  <a:lnTo>
                    <a:pt x="179" y="3436"/>
                  </a:lnTo>
                  <a:lnTo>
                    <a:pt x="74" y="3456"/>
                  </a:lnTo>
                  <a:lnTo>
                    <a:pt x="21" y="3530"/>
                  </a:lnTo>
                  <a:lnTo>
                    <a:pt x="11" y="3593"/>
                  </a:lnTo>
                  <a:lnTo>
                    <a:pt x="0" y="3666"/>
                  </a:lnTo>
                  <a:cubicBezTo>
                    <a:pt x="11" y="3694"/>
                    <a:pt x="17" y="3724"/>
                    <a:pt x="32" y="3750"/>
                  </a:cubicBezTo>
                  <a:cubicBezTo>
                    <a:pt x="66" y="3806"/>
                    <a:pt x="63" y="3750"/>
                    <a:pt x="63" y="3781"/>
                  </a:cubicBezTo>
                  <a:lnTo>
                    <a:pt x="179" y="3854"/>
                  </a:lnTo>
                  <a:lnTo>
                    <a:pt x="294" y="3844"/>
                  </a:lnTo>
                  <a:lnTo>
                    <a:pt x="388" y="3802"/>
                  </a:lnTo>
                  <a:lnTo>
                    <a:pt x="461" y="3750"/>
                  </a:lnTo>
                  <a:lnTo>
                    <a:pt x="524" y="3666"/>
                  </a:lnTo>
                  <a:lnTo>
                    <a:pt x="639" y="3436"/>
                  </a:lnTo>
                  <a:lnTo>
                    <a:pt x="702" y="3237"/>
                  </a:lnTo>
                  <a:lnTo>
                    <a:pt x="723" y="3048"/>
                  </a:lnTo>
                  <a:lnTo>
                    <a:pt x="744" y="2755"/>
                  </a:lnTo>
                  <a:lnTo>
                    <a:pt x="765" y="2367"/>
                  </a:lnTo>
                  <a:lnTo>
                    <a:pt x="775" y="1781"/>
                  </a:lnTo>
                  <a:lnTo>
                    <a:pt x="755" y="1184"/>
                  </a:lnTo>
                  <a:lnTo>
                    <a:pt x="765" y="849"/>
                  </a:lnTo>
                  <a:lnTo>
                    <a:pt x="786" y="660"/>
                  </a:lnTo>
                  <a:lnTo>
                    <a:pt x="817" y="514"/>
                  </a:lnTo>
                  <a:lnTo>
                    <a:pt x="849" y="346"/>
                  </a:lnTo>
                  <a:lnTo>
                    <a:pt x="912" y="178"/>
                  </a:lnTo>
                  <a:lnTo>
                    <a:pt x="974" y="105"/>
                  </a:lnTo>
                  <a:lnTo>
                    <a:pt x="1048" y="126"/>
                  </a:lnTo>
                  <a:lnTo>
                    <a:pt x="1048" y="189"/>
                  </a:lnTo>
                  <a:lnTo>
                    <a:pt x="1016" y="252"/>
                  </a:lnTo>
                  <a:lnTo>
                    <a:pt x="1016" y="346"/>
                  </a:lnTo>
                  <a:lnTo>
                    <a:pt x="1037" y="419"/>
                  </a:lnTo>
                  <a:lnTo>
                    <a:pt x="1079" y="482"/>
                  </a:lnTo>
                  <a:lnTo>
                    <a:pt x="1142" y="482"/>
                  </a:lnTo>
                  <a:lnTo>
                    <a:pt x="1226" y="472"/>
                  </a:lnTo>
                  <a:lnTo>
                    <a:pt x="1289" y="388"/>
                  </a:lnTo>
                  <a:lnTo>
                    <a:pt x="1289" y="304"/>
                  </a:lnTo>
                  <a:lnTo>
                    <a:pt x="1278" y="210"/>
                  </a:lnTo>
                  <a:lnTo>
                    <a:pt x="1236" y="137"/>
                  </a:lnTo>
                  <a:lnTo>
                    <a:pt x="1184" y="53"/>
                  </a:lnTo>
                  <a:lnTo>
                    <a:pt x="1048" y="0"/>
                  </a:lnTo>
                  <a:lnTo>
                    <a:pt x="933" y="0"/>
                  </a:lnTo>
                  <a:lnTo>
                    <a:pt x="880" y="63"/>
                  </a:lnTo>
                  <a:close/>
                </a:path>
              </a:pathLst>
            </a:custGeom>
            <a:solidFill>
              <a:schemeClr val="tx1"/>
            </a:solidFill>
            <a:ln w="9525">
              <a:solidFill>
                <a:schemeClr val="tx1"/>
              </a:solidFill>
              <a:round/>
              <a:headEnd/>
              <a:tailEnd/>
            </a:ln>
          </p:spPr>
          <p:txBody>
            <a:bodyPr/>
            <a:lstStyle/>
            <a:p>
              <a:endParaRPr lang="zh-CN" altLang="en-US"/>
            </a:p>
          </p:txBody>
        </p:sp>
        <p:grpSp>
          <p:nvGrpSpPr>
            <p:cNvPr id="69" name="Group 123">
              <a:extLst>
                <a:ext uri="{FF2B5EF4-FFF2-40B4-BE49-F238E27FC236}">
                  <a16:creationId xmlns:a16="http://schemas.microsoft.com/office/drawing/2014/main" id="{ECD02CBB-1A43-47F4-936A-7F16A26B1FA6}"/>
                </a:ext>
              </a:extLst>
            </p:cNvPr>
            <p:cNvGrpSpPr>
              <a:grpSpLocks/>
            </p:cNvGrpSpPr>
            <p:nvPr/>
          </p:nvGrpSpPr>
          <p:grpSpPr bwMode="auto">
            <a:xfrm>
              <a:off x="4033" y="2832"/>
              <a:ext cx="150" cy="112"/>
              <a:chOff x="803" y="3138"/>
              <a:chExt cx="198" cy="169"/>
            </a:xfrm>
          </p:grpSpPr>
          <p:sp>
            <p:nvSpPr>
              <p:cNvPr id="109" name="WordArt 124">
                <a:extLst>
                  <a:ext uri="{FF2B5EF4-FFF2-40B4-BE49-F238E27FC236}">
                    <a16:creationId xmlns:a16="http://schemas.microsoft.com/office/drawing/2014/main" id="{C28A6D3E-828F-4F15-BAA4-CF8C941550C4}"/>
                  </a:ext>
                </a:extLst>
              </p:cNvPr>
              <p:cNvSpPr>
                <a:spLocks noChangeArrowheads="1" noChangeShapeType="1" noTextEdit="1"/>
              </p:cNvSpPr>
              <p:nvPr/>
            </p:nvSpPr>
            <p:spPr bwMode="auto">
              <a:xfrm>
                <a:off x="927" y="3222"/>
                <a:ext cx="74" cy="8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1</a:t>
                </a:r>
                <a:endParaRPr lang="zh-CN" altLang="en-US" sz="3600" kern="10">
                  <a:ln w="9525">
                    <a:solidFill>
                      <a:schemeClr val="tx1"/>
                    </a:solidFill>
                    <a:round/>
                    <a:headEnd/>
                    <a:tailEnd/>
                  </a:ln>
                  <a:cs typeface="Times New Roman" panose="02020603050405020304" pitchFamily="18" charset="0"/>
                </a:endParaRPr>
              </a:p>
            </p:txBody>
          </p:sp>
          <p:sp>
            <p:nvSpPr>
              <p:cNvPr id="110" name="WordArt 125">
                <a:extLst>
                  <a:ext uri="{FF2B5EF4-FFF2-40B4-BE49-F238E27FC236}">
                    <a16:creationId xmlns:a16="http://schemas.microsoft.com/office/drawing/2014/main" id="{B91A9FEC-2D13-436F-82BC-19865D2B5E59}"/>
                  </a:ext>
                </a:extLst>
              </p:cNvPr>
              <p:cNvSpPr>
                <a:spLocks noChangeArrowheads="1" noChangeShapeType="1" noTextEdit="1"/>
              </p:cNvSpPr>
              <p:nvPr/>
            </p:nvSpPr>
            <p:spPr bwMode="auto">
              <a:xfrm>
                <a:off x="803" y="3138"/>
                <a:ext cx="191"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70" name="Group 126">
              <a:extLst>
                <a:ext uri="{FF2B5EF4-FFF2-40B4-BE49-F238E27FC236}">
                  <a16:creationId xmlns:a16="http://schemas.microsoft.com/office/drawing/2014/main" id="{EB248030-6DF2-472A-B14B-3D944F102A4A}"/>
                </a:ext>
              </a:extLst>
            </p:cNvPr>
            <p:cNvGrpSpPr>
              <a:grpSpLocks/>
            </p:cNvGrpSpPr>
            <p:nvPr/>
          </p:nvGrpSpPr>
          <p:grpSpPr bwMode="auto">
            <a:xfrm>
              <a:off x="4057" y="2601"/>
              <a:ext cx="142" cy="125"/>
              <a:chOff x="2184" y="2362"/>
              <a:chExt cx="188" cy="149"/>
            </a:xfrm>
          </p:grpSpPr>
          <p:sp>
            <p:nvSpPr>
              <p:cNvPr id="107" name="WordArt 127">
                <a:extLst>
                  <a:ext uri="{FF2B5EF4-FFF2-40B4-BE49-F238E27FC236}">
                    <a16:creationId xmlns:a16="http://schemas.microsoft.com/office/drawing/2014/main" id="{B0046FC0-40F7-43DF-8945-8CE97FDD7754}"/>
                  </a:ext>
                </a:extLst>
              </p:cNvPr>
              <p:cNvSpPr>
                <a:spLocks noChangeArrowheads="1" noChangeShapeType="1" noTextEdit="1"/>
              </p:cNvSpPr>
              <p:nvPr/>
            </p:nvSpPr>
            <p:spPr bwMode="auto">
              <a:xfrm>
                <a:off x="2299" y="2416"/>
                <a:ext cx="67" cy="9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2</a:t>
                </a:r>
                <a:endParaRPr lang="zh-CN" altLang="en-US" sz="3600" kern="10">
                  <a:ln w="9525">
                    <a:solidFill>
                      <a:schemeClr val="tx1"/>
                    </a:solidFill>
                    <a:round/>
                    <a:headEnd/>
                    <a:tailEnd/>
                  </a:ln>
                  <a:cs typeface="Times New Roman" panose="02020603050405020304" pitchFamily="18" charset="0"/>
                </a:endParaRPr>
              </a:p>
            </p:txBody>
          </p:sp>
          <p:sp>
            <p:nvSpPr>
              <p:cNvPr id="108" name="WordArt 128">
                <a:extLst>
                  <a:ext uri="{FF2B5EF4-FFF2-40B4-BE49-F238E27FC236}">
                    <a16:creationId xmlns:a16="http://schemas.microsoft.com/office/drawing/2014/main" id="{E112C10E-C445-43C2-8797-7C7BC073C160}"/>
                  </a:ext>
                </a:extLst>
              </p:cNvPr>
              <p:cNvSpPr>
                <a:spLocks noChangeArrowheads="1" noChangeShapeType="1" noTextEdit="1"/>
              </p:cNvSpPr>
              <p:nvPr/>
            </p:nvSpPr>
            <p:spPr bwMode="auto">
              <a:xfrm>
                <a:off x="2184" y="2362"/>
                <a:ext cx="188" cy="13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71" name="Group 129">
              <a:extLst>
                <a:ext uri="{FF2B5EF4-FFF2-40B4-BE49-F238E27FC236}">
                  <a16:creationId xmlns:a16="http://schemas.microsoft.com/office/drawing/2014/main" id="{B2803105-765A-4032-A27B-3165F97B2A5B}"/>
                </a:ext>
              </a:extLst>
            </p:cNvPr>
            <p:cNvGrpSpPr>
              <a:grpSpLocks/>
            </p:cNvGrpSpPr>
            <p:nvPr/>
          </p:nvGrpSpPr>
          <p:grpSpPr bwMode="auto">
            <a:xfrm>
              <a:off x="4265" y="2619"/>
              <a:ext cx="611" cy="340"/>
              <a:chOff x="3895" y="2498"/>
              <a:chExt cx="611" cy="340"/>
            </a:xfrm>
          </p:grpSpPr>
          <p:sp>
            <p:nvSpPr>
              <p:cNvPr id="102" name="WordArt 130">
                <a:extLst>
                  <a:ext uri="{FF2B5EF4-FFF2-40B4-BE49-F238E27FC236}">
                    <a16:creationId xmlns:a16="http://schemas.microsoft.com/office/drawing/2014/main" id="{EACAE91F-3F7C-4746-9620-295850607229}"/>
                  </a:ext>
                </a:extLst>
              </p:cNvPr>
              <p:cNvSpPr>
                <a:spLocks noChangeArrowheads="1" noChangeShapeType="1" noTextEdit="1"/>
              </p:cNvSpPr>
              <p:nvPr/>
            </p:nvSpPr>
            <p:spPr bwMode="auto">
              <a:xfrm>
                <a:off x="3899" y="2498"/>
                <a:ext cx="243" cy="120"/>
              </a:xfrm>
              <a:prstGeom prst="rect">
                <a:avLst/>
              </a:prstGeom>
            </p:spPr>
            <p:txBody>
              <a:bodyPr wrap="none" fromWordArt="1">
                <a:prstTxWarp prst="textPlain">
                  <a:avLst>
                    <a:gd name="adj" fmla="val 58500"/>
                  </a:avLst>
                </a:prstTxWarp>
              </a:bodyPr>
              <a:lstStyle/>
              <a:p>
                <a:pPr algn="ctr"/>
                <a:r>
                  <a:rPr lang="en-US" altLang="zh-CN" sz="3600" i="1" kern="10" dirty="0">
                    <a:ln w="9525">
                      <a:solidFill>
                        <a:schemeClr val="tx2"/>
                      </a:solidFill>
                      <a:round/>
                      <a:headEnd/>
                      <a:tailEnd/>
                    </a:ln>
                    <a:solidFill>
                      <a:schemeClr val="tx2"/>
                    </a:solidFill>
                    <a:latin typeface="宋体" panose="02010600030101010101" pitchFamily="2" charset="-122"/>
                  </a:rPr>
                  <a:t>M</a:t>
                </a:r>
                <a:endParaRPr lang="zh-CN" altLang="en-US" sz="3600" i="1" kern="10" dirty="0">
                  <a:ln w="9525">
                    <a:solidFill>
                      <a:schemeClr val="tx2"/>
                    </a:solidFill>
                    <a:round/>
                    <a:headEnd/>
                    <a:tailEnd/>
                  </a:ln>
                  <a:solidFill>
                    <a:schemeClr val="tx2"/>
                  </a:solidFill>
                  <a:latin typeface="宋体" panose="02010600030101010101" pitchFamily="2" charset="-122"/>
                </a:endParaRPr>
              </a:p>
            </p:txBody>
          </p:sp>
          <p:sp>
            <p:nvSpPr>
              <p:cNvPr id="103" name="WordArt 131">
                <a:extLst>
                  <a:ext uri="{FF2B5EF4-FFF2-40B4-BE49-F238E27FC236}">
                    <a16:creationId xmlns:a16="http://schemas.microsoft.com/office/drawing/2014/main" id="{9354CF5F-D0E5-448E-BCEE-612301A67AEF}"/>
                  </a:ext>
                </a:extLst>
              </p:cNvPr>
              <p:cNvSpPr>
                <a:spLocks noChangeArrowheads="1" noChangeShapeType="1" noTextEdit="1"/>
              </p:cNvSpPr>
              <p:nvPr/>
            </p:nvSpPr>
            <p:spPr bwMode="auto">
              <a:xfrm>
                <a:off x="3932" y="2690"/>
                <a:ext cx="216" cy="148"/>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2"/>
                      </a:solidFill>
                      <a:round/>
                      <a:headEnd/>
                      <a:tailEnd/>
                    </a:ln>
                    <a:solidFill>
                      <a:schemeClr val="tx2"/>
                    </a:solidFill>
                    <a:latin typeface="+mn-lt"/>
                  </a:rPr>
                  <a:t>Mmol</a:t>
                </a:r>
                <a:endParaRPr lang="zh-CN" altLang="en-US" sz="3600" i="1" kern="10" dirty="0">
                  <a:ln w="9525">
                    <a:solidFill>
                      <a:schemeClr val="tx2"/>
                    </a:solidFill>
                    <a:round/>
                    <a:headEnd/>
                    <a:tailEnd/>
                  </a:ln>
                  <a:solidFill>
                    <a:schemeClr val="tx2"/>
                  </a:solidFill>
                  <a:latin typeface="+mn-lt"/>
                </a:endParaRPr>
              </a:p>
            </p:txBody>
          </p:sp>
          <p:sp>
            <p:nvSpPr>
              <p:cNvPr id="104" name="WordArt 132">
                <a:extLst>
                  <a:ext uri="{FF2B5EF4-FFF2-40B4-BE49-F238E27FC236}">
                    <a16:creationId xmlns:a16="http://schemas.microsoft.com/office/drawing/2014/main" id="{94FDC040-4E99-4E05-A5E5-6B6571825A82}"/>
                  </a:ext>
                </a:extLst>
              </p:cNvPr>
              <p:cNvSpPr>
                <a:spLocks noChangeArrowheads="1" noChangeShapeType="1" noTextEdit="1"/>
              </p:cNvSpPr>
              <p:nvPr/>
            </p:nvSpPr>
            <p:spPr bwMode="auto">
              <a:xfrm>
                <a:off x="4139" y="2575"/>
                <a:ext cx="205" cy="141"/>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105" name="WordArt 133">
                <a:extLst>
                  <a:ext uri="{FF2B5EF4-FFF2-40B4-BE49-F238E27FC236}">
                    <a16:creationId xmlns:a16="http://schemas.microsoft.com/office/drawing/2014/main" id="{45F376A0-BC5E-49A6-8F32-5B6175A6AC0C}"/>
                  </a:ext>
                </a:extLst>
              </p:cNvPr>
              <p:cNvSpPr>
                <a:spLocks noChangeArrowheads="1" noChangeShapeType="1" noTextEdit="1"/>
              </p:cNvSpPr>
              <p:nvPr/>
            </p:nvSpPr>
            <p:spPr bwMode="auto">
              <a:xfrm>
                <a:off x="4333" y="2579"/>
                <a:ext cx="173" cy="148"/>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sp>
            <p:nvSpPr>
              <p:cNvPr id="106" name="Line 134">
                <a:extLst>
                  <a:ext uri="{FF2B5EF4-FFF2-40B4-BE49-F238E27FC236}">
                    <a16:creationId xmlns:a16="http://schemas.microsoft.com/office/drawing/2014/main" id="{8EB114A0-CC5E-4232-BDC1-807E4F83F7CA}"/>
                  </a:ext>
                </a:extLst>
              </p:cNvPr>
              <p:cNvSpPr>
                <a:spLocks noChangeShapeType="1"/>
              </p:cNvSpPr>
              <p:nvPr/>
            </p:nvSpPr>
            <p:spPr bwMode="auto">
              <a:xfrm>
                <a:off x="3895" y="2660"/>
                <a:ext cx="23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2" name="WordArt 135">
              <a:extLst>
                <a:ext uri="{FF2B5EF4-FFF2-40B4-BE49-F238E27FC236}">
                  <a16:creationId xmlns:a16="http://schemas.microsoft.com/office/drawing/2014/main" id="{796BC65F-507F-479B-9411-1942E1560BA6}"/>
                </a:ext>
              </a:extLst>
            </p:cNvPr>
            <p:cNvSpPr>
              <a:spLocks noChangeArrowheads="1" noChangeShapeType="1" noTextEdit="1"/>
            </p:cNvSpPr>
            <p:nvPr/>
          </p:nvSpPr>
          <p:spPr bwMode="auto">
            <a:xfrm>
              <a:off x="4941" y="2828"/>
              <a:ext cx="168"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73" name="Line 136">
              <a:extLst>
                <a:ext uri="{FF2B5EF4-FFF2-40B4-BE49-F238E27FC236}">
                  <a16:creationId xmlns:a16="http://schemas.microsoft.com/office/drawing/2014/main" id="{F0FB0B72-C84A-4922-B20F-D5F5BE78CF00}"/>
                </a:ext>
              </a:extLst>
            </p:cNvPr>
            <p:cNvSpPr>
              <a:spLocks noChangeShapeType="1"/>
            </p:cNvSpPr>
            <p:nvPr/>
          </p:nvSpPr>
          <p:spPr bwMode="auto">
            <a:xfrm>
              <a:off x="4900" y="2778"/>
              <a:ext cx="2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4" name="Group 137">
              <a:extLst>
                <a:ext uri="{FF2B5EF4-FFF2-40B4-BE49-F238E27FC236}">
                  <a16:creationId xmlns:a16="http://schemas.microsoft.com/office/drawing/2014/main" id="{0A76DF1F-3D2F-4A84-8BBD-22F00B7491F9}"/>
                </a:ext>
              </a:extLst>
            </p:cNvPr>
            <p:cNvGrpSpPr>
              <a:grpSpLocks/>
            </p:cNvGrpSpPr>
            <p:nvPr/>
          </p:nvGrpSpPr>
          <p:grpSpPr bwMode="auto">
            <a:xfrm>
              <a:off x="4908" y="2544"/>
              <a:ext cx="313" cy="204"/>
              <a:chOff x="4180" y="1594"/>
              <a:chExt cx="313" cy="204"/>
            </a:xfrm>
          </p:grpSpPr>
          <p:sp>
            <p:nvSpPr>
              <p:cNvPr id="100" name="WordArt 138">
                <a:extLst>
                  <a:ext uri="{FF2B5EF4-FFF2-40B4-BE49-F238E27FC236}">
                    <a16:creationId xmlns:a16="http://schemas.microsoft.com/office/drawing/2014/main" id="{4A3D9248-0DF7-40FD-A2A5-9B7B9BEC6EB1}"/>
                  </a:ext>
                </a:extLst>
              </p:cNvPr>
              <p:cNvSpPr>
                <a:spLocks noChangeArrowheads="1" noChangeShapeType="1" noTextEdit="1"/>
              </p:cNvSpPr>
              <p:nvPr/>
            </p:nvSpPr>
            <p:spPr bwMode="auto">
              <a:xfrm>
                <a:off x="4180" y="1594"/>
                <a:ext cx="99" cy="194"/>
              </a:xfrm>
              <a:prstGeom prst="rect">
                <a:avLst/>
              </a:prstGeom>
            </p:spPr>
            <p:txBody>
              <a:bodyPr wrap="none" fromWordArt="1">
                <a:prstTxWarp prst="textPlain">
                  <a:avLst>
                    <a:gd name="adj" fmla="val 50000"/>
                  </a:avLst>
                </a:prstTxWarp>
              </a:bodyPr>
              <a:lstStyle/>
              <a:p>
                <a:pPr algn="ctr"/>
                <a:r>
                  <a:rPr lang="en-US" altLang="zh-CN" sz="1800" kern="10">
                    <a:ln w="9525">
                      <a:solidFill>
                        <a:srgbClr val="000000"/>
                      </a:solidFill>
                      <a:round/>
                      <a:headEnd/>
                      <a:tailEnd/>
                    </a:ln>
                    <a:solidFill>
                      <a:srgbClr val="000000"/>
                    </a:solidFill>
                    <a:latin typeface="宋体" panose="02010600030101010101" pitchFamily="2" charset="-122"/>
                  </a:rPr>
                  <a:t>d</a:t>
                </a:r>
                <a:endParaRPr lang="zh-CN" altLang="en-US" sz="1800" kern="10">
                  <a:ln w="9525">
                    <a:solidFill>
                      <a:srgbClr val="000000"/>
                    </a:solidFill>
                    <a:round/>
                    <a:headEnd/>
                    <a:tailEnd/>
                  </a:ln>
                  <a:solidFill>
                    <a:srgbClr val="000000"/>
                  </a:solidFill>
                  <a:latin typeface="宋体" panose="02010600030101010101" pitchFamily="2" charset="-122"/>
                </a:endParaRPr>
              </a:p>
            </p:txBody>
          </p:sp>
          <p:sp>
            <p:nvSpPr>
              <p:cNvPr id="101" name="WordArt 139">
                <a:extLst>
                  <a:ext uri="{FF2B5EF4-FFF2-40B4-BE49-F238E27FC236}">
                    <a16:creationId xmlns:a16="http://schemas.microsoft.com/office/drawing/2014/main" id="{2D93426D-CE3C-4184-8547-11AFBC92DCBC}"/>
                  </a:ext>
                </a:extLst>
              </p:cNvPr>
              <p:cNvSpPr>
                <a:spLocks noChangeArrowheads="1" noChangeShapeType="1" noTextEdit="1"/>
              </p:cNvSpPr>
              <p:nvPr/>
            </p:nvSpPr>
            <p:spPr bwMode="auto">
              <a:xfrm>
                <a:off x="4292" y="1631"/>
                <a:ext cx="201" cy="167"/>
              </a:xfrm>
              <a:prstGeom prst="rect">
                <a:avLst/>
              </a:prstGeom>
            </p:spPr>
            <p:txBody>
              <a:bodyPr wrap="none" fromWordArt="1">
                <a:prstTxWarp prst="textPlain">
                  <a:avLst>
                    <a:gd name="adj" fmla="val 60713"/>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75" name="Group 140">
              <a:extLst>
                <a:ext uri="{FF2B5EF4-FFF2-40B4-BE49-F238E27FC236}">
                  <a16:creationId xmlns:a16="http://schemas.microsoft.com/office/drawing/2014/main" id="{2B8B3473-0DA4-4795-99F1-25A7DA8ACBF7}"/>
                </a:ext>
              </a:extLst>
            </p:cNvPr>
            <p:cNvGrpSpPr>
              <a:grpSpLocks/>
            </p:cNvGrpSpPr>
            <p:nvPr/>
          </p:nvGrpSpPr>
          <p:grpSpPr bwMode="auto">
            <a:xfrm rot="-5400000">
              <a:off x="3070" y="3149"/>
              <a:ext cx="53" cy="156"/>
              <a:chOff x="2928" y="3216"/>
              <a:chExt cx="48" cy="240"/>
            </a:xfrm>
          </p:grpSpPr>
          <p:sp>
            <p:nvSpPr>
              <p:cNvPr id="98" name="Line 141">
                <a:extLst>
                  <a:ext uri="{FF2B5EF4-FFF2-40B4-BE49-F238E27FC236}">
                    <a16:creationId xmlns:a16="http://schemas.microsoft.com/office/drawing/2014/main" id="{37C053FA-B901-479C-AE5C-48D2A10540DF}"/>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142">
                <a:extLst>
                  <a:ext uri="{FF2B5EF4-FFF2-40B4-BE49-F238E27FC236}">
                    <a16:creationId xmlns:a16="http://schemas.microsoft.com/office/drawing/2014/main" id="{C8A98634-DC00-4376-A352-73586750C23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143">
              <a:extLst>
                <a:ext uri="{FF2B5EF4-FFF2-40B4-BE49-F238E27FC236}">
                  <a16:creationId xmlns:a16="http://schemas.microsoft.com/office/drawing/2014/main" id="{9D3EF2E3-A8EE-478A-8413-815BEAC9C759}"/>
                </a:ext>
              </a:extLst>
            </p:cNvPr>
            <p:cNvGrpSpPr>
              <a:grpSpLocks/>
            </p:cNvGrpSpPr>
            <p:nvPr/>
          </p:nvGrpSpPr>
          <p:grpSpPr bwMode="auto">
            <a:xfrm>
              <a:off x="3219" y="3071"/>
              <a:ext cx="632" cy="426"/>
              <a:chOff x="3874" y="2498"/>
              <a:chExt cx="632" cy="426"/>
            </a:xfrm>
          </p:grpSpPr>
          <p:sp>
            <p:nvSpPr>
              <p:cNvPr id="93" name="WordArt 144">
                <a:extLst>
                  <a:ext uri="{FF2B5EF4-FFF2-40B4-BE49-F238E27FC236}">
                    <a16:creationId xmlns:a16="http://schemas.microsoft.com/office/drawing/2014/main" id="{3B74B7C9-5D80-4E7C-8E74-DD26F8A96A3A}"/>
                  </a:ext>
                </a:extLst>
              </p:cNvPr>
              <p:cNvSpPr>
                <a:spLocks noChangeArrowheads="1" noChangeShapeType="1" noTextEdit="1"/>
              </p:cNvSpPr>
              <p:nvPr/>
            </p:nvSpPr>
            <p:spPr bwMode="auto">
              <a:xfrm>
                <a:off x="3899" y="2498"/>
                <a:ext cx="243" cy="120"/>
              </a:xfrm>
              <a:prstGeom prst="rect">
                <a:avLst/>
              </a:prstGeom>
            </p:spPr>
            <p:txBody>
              <a:bodyPr wrap="none" fromWordArt="1">
                <a:prstTxWarp prst="textPlain">
                  <a:avLst>
                    <a:gd name="adj" fmla="val 58500"/>
                  </a:avLst>
                </a:prstTxWarp>
              </a:bodyPr>
              <a:lstStyle/>
              <a:p>
                <a:pPr algn="ctr"/>
                <a:r>
                  <a:rPr lang="en-US" altLang="zh-CN" sz="3600" i="1" kern="10" dirty="0">
                    <a:ln w="9525">
                      <a:solidFill>
                        <a:schemeClr val="tx2"/>
                      </a:solidFill>
                      <a:round/>
                      <a:headEnd/>
                      <a:tailEnd/>
                    </a:ln>
                    <a:solidFill>
                      <a:schemeClr val="tx2"/>
                    </a:solidFill>
                    <a:latin typeface="宋体" panose="02010600030101010101" pitchFamily="2" charset="-122"/>
                  </a:rPr>
                  <a:t>M</a:t>
                </a:r>
                <a:endParaRPr lang="zh-CN" altLang="en-US" sz="3600" i="1" kern="10" dirty="0">
                  <a:ln w="9525">
                    <a:solidFill>
                      <a:schemeClr val="tx2"/>
                    </a:solidFill>
                    <a:round/>
                    <a:headEnd/>
                    <a:tailEnd/>
                  </a:ln>
                  <a:solidFill>
                    <a:schemeClr val="tx2"/>
                  </a:solidFill>
                  <a:latin typeface="宋体" panose="02010600030101010101" pitchFamily="2" charset="-122"/>
                </a:endParaRPr>
              </a:p>
            </p:txBody>
          </p:sp>
          <p:sp>
            <p:nvSpPr>
              <p:cNvPr id="94" name="WordArt 145">
                <a:extLst>
                  <a:ext uri="{FF2B5EF4-FFF2-40B4-BE49-F238E27FC236}">
                    <a16:creationId xmlns:a16="http://schemas.microsoft.com/office/drawing/2014/main" id="{CB33E10A-7F43-4CC7-B4B6-DEB49C7DCEF6}"/>
                  </a:ext>
                </a:extLst>
              </p:cNvPr>
              <p:cNvSpPr>
                <a:spLocks noChangeArrowheads="1" noChangeShapeType="1" noTextEdit="1"/>
              </p:cNvSpPr>
              <p:nvPr/>
            </p:nvSpPr>
            <p:spPr bwMode="auto">
              <a:xfrm>
                <a:off x="3874" y="2690"/>
                <a:ext cx="301" cy="234"/>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2"/>
                      </a:solidFill>
                      <a:round/>
                      <a:headEnd/>
                      <a:tailEnd/>
                    </a:ln>
                    <a:solidFill>
                      <a:schemeClr val="tx2"/>
                    </a:solidFill>
                    <a:latin typeface="+mn-lt"/>
                  </a:rPr>
                  <a:t>Mmol</a:t>
                </a:r>
                <a:endParaRPr lang="zh-CN" altLang="en-US" sz="3600" i="1" kern="10" dirty="0">
                  <a:ln w="9525">
                    <a:solidFill>
                      <a:schemeClr val="tx2"/>
                    </a:solidFill>
                    <a:round/>
                    <a:headEnd/>
                    <a:tailEnd/>
                  </a:ln>
                  <a:solidFill>
                    <a:schemeClr val="tx2"/>
                  </a:solidFill>
                  <a:latin typeface="+mn-lt"/>
                </a:endParaRPr>
              </a:p>
            </p:txBody>
          </p:sp>
          <p:sp>
            <p:nvSpPr>
              <p:cNvPr id="95" name="WordArt 146">
                <a:extLst>
                  <a:ext uri="{FF2B5EF4-FFF2-40B4-BE49-F238E27FC236}">
                    <a16:creationId xmlns:a16="http://schemas.microsoft.com/office/drawing/2014/main" id="{50C33E87-6F66-4B1C-AC13-02A8F8618106}"/>
                  </a:ext>
                </a:extLst>
              </p:cNvPr>
              <p:cNvSpPr>
                <a:spLocks noChangeArrowheads="1" noChangeShapeType="1" noTextEdit="1"/>
              </p:cNvSpPr>
              <p:nvPr/>
            </p:nvSpPr>
            <p:spPr bwMode="auto">
              <a:xfrm>
                <a:off x="4139" y="2575"/>
                <a:ext cx="205" cy="141"/>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96" name="WordArt 147">
                <a:extLst>
                  <a:ext uri="{FF2B5EF4-FFF2-40B4-BE49-F238E27FC236}">
                    <a16:creationId xmlns:a16="http://schemas.microsoft.com/office/drawing/2014/main" id="{3F4EB583-E485-404A-9299-CACA217C0836}"/>
                  </a:ext>
                </a:extLst>
              </p:cNvPr>
              <p:cNvSpPr>
                <a:spLocks noChangeArrowheads="1" noChangeShapeType="1" noTextEdit="1"/>
              </p:cNvSpPr>
              <p:nvPr/>
            </p:nvSpPr>
            <p:spPr bwMode="auto">
              <a:xfrm>
                <a:off x="4333" y="2579"/>
                <a:ext cx="173" cy="148"/>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sp>
            <p:nvSpPr>
              <p:cNvPr id="97" name="Line 148">
                <a:extLst>
                  <a:ext uri="{FF2B5EF4-FFF2-40B4-BE49-F238E27FC236}">
                    <a16:creationId xmlns:a16="http://schemas.microsoft.com/office/drawing/2014/main" id="{43C4EB16-56C8-462F-9A22-5005A38316CF}"/>
                  </a:ext>
                </a:extLst>
              </p:cNvPr>
              <p:cNvSpPr>
                <a:spLocks noChangeShapeType="1"/>
              </p:cNvSpPr>
              <p:nvPr/>
            </p:nvSpPr>
            <p:spPr bwMode="auto">
              <a:xfrm>
                <a:off x="3895" y="2660"/>
                <a:ext cx="23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 name="WordArt 149">
              <a:extLst>
                <a:ext uri="{FF2B5EF4-FFF2-40B4-BE49-F238E27FC236}">
                  <a16:creationId xmlns:a16="http://schemas.microsoft.com/office/drawing/2014/main" id="{BD80CB56-6E5E-4111-B96B-358C958A07AB}"/>
                </a:ext>
              </a:extLst>
            </p:cNvPr>
            <p:cNvSpPr>
              <a:spLocks noChangeArrowheads="1" noChangeShapeType="1" noTextEdit="1"/>
            </p:cNvSpPr>
            <p:nvPr/>
          </p:nvSpPr>
          <p:spPr bwMode="auto">
            <a:xfrm>
              <a:off x="3897" y="3100"/>
              <a:ext cx="220" cy="197"/>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ln</a:t>
              </a:r>
              <a:endParaRPr lang="zh-CN" altLang="en-US" sz="3600" kern="10">
                <a:ln w="9525">
                  <a:solidFill>
                    <a:schemeClr val="tx1"/>
                  </a:solidFill>
                  <a:round/>
                  <a:headEnd/>
                  <a:tailEnd/>
                </a:ln>
                <a:latin typeface="宋体" panose="02010600030101010101" pitchFamily="2" charset="-122"/>
              </a:endParaRPr>
            </a:p>
          </p:txBody>
        </p:sp>
        <p:grpSp>
          <p:nvGrpSpPr>
            <p:cNvPr id="78" name="Group 150">
              <a:extLst>
                <a:ext uri="{FF2B5EF4-FFF2-40B4-BE49-F238E27FC236}">
                  <a16:creationId xmlns:a16="http://schemas.microsoft.com/office/drawing/2014/main" id="{ED7180D3-F273-43F2-ADB1-07F222C4E855}"/>
                </a:ext>
              </a:extLst>
            </p:cNvPr>
            <p:cNvGrpSpPr>
              <a:grpSpLocks/>
            </p:cNvGrpSpPr>
            <p:nvPr/>
          </p:nvGrpSpPr>
          <p:grpSpPr bwMode="auto">
            <a:xfrm>
              <a:off x="4186" y="3038"/>
              <a:ext cx="250" cy="359"/>
              <a:chOff x="3755" y="2925"/>
              <a:chExt cx="250" cy="359"/>
            </a:xfrm>
          </p:grpSpPr>
          <p:sp>
            <p:nvSpPr>
              <p:cNvPr id="86" name="Line 151">
                <a:extLst>
                  <a:ext uri="{FF2B5EF4-FFF2-40B4-BE49-F238E27FC236}">
                    <a16:creationId xmlns:a16="http://schemas.microsoft.com/office/drawing/2014/main" id="{BE22C747-DA32-4E56-B672-D5FCA481E144}"/>
                  </a:ext>
                </a:extLst>
              </p:cNvPr>
              <p:cNvSpPr>
                <a:spLocks noChangeShapeType="1"/>
              </p:cNvSpPr>
              <p:nvPr/>
            </p:nvSpPr>
            <p:spPr bwMode="auto">
              <a:xfrm>
                <a:off x="3755" y="3108"/>
                <a:ext cx="2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 name="Group 152">
                <a:extLst>
                  <a:ext uri="{FF2B5EF4-FFF2-40B4-BE49-F238E27FC236}">
                    <a16:creationId xmlns:a16="http://schemas.microsoft.com/office/drawing/2014/main" id="{DD9BF2ED-866A-4105-9E2C-A48DA50454E6}"/>
                  </a:ext>
                </a:extLst>
              </p:cNvPr>
              <p:cNvGrpSpPr>
                <a:grpSpLocks/>
              </p:cNvGrpSpPr>
              <p:nvPr/>
            </p:nvGrpSpPr>
            <p:grpSpPr bwMode="auto">
              <a:xfrm>
                <a:off x="3786" y="2925"/>
                <a:ext cx="188" cy="149"/>
                <a:chOff x="2184" y="2362"/>
                <a:chExt cx="188" cy="149"/>
              </a:xfrm>
            </p:grpSpPr>
            <p:sp>
              <p:nvSpPr>
                <p:cNvPr id="91" name="WordArt 153">
                  <a:extLst>
                    <a:ext uri="{FF2B5EF4-FFF2-40B4-BE49-F238E27FC236}">
                      <a16:creationId xmlns:a16="http://schemas.microsoft.com/office/drawing/2014/main" id="{CC952379-7A48-4899-B0F2-83715A63B0A4}"/>
                    </a:ext>
                  </a:extLst>
                </p:cNvPr>
                <p:cNvSpPr>
                  <a:spLocks noChangeArrowheads="1" noChangeShapeType="1" noTextEdit="1"/>
                </p:cNvSpPr>
                <p:nvPr/>
              </p:nvSpPr>
              <p:spPr bwMode="auto">
                <a:xfrm>
                  <a:off x="2299" y="2416"/>
                  <a:ext cx="67" cy="9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2</a:t>
                  </a:r>
                  <a:endParaRPr lang="zh-CN" altLang="en-US" sz="3600" kern="10">
                    <a:ln w="9525">
                      <a:solidFill>
                        <a:schemeClr val="tx1"/>
                      </a:solidFill>
                      <a:round/>
                      <a:headEnd/>
                      <a:tailEnd/>
                    </a:ln>
                    <a:cs typeface="Times New Roman" panose="02020603050405020304" pitchFamily="18" charset="0"/>
                  </a:endParaRPr>
                </a:p>
              </p:txBody>
            </p:sp>
            <p:sp>
              <p:nvSpPr>
                <p:cNvPr id="92" name="WordArt 154">
                  <a:extLst>
                    <a:ext uri="{FF2B5EF4-FFF2-40B4-BE49-F238E27FC236}">
                      <a16:creationId xmlns:a16="http://schemas.microsoft.com/office/drawing/2014/main" id="{9A7E753E-6217-4F33-8757-42D950400231}"/>
                    </a:ext>
                  </a:extLst>
                </p:cNvPr>
                <p:cNvSpPr>
                  <a:spLocks noChangeArrowheads="1" noChangeShapeType="1" noTextEdit="1"/>
                </p:cNvSpPr>
                <p:nvPr/>
              </p:nvSpPr>
              <p:spPr bwMode="auto">
                <a:xfrm>
                  <a:off x="2184" y="2362"/>
                  <a:ext cx="188" cy="13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88" name="Group 155">
                <a:extLst>
                  <a:ext uri="{FF2B5EF4-FFF2-40B4-BE49-F238E27FC236}">
                    <a16:creationId xmlns:a16="http://schemas.microsoft.com/office/drawing/2014/main" id="{85BAF0E6-40FA-40AD-9981-6FC83362CC19}"/>
                  </a:ext>
                </a:extLst>
              </p:cNvPr>
              <p:cNvGrpSpPr>
                <a:grpSpLocks/>
              </p:cNvGrpSpPr>
              <p:nvPr/>
            </p:nvGrpSpPr>
            <p:grpSpPr bwMode="auto">
              <a:xfrm>
                <a:off x="3786" y="3142"/>
                <a:ext cx="195" cy="142"/>
                <a:chOff x="803" y="3138"/>
                <a:chExt cx="198" cy="169"/>
              </a:xfrm>
            </p:grpSpPr>
            <p:sp>
              <p:nvSpPr>
                <p:cNvPr id="89" name="WordArt 156">
                  <a:extLst>
                    <a:ext uri="{FF2B5EF4-FFF2-40B4-BE49-F238E27FC236}">
                      <a16:creationId xmlns:a16="http://schemas.microsoft.com/office/drawing/2014/main" id="{F6EAF0FD-627A-4D9B-A91E-0FACC6F97D6E}"/>
                    </a:ext>
                  </a:extLst>
                </p:cNvPr>
                <p:cNvSpPr>
                  <a:spLocks noChangeArrowheads="1" noChangeShapeType="1" noTextEdit="1"/>
                </p:cNvSpPr>
                <p:nvPr/>
              </p:nvSpPr>
              <p:spPr bwMode="auto">
                <a:xfrm>
                  <a:off x="927" y="3222"/>
                  <a:ext cx="74" cy="8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cs typeface="Times New Roman" panose="02020603050405020304" pitchFamily="18" charset="0"/>
                    </a:rPr>
                    <a:t>1</a:t>
                  </a:r>
                  <a:endParaRPr lang="zh-CN" altLang="en-US" sz="3600" kern="10">
                    <a:ln w="9525">
                      <a:solidFill>
                        <a:schemeClr val="tx1"/>
                      </a:solidFill>
                      <a:round/>
                      <a:headEnd/>
                      <a:tailEnd/>
                    </a:ln>
                    <a:cs typeface="Times New Roman" panose="02020603050405020304" pitchFamily="18" charset="0"/>
                  </a:endParaRPr>
                </a:p>
              </p:txBody>
            </p:sp>
            <p:sp>
              <p:nvSpPr>
                <p:cNvPr id="90" name="WordArt 157">
                  <a:extLst>
                    <a:ext uri="{FF2B5EF4-FFF2-40B4-BE49-F238E27FC236}">
                      <a16:creationId xmlns:a16="http://schemas.microsoft.com/office/drawing/2014/main" id="{26E41977-3DC7-4F35-A76B-3B0649250EE7}"/>
                    </a:ext>
                  </a:extLst>
                </p:cNvPr>
                <p:cNvSpPr>
                  <a:spLocks noChangeArrowheads="1" noChangeShapeType="1" noTextEdit="1"/>
                </p:cNvSpPr>
                <p:nvPr/>
              </p:nvSpPr>
              <p:spPr bwMode="auto">
                <a:xfrm>
                  <a:off x="803" y="3138"/>
                  <a:ext cx="191" cy="16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grpSp>
          <p:nvGrpSpPr>
            <p:cNvPr id="79" name="Group 158">
              <a:extLst>
                <a:ext uri="{FF2B5EF4-FFF2-40B4-BE49-F238E27FC236}">
                  <a16:creationId xmlns:a16="http://schemas.microsoft.com/office/drawing/2014/main" id="{AB017769-3B45-485B-B85E-A4DFC6D85AC1}"/>
                </a:ext>
              </a:extLst>
            </p:cNvPr>
            <p:cNvGrpSpPr>
              <a:grpSpLocks/>
            </p:cNvGrpSpPr>
            <p:nvPr/>
          </p:nvGrpSpPr>
          <p:grpSpPr bwMode="auto">
            <a:xfrm rot="-5400000">
              <a:off x="4583" y="3124"/>
              <a:ext cx="53" cy="156"/>
              <a:chOff x="2928" y="3216"/>
              <a:chExt cx="48" cy="240"/>
            </a:xfrm>
          </p:grpSpPr>
          <p:sp>
            <p:nvSpPr>
              <p:cNvPr id="84" name="Line 159">
                <a:extLst>
                  <a:ext uri="{FF2B5EF4-FFF2-40B4-BE49-F238E27FC236}">
                    <a16:creationId xmlns:a16="http://schemas.microsoft.com/office/drawing/2014/main" id="{5E032048-6C3D-4ABE-B311-DF33162A909D}"/>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160">
                <a:extLst>
                  <a:ext uri="{FF2B5EF4-FFF2-40B4-BE49-F238E27FC236}">
                    <a16:creationId xmlns:a16="http://schemas.microsoft.com/office/drawing/2014/main" id="{C1226951-3ECA-4135-9A37-F193E5882F32}"/>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 name="Group 161">
              <a:extLst>
                <a:ext uri="{FF2B5EF4-FFF2-40B4-BE49-F238E27FC236}">
                  <a16:creationId xmlns:a16="http://schemas.microsoft.com/office/drawing/2014/main" id="{127FBA6B-1B10-4424-B1D2-436360B31E11}"/>
                </a:ext>
              </a:extLst>
            </p:cNvPr>
            <p:cNvGrpSpPr>
              <a:grpSpLocks/>
            </p:cNvGrpSpPr>
            <p:nvPr/>
          </p:nvGrpSpPr>
          <p:grpSpPr bwMode="auto">
            <a:xfrm>
              <a:off x="4791" y="3094"/>
              <a:ext cx="288" cy="239"/>
              <a:chOff x="4534" y="2988"/>
              <a:chExt cx="265" cy="217"/>
            </a:xfrm>
          </p:grpSpPr>
          <p:sp>
            <p:nvSpPr>
              <p:cNvPr id="82" name="WordArt 162">
                <a:extLst>
                  <a:ext uri="{FF2B5EF4-FFF2-40B4-BE49-F238E27FC236}">
                    <a16:creationId xmlns:a16="http://schemas.microsoft.com/office/drawing/2014/main" id="{DD761521-541A-4D08-9F4D-B194C5771E3F}"/>
                  </a:ext>
                </a:extLst>
              </p:cNvPr>
              <p:cNvSpPr>
                <a:spLocks noChangeArrowheads="1" noChangeShapeType="1" noTextEdit="1"/>
              </p:cNvSpPr>
              <p:nvPr/>
            </p:nvSpPr>
            <p:spPr bwMode="auto">
              <a:xfrm>
                <a:off x="4534" y="2988"/>
                <a:ext cx="174" cy="195"/>
              </a:xfrm>
              <a:prstGeom prst="rect">
                <a:avLst/>
              </a:prstGeom>
            </p:spPr>
            <p:txBody>
              <a:bodyPr wrap="none" fromWordArt="1">
                <a:prstTxWarp prst="textPlain">
                  <a:avLst>
                    <a:gd name="adj" fmla="val 58972"/>
                  </a:avLst>
                </a:prstTxWarp>
              </a:bodyPr>
              <a:lstStyle/>
              <a:p>
                <a:pPr algn="ctr"/>
                <a:r>
                  <a:rPr lang="en-US" altLang="zh-CN" sz="3600" i="1" kern="10">
                    <a:ln w="9525">
                      <a:solidFill>
                        <a:srgbClr val="000000"/>
                      </a:solidFill>
                      <a:round/>
                      <a:headEnd/>
                      <a:tailEnd/>
                    </a:ln>
                    <a:latin typeface="宋体" panose="02010600030101010101" pitchFamily="2" charset="-122"/>
                  </a:rPr>
                  <a:t>Q</a:t>
                </a:r>
                <a:endParaRPr lang="zh-CN" altLang="en-US" sz="3600" i="1" kern="10">
                  <a:ln w="9525">
                    <a:solidFill>
                      <a:srgbClr val="000000"/>
                    </a:solidFill>
                    <a:round/>
                    <a:headEnd/>
                    <a:tailEnd/>
                  </a:ln>
                  <a:latin typeface="宋体" panose="02010600030101010101" pitchFamily="2" charset="-122"/>
                </a:endParaRPr>
              </a:p>
            </p:txBody>
          </p:sp>
          <p:sp>
            <p:nvSpPr>
              <p:cNvPr id="83" name="WordArt 163">
                <a:extLst>
                  <a:ext uri="{FF2B5EF4-FFF2-40B4-BE49-F238E27FC236}">
                    <a16:creationId xmlns:a16="http://schemas.microsoft.com/office/drawing/2014/main" id="{C4CA2323-C492-4781-9A24-89BCB17A29DE}"/>
                  </a:ext>
                </a:extLst>
              </p:cNvPr>
              <p:cNvSpPr>
                <a:spLocks noChangeArrowheads="1" noChangeShapeType="1" noTextEdit="1"/>
              </p:cNvSpPr>
              <p:nvPr/>
            </p:nvSpPr>
            <p:spPr bwMode="auto">
              <a:xfrm>
                <a:off x="4674" y="3106"/>
                <a:ext cx="125" cy="99"/>
              </a:xfrm>
              <a:prstGeom prst="rect">
                <a:avLst/>
              </a:prstGeom>
            </p:spPr>
            <p:txBody>
              <a:bodyPr wrap="none" fromWordArt="1">
                <a:prstTxWarp prst="textPlain">
                  <a:avLst>
                    <a:gd name="adj" fmla="val 58565"/>
                  </a:avLst>
                </a:prstTxWarp>
              </a:bodyPr>
              <a:lstStyle/>
              <a:p>
                <a:pPr algn="ctr"/>
                <a:r>
                  <a:rPr lang="en-US" altLang="zh-CN" sz="3600" i="1" kern="10">
                    <a:ln w="9525">
                      <a:solidFill>
                        <a:schemeClr val="tx1"/>
                      </a:solidFill>
                      <a:round/>
                      <a:headEnd/>
                      <a:tailEnd/>
                    </a:ln>
                    <a:latin typeface="宋体" panose="02010600030101010101" pitchFamily="2" charset="-122"/>
                  </a:rPr>
                  <a:t>T</a:t>
                </a:r>
                <a:endParaRPr lang="zh-CN" altLang="en-US" sz="3600" i="1" kern="10">
                  <a:ln w="9525">
                    <a:solidFill>
                      <a:schemeClr val="tx1"/>
                    </a:solidFill>
                    <a:round/>
                    <a:headEnd/>
                    <a:tailEnd/>
                  </a:ln>
                  <a:latin typeface="宋体" panose="02010600030101010101" pitchFamily="2" charset="-122"/>
                </a:endParaRPr>
              </a:p>
            </p:txBody>
          </p:sp>
        </p:grpSp>
        <p:sp>
          <p:nvSpPr>
            <p:cNvPr id="81" name="Rectangle 164">
              <a:extLst>
                <a:ext uri="{FF2B5EF4-FFF2-40B4-BE49-F238E27FC236}">
                  <a16:creationId xmlns:a16="http://schemas.microsoft.com/office/drawing/2014/main" id="{AE7FD494-A40B-4483-9346-7272C2103637}"/>
                </a:ext>
              </a:extLst>
            </p:cNvPr>
            <p:cNvSpPr>
              <a:spLocks noChangeArrowheads="1"/>
            </p:cNvSpPr>
            <p:nvPr/>
          </p:nvSpPr>
          <p:spPr bwMode="auto">
            <a:xfrm>
              <a:off x="2357" y="2387"/>
              <a:ext cx="3122" cy="1182"/>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graphicFrame>
        <p:nvGraphicFramePr>
          <p:cNvPr id="115" name="Object 47">
            <a:extLst>
              <a:ext uri="{FF2B5EF4-FFF2-40B4-BE49-F238E27FC236}">
                <a16:creationId xmlns:a16="http://schemas.microsoft.com/office/drawing/2014/main" id="{14FBA97C-8BBC-4D76-812A-B3B92BE0B083}"/>
              </a:ext>
            </a:extLst>
          </p:cNvPr>
          <p:cNvGraphicFramePr>
            <a:graphicFrameLocks noChangeAspect="1"/>
          </p:cNvGraphicFramePr>
          <p:nvPr>
            <p:extLst>
              <p:ext uri="{D42A27DB-BD31-4B8C-83A1-F6EECF244321}">
                <p14:modId xmlns:p14="http://schemas.microsoft.com/office/powerpoint/2010/main" val="3568479408"/>
              </p:ext>
            </p:extLst>
          </p:nvPr>
        </p:nvGraphicFramePr>
        <p:xfrm>
          <a:off x="5587728" y="1410023"/>
          <a:ext cx="1509811" cy="572616"/>
        </p:xfrm>
        <a:graphic>
          <a:graphicData uri="http://schemas.openxmlformats.org/presentationml/2006/ole">
            <mc:AlternateContent xmlns:mc="http://schemas.openxmlformats.org/markup-compatibility/2006">
              <mc:Choice xmlns:v="urn:schemas-microsoft-com:vml" Requires="v">
                <p:oleObj name="公式" r:id="rId2" imgW="469696" imgH="177723" progId="Equation.3">
                  <p:embed/>
                </p:oleObj>
              </mc:Choice>
              <mc:Fallback>
                <p:oleObj name="公式" r:id="rId2" imgW="469696" imgH="177723" progId="Equation.3">
                  <p:embed/>
                  <p:pic>
                    <p:nvPicPr>
                      <p:cNvPr id="115" name="Object 47">
                        <a:extLst>
                          <a:ext uri="{FF2B5EF4-FFF2-40B4-BE49-F238E27FC236}">
                            <a16:creationId xmlns:a16="http://schemas.microsoft.com/office/drawing/2014/main" id="{14FBA97C-8BBC-4D76-812A-B3B92BE0B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7728" y="1410023"/>
                        <a:ext cx="1509811" cy="572616"/>
                      </a:xfrm>
                      <a:prstGeom prst="rect">
                        <a:avLst/>
                      </a:prstGeom>
                      <a:noFill/>
                      <a:ln w="38100">
                        <a:solidFill>
                          <a:srgbClr val="FF0000"/>
                        </a:solidFill>
                        <a:miter lim="800000"/>
                        <a:headEnd/>
                        <a:tailEnd/>
                      </a:ln>
                      <a:effectLst/>
                    </p:spPr>
                  </p:pic>
                </p:oleObj>
              </mc:Fallback>
            </mc:AlternateContent>
          </a:graphicData>
        </a:graphic>
      </p:graphicFrame>
      <p:sp>
        <p:nvSpPr>
          <p:cNvPr id="116" name="Rectangle 55">
            <a:extLst>
              <a:ext uri="{FF2B5EF4-FFF2-40B4-BE49-F238E27FC236}">
                <a16:creationId xmlns:a16="http://schemas.microsoft.com/office/drawing/2014/main" id="{1F596915-7260-A50D-6BF7-79CF66073619}"/>
              </a:ext>
            </a:extLst>
          </p:cNvPr>
          <p:cNvSpPr>
            <a:spLocks noChangeArrowheads="1"/>
          </p:cNvSpPr>
          <p:nvPr/>
        </p:nvSpPr>
        <p:spPr bwMode="auto">
          <a:xfrm>
            <a:off x="2601829" y="2098754"/>
            <a:ext cx="1094804" cy="386506"/>
          </a:xfrm>
          <a:prstGeom prst="rect">
            <a:avLst/>
          </a:prstGeom>
          <a:noFill/>
          <a:ln w="38100">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117" name="文本框 116">
            <a:extLst>
              <a:ext uri="{FF2B5EF4-FFF2-40B4-BE49-F238E27FC236}">
                <a16:creationId xmlns:a16="http://schemas.microsoft.com/office/drawing/2014/main" id="{B9004CF8-B268-07CC-843E-252FDBE0D4BC}"/>
              </a:ext>
            </a:extLst>
          </p:cNvPr>
          <p:cNvSpPr txBox="1"/>
          <p:nvPr/>
        </p:nvSpPr>
        <p:spPr>
          <a:xfrm>
            <a:off x="2816570" y="96278"/>
            <a:ext cx="3477438" cy="584775"/>
          </a:xfrm>
          <a:prstGeom prst="rect">
            <a:avLst/>
          </a:prstGeom>
          <a:noFill/>
        </p:spPr>
        <p:txBody>
          <a:bodyPr wrap="square" rtlCol="0">
            <a:spAutoFit/>
          </a:bodyPr>
          <a:lstStyle/>
          <a:p>
            <a:r>
              <a:rPr lang="zh-CN" altLang="en-US" dirty="0">
                <a:solidFill>
                  <a:schemeClr val="bg1"/>
                </a:solidFill>
              </a:rPr>
              <a:t>等值过程</a:t>
            </a:r>
            <a:r>
              <a:rPr lang="en-US" altLang="zh-CN" dirty="0">
                <a:solidFill>
                  <a:schemeClr val="bg1"/>
                </a:solidFill>
              </a:rPr>
              <a:t>-</a:t>
            </a:r>
            <a:r>
              <a:rPr lang="zh-CN" altLang="en-US" dirty="0">
                <a:solidFill>
                  <a:schemeClr val="bg1"/>
                </a:solidFill>
              </a:rPr>
              <a:t>等温</a:t>
            </a:r>
          </a:p>
        </p:txBody>
      </p:sp>
    </p:spTree>
    <p:extLst>
      <p:ext uri="{BB962C8B-B14F-4D97-AF65-F5344CB8AC3E}">
        <p14:creationId xmlns:p14="http://schemas.microsoft.com/office/powerpoint/2010/main" val="3054880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wipe(down)">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additive="base">
                                        <p:cTn id="17" dur="500" fill="hold"/>
                                        <p:tgtEl>
                                          <p:spTgt spid="59"/>
                                        </p:tgtEl>
                                        <p:attrNameLst>
                                          <p:attrName>ppt_x</p:attrName>
                                        </p:attrNameLst>
                                      </p:cBhvr>
                                      <p:tavLst>
                                        <p:tav tm="0">
                                          <p:val>
                                            <p:strVal val="0-#ppt_w/2"/>
                                          </p:val>
                                        </p:tav>
                                        <p:tav tm="100000">
                                          <p:val>
                                            <p:strVal val="#ppt_x"/>
                                          </p:val>
                                        </p:tav>
                                      </p:tavLst>
                                    </p:anim>
                                    <p:anim calcmode="lin" valueType="num">
                                      <p:cBhvr additive="base">
                                        <p:cTn id="18"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51554" name="Object 2">
            <a:extLst>
              <a:ext uri="{FF2B5EF4-FFF2-40B4-BE49-F238E27FC236}">
                <a16:creationId xmlns:a16="http://schemas.microsoft.com/office/drawing/2014/main" id="{C99AE292-234C-4D9E-AF4F-F35312C3781C}"/>
              </a:ext>
            </a:extLst>
          </p:cNvPr>
          <p:cNvGraphicFramePr>
            <a:graphicFrameLocks noChangeAspect="1"/>
          </p:cNvGraphicFramePr>
          <p:nvPr/>
        </p:nvGraphicFramePr>
        <p:xfrm>
          <a:off x="3977696" y="260648"/>
          <a:ext cx="2534855" cy="754471"/>
        </p:xfrm>
        <a:graphic>
          <a:graphicData uri="http://schemas.openxmlformats.org/presentationml/2006/ole">
            <mc:AlternateContent xmlns:mc="http://schemas.openxmlformats.org/markup-compatibility/2006">
              <mc:Choice xmlns:v="urn:schemas-microsoft-com:vml" Requires="v">
                <p:oleObj name="Equation" r:id="rId3" imgW="787400" imgH="241300" progId="Equation.3">
                  <p:embed/>
                </p:oleObj>
              </mc:Choice>
              <mc:Fallback>
                <p:oleObj name="Equation" r:id="rId3" imgW="787400" imgH="241300" progId="Equation.3">
                  <p:embed/>
                  <p:pic>
                    <p:nvPicPr>
                      <p:cNvPr id="151554" name="Object 2">
                        <a:extLst>
                          <a:ext uri="{FF2B5EF4-FFF2-40B4-BE49-F238E27FC236}">
                            <a16:creationId xmlns:a16="http://schemas.microsoft.com/office/drawing/2014/main" id="{C99AE292-234C-4D9E-AF4F-F35312C378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7696" y="260648"/>
                        <a:ext cx="2534855" cy="754471"/>
                      </a:xfrm>
                      <a:prstGeom prst="rect">
                        <a:avLst/>
                      </a:prstGeom>
                      <a:gradFill rotWithShape="1">
                        <a:gsLst>
                          <a:gs pos="0">
                            <a:srgbClr val="FF0000"/>
                          </a:gs>
                          <a:gs pos="50000">
                            <a:srgbClr val="FFFFFF"/>
                          </a:gs>
                          <a:gs pos="100000">
                            <a:srgbClr val="FF0000"/>
                          </a:gs>
                        </a:gsLst>
                        <a:lin ang="5400000" scaled="1"/>
                      </a:gradFill>
                      <a:ln>
                        <a:noFill/>
                      </a:ln>
                      <a:effectLst/>
                    </p:spPr>
                  </p:pic>
                </p:oleObj>
              </mc:Fallback>
            </mc:AlternateContent>
          </a:graphicData>
        </a:graphic>
      </p:graphicFrame>
      <p:sp>
        <p:nvSpPr>
          <p:cNvPr id="44035" name="Text Box 3">
            <a:extLst>
              <a:ext uri="{FF2B5EF4-FFF2-40B4-BE49-F238E27FC236}">
                <a16:creationId xmlns:a16="http://schemas.microsoft.com/office/drawing/2014/main" id="{2977F539-E0E9-4353-A114-60E37D0B4308}"/>
              </a:ext>
            </a:extLst>
          </p:cNvPr>
          <p:cNvSpPr txBox="1">
            <a:spLocks noChangeArrowheads="1"/>
          </p:cNvSpPr>
          <p:nvPr/>
        </p:nvSpPr>
        <p:spPr bwMode="auto">
          <a:xfrm>
            <a:off x="1205985" y="404664"/>
            <a:ext cx="18774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0000FF"/>
                </a:solidFill>
              </a:rPr>
              <a:t>迈耶公式:</a:t>
            </a:r>
          </a:p>
        </p:txBody>
      </p:sp>
      <p:grpSp>
        <p:nvGrpSpPr>
          <p:cNvPr id="2" name="Group 4">
            <a:extLst>
              <a:ext uri="{FF2B5EF4-FFF2-40B4-BE49-F238E27FC236}">
                <a16:creationId xmlns:a16="http://schemas.microsoft.com/office/drawing/2014/main" id="{CE2F50A4-4609-4A8E-9005-5EB8426BAAF3}"/>
              </a:ext>
            </a:extLst>
          </p:cNvPr>
          <p:cNvGrpSpPr>
            <a:grpSpLocks/>
          </p:cNvGrpSpPr>
          <p:nvPr/>
        </p:nvGrpSpPr>
        <p:grpSpPr bwMode="auto">
          <a:xfrm>
            <a:off x="1249199" y="1218219"/>
            <a:ext cx="4778186" cy="1328332"/>
            <a:chOff x="1084" y="867"/>
            <a:chExt cx="3001" cy="1027"/>
          </a:xfrm>
        </p:grpSpPr>
        <p:graphicFrame>
          <p:nvGraphicFramePr>
            <p:cNvPr id="44085" name="Object 5">
              <a:extLst>
                <a:ext uri="{FF2B5EF4-FFF2-40B4-BE49-F238E27FC236}">
                  <a16:creationId xmlns:a16="http://schemas.microsoft.com/office/drawing/2014/main" id="{660D96F0-60C0-4939-AAC3-5110D9DDC647}"/>
                </a:ext>
              </a:extLst>
            </p:cNvPr>
            <p:cNvGraphicFramePr>
              <a:graphicFrameLocks noChangeAspect="1"/>
            </p:cNvGraphicFramePr>
            <p:nvPr/>
          </p:nvGraphicFramePr>
          <p:xfrm>
            <a:off x="2969" y="867"/>
            <a:ext cx="1116" cy="1027"/>
          </p:xfrm>
          <a:graphic>
            <a:graphicData uri="http://schemas.openxmlformats.org/presentationml/2006/ole">
              <mc:AlternateContent xmlns:mc="http://schemas.openxmlformats.org/markup-compatibility/2006">
                <mc:Choice xmlns:v="urn:schemas-microsoft-com:vml" Requires="v">
                  <p:oleObj name="Equation" r:id="rId5" imgW="482600" imgH="457200" progId="Equation.3">
                    <p:embed/>
                  </p:oleObj>
                </mc:Choice>
                <mc:Fallback>
                  <p:oleObj name="Equation" r:id="rId5" imgW="482600" imgH="457200" progId="Equation.3">
                    <p:embed/>
                    <p:pic>
                      <p:nvPicPr>
                        <p:cNvPr id="44085" name="Object 5">
                          <a:extLst>
                            <a:ext uri="{FF2B5EF4-FFF2-40B4-BE49-F238E27FC236}">
                              <a16:creationId xmlns:a16="http://schemas.microsoft.com/office/drawing/2014/main" id="{660D96F0-60C0-4939-AAC3-5110D9DDC6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9" y="867"/>
                          <a:ext cx="1116" cy="1027"/>
                        </a:xfrm>
                        <a:prstGeom prst="rect">
                          <a:avLst/>
                        </a:prstGeom>
                        <a:gradFill rotWithShape="1">
                          <a:gsLst>
                            <a:gs pos="0">
                              <a:srgbClr val="FF0000"/>
                            </a:gs>
                            <a:gs pos="50000">
                              <a:srgbClr val="FFFFFF"/>
                            </a:gs>
                            <a:gs pos="100000">
                              <a:srgbClr val="FF0000"/>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6" name="Text Box 6">
              <a:extLst>
                <a:ext uri="{FF2B5EF4-FFF2-40B4-BE49-F238E27FC236}">
                  <a16:creationId xmlns:a16="http://schemas.microsoft.com/office/drawing/2014/main" id="{4CE91892-2D16-472B-8171-6DD03F41CD92}"/>
                </a:ext>
              </a:extLst>
            </p:cNvPr>
            <p:cNvSpPr txBox="1">
              <a:spLocks noChangeArrowheads="1"/>
            </p:cNvSpPr>
            <p:nvPr/>
          </p:nvSpPr>
          <p:spPr bwMode="auto">
            <a:xfrm>
              <a:off x="1084" y="1184"/>
              <a:ext cx="159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0000FF"/>
                  </a:solidFill>
                </a:rPr>
                <a:t>摩尔热容比:</a:t>
              </a:r>
            </a:p>
          </p:txBody>
        </p:sp>
      </p:grpSp>
      <p:sp>
        <p:nvSpPr>
          <p:cNvPr id="151559" name="Text Box 7">
            <a:extLst>
              <a:ext uri="{FF2B5EF4-FFF2-40B4-BE49-F238E27FC236}">
                <a16:creationId xmlns:a16="http://schemas.microsoft.com/office/drawing/2014/main" id="{C3B9B504-D613-44BD-B59E-0CDAFA04B21C}"/>
              </a:ext>
            </a:extLst>
          </p:cNvPr>
          <p:cNvSpPr txBox="1">
            <a:spLocks noChangeArrowheads="1"/>
          </p:cNvSpPr>
          <p:nvPr/>
        </p:nvSpPr>
        <p:spPr bwMode="auto">
          <a:xfrm>
            <a:off x="2307059" y="4081835"/>
            <a:ext cx="38100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FF0000"/>
                </a:solidFill>
              </a:rPr>
              <a:t>室温下</a:t>
            </a:r>
            <a:r>
              <a:rPr lang="zh-CN" altLang="en-US" sz="2400" b="1" dirty="0"/>
              <a:t>，计算</a:t>
            </a:r>
            <a:r>
              <a:rPr lang="zh-CN" altLang="en-US" sz="2400" b="1" dirty="0">
                <a:sym typeface="Symbol" panose="05050102010706020507" pitchFamily="18" charset="2"/>
              </a:rPr>
              <a:t>:</a:t>
            </a:r>
          </a:p>
          <a:p>
            <a:pPr eaLnBrk="1" hangingPunct="1">
              <a:spcBef>
                <a:spcPct val="50000"/>
              </a:spcBef>
              <a:buFontTx/>
              <a:buNone/>
            </a:pPr>
            <a:r>
              <a:rPr lang="zh-CN" altLang="en-US" sz="2400" b="1" dirty="0">
                <a:sym typeface="Symbol" panose="05050102010706020507" pitchFamily="18" charset="2"/>
              </a:rPr>
              <a:t>单原子分子:</a:t>
            </a:r>
          </a:p>
          <a:p>
            <a:pPr eaLnBrk="1" hangingPunct="1">
              <a:spcBef>
                <a:spcPct val="50000"/>
              </a:spcBef>
              <a:buFontTx/>
              <a:buNone/>
            </a:pPr>
            <a:r>
              <a:rPr lang="zh-CN" altLang="en-US" sz="2400" b="1" dirty="0">
                <a:sym typeface="Symbol" panose="05050102010706020507" pitchFamily="18" charset="2"/>
              </a:rPr>
              <a:t>双原子分子:</a:t>
            </a:r>
          </a:p>
          <a:p>
            <a:pPr eaLnBrk="1" hangingPunct="1">
              <a:spcBef>
                <a:spcPct val="50000"/>
              </a:spcBef>
              <a:buFontTx/>
              <a:buNone/>
            </a:pPr>
            <a:r>
              <a:rPr lang="zh-CN" altLang="en-US" sz="2400" b="1" dirty="0">
                <a:sym typeface="Symbol" panose="05050102010706020507" pitchFamily="18" charset="2"/>
              </a:rPr>
              <a:t>多原子分子:</a:t>
            </a:r>
            <a:endParaRPr lang="zh-CN" altLang="en-US" sz="2400" b="1" dirty="0"/>
          </a:p>
        </p:txBody>
      </p:sp>
      <p:graphicFrame>
        <p:nvGraphicFramePr>
          <p:cNvPr id="151560" name="Object 8">
            <a:extLst>
              <a:ext uri="{FF2B5EF4-FFF2-40B4-BE49-F238E27FC236}">
                <a16:creationId xmlns:a16="http://schemas.microsoft.com/office/drawing/2014/main" id="{73D88870-B43C-46A3-8E70-2271D9CE9910}"/>
              </a:ext>
            </a:extLst>
          </p:cNvPr>
          <p:cNvGraphicFramePr>
            <a:graphicFrameLocks noChangeAspect="1"/>
          </p:cNvGraphicFramePr>
          <p:nvPr/>
        </p:nvGraphicFramePr>
        <p:xfrm>
          <a:off x="4343822" y="4615235"/>
          <a:ext cx="1635125" cy="417512"/>
        </p:xfrm>
        <a:graphic>
          <a:graphicData uri="http://schemas.openxmlformats.org/presentationml/2006/ole">
            <mc:AlternateContent xmlns:mc="http://schemas.openxmlformats.org/markup-compatibility/2006">
              <mc:Choice xmlns:v="urn:schemas-microsoft-com:vml" Requires="v">
                <p:oleObj name="Equation" r:id="rId7" imgW="533169" imgH="203112" progId="Equation.3">
                  <p:embed/>
                </p:oleObj>
              </mc:Choice>
              <mc:Fallback>
                <p:oleObj name="Equation" r:id="rId7" imgW="533169" imgH="203112" progId="Equation.3">
                  <p:embed/>
                  <p:pic>
                    <p:nvPicPr>
                      <p:cNvPr id="151560" name="Object 8">
                        <a:extLst>
                          <a:ext uri="{FF2B5EF4-FFF2-40B4-BE49-F238E27FC236}">
                            <a16:creationId xmlns:a16="http://schemas.microsoft.com/office/drawing/2014/main" id="{73D88870-B43C-46A3-8E70-2271D9CE99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822" y="4615235"/>
                        <a:ext cx="1635125" cy="417512"/>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1" name="Object 9">
            <a:extLst>
              <a:ext uri="{FF2B5EF4-FFF2-40B4-BE49-F238E27FC236}">
                <a16:creationId xmlns:a16="http://schemas.microsoft.com/office/drawing/2014/main" id="{20A1D851-3D9D-4274-AA33-0F0642D8DE7C}"/>
              </a:ext>
            </a:extLst>
          </p:cNvPr>
          <p:cNvGraphicFramePr>
            <a:graphicFrameLocks noChangeAspect="1"/>
          </p:cNvGraphicFramePr>
          <p:nvPr/>
        </p:nvGraphicFramePr>
        <p:xfrm>
          <a:off x="4356522" y="5199435"/>
          <a:ext cx="1635125" cy="417512"/>
        </p:xfrm>
        <a:graphic>
          <a:graphicData uri="http://schemas.openxmlformats.org/presentationml/2006/ole">
            <mc:AlternateContent xmlns:mc="http://schemas.openxmlformats.org/markup-compatibility/2006">
              <mc:Choice xmlns:v="urn:schemas-microsoft-com:vml" Requires="v">
                <p:oleObj name="Equation" r:id="rId9" imgW="533169" imgH="203112" progId="Equation.3">
                  <p:embed/>
                </p:oleObj>
              </mc:Choice>
              <mc:Fallback>
                <p:oleObj name="Equation" r:id="rId9" imgW="533169" imgH="203112" progId="Equation.3">
                  <p:embed/>
                  <p:pic>
                    <p:nvPicPr>
                      <p:cNvPr id="151561" name="Object 9">
                        <a:extLst>
                          <a:ext uri="{FF2B5EF4-FFF2-40B4-BE49-F238E27FC236}">
                            <a16:creationId xmlns:a16="http://schemas.microsoft.com/office/drawing/2014/main" id="{20A1D851-3D9D-4274-AA33-0F0642D8DE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522" y="5199435"/>
                        <a:ext cx="1635125" cy="417512"/>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2" name="Object 10">
            <a:extLst>
              <a:ext uri="{FF2B5EF4-FFF2-40B4-BE49-F238E27FC236}">
                <a16:creationId xmlns:a16="http://schemas.microsoft.com/office/drawing/2014/main" id="{C8A5C088-5A79-4489-A851-83A9430B9D0A}"/>
              </a:ext>
            </a:extLst>
          </p:cNvPr>
          <p:cNvGraphicFramePr>
            <a:graphicFrameLocks noChangeAspect="1"/>
          </p:cNvGraphicFramePr>
          <p:nvPr/>
        </p:nvGraphicFramePr>
        <p:xfrm>
          <a:off x="4369222" y="5809035"/>
          <a:ext cx="1635125" cy="417512"/>
        </p:xfrm>
        <a:graphic>
          <a:graphicData uri="http://schemas.openxmlformats.org/presentationml/2006/ole">
            <mc:AlternateContent xmlns:mc="http://schemas.openxmlformats.org/markup-compatibility/2006">
              <mc:Choice xmlns:v="urn:schemas-microsoft-com:vml" Requires="v">
                <p:oleObj name="Equation" r:id="rId11" imgW="533169" imgH="203112" progId="Equation.3">
                  <p:embed/>
                </p:oleObj>
              </mc:Choice>
              <mc:Fallback>
                <p:oleObj name="Equation" r:id="rId11" imgW="533169" imgH="203112" progId="Equation.3">
                  <p:embed/>
                  <p:pic>
                    <p:nvPicPr>
                      <p:cNvPr id="151562" name="Object 10">
                        <a:extLst>
                          <a:ext uri="{FF2B5EF4-FFF2-40B4-BE49-F238E27FC236}">
                            <a16:creationId xmlns:a16="http://schemas.microsoft.com/office/drawing/2014/main" id="{C8A5C088-5A79-4489-A851-83A9430B9D0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9222" y="5809035"/>
                        <a:ext cx="1635125" cy="417512"/>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1">
            <a:extLst>
              <a:ext uri="{FF2B5EF4-FFF2-40B4-BE49-F238E27FC236}">
                <a16:creationId xmlns:a16="http://schemas.microsoft.com/office/drawing/2014/main" id="{0D371B57-AE3F-437A-9DE7-AA8C838156EE}"/>
              </a:ext>
            </a:extLst>
          </p:cNvPr>
          <p:cNvGrpSpPr>
            <a:grpSpLocks/>
          </p:cNvGrpSpPr>
          <p:nvPr/>
        </p:nvGrpSpPr>
        <p:grpSpPr bwMode="auto">
          <a:xfrm>
            <a:off x="773633" y="2780928"/>
            <a:ext cx="7470775" cy="1012825"/>
            <a:chOff x="256" y="3451"/>
            <a:chExt cx="4706" cy="638"/>
          </a:xfrm>
        </p:grpSpPr>
        <p:sp>
          <p:nvSpPr>
            <p:cNvPr id="44043" name="Text Box 12">
              <a:extLst>
                <a:ext uri="{FF2B5EF4-FFF2-40B4-BE49-F238E27FC236}">
                  <a16:creationId xmlns:a16="http://schemas.microsoft.com/office/drawing/2014/main" id="{45FE1742-56CD-4A10-B048-0E267562D235}"/>
                </a:ext>
              </a:extLst>
            </p:cNvPr>
            <p:cNvSpPr txBox="1">
              <a:spLocks noChangeArrowheads="1"/>
            </p:cNvSpPr>
            <p:nvPr/>
          </p:nvSpPr>
          <p:spPr bwMode="auto">
            <a:xfrm>
              <a:off x="256" y="3599"/>
              <a:ext cx="16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华文中宋" panose="02010600040101010101" pitchFamily="2" charset="-122"/>
                </a:rPr>
                <a:t>理想气体常用式</a:t>
              </a:r>
            </a:p>
          </p:txBody>
        </p:sp>
        <p:grpSp>
          <p:nvGrpSpPr>
            <p:cNvPr id="44044" name="Group 13">
              <a:extLst>
                <a:ext uri="{FF2B5EF4-FFF2-40B4-BE49-F238E27FC236}">
                  <a16:creationId xmlns:a16="http://schemas.microsoft.com/office/drawing/2014/main" id="{E9CD0AF0-92F1-4ADF-9941-C35C2673654D}"/>
                </a:ext>
              </a:extLst>
            </p:cNvPr>
            <p:cNvGrpSpPr>
              <a:grpSpLocks/>
            </p:cNvGrpSpPr>
            <p:nvPr/>
          </p:nvGrpSpPr>
          <p:grpSpPr bwMode="auto">
            <a:xfrm>
              <a:off x="1781" y="3451"/>
              <a:ext cx="3181" cy="638"/>
              <a:chOff x="1781" y="3614"/>
              <a:chExt cx="3309" cy="475"/>
            </a:xfrm>
          </p:grpSpPr>
          <p:grpSp>
            <p:nvGrpSpPr>
              <p:cNvPr id="44045" name="Group 14">
                <a:extLst>
                  <a:ext uri="{FF2B5EF4-FFF2-40B4-BE49-F238E27FC236}">
                    <a16:creationId xmlns:a16="http://schemas.microsoft.com/office/drawing/2014/main" id="{9B9014B7-32EC-4B77-9CA6-33BEC82E28A6}"/>
                  </a:ext>
                </a:extLst>
              </p:cNvPr>
              <p:cNvGrpSpPr>
                <a:grpSpLocks/>
              </p:cNvGrpSpPr>
              <p:nvPr/>
            </p:nvGrpSpPr>
            <p:grpSpPr bwMode="auto">
              <a:xfrm rot="5400000">
                <a:off x="2855" y="3796"/>
                <a:ext cx="61" cy="142"/>
                <a:chOff x="2928" y="3216"/>
                <a:chExt cx="48" cy="240"/>
              </a:xfrm>
            </p:grpSpPr>
            <p:sp>
              <p:nvSpPr>
                <p:cNvPr id="44083" name="Line 15">
                  <a:extLst>
                    <a:ext uri="{FF2B5EF4-FFF2-40B4-BE49-F238E27FC236}">
                      <a16:creationId xmlns:a16="http://schemas.microsoft.com/office/drawing/2014/main" id="{5CCE5232-7FEB-441C-82E8-81F2D9A10F2A}"/>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4" name="Line 16">
                  <a:extLst>
                    <a:ext uri="{FF2B5EF4-FFF2-40B4-BE49-F238E27FC236}">
                      <a16:creationId xmlns:a16="http://schemas.microsoft.com/office/drawing/2014/main" id="{CA69F4A5-CC60-47A7-937E-865290DFED8F}"/>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4046" name="Group 17">
                <a:extLst>
                  <a:ext uri="{FF2B5EF4-FFF2-40B4-BE49-F238E27FC236}">
                    <a16:creationId xmlns:a16="http://schemas.microsoft.com/office/drawing/2014/main" id="{E37FEF44-5103-4A64-909B-8D30E841EB8A}"/>
                  </a:ext>
                </a:extLst>
              </p:cNvPr>
              <p:cNvGrpSpPr>
                <a:grpSpLocks/>
              </p:cNvGrpSpPr>
              <p:nvPr/>
            </p:nvGrpSpPr>
            <p:grpSpPr bwMode="auto">
              <a:xfrm>
                <a:off x="4458" y="3701"/>
                <a:ext cx="632" cy="361"/>
                <a:chOff x="3048" y="3664"/>
                <a:chExt cx="649" cy="436"/>
              </a:xfrm>
            </p:grpSpPr>
            <p:sp>
              <p:nvSpPr>
                <p:cNvPr id="44075" name="Line 18">
                  <a:extLst>
                    <a:ext uri="{FF2B5EF4-FFF2-40B4-BE49-F238E27FC236}">
                      <a16:creationId xmlns:a16="http://schemas.microsoft.com/office/drawing/2014/main" id="{A8894A62-1BDE-4E18-9BB7-8F5807108E62}"/>
                    </a:ext>
                  </a:extLst>
                </p:cNvPr>
                <p:cNvSpPr>
                  <a:spLocks noChangeShapeType="1"/>
                </p:cNvSpPr>
                <p:nvPr/>
              </p:nvSpPr>
              <p:spPr bwMode="auto">
                <a:xfrm>
                  <a:off x="3048" y="3878"/>
                  <a:ext cx="6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6" name="WordArt 19">
                  <a:extLst>
                    <a:ext uri="{FF2B5EF4-FFF2-40B4-BE49-F238E27FC236}">
                      <a16:creationId xmlns:a16="http://schemas.microsoft.com/office/drawing/2014/main" id="{D66E3913-840B-49BB-8E4F-6E60863F605B}"/>
                    </a:ext>
                  </a:extLst>
                </p:cNvPr>
                <p:cNvSpPr>
                  <a:spLocks noChangeArrowheads="1" noChangeShapeType="1" noTextEdit="1"/>
                </p:cNvSpPr>
                <p:nvPr/>
              </p:nvSpPr>
              <p:spPr bwMode="auto">
                <a:xfrm>
                  <a:off x="3146" y="3664"/>
                  <a:ext cx="67" cy="15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i</a:t>
                  </a:r>
                  <a:endParaRPr lang="zh-CN" altLang="en-US" sz="3600" i="1" kern="10">
                    <a:ln w="9525">
                      <a:solidFill>
                        <a:schemeClr val="tx1"/>
                      </a:solidFill>
                      <a:round/>
                      <a:headEnd/>
                      <a:tailEnd/>
                    </a:ln>
                    <a:cs typeface="Times New Roman" panose="02020603050405020304" pitchFamily="18" charset="0"/>
                  </a:endParaRPr>
                </a:p>
              </p:txBody>
            </p:sp>
            <p:grpSp>
              <p:nvGrpSpPr>
                <p:cNvPr id="44077" name="Group 20">
                  <a:extLst>
                    <a:ext uri="{FF2B5EF4-FFF2-40B4-BE49-F238E27FC236}">
                      <a16:creationId xmlns:a16="http://schemas.microsoft.com/office/drawing/2014/main" id="{690EF1DE-2F7A-4F93-A987-7085E68D5F41}"/>
                    </a:ext>
                  </a:extLst>
                </p:cNvPr>
                <p:cNvGrpSpPr>
                  <a:grpSpLocks/>
                </p:cNvGrpSpPr>
                <p:nvPr/>
              </p:nvGrpSpPr>
              <p:grpSpPr bwMode="auto">
                <a:xfrm>
                  <a:off x="3263" y="3669"/>
                  <a:ext cx="148" cy="160"/>
                  <a:chOff x="4176" y="2145"/>
                  <a:chExt cx="576" cy="576"/>
                </a:xfrm>
              </p:grpSpPr>
              <p:sp>
                <p:nvSpPr>
                  <p:cNvPr id="44081" name="Line 21">
                    <a:extLst>
                      <a:ext uri="{FF2B5EF4-FFF2-40B4-BE49-F238E27FC236}">
                        <a16:creationId xmlns:a16="http://schemas.microsoft.com/office/drawing/2014/main" id="{945FB20B-3079-4D06-8B31-E949AA9EC0BE}"/>
                      </a:ext>
                    </a:extLst>
                  </p:cNvPr>
                  <p:cNvSpPr>
                    <a:spLocks noChangeShapeType="1"/>
                  </p:cNvSpPr>
                  <p:nvPr/>
                </p:nvSpPr>
                <p:spPr bwMode="auto">
                  <a:xfrm>
                    <a:off x="4176" y="2433"/>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2" name="Line 22">
                    <a:extLst>
                      <a:ext uri="{FF2B5EF4-FFF2-40B4-BE49-F238E27FC236}">
                        <a16:creationId xmlns:a16="http://schemas.microsoft.com/office/drawing/2014/main" id="{90F868FC-BE0B-4145-9372-5F291B182070}"/>
                      </a:ext>
                    </a:extLst>
                  </p:cNvPr>
                  <p:cNvSpPr>
                    <a:spLocks noChangeShapeType="1"/>
                  </p:cNvSpPr>
                  <p:nvPr/>
                </p:nvSpPr>
                <p:spPr bwMode="auto">
                  <a:xfrm>
                    <a:off x="4464" y="2145"/>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78" name="WordArt 23">
                  <a:extLst>
                    <a:ext uri="{FF2B5EF4-FFF2-40B4-BE49-F238E27FC236}">
                      <a16:creationId xmlns:a16="http://schemas.microsoft.com/office/drawing/2014/main" id="{BB6EA727-47E6-44A1-B782-24205EB46550}"/>
                    </a:ext>
                  </a:extLst>
                </p:cNvPr>
                <p:cNvSpPr>
                  <a:spLocks noChangeArrowheads="1" noChangeShapeType="1" noTextEdit="1"/>
                </p:cNvSpPr>
                <p:nvPr/>
              </p:nvSpPr>
              <p:spPr bwMode="auto">
                <a:xfrm>
                  <a:off x="3457" y="3671"/>
                  <a:ext cx="86" cy="14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44079" name="WordArt 24">
                  <a:extLst>
                    <a:ext uri="{FF2B5EF4-FFF2-40B4-BE49-F238E27FC236}">
                      <a16:creationId xmlns:a16="http://schemas.microsoft.com/office/drawing/2014/main" id="{0C6FD2A8-898E-4A06-86A8-333957D6D861}"/>
                    </a:ext>
                  </a:extLst>
                </p:cNvPr>
                <p:cNvSpPr>
                  <a:spLocks noChangeArrowheads="1" noChangeShapeType="1" noTextEdit="1"/>
                </p:cNvSpPr>
                <p:nvPr/>
              </p:nvSpPr>
              <p:spPr bwMode="auto">
                <a:xfrm>
                  <a:off x="3653" y="3787"/>
                  <a:ext cx="44" cy="59"/>
                </a:xfrm>
                <a:prstGeom prst="rect">
                  <a:avLst/>
                </a:prstGeom>
              </p:spPr>
              <p:txBody>
                <a:bodyPr wrap="none" fromWordArt="1">
                  <a:prstTxWarp prst="textPlain">
                    <a:avLst>
                      <a:gd name="adj" fmla="val 56032"/>
                    </a:avLst>
                  </a:prstTxWarp>
                </a:bodyPr>
                <a:lstStyle/>
                <a:p>
                  <a:pPr algn="ctr"/>
                  <a:r>
                    <a:rPr lang="zh-CN" altLang="en-US" sz="800" i="1" kern="10">
                      <a:ln w="9525">
                        <a:solidFill>
                          <a:srgbClr val="000000"/>
                        </a:solidFill>
                        <a:round/>
                        <a:headEnd/>
                        <a:tailEnd/>
                      </a:ln>
                      <a:solidFill>
                        <a:srgbClr val="000000"/>
                      </a:solidFill>
                      <a:latin typeface="宋体" panose="02010600030101010101" pitchFamily="2" charset="-122"/>
                    </a:rPr>
                    <a:t> </a:t>
                  </a:r>
                </a:p>
              </p:txBody>
            </p:sp>
            <p:sp>
              <p:nvSpPr>
                <p:cNvPr id="44080" name="WordArt 25">
                  <a:extLst>
                    <a:ext uri="{FF2B5EF4-FFF2-40B4-BE49-F238E27FC236}">
                      <a16:creationId xmlns:a16="http://schemas.microsoft.com/office/drawing/2014/main" id="{6977C658-5A58-42F3-BE7C-C9D2C3AB31BD}"/>
                    </a:ext>
                  </a:extLst>
                </p:cNvPr>
                <p:cNvSpPr>
                  <a:spLocks noChangeArrowheads="1" noChangeShapeType="1" noTextEdit="1"/>
                </p:cNvSpPr>
                <p:nvPr/>
              </p:nvSpPr>
              <p:spPr bwMode="auto">
                <a:xfrm>
                  <a:off x="3304" y="3948"/>
                  <a:ext cx="66" cy="15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i</a:t>
                  </a:r>
                  <a:endParaRPr lang="zh-CN" altLang="en-US" sz="3600" i="1" kern="10">
                    <a:ln w="9525">
                      <a:solidFill>
                        <a:schemeClr val="tx1"/>
                      </a:solidFill>
                      <a:round/>
                      <a:headEnd/>
                      <a:tailEnd/>
                    </a:ln>
                    <a:cs typeface="Times New Roman" panose="02020603050405020304" pitchFamily="18" charset="0"/>
                  </a:endParaRPr>
                </a:p>
              </p:txBody>
            </p:sp>
          </p:grpSp>
          <p:sp>
            <p:nvSpPr>
              <p:cNvPr id="44047" name="WordArt 26">
                <a:extLst>
                  <a:ext uri="{FF2B5EF4-FFF2-40B4-BE49-F238E27FC236}">
                    <a16:creationId xmlns:a16="http://schemas.microsoft.com/office/drawing/2014/main" id="{0D2531EF-7EB2-4D31-B477-7B537D196369}"/>
                  </a:ext>
                </a:extLst>
              </p:cNvPr>
              <p:cNvSpPr>
                <a:spLocks noChangeArrowheads="1" noChangeShapeType="1" noTextEdit="1"/>
              </p:cNvSpPr>
              <p:nvPr/>
            </p:nvSpPr>
            <p:spPr bwMode="auto">
              <a:xfrm>
                <a:off x="1781" y="3765"/>
                <a:ext cx="159" cy="207"/>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Symbol" panose="05050102010706020507" pitchFamily="18" charset="2"/>
                  </a:rPr>
                  <a:t>g</a:t>
                </a:r>
                <a:endParaRPr lang="zh-CN" altLang="en-US" sz="3600" i="1" kern="10">
                  <a:ln w="9525">
                    <a:solidFill>
                      <a:schemeClr val="tx1"/>
                    </a:solidFill>
                    <a:round/>
                    <a:headEnd/>
                    <a:tailEnd/>
                  </a:ln>
                  <a:latin typeface="Symbol" panose="05050102010706020507" pitchFamily="18" charset="2"/>
                </a:endParaRPr>
              </a:p>
            </p:txBody>
          </p:sp>
          <p:grpSp>
            <p:nvGrpSpPr>
              <p:cNvPr id="44048" name="Group 27">
                <a:extLst>
                  <a:ext uri="{FF2B5EF4-FFF2-40B4-BE49-F238E27FC236}">
                    <a16:creationId xmlns:a16="http://schemas.microsoft.com/office/drawing/2014/main" id="{67457394-C16A-4B93-8E55-B928C6C3FA82}"/>
                  </a:ext>
                </a:extLst>
              </p:cNvPr>
              <p:cNvGrpSpPr>
                <a:grpSpLocks/>
              </p:cNvGrpSpPr>
              <p:nvPr/>
            </p:nvGrpSpPr>
            <p:grpSpPr bwMode="auto">
              <a:xfrm rot="5400000">
                <a:off x="2082" y="3797"/>
                <a:ext cx="52" cy="141"/>
                <a:chOff x="2928" y="3216"/>
                <a:chExt cx="48" cy="240"/>
              </a:xfrm>
            </p:grpSpPr>
            <p:sp>
              <p:nvSpPr>
                <p:cNvPr id="44073" name="Line 28">
                  <a:extLst>
                    <a:ext uri="{FF2B5EF4-FFF2-40B4-BE49-F238E27FC236}">
                      <a16:creationId xmlns:a16="http://schemas.microsoft.com/office/drawing/2014/main" id="{77CD17EF-D004-4CBD-A3CA-550BD8588BDE}"/>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4" name="Line 29">
                  <a:extLst>
                    <a:ext uri="{FF2B5EF4-FFF2-40B4-BE49-F238E27FC236}">
                      <a16:creationId xmlns:a16="http://schemas.microsoft.com/office/drawing/2014/main" id="{00092701-E165-4A83-9AFA-FD6ECDA9C8F9}"/>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49" name="Line 30">
                <a:extLst>
                  <a:ext uri="{FF2B5EF4-FFF2-40B4-BE49-F238E27FC236}">
                    <a16:creationId xmlns:a16="http://schemas.microsoft.com/office/drawing/2014/main" id="{7DBCEDC1-C5A5-4C9F-BD23-4E9D98770EE0}"/>
                  </a:ext>
                </a:extLst>
              </p:cNvPr>
              <p:cNvSpPr>
                <a:spLocks noChangeShapeType="1"/>
              </p:cNvSpPr>
              <p:nvPr/>
            </p:nvSpPr>
            <p:spPr bwMode="auto">
              <a:xfrm flipV="1">
                <a:off x="2260" y="3862"/>
                <a:ext cx="502" cy="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050" name="Group 31">
                <a:extLst>
                  <a:ext uri="{FF2B5EF4-FFF2-40B4-BE49-F238E27FC236}">
                    <a16:creationId xmlns:a16="http://schemas.microsoft.com/office/drawing/2014/main" id="{D307A7E2-0B2A-4DC2-A626-F3E79B973301}"/>
                  </a:ext>
                </a:extLst>
              </p:cNvPr>
              <p:cNvGrpSpPr>
                <a:grpSpLocks/>
              </p:cNvGrpSpPr>
              <p:nvPr/>
            </p:nvGrpSpPr>
            <p:grpSpPr bwMode="auto">
              <a:xfrm>
                <a:off x="2427" y="3643"/>
                <a:ext cx="210" cy="189"/>
                <a:chOff x="2904" y="3870"/>
                <a:chExt cx="182" cy="189"/>
              </a:xfrm>
            </p:grpSpPr>
            <p:sp>
              <p:nvSpPr>
                <p:cNvPr id="44071" name="WordArt 32">
                  <a:extLst>
                    <a:ext uri="{FF2B5EF4-FFF2-40B4-BE49-F238E27FC236}">
                      <a16:creationId xmlns:a16="http://schemas.microsoft.com/office/drawing/2014/main" id="{DFDBB46D-6B59-4DE6-A990-9664E8CF6457}"/>
                    </a:ext>
                  </a:extLst>
                </p:cNvPr>
                <p:cNvSpPr>
                  <a:spLocks noChangeArrowheads="1" noChangeShapeType="1" noTextEdit="1"/>
                </p:cNvSpPr>
                <p:nvPr/>
              </p:nvSpPr>
              <p:spPr bwMode="auto">
                <a:xfrm>
                  <a:off x="2904" y="3870"/>
                  <a:ext cx="107"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000000"/>
                        </a:solidFill>
                        <a:round/>
                        <a:headEnd/>
                        <a:tailEnd/>
                      </a:ln>
                      <a:cs typeface="Times New Roman" panose="02020603050405020304" pitchFamily="18" charset="0"/>
                    </a:rPr>
                    <a:t>C</a:t>
                  </a:r>
                  <a:endParaRPr lang="zh-CN" altLang="en-US" sz="3600" i="1" kern="10">
                    <a:ln w="9525">
                      <a:solidFill>
                        <a:srgbClr val="000000"/>
                      </a:solidFill>
                      <a:round/>
                      <a:headEnd/>
                      <a:tailEnd/>
                    </a:ln>
                    <a:cs typeface="Times New Roman" panose="02020603050405020304" pitchFamily="18" charset="0"/>
                  </a:endParaRPr>
                </a:p>
              </p:txBody>
            </p:sp>
            <p:sp>
              <p:nvSpPr>
                <p:cNvPr id="44072" name="WordArt 33">
                  <a:extLst>
                    <a:ext uri="{FF2B5EF4-FFF2-40B4-BE49-F238E27FC236}">
                      <a16:creationId xmlns:a16="http://schemas.microsoft.com/office/drawing/2014/main" id="{2A2CE7C3-7D72-4F96-9ED8-238576472F97}"/>
                    </a:ext>
                  </a:extLst>
                </p:cNvPr>
                <p:cNvSpPr>
                  <a:spLocks noChangeArrowheads="1" noChangeShapeType="1" noTextEdit="1"/>
                </p:cNvSpPr>
                <p:nvPr/>
              </p:nvSpPr>
              <p:spPr bwMode="auto">
                <a:xfrm>
                  <a:off x="3003" y="3956"/>
                  <a:ext cx="83" cy="10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grpSp>
            <p:nvGrpSpPr>
              <p:cNvPr id="44051" name="Group 34">
                <a:extLst>
                  <a:ext uri="{FF2B5EF4-FFF2-40B4-BE49-F238E27FC236}">
                    <a16:creationId xmlns:a16="http://schemas.microsoft.com/office/drawing/2014/main" id="{BF1AF14A-D98F-4C95-A267-0990A9B62E58}"/>
                  </a:ext>
                </a:extLst>
              </p:cNvPr>
              <p:cNvGrpSpPr>
                <a:grpSpLocks/>
              </p:cNvGrpSpPr>
              <p:nvPr/>
            </p:nvGrpSpPr>
            <p:grpSpPr bwMode="auto">
              <a:xfrm>
                <a:off x="2396" y="3914"/>
                <a:ext cx="246" cy="175"/>
                <a:chOff x="4294" y="3161"/>
                <a:chExt cx="255" cy="191"/>
              </a:xfrm>
            </p:grpSpPr>
            <p:sp>
              <p:nvSpPr>
                <p:cNvPr id="44069" name="WordArt 35">
                  <a:extLst>
                    <a:ext uri="{FF2B5EF4-FFF2-40B4-BE49-F238E27FC236}">
                      <a16:creationId xmlns:a16="http://schemas.microsoft.com/office/drawing/2014/main" id="{D3045738-5C61-4F2F-A8EF-277F751EC739}"/>
                    </a:ext>
                  </a:extLst>
                </p:cNvPr>
                <p:cNvSpPr>
                  <a:spLocks noChangeArrowheads="1" noChangeShapeType="1" noTextEdit="1"/>
                </p:cNvSpPr>
                <p:nvPr/>
              </p:nvSpPr>
              <p:spPr bwMode="auto">
                <a:xfrm>
                  <a:off x="4294" y="3161"/>
                  <a:ext cx="133" cy="157"/>
                </a:xfrm>
                <a:prstGeom prst="rect">
                  <a:avLst/>
                </a:prstGeom>
              </p:spPr>
              <p:txBody>
                <a:bodyPr wrap="none" fromWordArt="1">
                  <a:prstTxWarp prst="textPlain">
                    <a:avLst>
                      <a:gd name="adj" fmla="val 50000"/>
                    </a:avLst>
                  </a:prstTxWarp>
                </a:bodyPr>
                <a:lstStyle/>
                <a:p>
                  <a:pPr algn="ctr"/>
                  <a:r>
                    <a:rPr lang="en-US" altLang="zh-CN" sz="3600" i="1" kern="10">
                      <a:ln w="9525">
                        <a:solidFill>
                          <a:srgbClr val="000000"/>
                        </a:solidFill>
                        <a:round/>
                        <a:headEnd/>
                        <a:tailEnd/>
                      </a:ln>
                      <a:cs typeface="Times New Roman" panose="02020603050405020304" pitchFamily="18" charset="0"/>
                    </a:rPr>
                    <a:t>C</a:t>
                  </a:r>
                  <a:endParaRPr lang="zh-CN" altLang="en-US" sz="3600" i="1" kern="10">
                    <a:ln w="9525">
                      <a:solidFill>
                        <a:srgbClr val="000000"/>
                      </a:solidFill>
                      <a:round/>
                      <a:headEnd/>
                      <a:tailEnd/>
                    </a:ln>
                    <a:cs typeface="Times New Roman" panose="02020603050405020304" pitchFamily="18" charset="0"/>
                  </a:endParaRPr>
                </a:p>
              </p:txBody>
            </p:sp>
            <p:sp>
              <p:nvSpPr>
                <p:cNvPr id="44070" name="WordArt 36">
                  <a:extLst>
                    <a:ext uri="{FF2B5EF4-FFF2-40B4-BE49-F238E27FC236}">
                      <a16:creationId xmlns:a16="http://schemas.microsoft.com/office/drawing/2014/main" id="{4137DDF1-5FBB-4187-9878-46BF70B93E51}"/>
                    </a:ext>
                  </a:extLst>
                </p:cNvPr>
                <p:cNvSpPr>
                  <a:spLocks noChangeArrowheads="1" noChangeShapeType="1" noTextEdit="1"/>
                </p:cNvSpPr>
                <p:nvPr/>
              </p:nvSpPr>
              <p:spPr bwMode="auto">
                <a:xfrm>
                  <a:off x="4433" y="3266"/>
                  <a:ext cx="116" cy="8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44052" name="Group 37">
                <a:extLst>
                  <a:ext uri="{FF2B5EF4-FFF2-40B4-BE49-F238E27FC236}">
                    <a16:creationId xmlns:a16="http://schemas.microsoft.com/office/drawing/2014/main" id="{734D83AA-CB02-4CEB-BBDE-169554F9C92A}"/>
                  </a:ext>
                </a:extLst>
              </p:cNvPr>
              <p:cNvGrpSpPr>
                <a:grpSpLocks/>
              </p:cNvGrpSpPr>
              <p:nvPr/>
            </p:nvGrpSpPr>
            <p:grpSpPr bwMode="auto">
              <a:xfrm rot="5400000">
                <a:off x="4277" y="3801"/>
                <a:ext cx="61" cy="142"/>
                <a:chOff x="2928" y="3216"/>
                <a:chExt cx="48" cy="240"/>
              </a:xfrm>
            </p:grpSpPr>
            <p:sp>
              <p:nvSpPr>
                <p:cNvPr id="44067" name="Line 38">
                  <a:extLst>
                    <a:ext uri="{FF2B5EF4-FFF2-40B4-BE49-F238E27FC236}">
                      <a16:creationId xmlns:a16="http://schemas.microsoft.com/office/drawing/2014/main" id="{C8237CEA-DFB8-4DF8-9FD9-AE415B70CB9B}"/>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8" name="Line 39">
                  <a:extLst>
                    <a:ext uri="{FF2B5EF4-FFF2-40B4-BE49-F238E27FC236}">
                      <a16:creationId xmlns:a16="http://schemas.microsoft.com/office/drawing/2014/main" id="{47A417BB-944A-42EC-A00A-E345F0026D8E}"/>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53" name="Line 40">
                <a:extLst>
                  <a:ext uri="{FF2B5EF4-FFF2-40B4-BE49-F238E27FC236}">
                    <a16:creationId xmlns:a16="http://schemas.microsoft.com/office/drawing/2014/main" id="{9D2B0EE7-58B3-4C96-BA2E-7BAA45BB1F70}"/>
                  </a:ext>
                </a:extLst>
              </p:cNvPr>
              <p:cNvSpPr>
                <a:spLocks noChangeShapeType="1"/>
              </p:cNvSpPr>
              <p:nvPr/>
            </p:nvSpPr>
            <p:spPr bwMode="auto">
              <a:xfrm flipV="1">
                <a:off x="3081" y="3870"/>
                <a:ext cx="1054" cy="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WordArt 41">
                <a:extLst>
                  <a:ext uri="{FF2B5EF4-FFF2-40B4-BE49-F238E27FC236}">
                    <a16:creationId xmlns:a16="http://schemas.microsoft.com/office/drawing/2014/main" id="{F2BE8E0E-A137-4B60-8C5F-34986BC0326F}"/>
                  </a:ext>
                </a:extLst>
              </p:cNvPr>
              <p:cNvSpPr>
                <a:spLocks noChangeArrowheads="1" noChangeShapeType="1" noTextEdit="1"/>
              </p:cNvSpPr>
              <p:nvPr/>
            </p:nvSpPr>
            <p:spPr bwMode="auto">
              <a:xfrm>
                <a:off x="3358" y="3920"/>
                <a:ext cx="58" cy="99"/>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i</a:t>
                </a:r>
                <a:endParaRPr lang="zh-CN" altLang="en-US" sz="3600" i="1" kern="10">
                  <a:ln w="9525">
                    <a:solidFill>
                      <a:schemeClr val="tx1"/>
                    </a:solidFill>
                    <a:round/>
                    <a:headEnd/>
                    <a:tailEnd/>
                  </a:ln>
                  <a:cs typeface="Times New Roman" panose="02020603050405020304" pitchFamily="18" charset="0"/>
                </a:endParaRPr>
              </a:p>
            </p:txBody>
          </p:sp>
          <p:sp>
            <p:nvSpPr>
              <p:cNvPr id="44055" name="WordArt 42">
                <a:extLst>
                  <a:ext uri="{FF2B5EF4-FFF2-40B4-BE49-F238E27FC236}">
                    <a16:creationId xmlns:a16="http://schemas.microsoft.com/office/drawing/2014/main" id="{5924C51D-BC46-476F-BB07-124860442936}"/>
                  </a:ext>
                </a:extLst>
              </p:cNvPr>
              <p:cNvSpPr>
                <a:spLocks noChangeArrowheads="1" noChangeShapeType="1" noTextEdit="1"/>
              </p:cNvSpPr>
              <p:nvPr/>
            </p:nvSpPr>
            <p:spPr bwMode="auto">
              <a:xfrm>
                <a:off x="3435" y="3911"/>
                <a:ext cx="175" cy="110"/>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nvGrpSpPr>
              <p:cNvPr id="44056" name="Group 43">
                <a:extLst>
                  <a:ext uri="{FF2B5EF4-FFF2-40B4-BE49-F238E27FC236}">
                    <a16:creationId xmlns:a16="http://schemas.microsoft.com/office/drawing/2014/main" id="{E897BB98-AF26-4FAD-A759-5302771CFFC3}"/>
                  </a:ext>
                </a:extLst>
              </p:cNvPr>
              <p:cNvGrpSpPr>
                <a:grpSpLocks/>
              </p:cNvGrpSpPr>
              <p:nvPr/>
            </p:nvGrpSpPr>
            <p:grpSpPr bwMode="auto">
              <a:xfrm>
                <a:off x="3233" y="3733"/>
                <a:ext cx="189" cy="110"/>
                <a:chOff x="3233" y="3733"/>
                <a:chExt cx="189" cy="110"/>
              </a:xfrm>
            </p:grpSpPr>
            <p:sp>
              <p:nvSpPr>
                <p:cNvPr id="44065" name="Line 44">
                  <a:extLst>
                    <a:ext uri="{FF2B5EF4-FFF2-40B4-BE49-F238E27FC236}">
                      <a16:creationId xmlns:a16="http://schemas.microsoft.com/office/drawing/2014/main" id="{8DA0E442-37C6-4C35-B1B8-6D6E891B4821}"/>
                    </a:ext>
                  </a:extLst>
                </p:cNvPr>
                <p:cNvSpPr>
                  <a:spLocks noChangeShapeType="1"/>
                </p:cNvSpPr>
                <p:nvPr/>
              </p:nvSpPr>
              <p:spPr bwMode="auto">
                <a:xfrm>
                  <a:off x="3233" y="3733"/>
                  <a:ext cx="189" cy="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6" name="WordArt 45">
                  <a:extLst>
                    <a:ext uri="{FF2B5EF4-FFF2-40B4-BE49-F238E27FC236}">
                      <a16:creationId xmlns:a16="http://schemas.microsoft.com/office/drawing/2014/main" id="{C7FD0D6E-22D8-4703-B10D-834D4F0F9960}"/>
                    </a:ext>
                  </a:extLst>
                </p:cNvPr>
                <p:cNvSpPr>
                  <a:spLocks noChangeArrowheads="1" noChangeShapeType="1" noTextEdit="1"/>
                </p:cNvSpPr>
                <p:nvPr/>
              </p:nvSpPr>
              <p:spPr bwMode="auto">
                <a:xfrm>
                  <a:off x="3279" y="3757"/>
                  <a:ext cx="92" cy="86"/>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sp>
            <p:nvSpPr>
              <p:cNvPr id="44057" name="WordArt 46">
                <a:extLst>
                  <a:ext uri="{FF2B5EF4-FFF2-40B4-BE49-F238E27FC236}">
                    <a16:creationId xmlns:a16="http://schemas.microsoft.com/office/drawing/2014/main" id="{2E29923C-FD1C-4354-96A1-5078667BCE9C}"/>
                  </a:ext>
                </a:extLst>
              </p:cNvPr>
              <p:cNvSpPr>
                <a:spLocks noChangeArrowheads="1" noChangeShapeType="1" noTextEdit="1"/>
              </p:cNvSpPr>
              <p:nvPr/>
            </p:nvSpPr>
            <p:spPr bwMode="auto">
              <a:xfrm>
                <a:off x="3327" y="3614"/>
                <a:ext cx="46" cy="99"/>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i</a:t>
                </a:r>
                <a:endParaRPr lang="zh-CN" altLang="en-US" sz="3600" i="1" kern="10">
                  <a:ln w="9525">
                    <a:solidFill>
                      <a:schemeClr val="tx1"/>
                    </a:solidFill>
                    <a:round/>
                    <a:headEnd/>
                    <a:tailEnd/>
                  </a:ln>
                  <a:cs typeface="Times New Roman" panose="02020603050405020304" pitchFamily="18" charset="0"/>
                </a:endParaRPr>
              </a:p>
            </p:txBody>
          </p:sp>
          <p:sp>
            <p:nvSpPr>
              <p:cNvPr id="44058" name="WordArt 47">
                <a:extLst>
                  <a:ext uri="{FF2B5EF4-FFF2-40B4-BE49-F238E27FC236}">
                    <a16:creationId xmlns:a16="http://schemas.microsoft.com/office/drawing/2014/main" id="{CA68A3B9-4CEB-4A05-AEDB-6C3C116F31AA}"/>
                  </a:ext>
                </a:extLst>
              </p:cNvPr>
              <p:cNvSpPr>
                <a:spLocks noChangeArrowheads="1" noChangeShapeType="1" noTextEdit="1"/>
              </p:cNvSpPr>
              <p:nvPr/>
            </p:nvSpPr>
            <p:spPr bwMode="auto">
              <a:xfrm>
                <a:off x="3422" y="3698"/>
                <a:ext cx="183" cy="110"/>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nvGrpSpPr>
              <p:cNvPr id="44059" name="Group 48">
                <a:extLst>
                  <a:ext uri="{FF2B5EF4-FFF2-40B4-BE49-F238E27FC236}">
                    <a16:creationId xmlns:a16="http://schemas.microsoft.com/office/drawing/2014/main" id="{4DDFA904-CAEA-43D0-B783-C5302F2D8E2B}"/>
                  </a:ext>
                </a:extLst>
              </p:cNvPr>
              <p:cNvGrpSpPr>
                <a:grpSpLocks/>
              </p:cNvGrpSpPr>
              <p:nvPr/>
            </p:nvGrpSpPr>
            <p:grpSpPr bwMode="auto">
              <a:xfrm>
                <a:off x="3632" y="3708"/>
                <a:ext cx="118" cy="96"/>
                <a:chOff x="4176" y="2145"/>
                <a:chExt cx="576" cy="576"/>
              </a:xfrm>
            </p:grpSpPr>
            <p:sp>
              <p:nvSpPr>
                <p:cNvPr id="44063" name="Line 49">
                  <a:extLst>
                    <a:ext uri="{FF2B5EF4-FFF2-40B4-BE49-F238E27FC236}">
                      <a16:creationId xmlns:a16="http://schemas.microsoft.com/office/drawing/2014/main" id="{D4CBE302-AF2F-4445-95FA-396D398F9E6A}"/>
                    </a:ext>
                  </a:extLst>
                </p:cNvPr>
                <p:cNvSpPr>
                  <a:spLocks noChangeShapeType="1"/>
                </p:cNvSpPr>
                <p:nvPr/>
              </p:nvSpPr>
              <p:spPr bwMode="auto">
                <a:xfrm>
                  <a:off x="4176" y="2433"/>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Line 50">
                  <a:extLst>
                    <a:ext uri="{FF2B5EF4-FFF2-40B4-BE49-F238E27FC236}">
                      <a16:creationId xmlns:a16="http://schemas.microsoft.com/office/drawing/2014/main" id="{63ACA157-B037-4473-A485-A48A11E52E8F}"/>
                    </a:ext>
                  </a:extLst>
                </p:cNvPr>
                <p:cNvSpPr>
                  <a:spLocks noChangeShapeType="1"/>
                </p:cNvSpPr>
                <p:nvPr/>
              </p:nvSpPr>
              <p:spPr bwMode="auto">
                <a:xfrm>
                  <a:off x="4464" y="2145"/>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60" name="WordArt 51">
                <a:extLst>
                  <a:ext uri="{FF2B5EF4-FFF2-40B4-BE49-F238E27FC236}">
                    <a16:creationId xmlns:a16="http://schemas.microsoft.com/office/drawing/2014/main" id="{3DFB721D-0D08-41A7-8B78-0DC405D10C20}"/>
                  </a:ext>
                </a:extLst>
              </p:cNvPr>
              <p:cNvSpPr>
                <a:spLocks noChangeArrowheads="1" noChangeShapeType="1" noTextEdit="1"/>
              </p:cNvSpPr>
              <p:nvPr/>
            </p:nvSpPr>
            <p:spPr bwMode="auto">
              <a:xfrm>
                <a:off x="3784" y="3698"/>
                <a:ext cx="183" cy="110"/>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44061" name="Line 52">
                <a:extLst>
                  <a:ext uri="{FF2B5EF4-FFF2-40B4-BE49-F238E27FC236}">
                    <a16:creationId xmlns:a16="http://schemas.microsoft.com/office/drawing/2014/main" id="{1597FC92-2388-4C26-A5F3-90EE342BE28E}"/>
                  </a:ext>
                </a:extLst>
              </p:cNvPr>
              <p:cNvSpPr>
                <a:spLocks noChangeShapeType="1"/>
              </p:cNvSpPr>
              <p:nvPr/>
            </p:nvSpPr>
            <p:spPr bwMode="auto">
              <a:xfrm flipV="1">
                <a:off x="3600" y="3898"/>
                <a:ext cx="129" cy="1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2" name="WordArt 53">
                <a:extLst>
                  <a:ext uri="{FF2B5EF4-FFF2-40B4-BE49-F238E27FC236}">
                    <a16:creationId xmlns:a16="http://schemas.microsoft.com/office/drawing/2014/main" id="{FB2CA734-F25C-4AC4-B0C1-2F2E0225AC91}"/>
                  </a:ext>
                </a:extLst>
              </p:cNvPr>
              <p:cNvSpPr>
                <a:spLocks noChangeArrowheads="1" noChangeShapeType="1" noTextEdit="1"/>
              </p:cNvSpPr>
              <p:nvPr/>
            </p:nvSpPr>
            <p:spPr bwMode="auto">
              <a:xfrm>
                <a:off x="3737" y="3929"/>
                <a:ext cx="92" cy="86"/>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grpSp>
      <p:sp>
        <p:nvSpPr>
          <p:cNvPr id="151606" name="Rectangle 54">
            <a:extLst>
              <a:ext uri="{FF2B5EF4-FFF2-40B4-BE49-F238E27FC236}">
                <a16:creationId xmlns:a16="http://schemas.microsoft.com/office/drawing/2014/main" id="{10EF01D8-1683-4455-BB8E-13007F35CBB6}"/>
              </a:ext>
            </a:extLst>
          </p:cNvPr>
          <p:cNvSpPr>
            <a:spLocks noChangeArrowheads="1"/>
          </p:cNvSpPr>
          <p:nvPr/>
        </p:nvSpPr>
        <p:spPr bwMode="auto">
          <a:xfrm>
            <a:off x="2251497" y="4077072"/>
            <a:ext cx="3976687" cy="2300288"/>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checkerboard(across)">
                                      <p:cBhvr>
                                        <p:cTn id="7" dur="500"/>
                                        <p:tgtEl>
                                          <p:spTgt spid="151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vertical)">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51559"/>
                                        </p:tgtEl>
                                        <p:attrNameLst>
                                          <p:attrName>style.visibility</p:attrName>
                                        </p:attrNameLst>
                                      </p:cBhvr>
                                      <p:to>
                                        <p:strVal val="visible"/>
                                      </p:to>
                                    </p:set>
                                    <p:anim calcmode="lin" valueType="num">
                                      <p:cBhvr additive="base">
                                        <p:cTn id="23" dur="500" fill="hold"/>
                                        <p:tgtEl>
                                          <p:spTgt spid="151559"/>
                                        </p:tgtEl>
                                        <p:attrNameLst>
                                          <p:attrName>ppt_x</p:attrName>
                                        </p:attrNameLst>
                                      </p:cBhvr>
                                      <p:tavLst>
                                        <p:tav tm="0">
                                          <p:val>
                                            <p:strVal val="0-#ppt_w/2"/>
                                          </p:val>
                                        </p:tav>
                                        <p:tav tm="100000">
                                          <p:val>
                                            <p:strVal val="#ppt_x"/>
                                          </p:val>
                                        </p:tav>
                                      </p:tavLst>
                                    </p:anim>
                                    <p:anim calcmode="lin" valueType="num">
                                      <p:cBhvr additive="base">
                                        <p:cTn id="24" dur="500" fill="hold"/>
                                        <p:tgtEl>
                                          <p:spTgt spid="15155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151560"/>
                                        </p:tgtEl>
                                        <p:attrNameLst>
                                          <p:attrName>style.visibility</p:attrName>
                                        </p:attrNameLst>
                                      </p:cBhvr>
                                      <p:to>
                                        <p:strVal val="visible"/>
                                      </p:to>
                                    </p:set>
                                    <p:animEffect transition="in" filter="checkerboard(across)">
                                      <p:cBhvr>
                                        <p:cTn id="29" dur="500"/>
                                        <p:tgtEl>
                                          <p:spTgt spid="15156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151561"/>
                                        </p:tgtEl>
                                        <p:attrNameLst>
                                          <p:attrName>style.visibility</p:attrName>
                                        </p:attrNameLst>
                                      </p:cBhvr>
                                      <p:to>
                                        <p:strVal val="visible"/>
                                      </p:to>
                                    </p:set>
                                    <p:animEffect transition="in" filter="checkerboard(across)">
                                      <p:cBhvr>
                                        <p:cTn id="34" dur="500"/>
                                        <p:tgtEl>
                                          <p:spTgt spid="15156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151562"/>
                                        </p:tgtEl>
                                        <p:attrNameLst>
                                          <p:attrName>style.visibility</p:attrName>
                                        </p:attrNameLst>
                                      </p:cBhvr>
                                      <p:to>
                                        <p:strVal val="visible"/>
                                      </p:to>
                                    </p:set>
                                    <p:animEffect transition="in" filter="checkerboard(across)">
                                      <p:cBhvr>
                                        <p:cTn id="39" dur="500"/>
                                        <p:tgtEl>
                                          <p:spTgt spid="15156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51606"/>
                                        </p:tgtEl>
                                        <p:attrNameLst>
                                          <p:attrName>style.visibility</p:attrName>
                                        </p:attrNameLst>
                                      </p:cBhvr>
                                      <p:to>
                                        <p:strVal val="visible"/>
                                      </p:to>
                                    </p:set>
                                    <p:animEffect transition="in" filter="box(out)">
                                      <p:cBhvr>
                                        <p:cTn id="44" dur="500"/>
                                        <p:tgtEl>
                                          <p:spTgt spid="151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9" grpId="0" autoUpdateAnimBg="0"/>
      <p:bldP spid="15160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a:extLst>
              <a:ext uri="{FF2B5EF4-FFF2-40B4-BE49-F238E27FC236}">
                <a16:creationId xmlns:a16="http://schemas.microsoft.com/office/drawing/2014/main" id="{0601D506-E829-4842-B8B3-D78A762E217F}"/>
              </a:ext>
            </a:extLst>
          </p:cNvPr>
          <p:cNvGrpSpPr>
            <a:grpSpLocks/>
          </p:cNvGrpSpPr>
          <p:nvPr/>
        </p:nvGrpSpPr>
        <p:grpSpPr bwMode="auto">
          <a:xfrm>
            <a:off x="611206" y="1318223"/>
            <a:ext cx="2878137" cy="4652963"/>
            <a:chOff x="3803" y="216"/>
            <a:chExt cx="1813" cy="2931"/>
          </a:xfrm>
        </p:grpSpPr>
        <p:sp>
          <p:nvSpPr>
            <p:cNvPr id="3" name="Line 63">
              <a:extLst>
                <a:ext uri="{FF2B5EF4-FFF2-40B4-BE49-F238E27FC236}">
                  <a16:creationId xmlns:a16="http://schemas.microsoft.com/office/drawing/2014/main" id="{B8CD583B-527B-4909-8990-94E6ACE3DD5B}"/>
                </a:ext>
              </a:extLst>
            </p:cNvPr>
            <p:cNvSpPr>
              <a:spLocks noChangeShapeType="1"/>
            </p:cNvSpPr>
            <p:nvPr/>
          </p:nvSpPr>
          <p:spPr bwMode="auto">
            <a:xfrm flipH="1" flipV="1">
              <a:off x="4008" y="365"/>
              <a:ext cx="0" cy="182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 name="Line 64">
              <a:extLst>
                <a:ext uri="{FF2B5EF4-FFF2-40B4-BE49-F238E27FC236}">
                  <a16:creationId xmlns:a16="http://schemas.microsoft.com/office/drawing/2014/main" id="{1F858486-A0BA-4AED-A1E7-D62D14AEBAE0}"/>
                </a:ext>
              </a:extLst>
            </p:cNvPr>
            <p:cNvSpPr>
              <a:spLocks noChangeShapeType="1"/>
            </p:cNvSpPr>
            <p:nvPr/>
          </p:nvSpPr>
          <p:spPr bwMode="auto">
            <a:xfrm>
              <a:off x="4008" y="2176"/>
              <a:ext cx="1522"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 name="Arc 65">
              <a:extLst>
                <a:ext uri="{FF2B5EF4-FFF2-40B4-BE49-F238E27FC236}">
                  <a16:creationId xmlns:a16="http://schemas.microsoft.com/office/drawing/2014/main" id="{812DED7B-8FB8-4746-A16F-62983780548A}"/>
                </a:ext>
              </a:extLst>
            </p:cNvPr>
            <p:cNvSpPr>
              <a:spLocks/>
            </p:cNvSpPr>
            <p:nvPr/>
          </p:nvSpPr>
          <p:spPr bwMode="auto">
            <a:xfrm rot="41416">
              <a:off x="4529" y="483"/>
              <a:ext cx="963" cy="1363"/>
            </a:xfrm>
            <a:custGeom>
              <a:avLst/>
              <a:gdLst>
                <a:gd name="T0" fmla="*/ 0 w 21600"/>
                <a:gd name="T1" fmla="*/ 0 h 22595"/>
                <a:gd name="T2" fmla="*/ 0 w 21600"/>
                <a:gd name="T3" fmla="*/ 0 h 22595"/>
                <a:gd name="T4" fmla="*/ 0 w 21600"/>
                <a:gd name="T5" fmla="*/ 0 h 22595"/>
                <a:gd name="T6" fmla="*/ 0 60000 65536"/>
                <a:gd name="T7" fmla="*/ 0 60000 65536"/>
                <a:gd name="T8" fmla="*/ 0 60000 65536"/>
                <a:gd name="T9" fmla="*/ 0 w 21600"/>
                <a:gd name="T10" fmla="*/ 0 h 22595"/>
                <a:gd name="T11" fmla="*/ 21600 w 21600"/>
                <a:gd name="T12" fmla="*/ 22595 h 22595"/>
              </a:gdLst>
              <a:ahLst/>
              <a:cxnLst>
                <a:cxn ang="T6">
                  <a:pos x="T0" y="T1"/>
                </a:cxn>
                <a:cxn ang="T7">
                  <a:pos x="T2" y="T3"/>
                </a:cxn>
                <a:cxn ang="T8">
                  <a:pos x="T4" y="T5"/>
                </a:cxn>
              </a:cxnLst>
              <a:rect l="T9" t="T10" r="T11" b="T12"/>
              <a:pathLst>
                <a:path w="21600" h="22595" fill="none" extrusionOk="0">
                  <a:moveTo>
                    <a:pt x="14398" y="22595"/>
                  </a:moveTo>
                  <a:cubicBezTo>
                    <a:pt x="5769" y="19543"/>
                    <a:pt x="0" y="11384"/>
                    <a:pt x="0" y="2231"/>
                  </a:cubicBezTo>
                  <a:cubicBezTo>
                    <a:pt x="-1" y="1485"/>
                    <a:pt x="38" y="741"/>
                    <a:pt x="115" y="-1"/>
                  </a:cubicBezTo>
                </a:path>
                <a:path w="21600" h="22595" stroke="0" extrusionOk="0">
                  <a:moveTo>
                    <a:pt x="14398" y="22595"/>
                  </a:moveTo>
                  <a:cubicBezTo>
                    <a:pt x="5769" y="19543"/>
                    <a:pt x="0" y="11384"/>
                    <a:pt x="0" y="2231"/>
                  </a:cubicBezTo>
                  <a:cubicBezTo>
                    <a:pt x="-1" y="1485"/>
                    <a:pt x="38" y="741"/>
                    <a:pt x="115" y="-1"/>
                  </a:cubicBezTo>
                  <a:lnTo>
                    <a:pt x="21600" y="2231"/>
                  </a:lnTo>
                  <a:lnTo>
                    <a:pt x="14398" y="22595"/>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 name="Arc 66">
              <a:extLst>
                <a:ext uri="{FF2B5EF4-FFF2-40B4-BE49-F238E27FC236}">
                  <a16:creationId xmlns:a16="http://schemas.microsoft.com/office/drawing/2014/main" id="{BDFC92F1-651C-41C0-B6D1-E189F28DD036}"/>
                </a:ext>
              </a:extLst>
            </p:cNvPr>
            <p:cNvSpPr>
              <a:spLocks/>
            </p:cNvSpPr>
            <p:nvPr/>
          </p:nvSpPr>
          <p:spPr bwMode="auto">
            <a:xfrm rot="-819780">
              <a:off x="4504" y="308"/>
              <a:ext cx="1112" cy="1522"/>
            </a:xfrm>
            <a:custGeom>
              <a:avLst/>
              <a:gdLst>
                <a:gd name="T0" fmla="*/ 0 w 21600"/>
                <a:gd name="T1" fmla="*/ 0 h 21928"/>
                <a:gd name="T2" fmla="*/ 0 w 21600"/>
                <a:gd name="T3" fmla="*/ 0 h 21928"/>
                <a:gd name="T4" fmla="*/ 0 w 21600"/>
                <a:gd name="T5" fmla="*/ 0 h 21928"/>
                <a:gd name="T6" fmla="*/ 0 60000 65536"/>
                <a:gd name="T7" fmla="*/ 0 60000 65536"/>
                <a:gd name="T8" fmla="*/ 0 60000 65536"/>
                <a:gd name="T9" fmla="*/ 0 w 21600"/>
                <a:gd name="T10" fmla="*/ 0 h 21928"/>
                <a:gd name="T11" fmla="*/ 21600 w 21600"/>
                <a:gd name="T12" fmla="*/ 21928 h 21928"/>
              </a:gdLst>
              <a:ahLst/>
              <a:cxnLst>
                <a:cxn ang="T6">
                  <a:pos x="T0" y="T1"/>
                </a:cxn>
                <a:cxn ang="T7">
                  <a:pos x="T2" y="T3"/>
                </a:cxn>
                <a:cxn ang="T8">
                  <a:pos x="T4" y="T5"/>
                </a:cxn>
              </a:cxnLst>
              <a:rect l="T9" t="T10" r="T11" b="T12"/>
              <a:pathLst>
                <a:path w="21600" h="21928" fill="none" extrusionOk="0">
                  <a:moveTo>
                    <a:pt x="15393" y="21927"/>
                  </a:moveTo>
                  <a:cubicBezTo>
                    <a:pt x="6256" y="19186"/>
                    <a:pt x="0" y="10777"/>
                    <a:pt x="0" y="1239"/>
                  </a:cubicBezTo>
                  <a:cubicBezTo>
                    <a:pt x="-1" y="825"/>
                    <a:pt x="11" y="412"/>
                    <a:pt x="35" y="-1"/>
                  </a:cubicBezTo>
                </a:path>
                <a:path w="21600" h="21928" stroke="0" extrusionOk="0">
                  <a:moveTo>
                    <a:pt x="15393" y="21927"/>
                  </a:moveTo>
                  <a:cubicBezTo>
                    <a:pt x="6256" y="19186"/>
                    <a:pt x="0" y="10777"/>
                    <a:pt x="0" y="1239"/>
                  </a:cubicBezTo>
                  <a:cubicBezTo>
                    <a:pt x="-1" y="825"/>
                    <a:pt x="11" y="412"/>
                    <a:pt x="35" y="-1"/>
                  </a:cubicBezTo>
                  <a:lnTo>
                    <a:pt x="21600" y="1239"/>
                  </a:lnTo>
                  <a:lnTo>
                    <a:pt x="15393" y="21927"/>
                  </a:lnTo>
                  <a:close/>
                </a:path>
              </a:pathLst>
            </a:custGeom>
            <a:noFill/>
            <a:ln w="38100">
              <a:solidFill>
                <a:srgbClr val="00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 name="Oval 67">
              <a:extLst>
                <a:ext uri="{FF2B5EF4-FFF2-40B4-BE49-F238E27FC236}">
                  <a16:creationId xmlns:a16="http://schemas.microsoft.com/office/drawing/2014/main" id="{188F537B-5A1A-466B-9E8C-89CD201E62E2}"/>
                </a:ext>
              </a:extLst>
            </p:cNvPr>
            <p:cNvSpPr>
              <a:spLocks noChangeArrowheads="1"/>
            </p:cNvSpPr>
            <p:nvPr/>
          </p:nvSpPr>
          <p:spPr bwMode="auto">
            <a:xfrm>
              <a:off x="4590" y="1107"/>
              <a:ext cx="56" cy="56"/>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8" name="WordArt 68">
              <a:extLst>
                <a:ext uri="{FF2B5EF4-FFF2-40B4-BE49-F238E27FC236}">
                  <a16:creationId xmlns:a16="http://schemas.microsoft.com/office/drawing/2014/main" id="{D465456A-00E7-4569-871C-2D35A17FC2FA}"/>
                </a:ext>
              </a:extLst>
            </p:cNvPr>
            <p:cNvSpPr>
              <a:spLocks noChangeArrowheads="1" noChangeShapeType="1" noTextEdit="1"/>
            </p:cNvSpPr>
            <p:nvPr/>
          </p:nvSpPr>
          <p:spPr bwMode="auto">
            <a:xfrm>
              <a:off x="3803" y="216"/>
              <a:ext cx="178" cy="19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9" name="WordArt 69">
              <a:extLst>
                <a:ext uri="{FF2B5EF4-FFF2-40B4-BE49-F238E27FC236}">
                  <a16:creationId xmlns:a16="http://schemas.microsoft.com/office/drawing/2014/main" id="{0F717EC0-7933-417D-B223-BE0077B8A37D}"/>
                </a:ext>
              </a:extLst>
            </p:cNvPr>
            <p:cNvSpPr>
              <a:spLocks noChangeArrowheads="1" noChangeShapeType="1" noTextEdit="1"/>
            </p:cNvSpPr>
            <p:nvPr/>
          </p:nvSpPr>
          <p:spPr bwMode="auto">
            <a:xfrm>
              <a:off x="5333" y="2230"/>
              <a:ext cx="239" cy="180"/>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10" name="Line 70">
              <a:extLst>
                <a:ext uri="{FF2B5EF4-FFF2-40B4-BE49-F238E27FC236}">
                  <a16:creationId xmlns:a16="http://schemas.microsoft.com/office/drawing/2014/main" id="{912F14FA-84D6-420B-9516-8D64ADF4EE57}"/>
                </a:ext>
              </a:extLst>
            </p:cNvPr>
            <p:cNvSpPr>
              <a:spLocks noChangeShapeType="1"/>
            </p:cNvSpPr>
            <p:nvPr/>
          </p:nvSpPr>
          <p:spPr bwMode="auto">
            <a:xfrm>
              <a:off x="4622" y="1152"/>
              <a:ext cx="0" cy="102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WordArt 71">
              <a:extLst>
                <a:ext uri="{FF2B5EF4-FFF2-40B4-BE49-F238E27FC236}">
                  <a16:creationId xmlns:a16="http://schemas.microsoft.com/office/drawing/2014/main" id="{98EBB04A-D193-4D6E-82B3-906B9417A285}"/>
                </a:ext>
              </a:extLst>
            </p:cNvPr>
            <p:cNvSpPr>
              <a:spLocks noChangeArrowheads="1" noChangeShapeType="1" noTextEdit="1"/>
            </p:cNvSpPr>
            <p:nvPr/>
          </p:nvSpPr>
          <p:spPr bwMode="auto">
            <a:xfrm>
              <a:off x="3808" y="1061"/>
              <a:ext cx="140" cy="1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12" name="WordArt 72">
              <a:extLst>
                <a:ext uri="{FF2B5EF4-FFF2-40B4-BE49-F238E27FC236}">
                  <a16:creationId xmlns:a16="http://schemas.microsoft.com/office/drawing/2014/main" id="{3E073E34-4EB0-4ACC-A0BE-00F1F3A7C41F}"/>
                </a:ext>
              </a:extLst>
            </p:cNvPr>
            <p:cNvSpPr>
              <a:spLocks noChangeArrowheads="1" noChangeShapeType="1" noTextEdit="1"/>
            </p:cNvSpPr>
            <p:nvPr/>
          </p:nvSpPr>
          <p:spPr bwMode="auto">
            <a:xfrm>
              <a:off x="4573" y="2222"/>
              <a:ext cx="185" cy="164"/>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13" name="WordArt 73">
              <a:extLst>
                <a:ext uri="{FF2B5EF4-FFF2-40B4-BE49-F238E27FC236}">
                  <a16:creationId xmlns:a16="http://schemas.microsoft.com/office/drawing/2014/main" id="{A27FFA1C-42FD-4AED-ADEC-4C6B47A86710}"/>
                </a:ext>
              </a:extLst>
            </p:cNvPr>
            <p:cNvSpPr>
              <a:spLocks noChangeArrowheads="1" noChangeShapeType="1" noTextEdit="1"/>
            </p:cNvSpPr>
            <p:nvPr/>
          </p:nvSpPr>
          <p:spPr bwMode="auto">
            <a:xfrm>
              <a:off x="3860" y="2197"/>
              <a:ext cx="148" cy="182"/>
            </a:xfrm>
            <a:prstGeom prst="rect">
              <a:avLst/>
            </a:prstGeom>
          </p:spPr>
          <p:txBody>
            <a:bodyPr wrap="none" fromWordArt="1">
              <a:prstTxWarp prst="textPlain">
                <a:avLst>
                  <a:gd name="adj" fmla="val 44593"/>
                </a:avLst>
              </a:prstTxWarp>
            </a:bodyPr>
            <a:lstStyle/>
            <a:p>
              <a:pPr algn="ctr"/>
              <a:r>
                <a:rPr lang="en-US" altLang="zh-CN" sz="3600" kern="10">
                  <a:ln w="9525">
                    <a:solidFill>
                      <a:schemeClr val="tx1"/>
                    </a:solidFill>
                    <a:round/>
                    <a:headEnd/>
                    <a:tailEnd/>
                  </a:ln>
                  <a:latin typeface="宋体" panose="02010600030101010101" pitchFamily="2" charset="-122"/>
                </a:rPr>
                <a:t>0</a:t>
              </a:r>
              <a:endParaRPr lang="zh-CN" altLang="en-US" sz="3600" kern="10">
                <a:ln w="9525">
                  <a:solidFill>
                    <a:schemeClr val="tx1"/>
                  </a:solidFill>
                  <a:round/>
                  <a:headEnd/>
                  <a:tailEnd/>
                </a:ln>
                <a:latin typeface="宋体" panose="02010600030101010101" pitchFamily="2" charset="-122"/>
              </a:endParaRPr>
            </a:p>
          </p:txBody>
        </p:sp>
        <p:grpSp>
          <p:nvGrpSpPr>
            <p:cNvPr id="14" name="Group 74">
              <a:extLst>
                <a:ext uri="{FF2B5EF4-FFF2-40B4-BE49-F238E27FC236}">
                  <a16:creationId xmlns:a16="http://schemas.microsoft.com/office/drawing/2014/main" id="{3D19AFF7-D115-40A5-BA8C-BABDE944AAE9}"/>
                </a:ext>
              </a:extLst>
            </p:cNvPr>
            <p:cNvGrpSpPr>
              <a:grpSpLocks/>
            </p:cNvGrpSpPr>
            <p:nvPr/>
          </p:nvGrpSpPr>
          <p:grpSpPr bwMode="auto">
            <a:xfrm>
              <a:off x="4676" y="944"/>
              <a:ext cx="564" cy="211"/>
              <a:chOff x="4752" y="1489"/>
              <a:chExt cx="564" cy="211"/>
            </a:xfrm>
          </p:grpSpPr>
          <p:sp>
            <p:nvSpPr>
              <p:cNvPr id="33" name="WordArt 75">
                <a:extLst>
                  <a:ext uri="{FF2B5EF4-FFF2-40B4-BE49-F238E27FC236}">
                    <a16:creationId xmlns:a16="http://schemas.microsoft.com/office/drawing/2014/main" id="{7AA7BC2D-6287-4C03-B102-A7E267AD14E3}"/>
                  </a:ext>
                </a:extLst>
              </p:cNvPr>
              <p:cNvSpPr>
                <a:spLocks noChangeArrowheads="1" noChangeShapeType="1" noTextEdit="1"/>
              </p:cNvSpPr>
              <p:nvPr/>
            </p:nvSpPr>
            <p:spPr bwMode="auto">
              <a:xfrm>
                <a:off x="4752" y="1498"/>
                <a:ext cx="61" cy="197"/>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a:t>
                </a:r>
                <a:endParaRPr lang="zh-CN" altLang="en-US" sz="3600" kern="10">
                  <a:ln w="9525">
                    <a:solidFill>
                      <a:srgbClr val="000000"/>
                    </a:solidFill>
                    <a:round/>
                    <a:headEnd/>
                    <a:tailEnd/>
                  </a:ln>
                  <a:latin typeface="宋体" panose="02010600030101010101" pitchFamily="2" charset="-122"/>
                </a:endParaRPr>
              </a:p>
            </p:txBody>
          </p:sp>
          <p:sp>
            <p:nvSpPr>
              <p:cNvPr id="34" name="WordArt 76">
                <a:extLst>
                  <a:ext uri="{FF2B5EF4-FFF2-40B4-BE49-F238E27FC236}">
                    <a16:creationId xmlns:a16="http://schemas.microsoft.com/office/drawing/2014/main" id="{2EBA5D70-057B-47BF-A120-EFF9AF5C22D3}"/>
                  </a:ext>
                </a:extLst>
              </p:cNvPr>
              <p:cNvSpPr>
                <a:spLocks noChangeArrowheads="1" noChangeShapeType="1" noTextEdit="1"/>
              </p:cNvSpPr>
              <p:nvPr/>
            </p:nvSpPr>
            <p:spPr bwMode="auto">
              <a:xfrm flipH="1">
                <a:off x="5255" y="1489"/>
                <a:ext cx="61" cy="197"/>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a:t>
                </a:r>
                <a:endParaRPr lang="zh-CN" altLang="en-US" sz="3600" kern="10">
                  <a:ln w="9525">
                    <a:solidFill>
                      <a:srgbClr val="000000"/>
                    </a:solidFill>
                    <a:round/>
                    <a:headEnd/>
                    <a:tailEnd/>
                  </a:ln>
                  <a:latin typeface="宋体" panose="02010600030101010101" pitchFamily="2" charset="-122"/>
                </a:endParaRPr>
              </a:p>
            </p:txBody>
          </p:sp>
          <p:sp>
            <p:nvSpPr>
              <p:cNvPr id="35" name="WordArt 77">
                <a:extLst>
                  <a:ext uri="{FF2B5EF4-FFF2-40B4-BE49-F238E27FC236}">
                    <a16:creationId xmlns:a16="http://schemas.microsoft.com/office/drawing/2014/main" id="{686B17FC-9072-43A6-90DF-00878E9D928F}"/>
                  </a:ext>
                </a:extLst>
              </p:cNvPr>
              <p:cNvSpPr>
                <a:spLocks noChangeArrowheads="1" noChangeShapeType="1" noTextEdit="1"/>
              </p:cNvSpPr>
              <p:nvPr/>
            </p:nvSpPr>
            <p:spPr bwMode="auto">
              <a:xfrm>
                <a:off x="4837" y="1513"/>
                <a:ext cx="140" cy="1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36" name="WordArt 78">
                <a:extLst>
                  <a:ext uri="{FF2B5EF4-FFF2-40B4-BE49-F238E27FC236}">
                    <a16:creationId xmlns:a16="http://schemas.microsoft.com/office/drawing/2014/main" id="{8D21C219-FD76-4F26-B0CB-7D23B0E352EB}"/>
                  </a:ext>
                </a:extLst>
              </p:cNvPr>
              <p:cNvSpPr>
                <a:spLocks noChangeArrowheads="1" noChangeShapeType="1" noTextEdit="1"/>
              </p:cNvSpPr>
              <p:nvPr/>
            </p:nvSpPr>
            <p:spPr bwMode="auto">
              <a:xfrm>
                <a:off x="5079" y="1514"/>
                <a:ext cx="185" cy="164"/>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37" name="WordArt 79">
                <a:extLst>
                  <a:ext uri="{FF2B5EF4-FFF2-40B4-BE49-F238E27FC236}">
                    <a16:creationId xmlns:a16="http://schemas.microsoft.com/office/drawing/2014/main" id="{0045D693-1EEE-42BC-94FF-37A4E0B40B08}"/>
                  </a:ext>
                </a:extLst>
              </p:cNvPr>
              <p:cNvSpPr>
                <a:spLocks noChangeArrowheads="1" noChangeShapeType="1" noTextEdit="1"/>
              </p:cNvSpPr>
              <p:nvPr/>
            </p:nvSpPr>
            <p:spPr bwMode="auto">
              <a:xfrm>
                <a:off x="4982" y="1618"/>
                <a:ext cx="46" cy="82"/>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a:t>
                </a:r>
                <a:endParaRPr lang="zh-CN" altLang="en-US" sz="3600" kern="10">
                  <a:ln w="9525">
                    <a:solidFill>
                      <a:srgbClr val="000000"/>
                    </a:solidFill>
                    <a:round/>
                    <a:headEnd/>
                    <a:tailEnd/>
                  </a:ln>
                  <a:latin typeface="宋体" panose="02010600030101010101" pitchFamily="2" charset="-122"/>
                </a:endParaRPr>
              </a:p>
            </p:txBody>
          </p:sp>
        </p:grpSp>
        <p:sp>
          <p:nvSpPr>
            <p:cNvPr id="15" name="Text Box 80">
              <a:extLst>
                <a:ext uri="{FF2B5EF4-FFF2-40B4-BE49-F238E27FC236}">
                  <a16:creationId xmlns:a16="http://schemas.microsoft.com/office/drawing/2014/main" id="{FAB83096-1826-44FA-B3A7-625D8A8E6F41}"/>
                </a:ext>
              </a:extLst>
            </p:cNvPr>
            <p:cNvSpPr txBox="1">
              <a:spLocks noChangeArrowheads="1"/>
            </p:cNvSpPr>
            <p:nvPr/>
          </p:nvSpPr>
          <p:spPr bwMode="auto">
            <a:xfrm>
              <a:off x="4585" y="418"/>
              <a:ext cx="8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CC3300"/>
                  </a:solidFill>
                  <a:ea typeface="华文中宋" panose="02010600040101010101" pitchFamily="2" charset="-122"/>
                </a:rPr>
                <a:t>绝热线</a:t>
              </a:r>
            </a:p>
          </p:txBody>
        </p:sp>
        <p:sp>
          <p:nvSpPr>
            <p:cNvPr id="16" name="Text Box 81">
              <a:extLst>
                <a:ext uri="{FF2B5EF4-FFF2-40B4-BE49-F238E27FC236}">
                  <a16:creationId xmlns:a16="http://schemas.microsoft.com/office/drawing/2014/main" id="{4EDD1E56-3FB1-46BA-84A1-A2AE4BD585D9}"/>
                </a:ext>
              </a:extLst>
            </p:cNvPr>
            <p:cNvSpPr txBox="1">
              <a:spLocks noChangeArrowheads="1"/>
            </p:cNvSpPr>
            <p:nvPr/>
          </p:nvSpPr>
          <p:spPr bwMode="auto">
            <a:xfrm>
              <a:off x="4910" y="1289"/>
              <a:ext cx="7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003399"/>
                  </a:solidFill>
                  <a:ea typeface="华文中宋" panose="02010600040101010101" pitchFamily="2" charset="-122"/>
                </a:rPr>
                <a:t>等温线</a:t>
              </a:r>
            </a:p>
          </p:txBody>
        </p:sp>
        <p:grpSp>
          <p:nvGrpSpPr>
            <p:cNvPr id="17" name="Group 82">
              <a:extLst>
                <a:ext uri="{FF2B5EF4-FFF2-40B4-BE49-F238E27FC236}">
                  <a16:creationId xmlns:a16="http://schemas.microsoft.com/office/drawing/2014/main" id="{69173E8F-BEC9-4DE0-8F82-BC5BCF314C1E}"/>
                </a:ext>
              </a:extLst>
            </p:cNvPr>
            <p:cNvGrpSpPr>
              <a:grpSpLocks/>
            </p:cNvGrpSpPr>
            <p:nvPr/>
          </p:nvGrpSpPr>
          <p:grpSpPr bwMode="auto">
            <a:xfrm>
              <a:off x="4215" y="2497"/>
              <a:ext cx="909" cy="265"/>
              <a:chOff x="4123" y="2921"/>
              <a:chExt cx="1242" cy="348"/>
            </a:xfrm>
          </p:grpSpPr>
          <p:grpSp>
            <p:nvGrpSpPr>
              <p:cNvPr id="20" name="Group 83">
                <a:extLst>
                  <a:ext uri="{FF2B5EF4-FFF2-40B4-BE49-F238E27FC236}">
                    <a16:creationId xmlns:a16="http://schemas.microsoft.com/office/drawing/2014/main" id="{C24D4C16-9D80-414F-8809-59EE71EBD5A5}"/>
                  </a:ext>
                </a:extLst>
              </p:cNvPr>
              <p:cNvGrpSpPr>
                <a:grpSpLocks/>
              </p:cNvGrpSpPr>
              <p:nvPr/>
            </p:nvGrpSpPr>
            <p:grpSpPr bwMode="auto">
              <a:xfrm>
                <a:off x="4123" y="2941"/>
                <a:ext cx="397" cy="328"/>
                <a:chOff x="3926" y="2963"/>
                <a:chExt cx="397" cy="328"/>
              </a:xfrm>
            </p:grpSpPr>
            <p:grpSp>
              <p:nvGrpSpPr>
                <p:cNvPr id="28" name="Group 84">
                  <a:extLst>
                    <a:ext uri="{FF2B5EF4-FFF2-40B4-BE49-F238E27FC236}">
                      <a16:creationId xmlns:a16="http://schemas.microsoft.com/office/drawing/2014/main" id="{1C5DE1B6-72A5-4549-AF86-5D704CE17497}"/>
                    </a:ext>
                  </a:extLst>
                </p:cNvPr>
                <p:cNvGrpSpPr>
                  <a:grpSpLocks/>
                </p:cNvGrpSpPr>
                <p:nvPr/>
              </p:nvGrpSpPr>
              <p:grpSpPr bwMode="auto">
                <a:xfrm>
                  <a:off x="3936" y="3006"/>
                  <a:ext cx="348" cy="230"/>
                  <a:chOff x="239" y="1961"/>
                  <a:chExt cx="348" cy="230"/>
                </a:xfrm>
              </p:grpSpPr>
              <p:sp>
                <p:nvSpPr>
                  <p:cNvPr id="31" name="WordArt 85">
                    <a:extLst>
                      <a:ext uri="{FF2B5EF4-FFF2-40B4-BE49-F238E27FC236}">
                        <a16:creationId xmlns:a16="http://schemas.microsoft.com/office/drawing/2014/main" id="{3F2B919B-7FCC-4659-8F66-81452778A81F}"/>
                      </a:ext>
                    </a:extLst>
                  </p:cNvPr>
                  <p:cNvSpPr>
                    <a:spLocks noChangeArrowheads="1" noChangeShapeType="1" noTextEdit="1"/>
                  </p:cNvSpPr>
                  <p:nvPr/>
                </p:nvSpPr>
                <p:spPr bwMode="auto">
                  <a:xfrm>
                    <a:off x="239" y="1961"/>
                    <a:ext cx="289" cy="192"/>
                  </a:xfrm>
                  <a:prstGeom prst="rect">
                    <a:avLst/>
                  </a:prstGeom>
                </p:spPr>
                <p:txBody>
                  <a:bodyPr wrap="none" fromWordArt="1">
                    <a:prstTxWarp prst="textPlain">
                      <a:avLst>
                        <a:gd name="adj" fmla="val 57565"/>
                      </a:avLst>
                    </a:prstTxWarp>
                  </a:bodyPr>
                  <a:lstStyle/>
                  <a:p>
                    <a:pPr algn="ctr"/>
                    <a:r>
                      <a:rPr lang="en-US" altLang="zh-CN" sz="3600" i="1" kern="10">
                        <a:ln w="9525">
                          <a:solidFill>
                            <a:srgbClr val="000000"/>
                          </a:solidFill>
                          <a:round/>
                          <a:headEnd/>
                          <a:tailEnd/>
                        </a:ln>
                        <a:latin typeface="宋体" panose="02010600030101010101" pitchFamily="2" charset="-122"/>
                      </a:rPr>
                      <a:t>K</a:t>
                    </a:r>
                    <a:endParaRPr lang="zh-CN" altLang="en-US" sz="3600" i="1" kern="10">
                      <a:ln w="9525">
                        <a:solidFill>
                          <a:srgbClr val="000000"/>
                        </a:solidFill>
                        <a:round/>
                        <a:headEnd/>
                        <a:tailEnd/>
                      </a:ln>
                      <a:latin typeface="宋体" panose="02010600030101010101" pitchFamily="2" charset="-122"/>
                    </a:endParaRPr>
                  </a:p>
                </p:txBody>
              </p:sp>
              <p:sp>
                <p:nvSpPr>
                  <p:cNvPr id="32" name="WordArt 86">
                    <a:extLst>
                      <a:ext uri="{FF2B5EF4-FFF2-40B4-BE49-F238E27FC236}">
                        <a16:creationId xmlns:a16="http://schemas.microsoft.com/office/drawing/2014/main" id="{2D7B406B-90A2-41F6-A704-12438BC04198}"/>
                      </a:ext>
                    </a:extLst>
                  </p:cNvPr>
                  <p:cNvSpPr>
                    <a:spLocks noChangeArrowheads="1" noChangeShapeType="1" noTextEdit="1"/>
                  </p:cNvSpPr>
                  <p:nvPr/>
                </p:nvSpPr>
                <p:spPr bwMode="auto">
                  <a:xfrm>
                    <a:off x="464" y="2032"/>
                    <a:ext cx="123" cy="159"/>
                  </a:xfrm>
                  <a:prstGeom prst="rect">
                    <a:avLst/>
                  </a:prstGeom>
                </p:spPr>
                <p:txBody>
                  <a:bodyPr wrap="none" fromWordArt="1">
                    <a:prstTxWarp prst="textPlain">
                      <a:avLst>
                        <a:gd name="adj" fmla="val 36583"/>
                      </a:avLst>
                    </a:prstTxWarp>
                  </a:bodyPr>
                  <a:lstStyle/>
                  <a:p>
                    <a:pPr algn="ctr"/>
                    <a:r>
                      <a:rPr lang="en-US" altLang="zh-CN" sz="3600" kern="10">
                        <a:ln w="9525">
                          <a:solidFill>
                            <a:srgbClr val="000000"/>
                          </a:solidFill>
                          <a:round/>
                          <a:headEnd/>
                          <a:tailEnd/>
                        </a:ln>
                        <a:latin typeface="宋体" panose="02010600030101010101" pitchFamily="2" charset="-122"/>
                      </a:rPr>
                      <a:t>Q</a:t>
                    </a:r>
                    <a:endParaRPr lang="zh-CN" altLang="en-US" sz="3600" kern="10">
                      <a:ln w="9525">
                        <a:solidFill>
                          <a:srgbClr val="000000"/>
                        </a:solidFill>
                        <a:round/>
                        <a:headEnd/>
                        <a:tailEnd/>
                      </a:ln>
                      <a:latin typeface="宋体" panose="02010600030101010101" pitchFamily="2" charset="-122"/>
                    </a:endParaRPr>
                  </a:p>
                </p:txBody>
              </p:sp>
            </p:grpSp>
            <p:sp>
              <p:nvSpPr>
                <p:cNvPr id="29" name="Line 87">
                  <a:extLst>
                    <a:ext uri="{FF2B5EF4-FFF2-40B4-BE49-F238E27FC236}">
                      <a16:creationId xmlns:a16="http://schemas.microsoft.com/office/drawing/2014/main" id="{ABEF5476-CF20-4214-885E-75D9B675B999}"/>
                    </a:ext>
                  </a:extLst>
                </p:cNvPr>
                <p:cNvSpPr>
                  <a:spLocks noChangeShapeType="1"/>
                </p:cNvSpPr>
                <p:nvPr/>
              </p:nvSpPr>
              <p:spPr bwMode="auto">
                <a:xfrm>
                  <a:off x="3926" y="2963"/>
                  <a:ext cx="0" cy="3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88">
                  <a:extLst>
                    <a:ext uri="{FF2B5EF4-FFF2-40B4-BE49-F238E27FC236}">
                      <a16:creationId xmlns:a16="http://schemas.microsoft.com/office/drawing/2014/main" id="{64152B8B-B681-4441-8775-6887145D7ACF}"/>
                    </a:ext>
                  </a:extLst>
                </p:cNvPr>
                <p:cNvSpPr>
                  <a:spLocks noChangeShapeType="1"/>
                </p:cNvSpPr>
                <p:nvPr/>
              </p:nvSpPr>
              <p:spPr bwMode="auto">
                <a:xfrm>
                  <a:off x="4323" y="2965"/>
                  <a:ext cx="0" cy="3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89">
                <a:extLst>
                  <a:ext uri="{FF2B5EF4-FFF2-40B4-BE49-F238E27FC236}">
                    <a16:creationId xmlns:a16="http://schemas.microsoft.com/office/drawing/2014/main" id="{ECD0C172-CB4B-4F97-8A32-28A8B61F5C93}"/>
                  </a:ext>
                </a:extLst>
              </p:cNvPr>
              <p:cNvGrpSpPr>
                <a:grpSpLocks/>
              </p:cNvGrpSpPr>
              <p:nvPr/>
            </p:nvGrpSpPr>
            <p:grpSpPr bwMode="auto">
              <a:xfrm>
                <a:off x="4959" y="2921"/>
                <a:ext cx="406" cy="344"/>
                <a:chOff x="4571" y="2945"/>
                <a:chExt cx="406" cy="344"/>
              </a:xfrm>
            </p:grpSpPr>
            <p:grpSp>
              <p:nvGrpSpPr>
                <p:cNvPr id="23" name="Group 90">
                  <a:extLst>
                    <a:ext uri="{FF2B5EF4-FFF2-40B4-BE49-F238E27FC236}">
                      <a16:creationId xmlns:a16="http://schemas.microsoft.com/office/drawing/2014/main" id="{BFE333CA-808F-4685-A5A9-2A7FE7C7EF7A}"/>
                    </a:ext>
                  </a:extLst>
                </p:cNvPr>
                <p:cNvGrpSpPr>
                  <a:grpSpLocks/>
                </p:cNvGrpSpPr>
                <p:nvPr/>
              </p:nvGrpSpPr>
              <p:grpSpPr bwMode="auto">
                <a:xfrm>
                  <a:off x="4578" y="3002"/>
                  <a:ext cx="351" cy="214"/>
                  <a:chOff x="2057" y="1943"/>
                  <a:chExt cx="351" cy="214"/>
                </a:xfrm>
              </p:grpSpPr>
              <p:sp>
                <p:nvSpPr>
                  <p:cNvPr id="26" name="WordArt 91">
                    <a:extLst>
                      <a:ext uri="{FF2B5EF4-FFF2-40B4-BE49-F238E27FC236}">
                        <a16:creationId xmlns:a16="http://schemas.microsoft.com/office/drawing/2014/main" id="{001AB8CC-A3C3-4694-B90E-51324081FA79}"/>
                      </a:ext>
                    </a:extLst>
                  </p:cNvPr>
                  <p:cNvSpPr>
                    <a:spLocks noChangeArrowheads="1" noChangeShapeType="1" noTextEdit="1"/>
                  </p:cNvSpPr>
                  <p:nvPr/>
                </p:nvSpPr>
                <p:spPr bwMode="auto">
                  <a:xfrm>
                    <a:off x="2057" y="1943"/>
                    <a:ext cx="289" cy="192"/>
                  </a:xfrm>
                  <a:prstGeom prst="rect">
                    <a:avLst/>
                  </a:prstGeom>
                </p:spPr>
                <p:txBody>
                  <a:bodyPr wrap="none" fromWordArt="1">
                    <a:prstTxWarp prst="textPlain">
                      <a:avLst>
                        <a:gd name="adj" fmla="val 57565"/>
                      </a:avLst>
                    </a:prstTxWarp>
                  </a:bodyPr>
                  <a:lstStyle/>
                  <a:p>
                    <a:pPr algn="ctr"/>
                    <a:r>
                      <a:rPr lang="en-US" altLang="zh-CN" sz="3600" i="1" kern="10">
                        <a:ln w="9525">
                          <a:solidFill>
                            <a:srgbClr val="000000"/>
                          </a:solidFill>
                          <a:round/>
                          <a:headEnd/>
                          <a:tailEnd/>
                        </a:ln>
                        <a:latin typeface="宋体" panose="02010600030101010101" pitchFamily="2" charset="-122"/>
                      </a:rPr>
                      <a:t>K</a:t>
                    </a:r>
                    <a:endParaRPr lang="zh-CN" altLang="en-US" sz="3600" i="1" kern="10">
                      <a:ln w="9525">
                        <a:solidFill>
                          <a:srgbClr val="000000"/>
                        </a:solidFill>
                        <a:round/>
                        <a:headEnd/>
                        <a:tailEnd/>
                      </a:ln>
                      <a:latin typeface="宋体" panose="02010600030101010101" pitchFamily="2" charset="-122"/>
                    </a:endParaRPr>
                  </a:p>
                </p:txBody>
              </p:sp>
              <p:sp>
                <p:nvSpPr>
                  <p:cNvPr id="27" name="WordArt 92">
                    <a:extLst>
                      <a:ext uri="{FF2B5EF4-FFF2-40B4-BE49-F238E27FC236}">
                        <a16:creationId xmlns:a16="http://schemas.microsoft.com/office/drawing/2014/main" id="{CC7CFD97-C620-4418-92BE-4C87F441FC7D}"/>
                      </a:ext>
                    </a:extLst>
                  </p:cNvPr>
                  <p:cNvSpPr>
                    <a:spLocks noChangeArrowheads="1" noChangeShapeType="1" noTextEdit="1"/>
                  </p:cNvSpPr>
                  <p:nvPr/>
                </p:nvSpPr>
                <p:spPr bwMode="auto">
                  <a:xfrm>
                    <a:off x="2298" y="2042"/>
                    <a:ext cx="110" cy="11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grpSp>
            <p:sp>
              <p:nvSpPr>
                <p:cNvPr id="24" name="Line 93">
                  <a:extLst>
                    <a:ext uri="{FF2B5EF4-FFF2-40B4-BE49-F238E27FC236}">
                      <a16:creationId xmlns:a16="http://schemas.microsoft.com/office/drawing/2014/main" id="{3F0125F9-0FE3-405D-BD57-1421ED75EB90}"/>
                    </a:ext>
                  </a:extLst>
                </p:cNvPr>
                <p:cNvSpPr>
                  <a:spLocks noChangeShapeType="1"/>
                </p:cNvSpPr>
                <p:nvPr/>
              </p:nvSpPr>
              <p:spPr bwMode="auto">
                <a:xfrm>
                  <a:off x="4977" y="2945"/>
                  <a:ext cx="0" cy="3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94">
                  <a:extLst>
                    <a:ext uri="{FF2B5EF4-FFF2-40B4-BE49-F238E27FC236}">
                      <a16:creationId xmlns:a16="http://schemas.microsoft.com/office/drawing/2014/main" id="{815565EC-06B9-4FF3-AA75-4C4E89C5F605}"/>
                    </a:ext>
                  </a:extLst>
                </p:cNvPr>
                <p:cNvSpPr>
                  <a:spLocks noChangeShapeType="1"/>
                </p:cNvSpPr>
                <p:nvPr/>
              </p:nvSpPr>
              <p:spPr bwMode="auto">
                <a:xfrm>
                  <a:off x="4571" y="2963"/>
                  <a:ext cx="0" cy="3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 name="Freeform 95">
                <a:extLst>
                  <a:ext uri="{FF2B5EF4-FFF2-40B4-BE49-F238E27FC236}">
                    <a16:creationId xmlns:a16="http://schemas.microsoft.com/office/drawing/2014/main" id="{75C27A68-099C-4B30-A661-965B3BDDA445}"/>
                  </a:ext>
                </a:extLst>
              </p:cNvPr>
              <p:cNvSpPr>
                <a:spLocks/>
              </p:cNvSpPr>
              <p:nvPr/>
            </p:nvSpPr>
            <p:spPr bwMode="auto">
              <a:xfrm flipH="1">
                <a:off x="4635" y="3014"/>
                <a:ext cx="210" cy="135"/>
              </a:xfrm>
              <a:custGeom>
                <a:avLst/>
                <a:gdLst>
                  <a:gd name="T0" fmla="*/ 28 w 576"/>
                  <a:gd name="T1" fmla="*/ 0 h 576"/>
                  <a:gd name="T2" fmla="*/ 0 w 576"/>
                  <a:gd name="T3" fmla="*/ 4 h 576"/>
                  <a:gd name="T4" fmla="*/ 28 w 576"/>
                  <a:gd name="T5" fmla="*/ 8 h 576"/>
                  <a:gd name="T6" fmla="*/ 0 60000 65536"/>
                  <a:gd name="T7" fmla="*/ 0 60000 65536"/>
                  <a:gd name="T8" fmla="*/ 0 60000 65536"/>
                  <a:gd name="T9" fmla="*/ 0 w 576"/>
                  <a:gd name="T10" fmla="*/ 0 h 576"/>
                  <a:gd name="T11" fmla="*/ 576 w 576"/>
                  <a:gd name="T12" fmla="*/ 576 h 576"/>
                </a:gdLst>
                <a:ahLst/>
                <a:cxnLst>
                  <a:cxn ang="T6">
                    <a:pos x="T0" y="T1"/>
                  </a:cxn>
                  <a:cxn ang="T7">
                    <a:pos x="T2" y="T3"/>
                  </a:cxn>
                  <a:cxn ang="T8">
                    <a:pos x="T4" y="T5"/>
                  </a:cxn>
                </a:cxnLst>
                <a:rect l="T9" t="T10" r="T11" b="T12"/>
                <a:pathLst>
                  <a:path w="576" h="576">
                    <a:moveTo>
                      <a:pt x="576" y="0"/>
                    </a:moveTo>
                    <a:lnTo>
                      <a:pt x="0" y="299"/>
                    </a:lnTo>
                    <a:lnTo>
                      <a:pt x="576" y="576"/>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8" name="Text Box 96">
              <a:extLst>
                <a:ext uri="{FF2B5EF4-FFF2-40B4-BE49-F238E27FC236}">
                  <a16:creationId xmlns:a16="http://schemas.microsoft.com/office/drawing/2014/main" id="{EAECA91D-F92E-4305-8CE5-A53D9E8A9131}"/>
                </a:ext>
              </a:extLst>
            </p:cNvPr>
            <p:cNvSpPr txBox="1">
              <a:spLocks noChangeArrowheads="1"/>
            </p:cNvSpPr>
            <p:nvPr/>
          </p:nvSpPr>
          <p:spPr bwMode="auto">
            <a:xfrm>
              <a:off x="4056" y="2820"/>
              <a:ext cx="12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a:solidFill>
                    <a:srgbClr val="CC3300"/>
                  </a:solidFill>
                  <a:ea typeface="华文中宋" panose="02010600040101010101" pitchFamily="2" charset="-122"/>
                </a:rPr>
                <a:t>绝热线较陡</a:t>
              </a:r>
            </a:p>
          </p:txBody>
        </p:sp>
        <p:sp>
          <p:nvSpPr>
            <p:cNvPr id="19" name="Line 97">
              <a:extLst>
                <a:ext uri="{FF2B5EF4-FFF2-40B4-BE49-F238E27FC236}">
                  <a16:creationId xmlns:a16="http://schemas.microsoft.com/office/drawing/2014/main" id="{77A663C1-C8F6-4477-85DE-CC8AD272EDCE}"/>
                </a:ext>
              </a:extLst>
            </p:cNvPr>
            <p:cNvSpPr>
              <a:spLocks noChangeShapeType="1"/>
            </p:cNvSpPr>
            <p:nvPr/>
          </p:nvSpPr>
          <p:spPr bwMode="auto">
            <a:xfrm flipH="1">
              <a:off x="4001" y="1129"/>
              <a:ext cx="584"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 name="Text Box 3">
            <a:extLst>
              <a:ext uri="{FF2B5EF4-FFF2-40B4-BE49-F238E27FC236}">
                <a16:creationId xmlns:a16="http://schemas.microsoft.com/office/drawing/2014/main" id="{48A2FD7B-5B45-4B73-B704-11BFEABEB698}"/>
              </a:ext>
            </a:extLst>
          </p:cNvPr>
          <p:cNvSpPr txBox="1">
            <a:spLocks noChangeArrowheads="1"/>
          </p:cNvSpPr>
          <p:nvPr/>
        </p:nvSpPr>
        <p:spPr bwMode="auto">
          <a:xfrm>
            <a:off x="3733136" y="918646"/>
            <a:ext cx="440303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CC3300"/>
                </a:solidFill>
                <a:ea typeface="华文中宋" panose="02010600040101010101" pitchFamily="2" charset="-122"/>
              </a:rPr>
              <a:t>绝热过程方程，泊松方程：</a:t>
            </a:r>
          </a:p>
        </p:txBody>
      </p:sp>
      <p:grpSp>
        <p:nvGrpSpPr>
          <p:cNvPr id="72" name="组合 71">
            <a:extLst>
              <a:ext uri="{FF2B5EF4-FFF2-40B4-BE49-F238E27FC236}">
                <a16:creationId xmlns:a16="http://schemas.microsoft.com/office/drawing/2014/main" id="{5BA15E5C-34BC-4233-BAD7-4DD90D92764A}"/>
              </a:ext>
            </a:extLst>
          </p:cNvPr>
          <p:cNvGrpSpPr/>
          <p:nvPr/>
        </p:nvGrpSpPr>
        <p:grpSpPr>
          <a:xfrm>
            <a:off x="4350326" y="1638898"/>
            <a:ext cx="3252787" cy="1936750"/>
            <a:chOff x="1722438" y="1936750"/>
            <a:chExt cx="3252787" cy="1936750"/>
          </a:xfrm>
        </p:grpSpPr>
        <p:sp>
          <p:nvSpPr>
            <p:cNvPr id="40" name="WordArt 5">
              <a:extLst>
                <a:ext uri="{FF2B5EF4-FFF2-40B4-BE49-F238E27FC236}">
                  <a16:creationId xmlns:a16="http://schemas.microsoft.com/office/drawing/2014/main" id="{6D2679A9-48BB-4C96-8708-407CF5FBFD56}"/>
                </a:ext>
              </a:extLst>
            </p:cNvPr>
            <p:cNvSpPr>
              <a:spLocks noChangeArrowheads="1" noChangeShapeType="1" noTextEdit="1"/>
            </p:cNvSpPr>
            <p:nvPr/>
          </p:nvSpPr>
          <p:spPr bwMode="auto">
            <a:xfrm>
              <a:off x="2438400" y="2090738"/>
              <a:ext cx="417513" cy="3079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41" name="WordArt 6">
              <a:extLst>
                <a:ext uri="{FF2B5EF4-FFF2-40B4-BE49-F238E27FC236}">
                  <a16:creationId xmlns:a16="http://schemas.microsoft.com/office/drawing/2014/main" id="{2232B69E-B4BF-4856-826D-2941766725A8}"/>
                </a:ext>
              </a:extLst>
            </p:cNvPr>
            <p:cNvSpPr>
              <a:spLocks noChangeArrowheads="1" noChangeShapeType="1" noTextEdit="1"/>
            </p:cNvSpPr>
            <p:nvPr/>
          </p:nvSpPr>
          <p:spPr bwMode="auto">
            <a:xfrm>
              <a:off x="2055813" y="2079625"/>
              <a:ext cx="311150" cy="32861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42" name="WordArt 7">
              <a:extLst>
                <a:ext uri="{FF2B5EF4-FFF2-40B4-BE49-F238E27FC236}">
                  <a16:creationId xmlns:a16="http://schemas.microsoft.com/office/drawing/2014/main" id="{8A731F54-C86A-4E87-82C9-255B5B71858E}"/>
                </a:ext>
              </a:extLst>
            </p:cNvPr>
            <p:cNvSpPr>
              <a:spLocks noChangeArrowheads="1" noChangeShapeType="1" noTextEdit="1"/>
            </p:cNvSpPr>
            <p:nvPr/>
          </p:nvSpPr>
          <p:spPr bwMode="auto">
            <a:xfrm>
              <a:off x="2854325" y="2012950"/>
              <a:ext cx="150813" cy="185738"/>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nvGrpSpPr>
            <p:cNvPr id="43" name="Group 8">
              <a:extLst>
                <a:ext uri="{FF2B5EF4-FFF2-40B4-BE49-F238E27FC236}">
                  <a16:creationId xmlns:a16="http://schemas.microsoft.com/office/drawing/2014/main" id="{2B57CAA1-2552-40DB-BBA8-07A18AF9DAFA}"/>
                </a:ext>
              </a:extLst>
            </p:cNvPr>
            <p:cNvGrpSpPr>
              <a:grpSpLocks/>
            </p:cNvGrpSpPr>
            <p:nvPr/>
          </p:nvGrpSpPr>
          <p:grpSpPr bwMode="auto">
            <a:xfrm rot="5400000">
              <a:off x="3112294" y="2147094"/>
              <a:ext cx="106362" cy="234950"/>
              <a:chOff x="2928" y="3216"/>
              <a:chExt cx="48" cy="240"/>
            </a:xfrm>
          </p:grpSpPr>
          <p:sp>
            <p:nvSpPr>
              <p:cNvPr id="44" name="Line 9">
                <a:extLst>
                  <a:ext uri="{FF2B5EF4-FFF2-40B4-BE49-F238E27FC236}">
                    <a16:creationId xmlns:a16="http://schemas.microsoft.com/office/drawing/2014/main" id="{E9980FCC-8B1B-421D-B5F8-D6A40C14DF74}"/>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0">
                <a:extLst>
                  <a:ext uri="{FF2B5EF4-FFF2-40B4-BE49-F238E27FC236}">
                    <a16:creationId xmlns:a16="http://schemas.microsoft.com/office/drawing/2014/main" id="{8E98318D-41A9-46C9-87E1-F6C888445C26}"/>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 name="Text Box 11">
              <a:extLst>
                <a:ext uri="{FF2B5EF4-FFF2-40B4-BE49-F238E27FC236}">
                  <a16:creationId xmlns:a16="http://schemas.microsoft.com/office/drawing/2014/main" id="{FB0716F9-B6F9-485C-9AA2-16FECB67DFF5}"/>
                </a:ext>
              </a:extLst>
            </p:cNvPr>
            <p:cNvSpPr txBox="1">
              <a:spLocks noChangeArrowheads="1"/>
            </p:cNvSpPr>
            <p:nvPr/>
          </p:nvSpPr>
          <p:spPr bwMode="auto">
            <a:xfrm>
              <a:off x="3306763" y="1966913"/>
              <a:ext cx="1398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常量1</a:t>
              </a:r>
            </a:p>
          </p:txBody>
        </p:sp>
        <p:grpSp>
          <p:nvGrpSpPr>
            <p:cNvPr id="47" name="Group 14">
              <a:extLst>
                <a:ext uri="{FF2B5EF4-FFF2-40B4-BE49-F238E27FC236}">
                  <a16:creationId xmlns:a16="http://schemas.microsoft.com/office/drawing/2014/main" id="{E3F19A11-718D-4518-90A5-8DD8C1E99491}"/>
                </a:ext>
              </a:extLst>
            </p:cNvPr>
            <p:cNvGrpSpPr>
              <a:grpSpLocks/>
            </p:cNvGrpSpPr>
            <p:nvPr/>
          </p:nvGrpSpPr>
          <p:grpSpPr bwMode="auto">
            <a:xfrm rot="5400000">
              <a:off x="3336925" y="2711450"/>
              <a:ext cx="155575" cy="250825"/>
              <a:chOff x="2928" y="3216"/>
              <a:chExt cx="48" cy="240"/>
            </a:xfrm>
          </p:grpSpPr>
          <p:sp>
            <p:nvSpPr>
              <p:cNvPr id="48" name="Line 15">
                <a:extLst>
                  <a:ext uri="{FF2B5EF4-FFF2-40B4-BE49-F238E27FC236}">
                    <a16:creationId xmlns:a16="http://schemas.microsoft.com/office/drawing/2014/main" id="{A143F9EF-8ABA-423E-82C8-9253C2AE8F55}"/>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16">
                <a:extLst>
                  <a:ext uri="{FF2B5EF4-FFF2-40B4-BE49-F238E27FC236}">
                    <a16:creationId xmlns:a16="http://schemas.microsoft.com/office/drawing/2014/main" id="{0A0AABAE-6E3F-4B2B-BA11-8B785731A74B}"/>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0" name="Text Box 17">
              <a:extLst>
                <a:ext uri="{FF2B5EF4-FFF2-40B4-BE49-F238E27FC236}">
                  <a16:creationId xmlns:a16="http://schemas.microsoft.com/office/drawing/2014/main" id="{D2CA23A4-AA70-46C1-AFD1-AA014F5DE73B}"/>
                </a:ext>
              </a:extLst>
            </p:cNvPr>
            <p:cNvSpPr txBox="1">
              <a:spLocks noChangeArrowheads="1"/>
            </p:cNvSpPr>
            <p:nvPr/>
          </p:nvSpPr>
          <p:spPr bwMode="auto">
            <a:xfrm>
              <a:off x="3554413" y="2563813"/>
              <a:ext cx="1400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华文中宋" panose="02010600040101010101" pitchFamily="2" charset="-122"/>
                </a:rPr>
                <a:t>常量2</a:t>
              </a:r>
            </a:p>
          </p:txBody>
        </p:sp>
        <p:grpSp>
          <p:nvGrpSpPr>
            <p:cNvPr id="51" name="Group 18">
              <a:extLst>
                <a:ext uri="{FF2B5EF4-FFF2-40B4-BE49-F238E27FC236}">
                  <a16:creationId xmlns:a16="http://schemas.microsoft.com/office/drawing/2014/main" id="{F6669973-1B56-4422-9488-D7565EAAAF88}"/>
                </a:ext>
              </a:extLst>
            </p:cNvPr>
            <p:cNvGrpSpPr>
              <a:grpSpLocks/>
            </p:cNvGrpSpPr>
            <p:nvPr/>
          </p:nvGrpSpPr>
          <p:grpSpPr bwMode="auto">
            <a:xfrm>
              <a:off x="2044700" y="2593975"/>
              <a:ext cx="1114425" cy="412750"/>
              <a:chOff x="3867" y="3723"/>
              <a:chExt cx="628" cy="158"/>
            </a:xfrm>
          </p:grpSpPr>
          <p:sp>
            <p:nvSpPr>
              <p:cNvPr id="52" name="WordArt 19">
                <a:extLst>
                  <a:ext uri="{FF2B5EF4-FFF2-40B4-BE49-F238E27FC236}">
                    <a16:creationId xmlns:a16="http://schemas.microsoft.com/office/drawing/2014/main" id="{6671669E-FDC3-41B9-AD94-CBF0DA0C7E6E}"/>
                  </a:ext>
                </a:extLst>
              </p:cNvPr>
              <p:cNvSpPr>
                <a:spLocks noChangeArrowheads="1" noChangeShapeType="1" noTextEdit="1"/>
              </p:cNvSpPr>
              <p:nvPr/>
            </p:nvSpPr>
            <p:spPr bwMode="auto">
              <a:xfrm>
                <a:off x="4446" y="3723"/>
                <a:ext cx="49" cy="91"/>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3" name="WordArt 20">
                <a:extLst>
                  <a:ext uri="{FF2B5EF4-FFF2-40B4-BE49-F238E27FC236}">
                    <a16:creationId xmlns:a16="http://schemas.microsoft.com/office/drawing/2014/main" id="{7D98AA4A-4625-4AEC-8A51-E7319D045057}"/>
                  </a:ext>
                </a:extLst>
              </p:cNvPr>
              <p:cNvSpPr>
                <a:spLocks noChangeArrowheads="1" noChangeShapeType="1" noTextEdit="1"/>
              </p:cNvSpPr>
              <p:nvPr/>
            </p:nvSpPr>
            <p:spPr bwMode="auto">
              <a:xfrm>
                <a:off x="3867" y="3743"/>
                <a:ext cx="191" cy="134"/>
              </a:xfrm>
              <a:prstGeom prst="rect">
                <a:avLst/>
              </a:prstGeom>
            </p:spPr>
            <p:txBody>
              <a:bodyPr wrap="none" fromWordArt="1">
                <a:prstTxWarp prst="textPlain">
                  <a:avLst>
                    <a:gd name="adj" fmla="val 58741"/>
                  </a:avLst>
                </a:prstTxWarp>
              </a:bodyPr>
              <a:lstStyle/>
              <a:p>
                <a:pPr algn="ctr"/>
                <a:r>
                  <a:rPr lang="en-US" altLang="zh-CN" sz="3600" i="1" kern="10">
                    <a:ln w="9525">
                      <a:solidFill>
                        <a:srgbClr val="000000"/>
                      </a:solidFill>
                      <a:round/>
                      <a:headEnd/>
                      <a:tailEnd/>
                    </a:ln>
                    <a:latin typeface="宋体" panose="02010600030101010101" pitchFamily="2" charset="-122"/>
                  </a:rPr>
                  <a:t>T</a:t>
                </a:r>
                <a:endParaRPr lang="zh-CN" altLang="en-US" sz="3600" i="1" kern="10">
                  <a:ln w="9525">
                    <a:solidFill>
                      <a:srgbClr val="000000"/>
                    </a:solidFill>
                    <a:round/>
                    <a:headEnd/>
                    <a:tailEnd/>
                  </a:ln>
                  <a:latin typeface="宋体" panose="02010600030101010101" pitchFamily="2" charset="-122"/>
                </a:endParaRPr>
              </a:p>
            </p:txBody>
          </p:sp>
          <p:sp>
            <p:nvSpPr>
              <p:cNvPr id="54" name="Line 21">
                <a:extLst>
                  <a:ext uri="{FF2B5EF4-FFF2-40B4-BE49-F238E27FC236}">
                    <a16:creationId xmlns:a16="http://schemas.microsoft.com/office/drawing/2014/main" id="{DA256F48-582D-4D90-B086-93F7E57C5D03}"/>
                  </a:ext>
                </a:extLst>
              </p:cNvPr>
              <p:cNvSpPr>
                <a:spLocks noChangeShapeType="1"/>
              </p:cNvSpPr>
              <p:nvPr/>
            </p:nvSpPr>
            <p:spPr bwMode="auto">
              <a:xfrm>
                <a:off x="4337" y="3761"/>
                <a:ext cx="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WordArt 22">
                <a:extLst>
                  <a:ext uri="{FF2B5EF4-FFF2-40B4-BE49-F238E27FC236}">
                    <a16:creationId xmlns:a16="http://schemas.microsoft.com/office/drawing/2014/main" id="{5458583F-2808-4201-9CCB-3486DEC6547B}"/>
                  </a:ext>
                </a:extLst>
              </p:cNvPr>
              <p:cNvSpPr>
                <a:spLocks noChangeArrowheads="1" noChangeShapeType="1" noTextEdit="1"/>
              </p:cNvSpPr>
              <p:nvPr/>
            </p:nvSpPr>
            <p:spPr bwMode="auto">
              <a:xfrm>
                <a:off x="4051" y="3745"/>
                <a:ext cx="162" cy="136"/>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6" name="WordArt 23">
                <a:extLst>
                  <a:ext uri="{FF2B5EF4-FFF2-40B4-BE49-F238E27FC236}">
                    <a16:creationId xmlns:a16="http://schemas.microsoft.com/office/drawing/2014/main" id="{66030E95-A4D2-4DA4-B8D1-8E6529336DA1}"/>
                  </a:ext>
                </a:extLst>
              </p:cNvPr>
              <p:cNvSpPr>
                <a:spLocks noChangeArrowheads="1" noChangeShapeType="1" noTextEdit="1"/>
              </p:cNvSpPr>
              <p:nvPr/>
            </p:nvSpPr>
            <p:spPr bwMode="auto">
              <a:xfrm>
                <a:off x="4223" y="3727"/>
                <a:ext cx="72" cy="90"/>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grpSp>
          <p:nvGrpSpPr>
            <p:cNvPr id="57" name="Group 25">
              <a:extLst>
                <a:ext uri="{FF2B5EF4-FFF2-40B4-BE49-F238E27FC236}">
                  <a16:creationId xmlns:a16="http://schemas.microsoft.com/office/drawing/2014/main" id="{D4829FB8-3682-4A93-9FA0-B9AE44F2A9EF}"/>
                </a:ext>
              </a:extLst>
            </p:cNvPr>
            <p:cNvGrpSpPr>
              <a:grpSpLocks/>
            </p:cNvGrpSpPr>
            <p:nvPr/>
          </p:nvGrpSpPr>
          <p:grpSpPr bwMode="auto">
            <a:xfrm>
              <a:off x="2020888" y="3194050"/>
              <a:ext cx="1481137" cy="498475"/>
              <a:chOff x="3755" y="3913"/>
              <a:chExt cx="792" cy="180"/>
            </a:xfrm>
          </p:grpSpPr>
          <p:grpSp>
            <p:nvGrpSpPr>
              <p:cNvPr id="58" name="Group 26">
                <a:extLst>
                  <a:ext uri="{FF2B5EF4-FFF2-40B4-BE49-F238E27FC236}">
                    <a16:creationId xmlns:a16="http://schemas.microsoft.com/office/drawing/2014/main" id="{4CD6B1FA-E76D-46AD-97C6-3EE40D7B21FB}"/>
                  </a:ext>
                </a:extLst>
              </p:cNvPr>
              <p:cNvGrpSpPr>
                <a:grpSpLocks/>
              </p:cNvGrpSpPr>
              <p:nvPr/>
            </p:nvGrpSpPr>
            <p:grpSpPr bwMode="auto">
              <a:xfrm>
                <a:off x="4381" y="3929"/>
                <a:ext cx="80" cy="77"/>
                <a:chOff x="3921" y="1657"/>
                <a:chExt cx="576" cy="576"/>
              </a:xfrm>
            </p:grpSpPr>
            <p:sp>
              <p:nvSpPr>
                <p:cNvPr id="65" name="Line 27">
                  <a:extLst>
                    <a:ext uri="{FF2B5EF4-FFF2-40B4-BE49-F238E27FC236}">
                      <a16:creationId xmlns:a16="http://schemas.microsoft.com/office/drawing/2014/main" id="{62B79087-B2A6-42D9-8951-792F336C0F8A}"/>
                    </a:ext>
                  </a:extLst>
                </p:cNvPr>
                <p:cNvSpPr>
                  <a:spLocks noChangeShapeType="1"/>
                </p:cNvSpPr>
                <p:nvPr/>
              </p:nvSpPr>
              <p:spPr bwMode="auto">
                <a:xfrm>
                  <a:off x="3921" y="1940"/>
                  <a:ext cx="5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28">
                  <a:extLst>
                    <a:ext uri="{FF2B5EF4-FFF2-40B4-BE49-F238E27FC236}">
                      <a16:creationId xmlns:a16="http://schemas.microsoft.com/office/drawing/2014/main" id="{0CB5ED9C-3A7F-4251-8B37-62FE2FCB7E85}"/>
                    </a:ext>
                  </a:extLst>
                </p:cNvPr>
                <p:cNvSpPr>
                  <a:spLocks noChangeShapeType="1"/>
                </p:cNvSpPr>
                <p:nvPr/>
              </p:nvSpPr>
              <p:spPr bwMode="auto">
                <a:xfrm>
                  <a:off x="4214" y="1657"/>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 name="WordArt 29">
                <a:extLst>
                  <a:ext uri="{FF2B5EF4-FFF2-40B4-BE49-F238E27FC236}">
                    <a16:creationId xmlns:a16="http://schemas.microsoft.com/office/drawing/2014/main" id="{DABD9006-4493-44BF-B17E-F3B80B8AC89F}"/>
                  </a:ext>
                </a:extLst>
              </p:cNvPr>
              <p:cNvSpPr>
                <a:spLocks noChangeArrowheads="1" noChangeShapeType="1" noTextEdit="1"/>
              </p:cNvSpPr>
              <p:nvPr/>
            </p:nvSpPr>
            <p:spPr bwMode="auto">
              <a:xfrm>
                <a:off x="3933" y="3942"/>
                <a:ext cx="79" cy="81"/>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sp>
            <p:nvSpPr>
              <p:cNvPr id="60" name="WordArt 30">
                <a:extLst>
                  <a:ext uri="{FF2B5EF4-FFF2-40B4-BE49-F238E27FC236}">
                    <a16:creationId xmlns:a16="http://schemas.microsoft.com/office/drawing/2014/main" id="{3A81CDE3-4C90-4C25-B37D-C851349E916D}"/>
                  </a:ext>
                </a:extLst>
              </p:cNvPr>
              <p:cNvSpPr>
                <a:spLocks noChangeArrowheads="1" noChangeShapeType="1" noTextEdit="1"/>
              </p:cNvSpPr>
              <p:nvPr/>
            </p:nvSpPr>
            <p:spPr bwMode="auto">
              <a:xfrm>
                <a:off x="3755" y="3959"/>
                <a:ext cx="190" cy="134"/>
              </a:xfrm>
              <a:prstGeom prst="rect">
                <a:avLst/>
              </a:prstGeom>
            </p:spPr>
            <p:txBody>
              <a:bodyPr wrap="none" fromWordArt="1">
                <a:prstTxWarp prst="textPlain">
                  <a:avLst>
                    <a:gd name="adj" fmla="val 58741"/>
                  </a:avLst>
                </a:prstTxWarp>
              </a:bodyPr>
              <a:lstStyle/>
              <a:p>
                <a:pPr algn="ctr"/>
                <a:r>
                  <a:rPr lang="en-US" altLang="zh-CN" sz="3600" i="1" kern="10">
                    <a:ln w="9525">
                      <a:solidFill>
                        <a:srgbClr val="000000"/>
                      </a:solidFill>
                      <a:round/>
                      <a:headEnd/>
                      <a:tailEnd/>
                    </a:ln>
                    <a:latin typeface="宋体" panose="02010600030101010101" pitchFamily="2" charset="-122"/>
                  </a:rPr>
                  <a:t>T</a:t>
                </a:r>
                <a:endParaRPr lang="zh-CN" altLang="en-US" sz="3600" i="1" kern="10">
                  <a:ln w="9525">
                    <a:solidFill>
                      <a:srgbClr val="000000"/>
                    </a:solidFill>
                    <a:round/>
                    <a:headEnd/>
                    <a:tailEnd/>
                  </a:ln>
                  <a:latin typeface="宋体" panose="02010600030101010101" pitchFamily="2" charset="-122"/>
                </a:endParaRPr>
              </a:p>
            </p:txBody>
          </p:sp>
          <p:sp>
            <p:nvSpPr>
              <p:cNvPr id="61" name="WordArt 31">
                <a:extLst>
                  <a:ext uri="{FF2B5EF4-FFF2-40B4-BE49-F238E27FC236}">
                    <a16:creationId xmlns:a16="http://schemas.microsoft.com/office/drawing/2014/main" id="{BEFEFDBA-F435-4FE9-9DE4-1AB45556B54D}"/>
                  </a:ext>
                </a:extLst>
              </p:cNvPr>
              <p:cNvSpPr>
                <a:spLocks noChangeArrowheads="1" noChangeShapeType="1" noTextEdit="1"/>
              </p:cNvSpPr>
              <p:nvPr/>
            </p:nvSpPr>
            <p:spPr bwMode="auto">
              <a:xfrm>
                <a:off x="4024" y="3943"/>
                <a:ext cx="136" cy="148"/>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62" name="Line 32">
                <a:extLst>
                  <a:ext uri="{FF2B5EF4-FFF2-40B4-BE49-F238E27FC236}">
                    <a16:creationId xmlns:a16="http://schemas.microsoft.com/office/drawing/2014/main" id="{8823860D-361D-493A-BD03-C12501DF8801}"/>
                  </a:ext>
                </a:extLst>
              </p:cNvPr>
              <p:cNvSpPr>
                <a:spLocks noChangeShapeType="1"/>
              </p:cNvSpPr>
              <p:nvPr/>
            </p:nvSpPr>
            <p:spPr bwMode="auto">
              <a:xfrm>
                <a:off x="4198" y="3964"/>
                <a:ext cx="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WordArt 33">
                <a:extLst>
                  <a:ext uri="{FF2B5EF4-FFF2-40B4-BE49-F238E27FC236}">
                    <a16:creationId xmlns:a16="http://schemas.microsoft.com/office/drawing/2014/main" id="{89412433-6B29-4A23-9336-F198C036E9CF}"/>
                  </a:ext>
                </a:extLst>
              </p:cNvPr>
              <p:cNvSpPr>
                <a:spLocks noChangeArrowheads="1" noChangeShapeType="1" noTextEdit="1"/>
              </p:cNvSpPr>
              <p:nvPr/>
            </p:nvSpPr>
            <p:spPr bwMode="auto">
              <a:xfrm>
                <a:off x="4295" y="3917"/>
                <a:ext cx="72" cy="89"/>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sp>
            <p:nvSpPr>
              <p:cNvPr id="64" name="WordArt 34">
                <a:extLst>
                  <a:ext uri="{FF2B5EF4-FFF2-40B4-BE49-F238E27FC236}">
                    <a16:creationId xmlns:a16="http://schemas.microsoft.com/office/drawing/2014/main" id="{CDADC269-5C60-4986-97E2-54BBC10AD5CD}"/>
                  </a:ext>
                </a:extLst>
              </p:cNvPr>
              <p:cNvSpPr>
                <a:spLocks noChangeArrowheads="1" noChangeShapeType="1" noTextEdit="1"/>
              </p:cNvSpPr>
              <p:nvPr/>
            </p:nvSpPr>
            <p:spPr bwMode="auto">
              <a:xfrm>
                <a:off x="4498" y="3913"/>
                <a:ext cx="49" cy="91"/>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sp>
          <p:nvSpPr>
            <p:cNvPr id="67" name="Text Box 35">
              <a:extLst>
                <a:ext uri="{FF2B5EF4-FFF2-40B4-BE49-F238E27FC236}">
                  <a16:creationId xmlns:a16="http://schemas.microsoft.com/office/drawing/2014/main" id="{D2774E76-B837-4B90-9587-6CB9FDF4AC2C}"/>
                </a:ext>
              </a:extLst>
            </p:cNvPr>
            <p:cNvSpPr txBox="1">
              <a:spLocks noChangeArrowheads="1"/>
            </p:cNvSpPr>
            <p:nvPr/>
          </p:nvSpPr>
          <p:spPr bwMode="auto">
            <a:xfrm>
              <a:off x="3884613" y="3181350"/>
              <a:ext cx="1077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ea typeface="华文中宋" panose="02010600040101010101" pitchFamily="2" charset="-122"/>
                </a:rPr>
                <a:t>常量3</a:t>
              </a:r>
            </a:p>
          </p:txBody>
        </p:sp>
        <p:grpSp>
          <p:nvGrpSpPr>
            <p:cNvPr id="68" name="Group 36">
              <a:extLst>
                <a:ext uri="{FF2B5EF4-FFF2-40B4-BE49-F238E27FC236}">
                  <a16:creationId xmlns:a16="http://schemas.microsoft.com/office/drawing/2014/main" id="{67D9C455-4003-4CEA-889F-4818133E0E3F}"/>
                </a:ext>
              </a:extLst>
            </p:cNvPr>
            <p:cNvGrpSpPr>
              <a:grpSpLocks/>
            </p:cNvGrpSpPr>
            <p:nvPr/>
          </p:nvGrpSpPr>
          <p:grpSpPr bwMode="auto">
            <a:xfrm rot="5400000">
              <a:off x="3627438" y="3352800"/>
              <a:ext cx="166687" cy="265113"/>
              <a:chOff x="2928" y="3216"/>
              <a:chExt cx="48" cy="240"/>
            </a:xfrm>
          </p:grpSpPr>
          <p:sp>
            <p:nvSpPr>
              <p:cNvPr id="69" name="Line 37">
                <a:extLst>
                  <a:ext uri="{FF2B5EF4-FFF2-40B4-BE49-F238E27FC236}">
                    <a16:creationId xmlns:a16="http://schemas.microsoft.com/office/drawing/2014/main" id="{88475336-7174-44AD-8B51-84CED2FF81CF}"/>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38">
                <a:extLst>
                  <a:ext uri="{FF2B5EF4-FFF2-40B4-BE49-F238E27FC236}">
                    <a16:creationId xmlns:a16="http://schemas.microsoft.com/office/drawing/2014/main" id="{5421A684-8271-439B-B739-6E4FEDA701B6}"/>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 name="Rectangle 39">
              <a:extLst>
                <a:ext uri="{FF2B5EF4-FFF2-40B4-BE49-F238E27FC236}">
                  <a16:creationId xmlns:a16="http://schemas.microsoft.com/office/drawing/2014/main" id="{498D691C-11E2-4407-9D03-653469F44741}"/>
                </a:ext>
              </a:extLst>
            </p:cNvPr>
            <p:cNvSpPr>
              <a:spLocks noChangeArrowheads="1"/>
            </p:cNvSpPr>
            <p:nvPr/>
          </p:nvSpPr>
          <p:spPr bwMode="auto">
            <a:xfrm>
              <a:off x="1722438" y="1936750"/>
              <a:ext cx="3252787" cy="1936750"/>
            </a:xfrm>
            <a:prstGeom prst="rect">
              <a:avLst/>
            </a:prstGeom>
            <a:noFill/>
            <a:ln w="349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pic>
        <p:nvPicPr>
          <p:cNvPr id="167" name="图片 166">
            <a:extLst>
              <a:ext uri="{FF2B5EF4-FFF2-40B4-BE49-F238E27FC236}">
                <a16:creationId xmlns:a16="http://schemas.microsoft.com/office/drawing/2014/main" id="{EC94285E-9AF7-4A69-AE2B-DBB8698D08BB}"/>
              </a:ext>
            </a:extLst>
          </p:cNvPr>
          <p:cNvPicPr>
            <a:picLocks noChangeAspect="1"/>
          </p:cNvPicPr>
          <p:nvPr/>
        </p:nvPicPr>
        <p:blipFill rotWithShape="1">
          <a:blip r:embed="rId2"/>
          <a:srcRect l="21567" t="57832" b="17962"/>
          <a:stretch/>
        </p:blipFill>
        <p:spPr>
          <a:xfrm>
            <a:off x="4379207" y="3861048"/>
            <a:ext cx="3293092" cy="868745"/>
          </a:xfrm>
          <a:prstGeom prst="rect">
            <a:avLst/>
          </a:prstGeom>
        </p:spPr>
      </p:pic>
      <p:grpSp>
        <p:nvGrpSpPr>
          <p:cNvPr id="168" name="Group 373">
            <a:extLst>
              <a:ext uri="{FF2B5EF4-FFF2-40B4-BE49-F238E27FC236}">
                <a16:creationId xmlns:a16="http://schemas.microsoft.com/office/drawing/2014/main" id="{13379FF2-1293-4110-8A4A-C8923E90C25D}"/>
              </a:ext>
            </a:extLst>
          </p:cNvPr>
          <p:cNvGrpSpPr>
            <a:grpSpLocks/>
          </p:cNvGrpSpPr>
          <p:nvPr/>
        </p:nvGrpSpPr>
        <p:grpSpPr bwMode="auto">
          <a:xfrm>
            <a:off x="5282077" y="4956940"/>
            <a:ext cx="2058987" cy="951059"/>
            <a:chOff x="3244" y="3620"/>
            <a:chExt cx="1114" cy="423"/>
          </a:xfrm>
        </p:grpSpPr>
        <p:sp>
          <p:nvSpPr>
            <p:cNvPr id="169" name="Line 374">
              <a:extLst>
                <a:ext uri="{FF2B5EF4-FFF2-40B4-BE49-F238E27FC236}">
                  <a16:creationId xmlns:a16="http://schemas.microsoft.com/office/drawing/2014/main" id="{D9665B6E-6FFB-49B3-AD78-48D938F0D217}"/>
                </a:ext>
              </a:extLst>
            </p:cNvPr>
            <p:cNvSpPr>
              <a:spLocks noChangeShapeType="1"/>
            </p:cNvSpPr>
            <p:nvPr/>
          </p:nvSpPr>
          <p:spPr bwMode="auto">
            <a:xfrm rot="5400000">
              <a:off x="3796" y="3659"/>
              <a:ext cx="0" cy="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0" name="Group 375">
              <a:extLst>
                <a:ext uri="{FF2B5EF4-FFF2-40B4-BE49-F238E27FC236}">
                  <a16:creationId xmlns:a16="http://schemas.microsoft.com/office/drawing/2014/main" id="{FD7DA6AC-A0FF-46BC-BCC9-EB8D3894EE8C}"/>
                </a:ext>
              </a:extLst>
            </p:cNvPr>
            <p:cNvGrpSpPr>
              <a:grpSpLocks/>
            </p:cNvGrpSpPr>
            <p:nvPr/>
          </p:nvGrpSpPr>
          <p:grpSpPr bwMode="auto">
            <a:xfrm>
              <a:off x="3329" y="3620"/>
              <a:ext cx="367" cy="169"/>
              <a:chOff x="3329" y="3620"/>
              <a:chExt cx="367" cy="169"/>
            </a:xfrm>
          </p:grpSpPr>
          <p:sp>
            <p:nvSpPr>
              <p:cNvPr id="180" name="WordArt 376">
                <a:extLst>
                  <a:ext uri="{FF2B5EF4-FFF2-40B4-BE49-F238E27FC236}">
                    <a16:creationId xmlns:a16="http://schemas.microsoft.com/office/drawing/2014/main" id="{30BBBD4B-2384-4C4E-820A-8F69E94EC1D7}"/>
                  </a:ext>
                </a:extLst>
              </p:cNvPr>
              <p:cNvSpPr>
                <a:spLocks noChangeArrowheads="1" noChangeShapeType="1" noTextEdit="1"/>
              </p:cNvSpPr>
              <p:nvPr/>
            </p:nvSpPr>
            <p:spPr bwMode="auto">
              <a:xfrm>
                <a:off x="3449" y="3697"/>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181" name="WordArt 377">
                <a:extLst>
                  <a:ext uri="{FF2B5EF4-FFF2-40B4-BE49-F238E27FC236}">
                    <a16:creationId xmlns:a16="http://schemas.microsoft.com/office/drawing/2014/main" id="{9F16CECA-78C0-40BA-A6A7-3D51B24ABED1}"/>
                  </a:ext>
                </a:extLst>
              </p:cNvPr>
              <p:cNvSpPr>
                <a:spLocks noChangeArrowheads="1" noChangeShapeType="1" noTextEdit="1"/>
              </p:cNvSpPr>
              <p:nvPr/>
            </p:nvSpPr>
            <p:spPr bwMode="auto">
              <a:xfrm>
                <a:off x="3650" y="3693"/>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182" name="WordArt 378">
                <a:extLst>
                  <a:ext uri="{FF2B5EF4-FFF2-40B4-BE49-F238E27FC236}">
                    <a16:creationId xmlns:a16="http://schemas.microsoft.com/office/drawing/2014/main" id="{BD520C45-438C-4B7A-B991-3A61185DD4D1}"/>
                  </a:ext>
                </a:extLst>
              </p:cNvPr>
              <p:cNvSpPr>
                <a:spLocks noChangeArrowheads="1" noChangeShapeType="1" noTextEdit="1"/>
              </p:cNvSpPr>
              <p:nvPr/>
            </p:nvSpPr>
            <p:spPr bwMode="auto">
              <a:xfrm>
                <a:off x="3329" y="3620"/>
                <a:ext cx="113" cy="131"/>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1"/>
                      </a:solidFill>
                      <a:round/>
                      <a:headEnd/>
                      <a:tailEnd/>
                    </a:ln>
                    <a:solidFill>
                      <a:schemeClr val="accent1"/>
                    </a:solidFill>
                    <a:latin typeface="Monotype Corsiva" panose="03010101010201010101" pitchFamily="66" charset="0"/>
                  </a:rPr>
                  <a:t>p</a:t>
                </a:r>
                <a:endParaRPr lang="zh-CN" altLang="en-US" sz="3600" i="1" kern="10" dirty="0">
                  <a:ln w="9525">
                    <a:solidFill>
                      <a:schemeClr val="tx1"/>
                    </a:solidFill>
                    <a:round/>
                    <a:headEnd/>
                    <a:tailEnd/>
                  </a:ln>
                  <a:solidFill>
                    <a:schemeClr val="accent1"/>
                  </a:solidFill>
                  <a:latin typeface="Monotype Corsiva" panose="03010101010201010101" pitchFamily="66" charset="0"/>
                </a:endParaRPr>
              </a:p>
            </p:txBody>
          </p:sp>
          <p:sp>
            <p:nvSpPr>
              <p:cNvPr id="183" name="WordArt 379">
                <a:extLst>
                  <a:ext uri="{FF2B5EF4-FFF2-40B4-BE49-F238E27FC236}">
                    <a16:creationId xmlns:a16="http://schemas.microsoft.com/office/drawing/2014/main" id="{D9DE35F0-D1E3-4AA2-B910-4D5D3047E97B}"/>
                  </a:ext>
                </a:extLst>
              </p:cNvPr>
              <p:cNvSpPr>
                <a:spLocks noChangeArrowheads="1" noChangeShapeType="1" noTextEdit="1"/>
              </p:cNvSpPr>
              <p:nvPr/>
            </p:nvSpPr>
            <p:spPr bwMode="auto">
              <a:xfrm>
                <a:off x="3541" y="3637"/>
                <a:ext cx="151" cy="122"/>
              </a:xfrm>
              <a:prstGeom prst="rect">
                <a:avLst/>
              </a:prstGeom>
            </p:spPr>
            <p:txBody>
              <a:bodyPr wrap="none" fromWordArt="1">
                <a:prstTxWarp prst="textPlain">
                  <a:avLst>
                    <a:gd name="adj" fmla="val 58931"/>
                  </a:avLst>
                </a:prstTxWarp>
              </a:bodyPr>
              <a:lstStyle/>
              <a:p>
                <a:pPr algn="ctr"/>
                <a:r>
                  <a:rPr lang="en-US" altLang="zh-CN" sz="3600" i="1" kern="10" dirty="0">
                    <a:ln w="9525">
                      <a:solidFill>
                        <a:schemeClr val="tx1"/>
                      </a:solidFill>
                      <a:round/>
                      <a:headEnd/>
                      <a:tailEnd/>
                    </a:ln>
                    <a:solidFill>
                      <a:schemeClr val="accent1"/>
                    </a:solidFill>
                    <a:latin typeface="宋体" panose="02010600030101010101" pitchFamily="2" charset="-122"/>
                  </a:rPr>
                  <a:t>V</a:t>
                </a:r>
                <a:endParaRPr lang="zh-CN" altLang="en-US" sz="3600" i="1" kern="10" dirty="0">
                  <a:ln w="9525">
                    <a:solidFill>
                      <a:schemeClr val="tx1"/>
                    </a:solidFill>
                    <a:round/>
                    <a:headEnd/>
                    <a:tailEnd/>
                  </a:ln>
                  <a:solidFill>
                    <a:schemeClr val="accent1"/>
                  </a:solidFill>
                  <a:latin typeface="宋体" panose="02010600030101010101" pitchFamily="2" charset="-122"/>
                </a:endParaRPr>
              </a:p>
            </p:txBody>
          </p:sp>
        </p:grpSp>
        <p:grpSp>
          <p:nvGrpSpPr>
            <p:cNvPr id="171" name="Group 380">
              <a:extLst>
                <a:ext uri="{FF2B5EF4-FFF2-40B4-BE49-F238E27FC236}">
                  <a16:creationId xmlns:a16="http://schemas.microsoft.com/office/drawing/2014/main" id="{0918B18E-0DCE-459E-90D7-DBAEA6764BE0}"/>
                </a:ext>
              </a:extLst>
            </p:cNvPr>
            <p:cNvGrpSpPr>
              <a:grpSpLocks/>
            </p:cNvGrpSpPr>
            <p:nvPr/>
          </p:nvGrpSpPr>
          <p:grpSpPr bwMode="auto">
            <a:xfrm>
              <a:off x="3896" y="3625"/>
              <a:ext cx="377" cy="172"/>
              <a:chOff x="3827" y="3632"/>
              <a:chExt cx="377" cy="172"/>
            </a:xfrm>
          </p:grpSpPr>
          <p:sp>
            <p:nvSpPr>
              <p:cNvPr id="176" name="WordArt 381">
                <a:extLst>
                  <a:ext uri="{FF2B5EF4-FFF2-40B4-BE49-F238E27FC236}">
                    <a16:creationId xmlns:a16="http://schemas.microsoft.com/office/drawing/2014/main" id="{97B74917-1723-41CB-BFF7-42FFC00F5F62}"/>
                  </a:ext>
                </a:extLst>
              </p:cNvPr>
              <p:cNvSpPr>
                <a:spLocks noChangeArrowheads="1" noChangeShapeType="1" noTextEdit="1"/>
              </p:cNvSpPr>
              <p:nvPr/>
            </p:nvSpPr>
            <p:spPr bwMode="auto">
              <a:xfrm>
                <a:off x="3827" y="3632"/>
                <a:ext cx="113" cy="131"/>
              </a:xfrm>
              <a:prstGeom prst="rect">
                <a:avLst/>
              </a:prstGeom>
            </p:spPr>
            <p:txBody>
              <a:bodyPr wrap="none" fromWordArt="1">
                <a:prstTxWarp prst="textPlain">
                  <a:avLst>
                    <a:gd name="adj" fmla="val 50000"/>
                  </a:avLst>
                </a:prstTxWarp>
              </a:bodyPr>
              <a:lstStyle/>
              <a:p>
                <a:pPr algn="ctr"/>
                <a:r>
                  <a:rPr lang="en-US" altLang="zh-CN" sz="3600" i="1" kern="10" dirty="0">
                    <a:ln w="9525">
                      <a:solidFill>
                        <a:schemeClr val="tx1"/>
                      </a:solidFill>
                      <a:round/>
                      <a:headEnd/>
                      <a:tailEnd/>
                    </a:ln>
                    <a:solidFill>
                      <a:schemeClr val="accent1"/>
                    </a:solidFill>
                    <a:latin typeface="Monotype Corsiva" panose="03010101010201010101" pitchFamily="66" charset="0"/>
                  </a:rPr>
                  <a:t>p</a:t>
                </a:r>
                <a:endParaRPr lang="zh-CN" altLang="en-US" sz="3600" i="1" kern="10" dirty="0">
                  <a:ln w="9525">
                    <a:solidFill>
                      <a:schemeClr val="tx1"/>
                    </a:solidFill>
                    <a:round/>
                    <a:headEnd/>
                    <a:tailEnd/>
                  </a:ln>
                  <a:solidFill>
                    <a:schemeClr val="accent1"/>
                  </a:solidFill>
                  <a:latin typeface="Monotype Corsiva" panose="03010101010201010101" pitchFamily="66" charset="0"/>
                </a:endParaRPr>
              </a:p>
            </p:txBody>
          </p:sp>
          <p:sp>
            <p:nvSpPr>
              <p:cNvPr id="177" name="WordArt 382">
                <a:extLst>
                  <a:ext uri="{FF2B5EF4-FFF2-40B4-BE49-F238E27FC236}">
                    <a16:creationId xmlns:a16="http://schemas.microsoft.com/office/drawing/2014/main" id="{BDEB8D6C-E99C-4577-905E-16D78CCB59A3}"/>
                  </a:ext>
                </a:extLst>
              </p:cNvPr>
              <p:cNvSpPr>
                <a:spLocks noChangeArrowheads="1" noChangeShapeType="1" noTextEdit="1"/>
              </p:cNvSpPr>
              <p:nvPr/>
            </p:nvSpPr>
            <p:spPr bwMode="auto">
              <a:xfrm>
                <a:off x="4150" y="3706"/>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2</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178" name="WordArt 383">
                <a:extLst>
                  <a:ext uri="{FF2B5EF4-FFF2-40B4-BE49-F238E27FC236}">
                    <a16:creationId xmlns:a16="http://schemas.microsoft.com/office/drawing/2014/main" id="{BAAFB32A-06E5-4D4C-944D-47BCE48EF59D}"/>
                  </a:ext>
                </a:extLst>
              </p:cNvPr>
              <p:cNvSpPr>
                <a:spLocks noChangeArrowheads="1" noChangeShapeType="1" noTextEdit="1"/>
              </p:cNvSpPr>
              <p:nvPr/>
            </p:nvSpPr>
            <p:spPr bwMode="auto">
              <a:xfrm>
                <a:off x="3934" y="3711"/>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2</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179" name="WordArt 384">
                <a:extLst>
                  <a:ext uri="{FF2B5EF4-FFF2-40B4-BE49-F238E27FC236}">
                    <a16:creationId xmlns:a16="http://schemas.microsoft.com/office/drawing/2014/main" id="{031EBE1F-0C1F-4F15-BF82-A0190B96DE9C}"/>
                  </a:ext>
                </a:extLst>
              </p:cNvPr>
              <p:cNvSpPr>
                <a:spLocks noChangeArrowheads="1" noChangeShapeType="1" noTextEdit="1"/>
              </p:cNvSpPr>
              <p:nvPr/>
            </p:nvSpPr>
            <p:spPr bwMode="auto">
              <a:xfrm>
                <a:off x="4046" y="364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solidFill>
                      <a:schemeClr val="accent1"/>
                    </a:solidFill>
                    <a:latin typeface="宋体" panose="02010600030101010101" pitchFamily="2" charset="-122"/>
                  </a:rPr>
                  <a:t>V</a:t>
                </a:r>
                <a:endParaRPr lang="zh-CN" altLang="en-US" sz="3600" i="1" kern="10">
                  <a:ln w="9525">
                    <a:solidFill>
                      <a:schemeClr val="tx1"/>
                    </a:solidFill>
                    <a:round/>
                    <a:headEnd/>
                    <a:tailEnd/>
                  </a:ln>
                  <a:solidFill>
                    <a:schemeClr val="accent1"/>
                  </a:solidFill>
                  <a:latin typeface="宋体" panose="02010600030101010101" pitchFamily="2" charset="-122"/>
                </a:endParaRPr>
              </a:p>
            </p:txBody>
          </p:sp>
        </p:grpSp>
        <p:sp>
          <p:nvSpPr>
            <p:cNvPr id="172" name="Line 385">
              <a:extLst>
                <a:ext uri="{FF2B5EF4-FFF2-40B4-BE49-F238E27FC236}">
                  <a16:creationId xmlns:a16="http://schemas.microsoft.com/office/drawing/2014/main" id="{678C6271-1CE6-422C-8960-8DCC944AAF19}"/>
                </a:ext>
              </a:extLst>
            </p:cNvPr>
            <p:cNvSpPr>
              <a:spLocks noChangeShapeType="1"/>
            </p:cNvSpPr>
            <p:nvPr/>
          </p:nvSpPr>
          <p:spPr bwMode="auto">
            <a:xfrm>
              <a:off x="3244" y="3843"/>
              <a:ext cx="111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173" name="WordArt 386">
              <a:extLst>
                <a:ext uri="{FF2B5EF4-FFF2-40B4-BE49-F238E27FC236}">
                  <a16:creationId xmlns:a16="http://schemas.microsoft.com/office/drawing/2014/main" id="{FE62162B-CD73-4910-92D3-6D32208B958F}"/>
                </a:ext>
              </a:extLst>
            </p:cNvPr>
            <p:cNvSpPr>
              <a:spLocks noChangeArrowheads="1" noChangeShapeType="1" noTextEdit="1"/>
            </p:cNvSpPr>
            <p:nvPr/>
          </p:nvSpPr>
          <p:spPr bwMode="auto">
            <a:xfrm>
              <a:off x="3565" y="3896"/>
              <a:ext cx="94" cy="147"/>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solidFill>
                    <a:schemeClr val="accent1"/>
                  </a:solidFill>
                  <a:latin typeface="Symbol" panose="05050102010706020507" pitchFamily="18" charset="2"/>
                </a:rPr>
                <a:t>g</a:t>
              </a:r>
              <a:endParaRPr lang="zh-CN" altLang="en-US" sz="3600" b="1" i="1" kern="10">
                <a:ln w="12700">
                  <a:solidFill>
                    <a:schemeClr val="tx1"/>
                  </a:solidFill>
                  <a:round/>
                  <a:headEnd/>
                  <a:tailEnd/>
                </a:ln>
                <a:solidFill>
                  <a:schemeClr val="accent1"/>
                </a:solidFill>
                <a:latin typeface="Symbol" panose="05050102010706020507" pitchFamily="18" charset="2"/>
              </a:endParaRPr>
            </a:p>
          </p:txBody>
        </p:sp>
        <p:sp>
          <p:nvSpPr>
            <p:cNvPr id="174" name="Line 387">
              <a:extLst>
                <a:ext uri="{FF2B5EF4-FFF2-40B4-BE49-F238E27FC236}">
                  <a16:creationId xmlns:a16="http://schemas.microsoft.com/office/drawing/2014/main" id="{1E9D93B8-42B8-4311-B5E6-CF333AF2743C}"/>
                </a:ext>
              </a:extLst>
            </p:cNvPr>
            <p:cNvSpPr>
              <a:spLocks noChangeShapeType="1"/>
            </p:cNvSpPr>
            <p:nvPr/>
          </p:nvSpPr>
          <p:spPr bwMode="auto">
            <a:xfrm rot="5400000">
              <a:off x="3786" y="3907"/>
              <a:ext cx="0" cy="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 name="WordArt 388">
              <a:extLst>
                <a:ext uri="{FF2B5EF4-FFF2-40B4-BE49-F238E27FC236}">
                  <a16:creationId xmlns:a16="http://schemas.microsoft.com/office/drawing/2014/main" id="{502C3B7D-5439-41C0-B38E-563C4612441E}"/>
                </a:ext>
              </a:extLst>
            </p:cNvPr>
            <p:cNvSpPr>
              <a:spLocks noChangeArrowheads="1" noChangeShapeType="1" noTextEdit="1"/>
            </p:cNvSpPr>
            <p:nvPr/>
          </p:nvSpPr>
          <p:spPr bwMode="auto">
            <a:xfrm>
              <a:off x="3913" y="3904"/>
              <a:ext cx="46" cy="130"/>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grpSp>
      <p:pic>
        <p:nvPicPr>
          <p:cNvPr id="184" name="图片 183">
            <a:extLst>
              <a:ext uri="{FF2B5EF4-FFF2-40B4-BE49-F238E27FC236}">
                <a16:creationId xmlns:a16="http://schemas.microsoft.com/office/drawing/2014/main" id="{228E12EE-BF02-498E-BE47-16799E24B401}"/>
              </a:ext>
            </a:extLst>
          </p:cNvPr>
          <p:cNvPicPr>
            <a:picLocks noChangeAspect="1"/>
          </p:cNvPicPr>
          <p:nvPr/>
        </p:nvPicPr>
        <p:blipFill rotWithShape="1">
          <a:blip r:embed="rId2"/>
          <a:srcRect l="21343" t="57832" r="58023" b="17962"/>
          <a:stretch/>
        </p:blipFill>
        <p:spPr>
          <a:xfrm>
            <a:off x="4355976" y="5102441"/>
            <a:ext cx="866366" cy="868745"/>
          </a:xfrm>
          <a:prstGeom prst="rect">
            <a:avLst/>
          </a:prstGeom>
        </p:spPr>
      </p:pic>
      <p:sp>
        <p:nvSpPr>
          <p:cNvPr id="39" name="文本框 38">
            <a:extLst>
              <a:ext uri="{FF2B5EF4-FFF2-40B4-BE49-F238E27FC236}">
                <a16:creationId xmlns:a16="http://schemas.microsoft.com/office/drawing/2014/main" id="{A2F50605-6A04-B2A3-B02C-9A4DB0CC1B2B}"/>
              </a:ext>
            </a:extLst>
          </p:cNvPr>
          <p:cNvSpPr txBox="1"/>
          <p:nvPr/>
        </p:nvSpPr>
        <p:spPr>
          <a:xfrm>
            <a:off x="2816570" y="96278"/>
            <a:ext cx="3477438" cy="584775"/>
          </a:xfrm>
          <a:prstGeom prst="rect">
            <a:avLst/>
          </a:prstGeom>
          <a:noFill/>
        </p:spPr>
        <p:txBody>
          <a:bodyPr wrap="square" rtlCol="0">
            <a:spAutoFit/>
          </a:bodyPr>
          <a:lstStyle/>
          <a:p>
            <a:r>
              <a:rPr lang="zh-CN" altLang="en-US" dirty="0">
                <a:solidFill>
                  <a:schemeClr val="bg1"/>
                </a:solidFill>
              </a:rPr>
              <a:t>等值过程</a:t>
            </a:r>
            <a:r>
              <a:rPr lang="en-US" altLang="zh-CN" dirty="0">
                <a:solidFill>
                  <a:schemeClr val="bg1"/>
                </a:solidFill>
              </a:rPr>
              <a:t>-</a:t>
            </a:r>
            <a:r>
              <a:rPr lang="zh-CN" altLang="en-US" dirty="0">
                <a:solidFill>
                  <a:schemeClr val="bg1"/>
                </a:solidFill>
              </a:rPr>
              <a:t>绝热</a:t>
            </a:r>
          </a:p>
        </p:txBody>
      </p:sp>
    </p:spTree>
    <p:extLst>
      <p:ext uri="{BB962C8B-B14F-4D97-AF65-F5344CB8AC3E}">
        <p14:creationId xmlns:p14="http://schemas.microsoft.com/office/powerpoint/2010/main" val="60893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arn(inVertic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barn(inVertical)">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barn(inVertical)">
                                      <p:cBhvr>
                                        <p:cTn id="22" dur="500"/>
                                        <p:tgtEl>
                                          <p:spTgt spid="16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68"/>
                                        </p:tgtEl>
                                        <p:attrNameLst>
                                          <p:attrName>style.visibility</p:attrName>
                                        </p:attrNameLst>
                                      </p:cBhvr>
                                      <p:to>
                                        <p:strVal val="visible"/>
                                      </p:to>
                                    </p:set>
                                    <p:animEffect transition="in" filter="barn(inVertical)">
                                      <p:cBhvr>
                                        <p:cTn id="27" dur="500"/>
                                        <p:tgtEl>
                                          <p:spTgt spid="168"/>
                                        </p:tgtEl>
                                      </p:cBhvr>
                                    </p:animEffect>
                                  </p:childTnLst>
                                </p:cTn>
                              </p:par>
                              <p:par>
                                <p:cTn id="28" presetID="16" presetClass="entr" presetSubtype="21" fill="hold" nodeType="withEffect">
                                  <p:stCondLst>
                                    <p:cond delay="0"/>
                                  </p:stCondLst>
                                  <p:childTnLst>
                                    <p:set>
                                      <p:cBhvr>
                                        <p:cTn id="29" dur="1" fill="hold">
                                          <p:stCondLst>
                                            <p:cond delay="0"/>
                                          </p:stCondLst>
                                        </p:cTn>
                                        <p:tgtEl>
                                          <p:spTgt spid="184"/>
                                        </p:tgtEl>
                                        <p:attrNameLst>
                                          <p:attrName>style.visibility</p:attrName>
                                        </p:attrNameLst>
                                      </p:cBhvr>
                                      <p:to>
                                        <p:strVal val="visible"/>
                                      </p:to>
                                    </p:set>
                                    <p:animEffect transition="in" filter="barn(inVertical)">
                                      <p:cBhvr>
                                        <p:cTn id="30"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3" name="Text Box 7">
            <a:extLst>
              <a:ext uri="{FF2B5EF4-FFF2-40B4-BE49-F238E27FC236}">
                <a16:creationId xmlns:a16="http://schemas.microsoft.com/office/drawing/2014/main" id="{57D50AF1-A060-4C88-81BC-7CEB60EDF34D}"/>
              </a:ext>
            </a:extLst>
          </p:cNvPr>
          <p:cNvSpPr txBox="1">
            <a:spLocks noChangeArrowheads="1"/>
          </p:cNvSpPr>
          <p:nvPr/>
        </p:nvSpPr>
        <p:spPr bwMode="auto">
          <a:xfrm>
            <a:off x="0" y="425450"/>
            <a:ext cx="224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CC0000"/>
                </a:solidFill>
                <a:ea typeface="华文中宋" panose="02010600040101010101" pitchFamily="2" charset="-122"/>
              </a:rPr>
              <a:t>理想气体物态方程</a:t>
            </a:r>
            <a:endParaRPr lang="zh-CN" altLang="en-US" sz="2000" b="1">
              <a:ea typeface="华文中宋" panose="02010600040101010101" pitchFamily="2" charset="-122"/>
            </a:endParaRPr>
          </a:p>
        </p:txBody>
      </p:sp>
      <p:grpSp>
        <p:nvGrpSpPr>
          <p:cNvPr id="51204" name="Group 8">
            <a:extLst>
              <a:ext uri="{FF2B5EF4-FFF2-40B4-BE49-F238E27FC236}">
                <a16:creationId xmlns:a16="http://schemas.microsoft.com/office/drawing/2014/main" id="{4CE11C94-34AA-4955-8649-ED86CC676D5B}"/>
              </a:ext>
            </a:extLst>
          </p:cNvPr>
          <p:cNvGrpSpPr>
            <a:grpSpLocks/>
          </p:cNvGrpSpPr>
          <p:nvPr/>
        </p:nvGrpSpPr>
        <p:grpSpPr bwMode="auto">
          <a:xfrm>
            <a:off x="346075" y="931863"/>
            <a:ext cx="1539875" cy="412750"/>
            <a:chOff x="346" y="488"/>
            <a:chExt cx="970" cy="260"/>
          </a:xfrm>
        </p:grpSpPr>
        <p:grpSp>
          <p:nvGrpSpPr>
            <p:cNvPr id="51587" name="Group 9">
              <a:extLst>
                <a:ext uri="{FF2B5EF4-FFF2-40B4-BE49-F238E27FC236}">
                  <a16:creationId xmlns:a16="http://schemas.microsoft.com/office/drawing/2014/main" id="{FA3B10C9-88D0-4C37-801B-182DAB8B936E}"/>
                </a:ext>
              </a:extLst>
            </p:cNvPr>
            <p:cNvGrpSpPr>
              <a:grpSpLocks/>
            </p:cNvGrpSpPr>
            <p:nvPr/>
          </p:nvGrpSpPr>
          <p:grpSpPr bwMode="auto">
            <a:xfrm rot="5400000">
              <a:off x="681" y="555"/>
              <a:ext cx="39" cy="123"/>
              <a:chOff x="2928" y="3216"/>
              <a:chExt cx="48" cy="240"/>
            </a:xfrm>
          </p:grpSpPr>
          <p:sp>
            <p:nvSpPr>
              <p:cNvPr id="51597" name="Line 10">
                <a:extLst>
                  <a:ext uri="{FF2B5EF4-FFF2-40B4-BE49-F238E27FC236}">
                    <a16:creationId xmlns:a16="http://schemas.microsoft.com/office/drawing/2014/main" id="{87C084BD-DD57-4E68-B5BA-10EEC0FAABF6}"/>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98" name="Line 11">
                <a:extLst>
                  <a:ext uri="{FF2B5EF4-FFF2-40B4-BE49-F238E27FC236}">
                    <a16:creationId xmlns:a16="http://schemas.microsoft.com/office/drawing/2014/main" id="{355749CE-6221-4121-A3AB-1BE3ACFAAEAB}"/>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88" name="WordArt 12">
              <a:extLst>
                <a:ext uri="{FF2B5EF4-FFF2-40B4-BE49-F238E27FC236}">
                  <a16:creationId xmlns:a16="http://schemas.microsoft.com/office/drawing/2014/main" id="{AC5DAD3E-5725-4F2E-83C8-878F1F38422C}"/>
                </a:ext>
              </a:extLst>
            </p:cNvPr>
            <p:cNvSpPr>
              <a:spLocks noChangeArrowheads="1" noChangeShapeType="1" noTextEdit="1"/>
            </p:cNvSpPr>
            <p:nvPr/>
          </p:nvSpPr>
          <p:spPr bwMode="auto">
            <a:xfrm>
              <a:off x="485" y="556"/>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589" name="WordArt 13">
              <a:extLst>
                <a:ext uri="{FF2B5EF4-FFF2-40B4-BE49-F238E27FC236}">
                  <a16:creationId xmlns:a16="http://schemas.microsoft.com/office/drawing/2014/main" id="{C6FE4FA7-DB34-4BDC-B1B1-C9613D2C07ED}"/>
                </a:ext>
              </a:extLst>
            </p:cNvPr>
            <p:cNvSpPr>
              <a:spLocks noChangeArrowheads="1" noChangeShapeType="1" noTextEdit="1"/>
            </p:cNvSpPr>
            <p:nvPr/>
          </p:nvSpPr>
          <p:spPr bwMode="auto">
            <a:xfrm>
              <a:off x="346" y="551"/>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51590" name="Group 14">
              <a:extLst>
                <a:ext uri="{FF2B5EF4-FFF2-40B4-BE49-F238E27FC236}">
                  <a16:creationId xmlns:a16="http://schemas.microsoft.com/office/drawing/2014/main" id="{17DCFC03-64AF-42B7-91D2-D3A4D32BF6F5}"/>
                </a:ext>
              </a:extLst>
            </p:cNvPr>
            <p:cNvGrpSpPr>
              <a:grpSpLocks/>
            </p:cNvGrpSpPr>
            <p:nvPr/>
          </p:nvGrpSpPr>
          <p:grpSpPr bwMode="auto">
            <a:xfrm>
              <a:off x="808" y="488"/>
              <a:ext cx="385" cy="260"/>
              <a:chOff x="4666" y="829"/>
              <a:chExt cx="430" cy="282"/>
            </a:xfrm>
          </p:grpSpPr>
          <p:sp>
            <p:nvSpPr>
              <p:cNvPr id="51592" name="WordArt 15">
                <a:extLst>
                  <a:ext uri="{FF2B5EF4-FFF2-40B4-BE49-F238E27FC236}">
                    <a16:creationId xmlns:a16="http://schemas.microsoft.com/office/drawing/2014/main" id="{2A1518E9-1215-4530-813B-3DC3548956BB}"/>
                  </a:ext>
                </a:extLst>
              </p:cNvPr>
              <p:cNvSpPr>
                <a:spLocks noChangeArrowheads="1" noChangeShapeType="1" noTextEdit="1"/>
              </p:cNvSpPr>
              <p:nvPr/>
            </p:nvSpPr>
            <p:spPr bwMode="auto">
              <a:xfrm>
                <a:off x="4911" y="888"/>
                <a:ext cx="185" cy="128"/>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nvGrpSpPr>
              <p:cNvPr id="51593" name="Group 16">
                <a:extLst>
                  <a:ext uri="{FF2B5EF4-FFF2-40B4-BE49-F238E27FC236}">
                    <a16:creationId xmlns:a16="http://schemas.microsoft.com/office/drawing/2014/main" id="{E6278430-002A-4643-8087-21221E263460}"/>
                  </a:ext>
                </a:extLst>
              </p:cNvPr>
              <p:cNvGrpSpPr>
                <a:grpSpLocks/>
              </p:cNvGrpSpPr>
              <p:nvPr/>
            </p:nvGrpSpPr>
            <p:grpSpPr bwMode="auto">
              <a:xfrm>
                <a:off x="4666" y="829"/>
                <a:ext cx="247" cy="282"/>
                <a:chOff x="1499" y="1071"/>
                <a:chExt cx="280" cy="343"/>
              </a:xfrm>
            </p:grpSpPr>
            <p:sp>
              <p:nvSpPr>
                <p:cNvPr id="51594" name="WordArt 17">
                  <a:extLst>
                    <a:ext uri="{FF2B5EF4-FFF2-40B4-BE49-F238E27FC236}">
                      <a16:creationId xmlns:a16="http://schemas.microsoft.com/office/drawing/2014/main" id="{12F7406B-2798-44C5-AA6D-6871BC4AECF0}"/>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595" name="WordArt 18">
                  <a:extLst>
                    <a:ext uri="{FF2B5EF4-FFF2-40B4-BE49-F238E27FC236}">
                      <a16:creationId xmlns:a16="http://schemas.microsoft.com/office/drawing/2014/main" id="{10681A2E-9A77-4539-A028-2A83D484943A}"/>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96" name="Line 19">
                  <a:extLst>
                    <a:ext uri="{FF2B5EF4-FFF2-40B4-BE49-F238E27FC236}">
                      <a16:creationId xmlns:a16="http://schemas.microsoft.com/office/drawing/2014/main" id="{275FD26F-DE5D-4EB9-A747-84437726F8D3}"/>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1591" name="WordArt 20">
              <a:extLst>
                <a:ext uri="{FF2B5EF4-FFF2-40B4-BE49-F238E27FC236}">
                  <a16:creationId xmlns:a16="http://schemas.microsoft.com/office/drawing/2014/main" id="{61846173-8CD2-4969-87AE-7A7C7B3BF802}"/>
                </a:ext>
              </a:extLst>
            </p:cNvPr>
            <p:cNvSpPr>
              <a:spLocks noChangeArrowheads="1" noChangeShapeType="1" noTextEdit="1"/>
            </p:cNvSpPr>
            <p:nvPr/>
          </p:nvSpPr>
          <p:spPr bwMode="auto">
            <a:xfrm>
              <a:off x="1193" y="545"/>
              <a:ext cx="123" cy="119"/>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grpSp>
      <p:sp>
        <p:nvSpPr>
          <p:cNvPr id="51205" name="WordArt 21">
            <a:extLst>
              <a:ext uri="{FF2B5EF4-FFF2-40B4-BE49-F238E27FC236}">
                <a16:creationId xmlns:a16="http://schemas.microsoft.com/office/drawing/2014/main" id="{947FD8F6-A4B0-43A5-BFEA-93C2EFB8F6A5}"/>
              </a:ext>
            </a:extLst>
          </p:cNvPr>
          <p:cNvSpPr>
            <a:spLocks noChangeArrowheads="1" noChangeShapeType="1" noTextEdit="1"/>
          </p:cNvSpPr>
          <p:nvPr/>
        </p:nvSpPr>
        <p:spPr bwMode="auto">
          <a:xfrm>
            <a:off x="2403475" y="530225"/>
            <a:ext cx="1949450" cy="246063"/>
          </a:xfrm>
          <a:prstGeom prst="rect">
            <a:avLst/>
          </a:prstGeom>
        </p:spPr>
        <p:txBody>
          <a:bodyPr wrap="none" fromWordArt="1">
            <a:prstTxWarp prst="textPlain">
              <a:avLst>
                <a:gd name="adj" fmla="val 50000"/>
              </a:avLst>
            </a:prstTxWarp>
          </a:bodyPr>
          <a:lstStyle/>
          <a:p>
            <a:pPr algn="ctr"/>
            <a:r>
              <a:rPr lang="zh-CN" altLang="en-US" sz="3600" kern="10">
                <a:ln w="9525">
                  <a:solidFill>
                    <a:srgbClr val="CC0000"/>
                  </a:solidFill>
                  <a:round/>
                  <a:headEnd/>
                  <a:tailEnd/>
                </a:ln>
                <a:solidFill>
                  <a:srgbClr val="CC0000"/>
                </a:solidFill>
                <a:latin typeface="华文中宋" panose="02010600040101010101" pitchFamily="2" charset="-122"/>
                <a:ea typeface="华文中宋" panose="02010600040101010101" pitchFamily="2" charset="-122"/>
              </a:rPr>
              <a:t>热力学第一定律</a:t>
            </a:r>
          </a:p>
        </p:txBody>
      </p:sp>
      <p:sp>
        <p:nvSpPr>
          <p:cNvPr id="51206" name="WordArt 22">
            <a:extLst>
              <a:ext uri="{FF2B5EF4-FFF2-40B4-BE49-F238E27FC236}">
                <a16:creationId xmlns:a16="http://schemas.microsoft.com/office/drawing/2014/main" id="{DD437E4A-B2E1-4298-BEF9-B996407B0F9B}"/>
              </a:ext>
            </a:extLst>
          </p:cNvPr>
          <p:cNvSpPr>
            <a:spLocks noChangeArrowheads="1" noChangeShapeType="1" noTextEdit="1"/>
          </p:cNvSpPr>
          <p:nvPr/>
        </p:nvSpPr>
        <p:spPr bwMode="auto">
          <a:xfrm>
            <a:off x="2479675" y="1055688"/>
            <a:ext cx="258763" cy="273050"/>
          </a:xfrm>
          <a:prstGeom prst="rect">
            <a:avLst/>
          </a:prstGeom>
        </p:spPr>
        <p:txBody>
          <a:bodyPr wrap="none" fromWordArt="1">
            <a:prstTxWarp prst="textPlain">
              <a:avLst>
                <a:gd name="adj" fmla="val 58972"/>
              </a:avLst>
            </a:prstTxWarp>
          </a:bodyPr>
          <a:lstStyle/>
          <a:p>
            <a:pPr algn="ctr"/>
            <a:r>
              <a:rPr lang="en-US" altLang="zh-CN" sz="3600" i="1" kern="10">
                <a:ln w="9525">
                  <a:solidFill>
                    <a:srgbClr val="000000"/>
                  </a:solidFill>
                  <a:round/>
                  <a:headEnd/>
                  <a:tailEnd/>
                </a:ln>
                <a:latin typeface="宋体" panose="02010600030101010101" pitchFamily="2" charset="-122"/>
              </a:rPr>
              <a:t>Q</a:t>
            </a:r>
            <a:endParaRPr lang="zh-CN" altLang="en-US" sz="3600" i="1" kern="10">
              <a:ln w="9525">
                <a:solidFill>
                  <a:srgbClr val="000000"/>
                </a:solidFill>
                <a:round/>
                <a:headEnd/>
                <a:tailEnd/>
              </a:ln>
              <a:latin typeface="宋体" panose="02010600030101010101" pitchFamily="2" charset="-122"/>
            </a:endParaRPr>
          </a:p>
        </p:txBody>
      </p:sp>
      <p:sp>
        <p:nvSpPr>
          <p:cNvPr id="51207" name="WordArt 23">
            <a:extLst>
              <a:ext uri="{FF2B5EF4-FFF2-40B4-BE49-F238E27FC236}">
                <a16:creationId xmlns:a16="http://schemas.microsoft.com/office/drawing/2014/main" id="{9655A29D-3208-4306-AF8E-E6630C5D4EDE}"/>
              </a:ext>
            </a:extLst>
          </p:cNvPr>
          <p:cNvSpPr>
            <a:spLocks noChangeArrowheads="1" noChangeShapeType="1" noTextEdit="1"/>
          </p:cNvSpPr>
          <p:nvPr/>
        </p:nvSpPr>
        <p:spPr bwMode="auto">
          <a:xfrm>
            <a:off x="3765550" y="1057275"/>
            <a:ext cx="317500" cy="215900"/>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nvGrpSpPr>
          <p:cNvPr id="51208" name="Group 24">
            <a:extLst>
              <a:ext uri="{FF2B5EF4-FFF2-40B4-BE49-F238E27FC236}">
                <a16:creationId xmlns:a16="http://schemas.microsoft.com/office/drawing/2014/main" id="{AF6E426C-996D-4739-A286-1F6543079C1E}"/>
              </a:ext>
            </a:extLst>
          </p:cNvPr>
          <p:cNvGrpSpPr>
            <a:grpSpLocks/>
          </p:cNvGrpSpPr>
          <p:nvPr/>
        </p:nvGrpSpPr>
        <p:grpSpPr bwMode="auto">
          <a:xfrm rot="5400000">
            <a:off x="2853531" y="1088232"/>
            <a:ext cx="71437" cy="196850"/>
            <a:chOff x="2928" y="3216"/>
            <a:chExt cx="48" cy="240"/>
          </a:xfrm>
        </p:grpSpPr>
        <p:sp>
          <p:nvSpPr>
            <p:cNvPr id="51585" name="Line 25">
              <a:extLst>
                <a:ext uri="{FF2B5EF4-FFF2-40B4-BE49-F238E27FC236}">
                  <a16:creationId xmlns:a16="http://schemas.microsoft.com/office/drawing/2014/main" id="{B16936E9-B095-450F-95E6-4C2A1F574233}"/>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86" name="Line 26">
              <a:extLst>
                <a:ext uri="{FF2B5EF4-FFF2-40B4-BE49-F238E27FC236}">
                  <a16:creationId xmlns:a16="http://schemas.microsoft.com/office/drawing/2014/main" id="{D00BAE55-031E-404B-A099-FFA2CCD9AC6C}"/>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209" name="Group 27">
            <a:extLst>
              <a:ext uri="{FF2B5EF4-FFF2-40B4-BE49-F238E27FC236}">
                <a16:creationId xmlns:a16="http://schemas.microsoft.com/office/drawing/2014/main" id="{23C89D58-93F2-4E79-8595-137F3A7ED432}"/>
              </a:ext>
            </a:extLst>
          </p:cNvPr>
          <p:cNvGrpSpPr>
            <a:grpSpLocks/>
          </p:cNvGrpSpPr>
          <p:nvPr/>
        </p:nvGrpSpPr>
        <p:grpSpPr bwMode="auto">
          <a:xfrm>
            <a:off x="3557588" y="1085850"/>
            <a:ext cx="227012" cy="185738"/>
            <a:chOff x="4176" y="2145"/>
            <a:chExt cx="576" cy="576"/>
          </a:xfrm>
        </p:grpSpPr>
        <p:sp>
          <p:nvSpPr>
            <p:cNvPr id="51583" name="Line 28">
              <a:extLst>
                <a:ext uri="{FF2B5EF4-FFF2-40B4-BE49-F238E27FC236}">
                  <a16:creationId xmlns:a16="http://schemas.microsoft.com/office/drawing/2014/main" id="{5DB17924-90AB-4AF4-B580-7766052B214F}"/>
                </a:ext>
              </a:extLst>
            </p:cNvPr>
            <p:cNvSpPr>
              <a:spLocks noChangeShapeType="1"/>
            </p:cNvSpPr>
            <p:nvPr/>
          </p:nvSpPr>
          <p:spPr bwMode="auto">
            <a:xfrm>
              <a:off x="4176" y="2433"/>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84" name="Line 29">
              <a:extLst>
                <a:ext uri="{FF2B5EF4-FFF2-40B4-BE49-F238E27FC236}">
                  <a16:creationId xmlns:a16="http://schemas.microsoft.com/office/drawing/2014/main" id="{130B78BF-18F4-4EB0-B43D-FA64D77729B6}"/>
                </a:ext>
              </a:extLst>
            </p:cNvPr>
            <p:cNvSpPr>
              <a:spLocks noChangeShapeType="1"/>
            </p:cNvSpPr>
            <p:nvPr/>
          </p:nvSpPr>
          <p:spPr bwMode="auto">
            <a:xfrm>
              <a:off x="4464" y="2145"/>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10" name="WordArt 31">
            <a:extLst>
              <a:ext uri="{FF2B5EF4-FFF2-40B4-BE49-F238E27FC236}">
                <a16:creationId xmlns:a16="http://schemas.microsoft.com/office/drawing/2014/main" id="{31B3F810-EA49-4328-AE6F-3B2FB3C3BA9F}"/>
              </a:ext>
            </a:extLst>
          </p:cNvPr>
          <p:cNvSpPr>
            <a:spLocks noChangeArrowheads="1" noChangeShapeType="1" noTextEdit="1"/>
          </p:cNvSpPr>
          <p:nvPr/>
        </p:nvSpPr>
        <p:spPr bwMode="auto">
          <a:xfrm>
            <a:off x="3240088" y="1058863"/>
            <a:ext cx="273050" cy="21590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cs typeface="Times New Roman" panose="02020603050405020304" pitchFamily="18" charset="0"/>
              </a:rPr>
              <a:t>E</a:t>
            </a:r>
            <a:endParaRPr lang="zh-CN" altLang="en-US" sz="3600" i="1" kern="10">
              <a:ln w="9525">
                <a:solidFill>
                  <a:schemeClr val="tx2"/>
                </a:solidFill>
                <a:round/>
                <a:headEnd/>
                <a:tailEnd/>
              </a:ln>
              <a:solidFill>
                <a:schemeClr val="tx2"/>
              </a:solidFill>
              <a:cs typeface="Times New Roman" panose="02020603050405020304" pitchFamily="18" charset="0"/>
            </a:endParaRPr>
          </a:p>
        </p:txBody>
      </p:sp>
      <p:sp>
        <p:nvSpPr>
          <p:cNvPr id="51211" name="Freeform 32">
            <a:extLst>
              <a:ext uri="{FF2B5EF4-FFF2-40B4-BE49-F238E27FC236}">
                <a16:creationId xmlns:a16="http://schemas.microsoft.com/office/drawing/2014/main" id="{744F958D-9089-4559-ADEB-7B55125BFC42}"/>
              </a:ext>
            </a:extLst>
          </p:cNvPr>
          <p:cNvSpPr>
            <a:spLocks/>
          </p:cNvSpPr>
          <p:nvPr/>
        </p:nvSpPr>
        <p:spPr bwMode="auto">
          <a:xfrm>
            <a:off x="3051175" y="1065213"/>
            <a:ext cx="163513" cy="211137"/>
          </a:xfrm>
          <a:custGeom>
            <a:avLst/>
            <a:gdLst>
              <a:gd name="T0" fmla="*/ 2147483646 w 241"/>
              <a:gd name="T1" fmla="*/ 0 h 241"/>
              <a:gd name="T2" fmla="*/ 0 w 241"/>
              <a:gd name="T3" fmla="*/ 2147483646 h 241"/>
              <a:gd name="T4" fmla="*/ 2147483646 w 241"/>
              <a:gd name="T5" fmla="*/ 2147483646 h 241"/>
              <a:gd name="T6" fmla="*/ 214748364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12" name="Rectangle 33">
            <a:extLst>
              <a:ext uri="{FF2B5EF4-FFF2-40B4-BE49-F238E27FC236}">
                <a16:creationId xmlns:a16="http://schemas.microsoft.com/office/drawing/2014/main" id="{E251F77D-8043-4C6C-B9E2-52EA49F4A6AD}"/>
              </a:ext>
            </a:extLst>
          </p:cNvPr>
          <p:cNvSpPr>
            <a:spLocks noChangeArrowheads="1"/>
          </p:cNvSpPr>
          <p:nvPr/>
        </p:nvSpPr>
        <p:spPr bwMode="auto">
          <a:xfrm>
            <a:off x="912813" y="1660525"/>
            <a:ext cx="42862" cy="51736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3" name="Rectangle 34">
            <a:extLst>
              <a:ext uri="{FF2B5EF4-FFF2-40B4-BE49-F238E27FC236}">
                <a16:creationId xmlns:a16="http://schemas.microsoft.com/office/drawing/2014/main" id="{4DBFF581-0FB1-48D8-9B56-BC78F6A659B0}"/>
              </a:ext>
            </a:extLst>
          </p:cNvPr>
          <p:cNvSpPr>
            <a:spLocks noChangeArrowheads="1"/>
          </p:cNvSpPr>
          <p:nvPr/>
        </p:nvSpPr>
        <p:spPr bwMode="auto">
          <a:xfrm>
            <a:off x="3175000" y="1671638"/>
            <a:ext cx="42863" cy="51657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4" name="Rectangle 35">
            <a:extLst>
              <a:ext uri="{FF2B5EF4-FFF2-40B4-BE49-F238E27FC236}">
                <a16:creationId xmlns:a16="http://schemas.microsoft.com/office/drawing/2014/main" id="{0C4B6629-80C1-4F4A-8DAA-A1CB43B6CB34}"/>
              </a:ext>
            </a:extLst>
          </p:cNvPr>
          <p:cNvSpPr>
            <a:spLocks noChangeArrowheads="1"/>
          </p:cNvSpPr>
          <p:nvPr/>
        </p:nvSpPr>
        <p:spPr bwMode="auto">
          <a:xfrm>
            <a:off x="4953000" y="1684338"/>
            <a:ext cx="42863" cy="51736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5" name="Rectangle 36">
            <a:extLst>
              <a:ext uri="{FF2B5EF4-FFF2-40B4-BE49-F238E27FC236}">
                <a16:creationId xmlns:a16="http://schemas.microsoft.com/office/drawing/2014/main" id="{9EDC6F0B-B6F8-4586-9880-5A4DA5AD92E4}"/>
              </a:ext>
            </a:extLst>
          </p:cNvPr>
          <p:cNvSpPr>
            <a:spLocks noChangeArrowheads="1"/>
          </p:cNvSpPr>
          <p:nvPr/>
        </p:nvSpPr>
        <p:spPr bwMode="auto">
          <a:xfrm>
            <a:off x="0" y="2347913"/>
            <a:ext cx="9144000" cy="428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6" name="Rectangle 37">
            <a:extLst>
              <a:ext uri="{FF2B5EF4-FFF2-40B4-BE49-F238E27FC236}">
                <a16:creationId xmlns:a16="http://schemas.microsoft.com/office/drawing/2014/main" id="{902AE612-502B-4268-9EEE-FC6532FCC74B}"/>
              </a:ext>
            </a:extLst>
          </p:cNvPr>
          <p:cNvSpPr>
            <a:spLocks noChangeArrowheads="1"/>
          </p:cNvSpPr>
          <p:nvPr/>
        </p:nvSpPr>
        <p:spPr bwMode="auto">
          <a:xfrm flipH="1">
            <a:off x="7142163" y="1684338"/>
            <a:ext cx="42862" cy="5137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7" name="Rectangle 38">
            <a:extLst>
              <a:ext uri="{FF2B5EF4-FFF2-40B4-BE49-F238E27FC236}">
                <a16:creationId xmlns:a16="http://schemas.microsoft.com/office/drawing/2014/main" id="{563EF24E-9F7A-4189-9D2F-F63339494A78}"/>
              </a:ext>
            </a:extLst>
          </p:cNvPr>
          <p:cNvSpPr>
            <a:spLocks noChangeArrowheads="1"/>
          </p:cNvSpPr>
          <p:nvPr/>
        </p:nvSpPr>
        <p:spPr bwMode="auto">
          <a:xfrm>
            <a:off x="0" y="5651500"/>
            <a:ext cx="9144000" cy="428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8" name="Rectangle 39">
            <a:extLst>
              <a:ext uri="{FF2B5EF4-FFF2-40B4-BE49-F238E27FC236}">
                <a16:creationId xmlns:a16="http://schemas.microsoft.com/office/drawing/2014/main" id="{EA5F2B2A-0A11-4B58-9F18-9E3A75A66BF8}"/>
              </a:ext>
            </a:extLst>
          </p:cNvPr>
          <p:cNvSpPr>
            <a:spLocks noChangeArrowheads="1"/>
          </p:cNvSpPr>
          <p:nvPr/>
        </p:nvSpPr>
        <p:spPr bwMode="auto">
          <a:xfrm>
            <a:off x="0" y="3438525"/>
            <a:ext cx="9144000" cy="428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19" name="Rectangle 40">
            <a:extLst>
              <a:ext uri="{FF2B5EF4-FFF2-40B4-BE49-F238E27FC236}">
                <a16:creationId xmlns:a16="http://schemas.microsoft.com/office/drawing/2014/main" id="{B515A246-DE31-469C-9941-CC61E29EDACE}"/>
              </a:ext>
            </a:extLst>
          </p:cNvPr>
          <p:cNvSpPr>
            <a:spLocks noChangeArrowheads="1"/>
          </p:cNvSpPr>
          <p:nvPr/>
        </p:nvSpPr>
        <p:spPr bwMode="auto">
          <a:xfrm>
            <a:off x="0" y="4522788"/>
            <a:ext cx="9144000" cy="428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220" name="WordArt 42">
            <a:extLst>
              <a:ext uri="{FF2B5EF4-FFF2-40B4-BE49-F238E27FC236}">
                <a16:creationId xmlns:a16="http://schemas.microsoft.com/office/drawing/2014/main" id="{8F7791AC-3221-484D-9497-56EB5F9E07A8}"/>
              </a:ext>
            </a:extLst>
          </p:cNvPr>
          <p:cNvSpPr>
            <a:spLocks noChangeArrowheads="1" noChangeShapeType="1" noTextEdit="1"/>
          </p:cNvSpPr>
          <p:nvPr/>
        </p:nvSpPr>
        <p:spPr bwMode="auto">
          <a:xfrm>
            <a:off x="4040188" y="1920875"/>
            <a:ext cx="273050" cy="21590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accent2"/>
                  </a:solidFill>
                  <a:round/>
                  <a:headEnd/>
                  <a:tailEnd/>
                </a:ln>
                <a:solidFill>
                  <a:schemeClr val="accent2"/>
                </a:solidFill>
                <a:cs typeface="Times New Roman" panose="02020603050405020304" pitchFamily="18" charset="0"/>
              </a:rPr>
              <a:t>E</a:t>
            </a:r>
            <a:endParaRPr lang="zh-CN" altLang="en-US" sz="3600" i="1" kern="10">
              <a:ln w="9525">
                <a:solidFill>
                  <a:schemeClr val="accent2"/>
                </a:solidFill>
                <a:round/>
                <a:headEnd/>
                <a:tailEnd/>
              </a:ln>
              <a:solidFill>
                <a:schemeClr val="accent2"/>
              </a:solidFill>
              <a:cs typeface="Times New Roman" panose="02020603050405020304" pitchFamily="18" charset="0"/>
            </a:endParaRPr>
          </a:p>
        </p:txBody>
      </p:sp>
      <p:sp>
        <p:nvSpPr>
          <p:cNvPr id="51221" name="Freeform 43">
            <a:extLst>
              <a:ext uri="{FF2B5EF4-FFF2-40B4-BE49-F238E27FC236}">
                <a16:creationId xmlns:a16="http://schemas.microsoft.com/office/drawing/2014/main" id="{EDA20DC9-BCCF-4722-846F-BBD525072E1E}"/>
              </a:ext>
            </a:extLst>
          </p:cNvPr>
          <p:cNvSpPr>
            <a:spLocks/>
          </p:cNvSpPr>
          <p:nvPr/>
        </p:nvSpPr>
        <p:spPr bwMode="auto">
          <a:xfrm>
            <a:off x="3851275" y="1927225"/>
            <a:ext cx="163513" cy="211138"/>
          </a:xfrm>
          <a:custGeom>
            <a:avLst/>
            <a:gdLst>
              <a:gd name="T0" fmla="*/ 2147483646 w 241"/>
              <a:gd name="T1" fmla="*/ 0 h 241"/>
              <a:gd name="T2" fmla="*/ 0 w 241"/>
              <a:gd name="T3" fmla="*/ 2147483646 h 241"/>
              <a:gd name="T4" fmla="*/ 2147483646 w 241"/>
              <a:gd name="T5" fmla="*/ 2147483646 h 241"/>
              <a:gd name="T6" fmla="*/ 214748364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solidFill>
            <a:schemeClr val="accent2"/>
          </a:solidFill>
          <a:ln w="9525">
            <a:solidFill>
              <a:schemeClr val="accent2"/>
            </a:solidFill>
            <a:round/>
            <a:headEnd/>
            <a:tailEnd/>
          </a:ln>
        </p:spPr>
        <p:txBody>
          <a:bodyPr/>
          <a:lstStyle/>
          <a:p>
            <a:endParaRPr lang="zh-CN" altLang="en-US"/>
          </a:p>
        </p:txBody>
      </p:sp>
      <p:sp>
        <p:nvSpPr>
          <p:cNvPr id="51222" name="WordArt 44">
            <a:extLst>
              <a:ext uri="{FF2B5EF4-FFF2-40B4-BE49-F238E27FC236}">
                <a16:creationId xmlns:a16="http://schemas.microsoft.com/office/drawing/2014/main" id="{478681CA-ADC8-4FA7-9A36-62385E74C9FA}"/>
              </a:ext>
            </a:extLst>
          </p:cNvPr>
          <p:cNvSpPr>
            <a:spLocks noChangeArrowheads="1" noChangeShapeType="1" noTextEdit="1"/>
          </p:cNvSpPr>
          <p:nvPr/>
        </p:nvSpPr>
        <p:spPr bwMode="auto">
          <a:xfrm>
            <a:off x="5768975" y="1928813"/>
            <a:ext cx="317500" cy="215900"/>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accent2"/>
                  </a:solidFill>
                  <a:round/>
                  <a:headEnd/>
                  <a:tailEnd/>
                </a:ln>
                <a:solidFill>
                  <a:schemeClr val="accent2"/>
                </a:solidFill>
                <a:cs typeface="Times New Roman" panose="02020603050405020304" pitchFamily="18" charset="0"/>
              </a:rPr>
              <a:t>W</a:t>
            </a:r>
            <a:endParaRPr lang="zh-CN" altLang="en-US" sz="3600" i="1" kern="10">
              <a:ln w="9525">
                <a:solidFill>
                  <a:schemeClr val="accent2"/>
                </a:solidFill>
                <a:round/>
                <a:headEnd/>
                <a:tailEnd/>
              </a:ln>
              <a:solidFill>
                <a:schemeClr val="accent2"/>
              </a:solidFill>
              <a:cs typeface="Times New Roman" panose="02020603050405020304" pitchFamily="18" charset="0"/>
            </a:endParaRPr>
          </a:p>
        </p:txBody>
      </p:sp>
      <p:sp>
        <p:nvSpPr>
          <p:cNvPr id="51223" name="WordArt 45">
            <a:extLst>
              <a:ext uri="{FF2B5EF4-FFF2-40B4-BE49-F238E27FC236}">
                <a16:creationId xmlns:a16="http://schemas.microsoft.com/office/drawing/2014/main" id="{65221037-8D2A-4242-BA78-45606D4CE63A}"/>
              </a:ext>
            </a:extLst>
          </p:cNvPr>
          <p:cNvSpPr>
            <a:spLocks noChangeArrowheads="1" noChangeShapeType="1" noTextEdit="1"/>
          </p:cNvSpPr>
          <p:nvPr/>
        </p:nvSpPr>
        <p:spPr bwMode="auto">
          <a:xfrm>
            <a:off x="8070850" y="1892300"/>
            <a:ext cx="258763" cy="273050"/>
          </a:xfrm>
          <a:prstGeom prst="rect">
            <a:avLst/>
          </a:prstGeom>
        </p:spPr>
        <p:txBody>
          <a:bodyPr wrap="none" fromWordArt="1">
            <a:prstTxWarp prst="textPlain">
              <a:avLst>
                <a:gd name="adj" fmla="val 58972"/>
              </a:avLst>
            </a:prstTxWarp>
          </a:bodyPr>
          <a:lstStyle/>
          <a:p>
            <a:pPr algn="ctr"/>
            <a:r>
              <a:rPr lang="en-US" altLang="zh-CN" sz="3600" i="1" kern="10">
                <a:ln w="9525">
                  <a:solidFill>
                    <a:schemeClr val="accent2"/>
                  </a:solidFill>
                  <a:round/>
                  <a:headEnd/>
                  <a:tailEnd/>
                </a:ln>
                <a:solidFill>
                  <a:schemeClr val="accent2"/>
                </a:solidFill>
                <a:cs typeface="Times New Roman" panose="02020603050405020304" pitchFamily="18" charset="0"/>
              </a:rPr>
              <a:t>Q</a:t>
            </a:r>
            <a:endParaRPr lang="zh-CN" altLang="en-US" sz="3600" i="1" kern="10">
              <a:ln w="9525">
                <a:solidFill>
                  <a:schemeClr val="accent2"/>
                </a:solidFill>
                <a:round/>
                <a:headEnd/>
                <a:tailEnd/>
              </a:ln>
              <a:solidFill>
                <a:schemeClr val="accent2"/>
              </a:solidFill>
              <a:cs typeface="Times New Roman" panose="02020603050405020304" pitchFamily="18" charset="0"/>
            </a:endParaRPr>
          </a:p>
        </p:txBody>
      </p:sp>
      <p:sp>
        <p:nvSpPr>
          <p:cNvPr id="51224" name="Text Box 46">
            <a:extLst>
              <a:ext uri="{FF2B5EF4-FFF2-40B4-BE49-F238E27FC236}">
                <a16:creationId xmlns:a16="http://schemas.microsoft.com/office/drawing/2014/main" id="{C7D5154F-C9F2-49C1-9152-0FC16BC17D29}"/>
              </a:ext>
            </a:extLst>
          </p:cNvPr>
          <p:cNvSpPr txBox="1">
            <a:spLocks noChangeArrowheads="1"/>
          </p:cNvSpPr>
          <p:nvPr/>
        </p:nvSpPr>
        <p:spPr bwMode="auto">
          <a:xfrm>
            <a:off x="0" y="18161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华文中宋" panose="02010600040101010101" pitchFamily="2" charset="-122"/>
              </a:rPr>
              <a:t>过程</a:t>
            </a:r>
          </a:p>
        </p:txBody>
      </p:sp>
      <p:sp>
        <p:nvSpPr>
          <p:cNvPr id="51225" name="Text Box 47">
            <a:extLst>
              <a:ext uri="{FF2B5EF4-FFF2-40B4-BE49-F238E27FC236}">
                <a16:creationId xmlns:a16="http://schemas.microsoft.com/office/drawing/2014/main" id="{D901F87A-B0ED-49EE-AB0F-302E5C4EEA1A}"/>
              </a:ext>
            </a:extLst>
          </p:cNvPr>
          <p:cNvSpPr txBox="1">
            <a:spLocks noChangeArrowheads="1"/>
          </p:cNvSpPr>
          <p:nvPr/>
        </p:nvSpPr>
        <p:spPr bwMode="auto">
          <a:xfrm>
            <a:off x="1304925" y="1803400"/>
            <a:ext cx="1563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33CC"/>
                </a:solidFill>
                <a:ea typeface="华文中宋" panose="02010600040101010101" pitchFamily="2" charset="-122"/>
              </a:rPr>
              <a:t>过程方程</a:t>
            </a:r>
          </a:p>
        </p:txBody>
      </p:sp>
      <p:sp>
        <p:nvSpPr>
          <p:cNvPr id="51226" name="WordArt 48">
            <a:extLst>
              <a:ext uri="{FF2B5EF4-FFF2-40B4-BE49-F238E27FC236}">
                <a16:creationId xmlns:a16="http://schemas.microsoft.com/office/drawing/2014/main" id="{EA965924-7C82-4A5F-B1AC-99BD782D3D25}"/>
              </a:ext>
            </a:extLst>
          </p:cNvPr>
          <p:cNvSpPr>
            <a:spLocks noChangeArrowheads="1" noChangeShapeType="1" noTextEdit="1"/>
          </p:cNvSpPr>
          <p:nvPr/>
        </p:nvSpPr>
        <p:spPr bwMode="auto">
          <a:xfrm>
            <a:off x="2347913" y="3184525"/>
            <a:ext cx="85725" cy="147638"/>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227" name="WordArt 49">
            <a:extLst>
              <a:ext uri="{FF2B5EF4-FFF2-40B4-BE49-F238E27FC236}">
                <a16:creationId xmlns:a16="http://schemas.microsoft.com/office/drawing/2014/main" id="{5C4FF376-BC5B-4E12-A7A2-E04E457C9F12}"/>
              </a:ext>
            </a:extLst>
          </p:cNvPr>
          <p:cNvSpPr>
            <a:spLocks noChangeArrowheads="1" noChangeShapeType="1" noTextEdit="1"/>
          </p:cNvSpPr>
          <p:nvPr/>
        </p:nvSpPr>
        <p:spPr bwMode="auto">
          <a:xfrm>
            <a:off x="1216025" y="2541588"/>
            <a:ext cx="179388" cy="2079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28" name="WordArt 50">
            <a:extLst>
              <a:ext uri="{FF2B5EF4-FFF2-40B4-BE49-F238E27FC236}">
                <a16:creationId xmlns:a16="http://schemas.microsoft.com/office/drawing/2014/main" id="{5E37B27C-B76A-4F41-BB36-E06CC7C7F955}"/>
              </a:ext>
            </a:extLst>
          </p:cNvPr>
          <p:cNvSpPr>
            <a:spLocks noChangeArrowheads="1" noChangeShapeType="1" noTextEdit="1"/>
          </p:cNvSpPr>
          <p:nvPr/>
        </p:nvSpPr>
        <p:spPr bwMode="auto">
          <a:xfrm>
            <a:off x="1857375" y="2465388"/>
            <a:ext cx="73025" cy="146050"/>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229" name="WordArt 51">
            <a:extLst>
              <a:ext uri="{FF2B5EF4-FFF2-40B4-BE49-F238E27FC236}">
                <a16:creationId xmlns:a16="http://schemas.microsoft.com/office/drawing/2014/main" id="{9CCA3187-69DA-4A4E-9021-31BA7C8AD098}"/>
              </a:ext>
            </a:extLst>
          </p:cNvPr>
          <p:cNvSpPr>
            <a:spLocks noChangeArrowheads="1" noChangeShapeType="1" noTextEdit="1"/>
          </p:cNvSpPr>
          <p:nvPr/>
        </p:nvSpPr>
        <p:spPr bwMode="auto">
          <a:xfrm>
            <a:off x="1444625" y="2519363"/>
            <a:ext cx="195263" cy="21590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230" name="Line 52">
            <a:extLst>
              <a:ext uri="{FF2B5EF4-FFF2-40B4-BE49-F238E27FC236}">
                <a16:creationId xmlns:a16="http://schemas.microsoft.com/office/drawing/2014/main" id="{0AE8491F-D625-4882-A353-7094E2438FC9}"/>
              </a:ext>
            </a:extLst>
          </p:cNvPr>
          <p:cNvSpPr>
            <a:spLocks noChangeShapeType="1"/>
          </p:cNvSpPr>
          <p:nvPr/>
        </p:nvSpPr>
        <p:spPr bwMode="auto">
          <a:xfrm>
            <a:off x="1704975" y="2541588"/>
            <a:ext cx="112713"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231" name="Group 53">
            <a:extLst>
              <a:ext uri="{FF2B5EF4-FFF2-40B4-BE49-F238E27FC236}">
                <a16:creationId xmlns:a16="http://schemas.microsoft.com/office/drawing/2014/main" id="{26216953-494F-434A-B62E-58FF1C5A13A5}"/>
              </a:ext>
            </a:extLst>
          </p:cNvPr>
          <p:cNvGrpSpPr>
            <a:grpSpLocks/>
          </p:cNvGrpSpPr>
          <p:nvPr/>
        </p:nvGrpSpPr>
        <p:grpSpPr bwMode="auto">
          <a:xfrm>
            <a:off x="2020888" y="2435225"/>
            <a:ext cx="1128712" cy="396875"/>
            <a:chOff x="1273" y="1443"/>
            <a:chExt cx="711" cy="250"/>
          </a:xfrm>
        </p:grpSpPr>
        <p:grpSp>
          <p:nvGrpSpPr>
            <p:cNvPr id="51579" name="Group 54">
              <a:extLst>
                <a:ext uri="{FF2B5EF4-FFF2-40B4-BE49-F238E27FC236}">
                  <a16:creationId xmlns:a16="http://schemas.microsoft.com/office/drawing/2014/main" id="{B39A600B-C6A4-47BA-AF87-0F5F35923E88}"/>
                </a:ext>
              </a:extLst>
            </p:cNvPr>
            <p:cNvGrpSpPr>
              <a:grpSpLocks/>
            </p:cNvGrpSpPr>
            <p:nvPr/>
          </p:nvGrpSpPr>
          <p:grpSpPr bwMode="auto">
            <a:xfrm rot="5400000">
              <a:off x="1308" y="1530"/>
              <a:ext cx="46" cy="116"/>
              <a:chOff x="2928" y="3216"/>
              <a:chExt cx="48" cy="240"/>
            </a:xfrm>
          </p:grpSpPr>
          <p:sp>
            <p:nvSpPr>
              <p:cNvPr id="51581" name="Line 55">
                <a:extLst>
                  <a:ext uri="{FF2B5EF4-FFF2-40B4-BE49-F238E27FC236}">
                    <a16:creationId xmlns:a16="http://schemas.microsoft.com/office/drawing/2014/main" id="{F25A282A-15A9-4D07-BA91-E96880167EFD}"/>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82" name="Line 56">
                <a:extLst>
                  <a:ext uri="{FF2B5EF4-FFF2-40B4-BE49-F238E27FC236}">
                    <a16:creationId xmlns:a16="http://schemas.microsoft.com/office/drawing/2014/main" id="{49080C78-15D5-4374-A399-6D3B14CF0C3F}"/>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80" name="Text Box 57">
              <a:extLst>
                <a:ext uri="{FF2B5EF4-FFF2-40B4-BE49-F238E27FC236}">
                  <a16:creationId xmlns:a16="http://schemas.microsoft.com/office/drawing/2014/main" id="{93BE8301-1978-427A-B516-1FBF88C759C4}"/>
                </a:ext>
              </a:extLst>
            </p:cNvPr>
            <p:cNvSpPr txBox="1">
              <a:spLocks noChangeArrowheads="1"/>
            </p:cNvSpPr>
            <p:nvPr/>
          </p:nvSpPr>
          <p:spPr bwMode="auto">
            <a:xfrm>
              <a:off x="1408" y="1443"/>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常量</a:t>
              </a:r>
            </a:p>
          </p:txBody>
        </p:sp>
      </p:grpSp>
      <p:grpSp>
        <p:nvGrpSpPr>
          <p:cNvPr id="51232" name="Group 58">
            <a:extLst>
              <a:ext uri="{FF2B5EF4-FFF2-40B4-BE49-F238E27FC236}">
                <a16:creationId xmlns:a16="http://schemas.microsoft.com/office/drawing/2014/main" id="{89842F6B-50D2-47C4-8F44-8149A34BA8FB}"/>
              </a:ext>
            </a:extLst>
          </p:cNvPr>
          <p:cNvGrpSpPr>
            <a:grpSpLocks/>
          </p:cNvGrpSpPr>
          <p:nvPr/>
        </p:nvGrpSpPr>
        <p:grpSpPr bwMode="auto">
          <a:xfrm>
            <a:off x="1058863" y="3044825"/>
            <a:ext cx="254000" cy="273050"/>
            <a:chOff x="735" y="1804"/>
            <a:chExt cx="160" cy="172"/>
          </a:xfrm>
        </p:grpSpPr>
        <p:sp>
          <p:nvSpPr>
            <p:cNvPr id="51577" name="WordArt 59">
              <a:extLst>
                <a:ext uri="{FF2B5EF4-FFF2-40B4-BE49-F238E27FC236}">
                  <a16:creationId xmlns:a16="http://schemas.microsoft.com/office/drawing/2014/main" id="{24A71C51-19B1-4C17-B7AA-119A547621AE}"/>
                </a:ext>
              </a:extLst>
            </p:cNvPr>
            <p:cNvSpPr>
              <a:spLocks noChangeArrowheads="1" noChangeShapeType="1" noTextEdit="1"/>
            </p:cNvSpPr>
            <p:nvPr/>
          </p:nvSpPr>
          <p:spPr bwMode="auto">
            <a:xfrm>
              <a:off x="735" y="1804"/>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578" name="WordArt 60">
              <a:extLst>
                <a:ext uri="{FF2B5EF4-FFF2-40B4-BE49-F238E27FC236}">
                  <a16:creationId xmlns:a16="http://schemas.microsoft.com/office/drawing/2014/main" id="{D6F7E04B-7F4F-40D7-B568-741C0718EC4C}"/>
                </a:ext>
              </a:extLst>
            </p:cNvPr>
            <p:cNvSpPr>
              <a:spLocks noChangeArrowheads="1" noChangeShapeType="1" noTextEdit="1"/>
            </p:cNvSpPr>
            <p:nvPr/>
          </p:nvSpPr>
          <p:spPr bwMode="auto">
            <a:xfrm>
              <a:off x="849" y="1884"/>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sp>
        <p:nvSpPr>
          <p:cNvPr id="51233" name="Line 61">
            <a:extLst>
              <a:ext uri="{FF2B5EF4-FFF2-40B4-BE49-F238E27FC236}">
                <a16:creationId xmlns:a16="http://schemas.microsoft.com/office/drawing/2014/main" id="{8807032F-ECB8-4BE2-B29D-7178F8C8CC65}"/>
              </a:ext>
            </a:extLst>
          </p:cNvPr>
          <p:cNvSpPr>
            <a:spLocks noChangeShapeType="1"/>
          </p:cNvSpPr>
          <p:nvPr/>
        </p:nvSpPr>
        <p:spPr bwMode="auto">
          <a:xfrm flipH="1">
            <a:off x="1360488" y="2995613"/>
            <a:ext cx="179387" cy="3381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234" name="Group 62">
            <a:extLst>
              <a:ext uri="{FF2B5EF4-FFF2-40B4-BE49-F238E27FC236}">
                <a16:creationId xmlns:a16="http://schemas.microsoft.com/office/drawing/2014/main" id="{5808AF47-4E48-41F6-87FF-90481B0D8764}"/>
              </a:ext>
            </a:extLst>
          </p:cNvPr>
          <p:cNvGrpSpPr>
            <a:grpSpLocks/>
          </p:cNvGrpSpPr>
          <p:nvPr/>
        </p:nvGrpSpPr>
        <p:grpSpPr bwMode="auto">
          <a:xfrm>
            <a:off x="1574800" y="3059113"/>
            <a:ext cx="250825" cy="266700"/>
            <a:chOff x="1060" y="1813"/>
            <a:chExt cx="158" cy="168"/>
          </a:xfrm>
        </p:grpSpPr>
        <p:sp>
          <p:nvSpPr>
            <p:cNvPr id="51575" name="WordArt 63">
              <a:extLst>
                <a:ext uri="{FF2B5EF4-FFF2-40B4-BE49-F238E27FC236}">
                  <a16:creationId xmlns:a16="http://schemas.microsoft.com/office/drawing/2014/main" id="{72805CA8-36D6-4458-BE66-B826AC292461}"/>
                </a:ext>
              </a:extLst>
            </p:cNvPr>
            <p:cNvSpPr>
              <a:spLocks noChangeArrowheads="1" noChangeShapeType="1" noTextEdit="1"/>
            </p:cNvSpPr>
            <p:nvPr/>
          </p:nvSpPr>
          <p:spPr bwMode="auto">
            <a:xfrm>
              <a:off x="1060" y="1813"/>
              <a:ext cx="123" cy="13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76" name="WordArt 64">
              <a:extLst>
                <a:ext uri="{FF2B5EF4-FFF2-40B4-BE49-F238E27FC236}">
                  <a16:creationId xmlns:a16="http://schemas.microsoft.com/office/drawing/2014/main" id="{A682D742-4090-4FF7-9FEC-9735BB6C5EE1}"/>
                </a:ext>
              </a:extLst>
            </p:cNvPr>
            <p:cNvSpPr>
              <a:spLocks noChangeArrowheads="1" noChangeShapeType="1" noTextEdit="1"/>
            </p:cNvSpPr>
            <p:nvPr/>
          </p:nvSpPr>
          <p:spPr bwMode="auto">
            <a:xfrm>
              <a:off x="1172" y="1889"/>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grpSp>
        <p:nvGrpSpPr>
          <p:cNvPr id="51235" name="Group 65">
            <a:extLst>
              <a:ext uri="{FF2B5EF4-FFF2-40B4-BE49-F238E27FC236}">
                <a16:creationId xmlns:a16="http://schemas.microsoft.com/office/drawing/2014/main" id="{9F3A0AAC-F881-4954-8A39-B442868C27CC}"/>
              </a:ext>
            </a:extLst>
          </p:cNvPr>
          <p:cNvGrpSpPr>
            <a:grpSpLocks/>
          </p:cNvGrpSpPr>
          <p:nvPr/>
        </p:nvGrpSpPr>
        <p:grpSpPr bwMode="auto">
          <a:xfrm rot="5400000">
            <a:off x="1966912" y="3062288"/>
            <a:ext cx="73025" cy="184150"/>
            <a:chOff x="2928" y="3216"/>
            <a:chExt cx="48" cy="240"/>
          </a:xfrm>
        </p:grpSpPr>
        <p:sp>
          <p:nvSpPr>
            <p:cNvPr id="51573" name="Line 66">
              <a:extLst>
                <a:ext uri="{FF2B5EF4-FFF2-40B4-BE49-F238E27FC236}">
                  <a16:creationId xmlns:a16="http://schemas.microsoft.com/office/drawing/2014/main" id="{9A34F6D0-13DC-4831-BE08-84DA53099985}"/>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74" name="Line 67">
              <a:extLst>
                <a:ext uri="{FF2B5EF4-FFF2-40B4-BE49-F238E27FC236}">
                  <a16:creationId xmlns:a16="http://schemas.microsoft.com/office/drawing/2014/main" id="{4D46750E-D826-4E22-800F-5A5B63298EFF}"/>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36" name="WordArt 68">
            <a:extLst>
              <a:ext uri="{FF2B5EF4-FFF2-40B4-BE49-F238E27FC236}">
                <a16:creationId xmlns:a16="http://schemas.microsoft.com/office/drawing/2014/main" id="{9B8AC941-0B50-432C-93EB-2B529AE9343F}"/>
              </a:ext>
            </a:extLst>
          </p:cNvPr>
          <p:cNvSpPr>
            <a:spLocks noChangeArrowheads="1" noChangeShapeType="1" noTextEdit="1"/>
          </p:cNvSpPr>
          <p:nvPr/>
        </p:nvSpPr>
        <p:spPr bwMode="auto">
          <a:xfrm>
            <a:off x="2185988" y="3041650"/>
            <a:ext cx="179387" cy="20796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37" name="Line 69">
            <a:extLst>
              <a:ext uri="{FF2B5EF4-FFF2-40B4-BE49-F238E27FC236}">
                <a16:creationId xmlns:a16="http://schemas.microsoft.com/office/drawing/2014/main" id="{B08D9241-1411-4343-B5E6-4BAD3BD5816D}"/>
              </a:ext>
            </a:extLst>
          </p:cNvPr>
          <p:cNvSpPr>
            <a:spLocks noChangeShapeType="1"/>
          </p:cNvSpPr>
          <p:nvPr/>
        </p:nvSpPr>
        <p:spPr bwMode="auto">
          <a:xfrm flipH="1">
            <a:off x="2487613" y="2992438"/>
            <a:ext cx="179387" cy="3381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8" name="WordArt 70">
            <a:extLst>
              <a:ext uri="{FF2B5EF4-FFF2-40B4-BE49-F238E27FC236}">
                <a16:creationId xmlns:a16="http://schemas.microsoft.com/office/drawing/2014/main" id="{B8D77CFC-5C1C-443A-89D5-8D3FE0C7B086}"/>
              </a:ext>
            </a:extLst>
          </p:cNvPr>
          <p:cNvSpPr>
            <a:spLocks noChangeArrowheads="1" noChangeShapeType="1" noTextEdit="1"/>
          </p:cNvSpPr>
          <p:nvPr/>
        </p:nvSpPr>
        <p:spPr bwMode="auto">
          <a:xfrm>
            <a:off x="2701925" y="3055938"/>
            <a:ext cx="195263" cy="21590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239" name="WordArt 71">
            <a:extLst>
              <a:ext uri="{FF2B5EF4-FFF2-40B4-BE49-F238E27FC236}">
                <a16:creationId xmlns:a16="http://schemas.microsoft.com/office/drawing/2014/main" id="{EEB4FAEF-9E17-4A81-840B-2548DC8B305B}"/>
              </a:ext>
            </a:extLst>
          </p:cNvPr>
          <p:cNvSpPr>
            <a:spLocks noChangeArrowheads="1" noChangeShapeType="1" noTextEdit="1"/>
          </p:cNvSpPr>
          <p:nvPr/>
        </p:nvSpPr>
        <p:spPr bwMode="auto">
          <a:xfrm>
            <a:off x="2908300" y="3179763"/>
            <a:ext cx="85725" cy="147637"/>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240" name="WordArt 72">
            <a:extLst>
              <a:ext uri="{FF2B5EF4-FFF2-40B4-BE49-F238E27FC236}">
                <a16:creationId xmlns:a16="http://schemas.microsoft.com/office/drawing/2014/main" id="{FF3869C9-C6BA-4D6A-93AB-ACCCFE169BD3}"/>
              </a:ext>
            </a:extLst>
          </p:cNvPr>
          <p:cNvSpPr>
            <a:spLocks noChangeArrowheads="1" noChangeShapeType="1" noTextEdit="1"/>
          </p:cNvSpPr>
          <p:nvPr/>
        </p:nvSpPr>
        <p:spPr bwMode="auto">
          <a:xfrm>
            <a:off x="1271588" y="3668713"/>
            <a:ext cx="239712" cy="1936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nvGrpSpPr>
          <p:cNvPr id="51241" name="Group 73">
            <a:extLst>
              <a:ext uri="{FF2B5EF4-FFF2-40B4-BE49-F238E27FC236}">
                <a16:creationId xmlns:a16="http://schemas.microsoft.com/office/drawing/2014/main" id="{C5F8C5B9-925E-4012-BE3E-ABF44EED9BB8}"/>
              </a:ext>
            </a:extLst>
          </p:cNvPr>
          <p:cNvGrpSpPr>
            <a:grpSpLocks/>
          </p:cNvGrpSpPr>
          <p:nvPr/>
        </p:nvGrpSpPr>
        <p:grpSpPr bwMode="auto">
          <a:xfrm>
            <a:off x="1501775" y="3590925"/>
            <a:ext cx="760413" cy="269875"/>
            <a:chOff x="910" y="1462"/>
            <a:chExt cx="479" cy="170"/>
          </a:xfrm>
        </p:grpSpPr>
        <p:sp>
          <p:nvSpPr>
            <p:cNvPr id="51567" name="WordArt 74">
              <a:extLst>
                <a:ext uri="{FF2B5EF4-FFF2-40B4-BE49-F238E27FC236}">
                  <a16:creationId xmlns:a16="http://schemas.microsoft.com/office/drawing/2014/main" id="{41F69FD7-C354-455F-9C20-28D6BF00C31C}"/>
                </a:ext>
              </a:extLst>
            </p:cNvPr>
            <p:cNvSpPr>
              <a:spLocks noChangeArrowheads="1" noChangeShapeType="1" noTextEdit="1"/>
            </p:cNvSpPr>
            <p:nvPr/>
          </p:nvSpPr>
          <p:spPr bwMode="auto">
            <a:xfrm>
              <a:off x="1170" y="1462"/>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568" name="WordArt 75">
              <a:extLst>
                <a:ext uri="{FF2B5EF4-FFF2-40B4-BE49-F238E27FC236}">
                  <a16:creationId xmlns:a16="http://schemas.microsoft.com/office/drawing/2014/main" id="{43F3D16F-4D5D-4B85-87B3-23F21B8D950A}"/>
                </a:ext>
              </a:extLst>
            </p:cNvPr>
            <p:cNvSpPr>
              <a:spLocks noChangeArrowheads="1" noChangeShapeType="1" noTextEdit="1"/>
            </p:cNvSpPr>
            <p:nvPr/>
          </p:nvSpPr>
          <p:spPr bwMode="auto">
            <a:xfrm>
              <a:off x="910" y="1496"/>
              <a:ext cx="123" cy="13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69" name="Line 76">
              <a:extLst>
                <a:ext uri="{FF2B5EF4-FFF2-40B4-BE49-F238E27FC236}">
                  <a16:creationId xmlns:a16="http://schemas.microsoft.com/office/drawing/2014/main" id="{807EF083-C2F0-4485-9F29-7123646E8B3E}"/>
                </a:ext>
              </a:extLst>
            </p:cNvPr>
            <p:cNvSpPr>
              <a:spLocks noChangeShapeType="1"/>
            </p:cNvSpPr>
            <p:nvPr/>
          </p:nvSpPr>
          <p:spPr bwMode="auto">
            <a:xfrm>
              <a:off x="1074" y="1510"/>
              <a:ext cx="71"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570" name="Group 77">
              <a:extLst>
                <a:ext uri="{FF2B5EF4-FFF2-40B4-BE49-F238E27FC236}">
                  <a16:creationId xmlns:a16="http://schemas.microsoft.com/office/drawing/2014/main" id="{DBC61EAF-130E-40DC-B07C-B644730E154C}"/>
                </a:ext>
              </a:extLst>
            </p:cNvPr>
            <p:cNvGrpSpPr>
              <a:grpSpLocks/>
            </p:cNvGrpSpPr>
            <p:nvPr/>
          </p:nvGrpSpPr>
          <p:grpSpPr bwMode="auto">
            <a:xfrm rot="5400000">
              <a:off x="1308" y="1530"/>
              <a:ext cx="46" cy="116"/>
              <a:chOff x="2928" y="3216"/>
              <a:chExt cx="48" cy="240"/>
            </a:xfrm>
          </p:grpSpPr>
          <p:sp>
            <p:nvSpPr>
              <p:cNvPr id="51571" name="Line 78">
                <a:extLst>
                  <a:ext uri="{FF2B5EF4-FFF2-40B4-BE49-F238E27FC236}">
                    <a16:creationId xmlns:a16="http://schemas.microsoft.com/office/drawing/2014/main" id="{3A77B10E-7C81-4E01-8C01-272B5978D4F2}"/>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72" name="Line 79">
                <a:extLst>
                  <a:ext uri="{FF2B5EF4-FFF2-40B4-BE49-F238E27FC236}">
                    <a16:creationId xmlns:a16="http://schemas.microsoft.com/office/drawing/2014/main" id="{1C56922A-02F4-4090-9061-F9650428AD98}"/>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1242" name="Text Box 80">
            <a:extLst>
              <a:ext uri="{FF2B5EF4-FFF2-40B4-BE49-F238E27FC236}">
                <a16:creationId xmlns:a16="http://schemas.microsoft.com/office/drawing/2014/main" id="{94172D04-38D6-436E-80D1-C66634F52737}"/>
              </a:ext>
            </a:extLst>
          </p:cNvPr>
          <p:cNvSpPr txBox="1">
            <a:spLocks noChangeArrowheads="1"/>
          </p:cNvSpPr>
          <p:nvPr/>
        </p:nvSpPr>
        <p:spPr bwMode="auto">
          <a:xfrm>
            <a:off x="2266950" y="3573463"/>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常量</a:t>
            </a:r>
          </a:p>
        </p:txBody>
      </p:sp>
      <p:sp>
        <p:nvSpPr>
          <p:cNvPr id="51243" name="WordArt 81">
            <a:extLst>
              <a:ext uri="{FF2B5EF4-FFF2-40B4-BE49-F238E27FC236}">
                <a16:creationId xmlns:a16="http://schemas.microsoft.com/office/drawing/2014/main" id="{77226D85-D671-471E-8B97-F84140E10080}"/>
              </a:ext>
            </a:extLst>
          </p:cNvPr>
          <p:cNvSpPr>
            <a:spLocks noChangeArrowheads="1" noChangeShapeType="1" noTextEdit="1"/>
          </p:cNvSpPr>
          <p:nvPr/>
        </p:nvSpPr>
        <p:spPr bwMode="auto">
          <a:xfrm>
            <a:off x="2208213" y="5245100"/>
            <a:ext cx="179387" cy="20796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44" name="Line 82">
            <a:extLst>
              <a:ext uri="{FF2B5EF4-FFF2-40B4-BE49-F238E27FC236}">
                <a16:creationId xmlns:a16="http://schemas.microsoft.com/office/drawing/2014/main" id="{92B07A69-82A0-4BA2-B20C-5EBABA601EE7}"/>
              </a:ext>
            </a:extLst>
          </p:cNvPr>
          <p:cNvSpPr>
            <a:spLocks noChangeShapeType="1"/>
          </p:cNvSpPr>
          <p:nvPr/>
        </p:nvSpPr>
        <p:spPr bwMode="auto">
          <a:xfrm flipH="1">
            <a:off x="1404938" y="4051300"/>
            <a:ext cx="179387" cy="338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245" name="Group 83">
            <a:extLst>
              <a:ext uri="{FF2B5EF4-FFF2-40B4-BE49-F238E27FC236}">
                <a16:creationId xmlns:a16="http://schemas.microsoft.com/office/drawing/2014/main" id="{89ED102A-1F8C-4FD7-874B-B2AFBCC128D7}"/>
              </a:ext>
            </a:extLst>
          </p:cNvPr>
          <p:cNvGrpSpPr>
            <a:grpSpLocks/>
          </p:cNvGrpSpPr>
          <p:nvPr/>
        </p:nvGrpSpPr>
        <p:grpSpPr bwMode="auto">
          <a:xfrm>
            <a:off x="1619250" y="4114800"/>
            <a:ext cx="250825" cy="266700"/>
            <a:chOff x="1060" y="1813"/>
            <a:chExt cx="158" cy="168"/>
          </a:xfrm>
        </p:grpSpPr>
        <p:sp>
          <p:nvSpPr>
            <p:cNvPr id="51565" name="WordArt 84">
              <a:extLst>
                <a:ext uri="{FF2B5EF4-FFF2-40B4-BE49-F238E27FC236}">
                  <a16:creationId xmlns:a16="http://schemas.microsoft.com/office/drawing/2014/main" id="{2D5A793F-0803-4ED9-8B41-A99B285214CD}"/>
                </a:ext>
              </a:extLst>
            </p:cNvPr>
            <p:cNvSpPr>
              <a:spLocks noChangeArrowheads="1" noChangeShapeType="1" noTextEdit="1"/>
            </p:cNvSpPr>
            <p:nvPr/>
          </p:nvSpPr>
          <p:spPr bwMode="auto">
            <a:xfrm>
              <a:off x="1060" y="1813"/>
              <a:ext cx="123" cy="13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66" name="WordArt 85">
              <a:extLst>
                <a:ext uri="{FF2B5EF4-FFF2-40B4-BE49-F238E27FC236}">
                  <a16:creationId xmlns:a16="http://schemas.microsoft.com/office/drawing/2014/main" id="{1D11AE4E-F766-4396-A861-C4FF98C8004C}"/>
                </a:ext>
              </a:extLst>
            </p:cNvPr>
            <p:cNvSpPr>
              <a:spLocks noChangeArrowheads="1" noChangeShapeType="1" noTextEdit="1"/>
            </p:cNvSpPr>
            <p:nvPr/>
          </p:nvSpPr>
          <p:spPr bwMode="auto">
            <a:xfrm>
              <a:off x="1172" y="1889"/>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grpSp>
        <p:nvGrpSpPr>
          <p:cNvPr id="51246" name="Group 86">
            <a:extLst>
              <a:ext uri="{FF2B5EF4-FFF2-40B4-BE49-F238E27FC236}">
                <a16:creationId xmlns:a16="http://schemas.microsoft.com/office/drawing/2014/main" id="{D26B3F7E-ED52-4E83-96EA-C2A36A6FEA2C}"/>
              </a:ext>
            </a:extLst>
          </p:cNvPr>
          <p:cNvGrpSpPr>
            <a:grpSpLocks/>
          </p:cNvGrpSpPr>
          <p:nvPr/>
        </p:nvGrpSpPr>
        <p:grpSpPr bwMode="auto">
          <a:xfrm rot="5400000">
            <a:off x="2011362" y="4117976"/>
            <a:ext cx="73025" cy="184150"/>
            <a:chOff x="2928" y="3216"/>
            <a:chExt cx="48" cy="240"/>
          </a:xfrm>
        </p:grpSpPr>
        <p:sp>
          <p:nvSpPr>
            <p:cNvPr id="51563" name="Line 87">
              <a:extLst>
                <a:ext uri="{FF2B5EF4-FFF2-40B4-BE49-F238E27FC236}">
                  <a16:creationId xmlns:a16="http://schemas.microsoft.com/office/drawing/2014/main" id="{71A434F2-B286-4D59-82F5-2AFB2BB5F3C5}"/>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64" name="Line 88">
              <a:extLst>
                <a:ext uri="{FF2B5EF4-FFF2-40B4-BE49-F238E27FC236}">
                  <a16:creationId xmlns:a16="http://schemas.microsoft.com/office/drawing/2014/main" id="{C43829EB-AC2E-4EF6-A741-B9B7A43DEC56}"/>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47" name="WordArt 89">
            <a:extLst>
              <a:ext uri="{FF2B5EF4-FFF2-40B4-BE49-F238E27FC236}">
                <a16:creationId xmlns:a16="http://schemas.microsoft.com/office/drawing/2014/main" id="{406A94C4-29FE-41AC-B599-3A44FC20CFBB}"/>
              </a:ext>
            </a:extLst>
          </p:cNvPr>
          <p:cNvSpPr>
            <a:spLocks noChangeArrowheads="1" noChangeShapeType="1" noTextEdit="1"/>
          </p:cNvSpPr>
          <p:nvPr/>
        </p:nvSpPr>
        <p:spPr bwMode="auto">
          <a:xfrm>
            <a:off x="1362075" y="4735513"/>
            <a:ext cx="179388" cy="2079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48" name="Line 90">
            <a:extLst>
              <a:ext uri="{FF2B5EF4-FFF2-40B4-BE49-F238E27FC236}">
                <a16:creationId xmlns:a16="http://schemas.microsoft.com/office/drawing/2014/main" id="{9399B5A4-52CF-4235-8C58-B5ED4E841771}"/>
              </a:ext>
            </a:extLst>
          </p:cNvPr>
          <p:cNvSpPr>
            <a:spLocks noChangeShapeType="1"/>
          </p:cNvSpPr>
          <p:nvPr/>
        </p:nvSpPr>
        <p:spPr bwMode="auto">
          <a:xfrm flipH="1">
            <a:off x="2532063" y="4048125"/>
            <a:ext cx="179387" cy="338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WordArt 91">
            <a:extLst>
              <a:ext uri="{FF2B5EF4-FFF2-40B4-BE49-F238E27FC236}">
                <a16:creationId xmlns:a16="http://schemas.microsoft.com/office/drawing/2014/main" id="{0D4F23DD-8CE9-4F3A-83C0-C0E143BA890A}"/>
              </a:ext>
            </a:extLst>
          </p:cNvPr>
          <p:cNvSpPr>
            <a:spLocks noChangeArrowheads="1" noChangeShapeType="1" noTextEdit="1"/>
          </p:cNvSpPr>
          <p:nvPr/>
        </p:nvSpPr>
        <p:spPr bwMode="auto">
          <a:xfrm>
            <a:off x="2746375" y="4111625"/>
            <a:ext cx="195263" cy="21590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250" name="WordArt 92">
            <a:extLst>
              <a:ext uri="{FF2B5EF4-FFF2-40B4-BE49-F238E27FC236}">
                <a16:creationId xmlns:a16="http://schemas.microsoft.com/office/drawing/2014/main" id="{590927AA-53E4-4F8E-92B1-902E2B8DA551}"/>
              </a:ext>
            </a:extLst>
          </p:cNvPr>
          <p:cNvSpPr>
            <a:spLocks noChangeArrowheads="1" noChangeShapeType="1" noTextEdit="1"/>
          </p:cNvSpPr>
          <p:nvPr/>
        </p:nvSpPr>
        <p:spPr bwMode="auto">
          <a:xfrm>
            <a:off x="2952750" y="4235450"/>
            <a:ext cx="85725" cy="147638"/>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nvGrpSpPr>
          <p:cNvPr id="51251" name="Group 93">
            <a:extLst>
              <a:ext uri="{FF2B5EF4-FFF2-40B4-BE49-F238E27FC236}">
                <a16:creationId xmlns:a16="http://schemas.microsoft.com/office/drawing/2014/main" id="{B4FFE2AF-DE1C-4C81-88A0-DF41D625F4CE}"/>
              </a:ext>
            </a:extLst>
          </p:cNvPr>
          <p:cNvGrpSpPr>
            <a:grpSpLocks/>
          </p:cNvGrpSpPr>
          <p:nvPr/>
        </p:nvGrpSpPr>
        <p:grpSpPr bwMode="auto">
          <a:xfrm>
            <a:off x="1085850" y="4121150"/>
            <a:ext cx="271463" cy="252413"/>
            <a:chOff x="684" y="2505"/>
            <a:chExt cx="171" cy="159"/>
          </a:xfrm>
        </p:grpSpPr>
        <p:sp>
          <p:nvSpPr>
            <p:cNvPr id="51561" name="WordArt 94">
              <a:extLst>
                <a:ext uri="{FF2B5EF4-FFF2-40B4-BE49-F238E27FC236}">
                  <a16:creationId xmlns:a16="http://schemas.microsoft.com/office/drawing/2014/main" id="{6A15AB99-97BD-4009-8645-1BD10A9CE33C}"/>
                </a:ext>
              </a:extLst>
            </p:cNvPr>
            <p:cNvSpPr>
              <a:spLocks noChangeArrowheads="1" noChangeShapeType="1" noTextEdit="1"/>
            </p:cNvSpPr>
            <p:nvPr/>
          </p:nvSpPr>
          <p:spPr bwMode="auto">
            <a:xfrm>
              <a:off x="809" y="2572"/>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562" name="WordArt 95">
              <a:extLst>
                <a:ext uri="{FF2B5EF4-FFF2-40B4-BE49-F238E27FC236}">
                  <a16:creationId xmlns:a16="http://schemas.microsoft.com/office/drawing/2014/main" id="{20FBFE0A-6705-4F49-8985-BBFF02A7031A}"/>
                </a:ext>
              </a:extLst>
            </p:cNvPr>
            <p:cNvSpPr>
              <a:spLocks noChangeArrowheads="1" noChangeShapeType="1" noTextEdit="1"/>
            </p:cNvSpPr>
            <p:nvPr/>
          </p:nvSpPr>
          <p:spPr bwMode="auto">
            <a:xfrm>
              <a:off x="684" y="2505"/>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51252" name="Group 96">
            <a:extLst>
              <a:ext uri="{FF2B5EF4-FFF2-40B4-BE49-F238E27FC236}">
                <a16:creationId xmlns:a16="http://schemas.microsoft.com/office/drawing/2014/main" id="{595D493D-E95C-4726-860F-45E80DC51696}"/>
              </a:ext>
            </a:extLst>
          </p:cNvPr>
          <p:cNvGrpSpPr>
            <a:grpSpLocks/>
          </p:cNvGrpSpPr>
          <p:nvPr/>
        </p:nvGrpSpPr>
        <p:grpSpPr bwMode="auto">
          <a:xfrm>
            <a:off x="2216150" y="4122738"/>
            <a:ext cx="261938" cy="265112"/>
            <a:chOff x="1396" y="2506"/>
            <a:chExt cx="165" cy="167"/>
          </a:xfrm>
        </p:grpSpPr>
        <p:sp>
          <p:nvSpPr>
            <p:cNvPr id="51559" name="WordArt 97">
              <a:extLst>
                <a:ext uri="{FF2B5EF4-FFF2-40B4-BE49-F238E27FC236}">
                  <a16:creationId xmlns:a16="http://schemas.microsoft.com/office/drawing/2014/main" id="{FB3C1B05-81A9-44CB-8120-CFF72CAC1A71}"/>
                </a:ext>
              </a:extLst>
            </p:cNvPr>
            <p:cNvSpPr>
              <a:spLocks noChangeArrowheads="1" noChangeShapeType="1" noTextEdit="1"/>
            </p:cNvSpPr>
            <p:nvPr/>
          </p:nvSpPr>
          <p:spPr bwMode="auto">
            <a:xfrm>
              <a:off x="1507" y="2580"/>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560" name="WordArt 98">
              <a:extLst>
                <a:ext uri="{FF2B5EF4-FFF2-40B4-BE49-F238E27FC236}">
                  <a16:creationId xmlns:a16="http://schemas.microsoft.com/office/drawing/2014/main" id="{27109147-B6F1-4D00-BA94-067CC0C9A5F1}"/>
                </a:ext>
              </a:extLst>
            </p:cNvPr>
            <p:cNvSpPr>
              <a:spLocks noChangeArrowheads="1" noChangeShapeType="1" noTextEdit="1"/>
            </p:cNvSpPr>
            <p:nvPr/>
          </p:nvSpPr>
          <p:spPr bwMode="auto">
            <a:xfrm>
              <a:off x="1396" y="2506"/>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sp>
        <p:nvSpPr>
          <p:cNvPr id="51253" name="WordArt 99">
            <a:extLst>
              <a:ext uri="{FF2B5EF4-FFF2-40B4-BE49-F238E27FC236}">
                <a16:creationId xmlns:a16="http://schemas.microsoft.com/office/drawing/2014/main" id="{11D71E44-7EA8-4983-871E-7BAB7AA127DD}"/>
              </a:ext>
            </a:extLst>
          </p:cNvPr>
          <p:cNvSpPr>
            <a:spLocks noChangeArrowheads="1" noChangeShapeType="1" noTextEdit="1"/>
          </p:cNvSpPr>
          <p:nvPr/>
        </p:nvSpPr>
        <p:spPr bwMode="auto">
          <a:xfrm>
            <a:off x="1601788" y="4737100"/>
            <a:ext cx="239712" cy="1936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nvGrpSpPr>
          <p:cNvPr id="51254" name="Group 100">
            <a:extLst>
              <a:ext uri="{FF2B5EF4-FFF2-40B4-BE49-F238E27FC236}">
                <a16:creationId xmlns:a16="http://schemas.microsoft.com/office/drawing/2014/main" id="{4E1F793B-B384-44DF-BBC0-BD71C9374C95}"/>
              </a:ext>
            </a:extLst>
          </p:cNvPr>
          <p:cNvGrpSpPr>
            <a:grpSpLocks/>
          </p:cNvGrpSpPr>
          <p:nvPr/>
        </p:nvGrpSpPr>
        <p:grpSpPr bwMode="auto">
          <a:xfrm>
            <a:off x="1906588" y="4630738"/>
            <a:ext cx="1128712" cy="396875"/>
            <a:chOff x="1273" y="1443"/>
            <a:chExt cx="711" cy="250"/>
          </a:xfrm>
        </p:grpSpPr>
        <p:grpSp>
          <p:nvGrpSpPr>
            <p:cNvPr id="51555" name="Group 101">
              <a:extLst>
                <a:ext uri="{FF2B5EF4-FFF2-40B4-BE49-F238E27FC236}">
                  <a16:creationId xmlns:a16="http://schemas.microsoft.com/office/drawing/2014/main" id="{F41A2CB7-108B-4D53-A348-11639A5AD0C7}"/>
                </a:ext>
              </a:extLst>
            </p:cNvPr>
            <p:cNvGrpSpPr>
              <a:grpSpLocks/>
            </p:cNvGrpSpPr>
            <p:nvPr/>
          </p:nvGrpSpPr>
          <p:grpSpPr bwMode="auto">
            <a:xfrm rot="5400000">
              <a:off x="1308" y="1530"/>
              <a:ext cx="46" cy="116"/>
              <a:chOff x="2928" y="3216"/>
              <a:chExt cx="48" cy="240"/>
            </a:xfrm>
          </p:grpSpPr>
          <p:sp>
            <p:nvSpPr>
              <p:cNvPr id="51557" name="Line 102">
                <a:extLst>
                  <a:ext uri="{FF2B5EF4-FFF2-40B4-BE49-F238E27FC236}">
                    <a16:creationId xmlns:a16="http://schemas.microsoft.com/office/drawing/2014/main" id="{69586117-1952-4957-9F27-1CAB6F7E77A9}"/>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58" name="Line 103">
                <a:extLst>
                  <a:ext uri="{FF2B5EF4-FFF2-40B4-BE49-F238E27FC236}">
                    <a16:creationId xmlns:a16="http://schemas.microsoft.com/office/drawing/2014/main" id="{80B41EA0-1127-4A5B-85AE-23282974B1BE}"/>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56" name="Text Box 104">
              <a:extLst>
                <a:ext uri="{FF2B5EF4-FFF2-40B4-BE49-F238E27FC236}">
                  <a16:creationId xmlns:a16="http://schemas.microsoft.com/office/drawing/2014/main" id="{645339BB-70A0-4E94-A8AE-B4C512CC9AAE}"/>
                </a:ext>
              </a:extLst>
            </p:cNvPr>
            <p:cNvSpPr txBox="1">
              <a:spLocks noChangeArrowheads="1"/>
            </p:cNvSpPr>
            <p:nvPr/>
          </p:nvSpPr>
          <p:spPr bwMode="auto">
            <a:xfrm>
              <a:off x="1408" y="1443"/>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常量</a:t>
              </a:r>
            </a:p>
          </p:txBody>
        </p:sp>
      </p:grpSp>
      <p:sp>
        <p:nvSpPr>
          <p:cNvPr id="51255" name="WordArt 105">
            <a:extLst>
              <a:ext uri="{FF2B5EF4-FFF2-40B4-BE49-F238E27FC236}">
                <a16:creationId xmlns:a16="http://schemas.microsoft.com/office/drawing/2014/main" id="{AD109882-9A67-442F-A644-BF49E51BA297}"/>
              </a:ext>
            </a:extLst>
          </p:cNvPr>
          <p:cNvSpPr>
            <a:spLocks noChangeArrowheads="1" noChangeShapeType="1" noTextEdit="1"/>
          </p:cNvSpPr>
          <p:nvPr/>
        </p:nvSpPr>
        <p:spPr bwMode="auto">
          <a:xfrm>
            <a:off x="1500188" y="5335588"/>
            <a:ext cx="73025" cy="146050"/>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256" name="WordArt 106">
            <a:extLst>
              <a:ext uri="{FF2B5EF4-FFF2-40B4-BE49-F238E27FC236}">
                <a16:creationId xmlns:a16="http://schemas.microsoft.com/office/drawing/2014/main" id="{A726321A-6A9A-4579-8375-986142462F33}"/>
              </a:ext>
            </a:extLst>
          </p:cNvPr>
          <p:cNvSpPr>
            <a:spLocks noChangeArrowheads="1" noChangeShapeType="1" noTextEdit="1"/>
          </p:cNvSpPr>
          <p:nvPr/>
        </p:nvSpPr>
        <p:spPr bwMode="auto">
          <a:xfrm>
            <a:off x="1309688" y="5213350"/>
            <a:ext cx="179387" cy="207963"/>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51257" name="Group 107">
            <a:extLst>
              <a:ext uri="{FF2B5EF4-FFF2-40B4-BE49-F238E27FC236}">
                <a16:creationId xmlns:a16="http://schemas.microsoft.com/office/drawing/2014/main" id="{87C00CAF-A1A9-4545-9114-6D262605397B}"/>
              </a:ext>
            </a:extLst>
          </p:cNvPr>
          <p:cNvGrpSpPr>
            <a:grpSpLocks/>
          </p:cNvGrpSpPr>
          <p:nvPr/>
        </p:nvGrpSpPr>
        <p:grpSpPr bwMode="auto">
          <a:xfrm>
            <a:off x="1646238" y="5240338"/>
            <a:ext cx="246062" cy="234950"/>
            <a:chOff x="1037" y="3210"/>
            <a:chExt cx="155" cy="148"/>
          </a:xfrm>
        </p:grpSpPr>
        <p:sp>
          <p:nvSpPr>
            <p:cNvPr id="51553" name="WordArt 108">
              <a:extLst>
                <a:ext uri="{FF2B5EF4-FFF2-40B4-BE49-F238E27FC236}">
                  <a16:creationId xmlns:a16="http://schemas.microsoft.com/office/drawing/2014/main" id="{3DF05C8F-3DEC-4ACA-8E7D-AA93871E5376}"/>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554" name="WordArt 109">
              <a:extLst>
                <a:ext uri="{FF2B5EF4-FFF2-40B4-BE49-F238E27FC236}">
                  <a16:creationId xmlns:a16="http://schemas.microsoft.com/office/drawing/2014/main" id="{A3E5B017-33F9-4138-8AAE-460F5109589A}"/>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51258" name="Group 110">
            <a:extLst>
              <a:ext uri="{FF2B5EF4-FFF2-40B4-BE49-F238E27FC236}">
                <a16:creationId xmlns:a16="http://schemas.microsoft.com/office/drawing/2014/main" id="{F28FD40B-411D-4843-927C-AC31CEC565BC}"/>
              </a:ext>
            </a:extLst>
          </p:cNvPr>
          <p:cNvGrpSpPr>
            <a:grpSpLocks/>
          </p:cNvGrpSpPr>
          <p:nvPr/>
        </p:nvGrpSpPr>
        <p:grpSpPr bwMode="auto">
          <a:xfrm rot="5400000">
            <a:off x="2008187" y="5245101"/>
            <a:ext cx="73025" cy="184150"/>
            <a:chOff x="2928" y="3216"/>
            <a:chExt cx="48" cy="240"/>
          </a:xfrm>
        </p:grpSpPr>
        <p:sp>
          <p:nvSpPr>
            <p:cNvPr id="51551" name="Line 111">
              <a:extLst>
                <a:ext uri="{FF2B5EF4-FFF2-40B4-BE49-F238E27FC236}">
                  <a16:creationId xmlns:a16="http://schemas.microsoft.com/office/drawing/2014/main" id="{16C1CC66-26FC-4719-A502-CF40DE627C87}"/>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52" name="Line 112">
              <a:extLst>
                <a:ext uri="{FF2B5EF4-FFF2-40B4-BE49-F238E27FC236}">
                  <a16:creationId xmlns:a16="http://schemas.microsoft.com/office/drawing/2014/main" id="{6F90658A-D1E8-4D22-A390-439EFCDAB56E}"/>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59" name="WordArt 113">
            <a:extLst>
              <a:ext uri="{FF2B5EF4-FFF2-40B4-BE49-F238E27FC236}">
                <a16:creationId xmlns:a16="http://schemas.microsoft.com/office/drawing/2014/main" id="{AAA09960-9EF2-4E62-A2B3-E5529E57B5C7}"/>
              </a:ext>
            </a:extLst>
          </p:cNvPr>
          <p:cNvSpPr>
            <a:spLocks noChangeArrowheads="1" noChangeShapeType="1" noTextEdit="1"/>
          </p:cNvSpPr>
          <p:nvPr/>
        </p:nvSpPr>
        <p:spPr bwMode="auto">
          <a:xfrm>
            <a:off x="2720975" y="5362575"/>
            <a:ext cx="85725" cy="147638"/>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260" name="WordArt 114">
            <a:extLst>
              <a:ext uri="{FF2B5EF4-FFF2-40B4-BE49-F238E27FC236}">
                <a16:creationId xmlns:a16="http://schemas.microsoft.com/office/drawing/2014/main" id="{12C8F6D8-BF90-4478-A076-7F362C9404AC}"/>
              </a:ext>
            </a:extLst>
          </p:cNvPr>
          <p:cNvSpPr>
            <a:spLocks noChangeArrowheads="1" noChangeShapeType="1" noTextEdit="1"/>
          </p:cNvSpPr>
          <p:nvPr/>
        </p:nvSpPr>
        <p:spPr bwMode="auto">
          <a:xfrm>
            <a:off x="2378075" y="5370513"/>
            <a:ext cx="85725" cy="147637"/>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261" name="WordArt 115">
            <a:extLst>
              <a:ext uri="{FF2B5EF4-FFF2-40B4-BE49-F238E27FC236}">
                <a16:creationId xmlns:a16="http://schemas.microsoft.com/office/drawing/2014/main" id="{AE1F1E00-D235-44A0-AC5F-BFA5D7BD49E3}"/>
              </a:ext>
            </a:extLst>
          </p:cNvPr>
          <p:cNvSpPr>
            <a:spLocks noChangeArrowheads="1" noChangeShapeType="1" noTextEdit="1"/>
          </p:cNvSpPr>
          <p:nvPr/>
        </p:nvSpPr>
        <p:spPr bwMode="auto">
          <a:xfrm>
            <a:off x="2555875" y="5259388"/>
            <a:ext cx="239713" cy="1936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262" name="WordArt 116">
            <a:extLst>
              <a:ext uri="{FF2B5EF4-FFF2-40B4-BE49-F238E27FC236}">
                <a16:creationId xmlns:a16="http://schemas.microsoft.com/office/drawing/2014/main" id="{4A52578D-80F2-4044-831F-68281DD689C9}"/>
              </a:ext>
            </a:extLst>
          </p:cNvPr>
          <p:cNvSpPr>
            <a:spLocks noChangeArrowheads="1" noChangeShapeType="1" noTextEdit="1"/>
          </p:cNvSpPr>
          <p:nvPr/>
        </p:nvSpPr>
        <p:spPr bwMode="auto">
          <a:xfrm>
            <a:off x="1285875" y="5837238"/>
            <a:ext cx="179388" cy="2079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63" name="WordArt 117">
            <a:extLst>
              <a:ext uri="{FF2B5EF4-FFF2-40B4-BE49-F238E27FC236}">
                <a16:creationId xmlns:a16="http://schemas.microsoft.com/office/drawing/2014/main" id="{5FABC6ED-E8FF-4E98-956A-E59F4BA9C2DA}"/>
              </a:ext>
            </a:extLst>
          </p:cNvPr>
          <p:cNvSpPr>
            <a:spLocks noChangeArrowheads="1" noChangeShapeType="1" noTextEdit="1"/>
          </p:cNvSpPr>
          <p:nvPr/>
        </p:nvSpPr>
        <p:spPr bwMode="auto">
          <a:xfrm>
            <a:off x="1525588" y="5838825"/>
            <a:ext cx="239712" cy="1936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nvGrpSpPr>
          <p:cNvPr id="51264" name="Group 118">
            <a:extLst>
              <a:ext uri="{FF2B5EF4-FFF2-40B4-BE49-F238E27FC236}">
                <a16:creationId xmlns:a16="http://schemas.microsoft.com/office/drawing/2014/main" id="{E662B845-49B6-48BC-B5E1-0DBA9C278EEE}"/>
              </a:ext>
            </a:extLst>
          </p:cNvPr>
          <p:cNvGrpSpPr>
            <a:grpSpLocks/>
          </p:cNvGrpSpPr>
          <p:nvPr/>
        </p:nvGrpSpPr>
        <p:grpSpPr bwMode="auto">
          <a:xfrm>
            <a:off x="1866900" y="5721350"/>
            <a:ext cx="1128713" cy="396875"/>
            <a:chOff x="1273" y="1443"/>
            <a:chExt cx="711" cy="250"/>
          </a:xfrm>
        </p:grpSpPr>
        <p:grpSp>
          <p:nvGrpSpPr>
            <p:cNvPr id="51547" name="Group 119">
              <a:extLst>
                <a:ext uri="{FF2B5EF4-FFF2-40B4-BE49-F238E27FC236}">
                  <a16:creationId xmlns:a16="http://schemas.microsoft.com/office/drawing/2014/main" id="{994F948D-2BCB-4EB6-B315-D296F81E5168}"/>
                </a:ext>
              </a:extLst>
            </p:cNvPr>
            <p:cNvGrpSpPr>
              <a:grpSpLocks/>
            </p:cNvGrpSpPr>
            <p:nvPr/>
          </p:nvGrpSpPr>
          <p:grpSpPr bwMode="auto">
            <a:xfrm rot="5400000">
              <a:off x="1308" y="1530"/>
              <a:ext cx="46" cy="116"/>
              <a:chOff x="2928" y="3216"/>
              <a:chExt cx="48" cy="240"/>
            </a:xfrm>
          </p:grpSpPr>
          <p:sp>
            <p:nvSpPr>
              <p:cNvPr id="51549" name="Line 120">
                <a:extLst>
                  <a:ext uri="{FF2B5EF4-FFF2-40B4-BE49-F238E27FC236}">
                    <a16:creationId xmlns:a16="http://schemas.microsoft.com/office/drawing/2014/main" id="{5E818127-1802-4A41-A266-26F5E72E4447}"/>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50" name="Line 121">
                <a:extLst>
                  <a:ext uri="{FF2B5EF4-FFF2-40B4-BE49-F238E27FC236}">
                    <a16:creationId xmlns:a16="http://schemas.microsoft.com/office/drawing/2014/main" id="{36BD82C3-3E3A-44BA-894F-DBCBB0D15779}"/>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48" name="Text Box 122">
              <a:extLst>
                <a:ext uri="{FF2B5EF4-FFF2-40B4-BE49-F238E27FC236}">
                  <a16:creationId xmlns:a16="http://schemas.microsoft.com/office/drawing/2014/main" id="{D4CDEC96-44C3-44EF-A61D-D869A920EC68}"/>
                </a:ext>
              </a:extLst>
            </p:cNvPr>
            <p:cNvSpPr txBox="1">
              <a:spLocks noChangeArrowheads="1"/>
            </p:cNvSpPr>
            <p:nvPr/>
          </p:nvSpPr>
          <p:spPr bwMode="auto">
            <a:xfrm>
              <a:off x="1408" y="1443"/>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常量</a:t>
              </a:r>
            </a:p>
          </p:txBody>
        </p:sp>
      </p:grpSp>
      <p:grpSp>
        <p:nvGrpSpPr>
          <p:cNvPr id="51265" name="Group 123">
            <a:extLst>
              <a:ext uri="{FF2B5EF4-FFF2-40B4-BE49-F238E27FC236}">
                <a16:creationId xmlns:a16="http://schemas.microsoft.com/office/drawing/2014/main" id="{C0DE7402-5E72-474E-9920-6B9BE87B7113}"/>
              </a:ext>
            </a:extLst>
          </p:cNvPr>
          <p:cNvGrpSpPr>
            <a:grpSpLocks/>
          </p:cNvGrpSpPr>
          <p:nvPr/>
        </p:nvGrpSpPr>
        <p:grpSpPr bwMode="auto">
          <a:xfrm rot="5400000">
            <a:off x="1944687" y="6419851"/>
            <a:ext cx="73025" cy="184150"/>
            <a:chOff x="2928" y="3216"/>
            <a:chExt cx="48" cy="240"/>
          </a:xfrm>
        </p:grpSpPr>
        <p:sp>
          <p:nvSpPr>
            <p:cNvPr id="51545" name="Line 124">
              <a:extLst>
                <a:ext uri="{FF2B5EF4-FFF2-40B4-BE49-F238E27FC236}">
                  <a16:creationId xmlns:a16="http://schemas.microsoft.com/office/drawing/2014/main" id="{5D4F2A54-AB4E-4904-BFFB-D5430057576B}"/>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46" name="Line 125">
              <a:extLst>
                <a:ext uri="{FF2B5EF4-FFF2-40B4-BE49-F238E27FC236}">
                  <a16:creationId xmlns:a16="http://schemas.microsoft.com/office/drawing/2014/main" id="{B1E12F8B-7AB0-467C-803E-C50EDCEEED7A}"/>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66" name="WordArt 126">
            <a:extLst>
              <a:ext uri="{FF2B5EF4-FFF2-40B4-BE49-F238E27FC236}">
                <a16:creationId xmlns:a16="http://schemas.microsoft.com/office/drawing/2014/main" id="{DC431CD1-8BDE-4EFB-B0BE-B5344DF55B6A}"/>
              </a:ext>
            </a:extLst>
          </p:cNvPr>
          <p:cNvSpPr>
            <a:spLocks noChangeArrowheads="1" noChangeShapeType="1" noTextEdit="1"/>
          </p:cNvSpPr>
          <p:nvPr/>
        </p:nvSpPr>
        <p:spPr bwMode="auto">
          <a:xfrm>
            <a:off x="1755775" y="5767388"/>
            <a:ext cx="90488" cy="161925"/>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nvGrpSpPr>
          <p:cNvPr id="51267" name="Group 127">
            <a:extLst>
              <a:ext uri="{FF2B5EF4-FFF2-40B4-BE49-F238E27FC236}">
                <a16:creationId xmlns:a16="http://schemas.microsoft.com/office/drawing/2014/main" id="{61A3A2E2-38F4-4712-B084-C36DBF95A99C}"/>
              </a:ext>
            </a:extLst>
          </p:cNvPr>
          <p:cNvGrpSpPr>
            <a:grpSpLocks/>
          </p:cNvGrpSpPr>
          <p:nvPr/>
        </p:nvGrpSpPr>
        <p:grpSpPr bwMode="auto">
          <a:xfrm>
            <a:off x="1149350" y="6353175"/>
            <a:ext cx="692150" cy="303213"/>
            <a:chOff x="724" y="3911"/>
            <a:chExt cx="436" cy="191"/>
          </a:xfrm>
        </p:grpSpPr>
        <p:sp>
          <p:nvSpPr>
            <p:cNvPr id="51540" name="WordArt 128">
              <a:extLst>
                <a:ext uri="{FF2B5EF4-FFF2-40B4-BE49-F238E27FC236}">
                  <a16:creationId xmlns:a16="http://schemas.microsoft.com/office/drawing/2014/main" id="{DA997B16-7B6E-4B0F-839F-8575CBD32BD0}"/>
                </a:ext>
              </a:extLst>
            </p:cNvPr>
            <p:cNvSpPr>
              <a:spLocks noChangeArrowheads="1" noChangeShapeType="1" noTextEdit="1"/>
            </p:cNvSpPr>
            <p:nvPr/>
          </p:nvSpPr>
          <p:spPr bwMode="auto">
            <a:xfrm>
              <a:off x="844" y="4010"/>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541" name="WordArt 129">
              <a:extLst>
                <a:ext uri="{FF2B5EF4-FFF2-40B4-BE49-F238E27FC236}">
                  <a16:creationId xmlns:a16="http://schemas.microsoft.com/office/drawing/2014/main" id="{4D950613-8A26-423C-B3E9-B16F930D5B0E}"/>
                </a:ext>
              </a:extLst>
            </p:cNvPr>
            <p:cNvSpPr>
              <a:spLocks noChangeArrowheads="1" noChangeShapeType="1" noTextEdit="1"/>
            </p:cNvSpPr>
            <p:nvPr/>
          </p:nvSpPr>
          <p:spPr bwMode="auto">
            <a:xfrm>
              <a:off x="1045" y="400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542" name="WordArt 130">
              <a:extLst>
                <a:ext uri="{FF2B5EF4-FFF2-40B4-BE49-F238E27FC236}">
                  <a16:creationId xmlns:a16="http://schemas.microsoft.com/office/drawing/2014/main" id="{42B23965-53C2-4ECE-BD1C-F9749295F564}"/>
                </a:ext>
              </a:extLst>
            </p:cNvPr>
            <p:cNvSpPr>
              <a:spLocks noChangeArrowheads="1" noChangeShapeType="1" noTextEdit="1"/>
            </p:cNvSpPr>
            <p:nvPr/>
          </p:nvSpPr>
          <p:spPr bwMode="auto">
            <a:xfrm>
              <a:off x="724" y="3933"/>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543" name="WordArt 131">
              <a:extLst>
                <a:ext uri="{FF2B5EF4-FFF2-40B4-BE49-F238E27FC236}">
                  <a16:creationId xmlns:a16="http://schemas.microsoft.com/office/drawing/2014/main" id="{F923E03C-76DC-4DF3-85C3-033F1A123E1C}"/>
                </a:ext>
              </a:extLst>
            </p:cNvPr>
            <p:cNvSpPr>
              <a:spLocks noChangeArrowheads="1" noChangeShapeType="1" noTextEdit="1"/>
            </p:cNvSpPr>
            <p:nvPr/>
          </p:nvSpPr>
          <p:spPr bwMode="auto">
            <a:xfrm>
              <a:off x="936" y="395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544" name="WordArt 132">
              <a:extLst>
                <a:ext uri="{FF2B5EF4-FFF2-40B4-BE49-F238E27FC236}">
                  <a16:creationId xmlns:a16="http://schemas.microsoft.com/office/drawing/2014/main" id="{B9C62E91-EB9F-457D-B597-39B72740BB21}"/>
                </a:ext>
              </a:extLst>
            </p:cNvPr>
            <p:cNvSpPr>
              <a:spLocks noChangeArrowheads="1" noChangeShapeType="1" noTextEdit="1"/>
            </p:cNvSpPr>
            <p:nvPr/>
          </p:nvSpPr>
          <p:spPr bwMode="auto">
            <a:xfrm>
              <a:off x="1103" y="3911"/>
              <a:ext cx="57" cy="102"/>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grpSp>
        <p:nvGrpSpPr>
          <p:cNvPr id="51268" name="Group 133">
            <a:extLst>
              <a:ext uri="{FF2B5EF4-FFF2-40B4-BE49-F238E27FC236}">
                <a16:creationId xmlns:a16="http://schemas.microsoft.com/office/drawing/2014/main" id="{F7B53F60-5D80-4E51-8834-FFD628B680BB}"/>
              </a:ext>
            </a:extLst>
          </p:cNvPr>
          <p:cNvGrpSpPr>
            <a:grpSpLocks/>
          </p:cNvGrpSpPr>
          <p:nvPr/>
        </p:nvGrpSpPr>
        <p:grpSpPr bwMode="auto">
          <a:xfrm>
            <a:off x="2144713" y="6373813"/>
            <a:ext cx="739775" cy="319087"/>
            <a:chOff x="1351" y="3924"/>
            <a:chExt cx="466" cy="201"/>
          </a:xfrm>
        </p:grpSpPr>
        <p:sp>
          <p:nvSpPr>
            <p:cNvPr id="51535" name="WordArt 134">
              <a:extLst>
                <a:ext uri="{FF2B5EF4-FFF2-40B4-BE49-F238E27FC236}">
                  <a16:creationId xmlns:a16="http://schemas.microsoft.com/office/drawing/2014/main" id="{47EBBCA9-ED37-4AC8-A3F4-D215E8DFDD6E}"/>
                </a:ext>
              </a:extLst>
            </p:cNvPr>
            <p:cNvSpPr>
              <a:spLocks noChangeArrowheads="1" noChangeShapeType="1" noTextEdit="1"/>
            </p:cNvSpPr>
            <p:nvPr/>
          </p:nvSpPr>
          <p:spPr bwMode="auto">
            <a:xfrm>
              <a:off x="1351" y="3953"/>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536" name="WordArt 135">
              <a:extLst>
                <a:ext uri="{FF2B5EF4-FFF2-40B4-BE49-F238E27FC236}">
                  <a16:creationId xmlns:a16="http://schemas.microsoft.com/office/drawing/2014/main" id="{6C8AFCF0-3EC6-4B9A-B986-CCA69D5670D9}"/>
                </a:ext>
              </a:extLst>
            </p:cNvPr>
            <p:cNvSpPr>
              <a:spLocks noChangeArrowheads="1" noChangeShapeType="1" noTextEdit="1"/>
            </p:cNvSpPr>
            <p:nvPr/>
          </p:nvSpPr>
          <p:spPr bwMode="auto">
            <a:xfrm>
              <a:off x="1674" y="4027"/>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537" name="WordArt 136">
              <a:extLst>
                <a:ext uri="{FF2B5EF4-FFF2-40B4-BE49-F238E27FC236}">
                  <a16:creationId xmlns:a16="http://schemas.microsoft.com/office/drawing/2014/main" id="{3364322B-EFBC-4675-9194-896C425F7D0C}"/>
                </a:ext>
              </a:extLst>
            </p:cNvPr>
            <p:cNvSpPr>
              <a:spLocks noChangeArrowheads="1" noChangeShapeType="1" noTextEdit="1"/>
            </p:cNvSpPr>
            <p:nvPr/>
          </p:nvSpPr>
          <p:spPr bwMode="auto">
            <a:xfrm>
              <a:off x="1458" y="4032"/>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538" name="WordArt 137">
              <a:extLst>
                <a:ext uri="{FF2B5EF4-FFF2-40B4-BE49-F238E27FC236}">
                  <a16:creationId xmlns:a16="http://schemas.microsoft.com/office/drawing/2014/main" id="{44673D70-5AB3-4B51-BE1B-C4F3332079F2}"/>
                </a:ext>
              </a:extLst>
            </p:cNvPr>
            <p:cNvSpPr>
              <a:spLocks noChangeArrowheads="1" noChangeShapeType="1" noTextEdit="1"/>
            </p:cNvSpPr>
            <p:nvPr/>
          </p:nvSpPr>
          <p:spPr bwMode="auto">
            <a:xfrm>
              <a:off x="1570" y="3962"/>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539" name="WordArt 138">
              <a:extLst>
                <a:ext uri="{FF2B5EF4-FFF2-40B4-BE49-F238E27FC236}">
                  <a16:creationId xmlns:a16="http://schemas.microsoft.com/office/drawing/2014/main" id="{2ACBEFC2-2207-4BFD-82EB-A0FD7B83C4AB}"/>
                </a:ext>
              </a:extLst>
            </p:cNvPr>
            <p:cNvSpPr>
              <a:spLocks noChangeArrowheads="1" noChangeShapeType="1" noTextEdit="1"/>
            </p:cNvSpPr>
            <p:nvPr/>
          </p:nvSpPr>
          <p:spPr bwMode="auto">
            <a:xfrm>
              <a:off x="1760" y="3924"/>
              <a:ext cx="57" cy="102"/>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sp>
        <p:nvSpPr>
          <p:cNvPr id="51269" name="WordArt 139">
            <a:extLst>
              <a:ext uri="{FF2B5EF4-FFF2-40B4-BE49-F238E27FC236}">
                <a16:creationId xmlns:a16="http://schemas.microsoft.com/office/drawing/2014/main" id="{9E964CB7-D7C6-4A5A-BDE4-8D505CE81294}"/>
              </a:ext>
            </a:extLst>
          </p:cNvPr>
          <p:cNvSpPr>
            <a:spLocks noChangeArrowheads="1" noChangeShapeType="1" noTextEdit="1"/>
          </p:cNvSpPr>
          <p:nvPr/>
        </p:nvSpPr>
        <p:spPr bwMode="auto">
          <a:xfrm>
            <a:off x="8013700" y="6094413"/>
            <a:ext cx="161925" cy="28257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0</a:t>
            </a:r>
            <a:endParaRPr lang="zh-CN" altLang="en-US" sz="3600" kern="10">
              <a:ln w="9525">
                <a:solidFill>
                  <a:schemeClr val="tx1"/>
                </a:solidFill>
                <a:round/>
                <a:headEnd/>
                <a:tailEnd/>
              </a:ln>
              <a:latin typeface="宋体" panose="02010600030101010101" pitchFamily="2" charset="-122"/>
            </a:endParaRPr>
          </a:p>
        </p:txBody>
      </p:sp>
      <p:grpSp>
        <p:nvGrpSpPr>
          <p:cNvPr id="51270" name="Group 140">
            <a:extLst>
              <a:ext uri="{FF2B5EF4-FFF2-40B4-BE49-F238E27FC236}">
                <a16:creationId xmlns:a16="http://schemas.microsoft.com/office/drawing/2014/main" id="{78298304-EA42-4B14-AD52-2789D7DFED1A}"/>
              </a:ext>
            </a:extLst>
          </p:cNvPr>
          <p:cNvGrpSpPr>
            <a:grpSpLocks/>
          </p:cNvGrpSpPr>
          <p:nvPr/>
        </p:nvGrpSpPr>
        <p:grpSpPr bwMode="auto">
          <a:xfrm>
            <a:off x="3533775" y="2773363"/>
            <a:ext cx="1038225" cy="392112"/>
            <a:chOff x="3843" y="439"/>
            <a:chExt cx="684" cy="261"/>
          </a:xfrm>
        </p:grpSpPr>
        <p:grpSp>
          <p:nvGrpSpPr>
            <p:cNvPr id="51526" name="Group 141">
              <a:extLst>
                <a:ext uri="{FF2B5EF4-FFF2-40B4-BE49-F238E27FC236}">
                  <a16:creationId xmlns:a16="http://schemas.microsoft.com/office/drawing/2014/main" id="{21FCDFE1-A9EA-463B-AE2F-EBE2123D1551}"/>
                </a:ext>
              </a:extLst>
            </p:cNvPr>
            <p:cNvGrpSpPr>
              <a:grpSpLocks/>
            </p:cNvGrpSpPr>
            <p:nvPr/>
          </p:nvGrpSpPr>
          <p:grpSpPr bwMode="auto">
            <a:xfrm>
              <a:off x="3843" y="439"/>
              <a:ext cx="228" cy="261"/>
              <a:chOff x="1499" y="1071"/>
              <a:chExt cx="280" cy="343"/>
            </a:xfrm>
          </p:grpSpPr>
          <p:sp>
            <p:nvSpPr>
              <p:cNvPr id="51532" name="WordArt 142">
                <a:extLst>
                  <a:ext uri="{FF2B5EF4-FFF2-40B4-BE49-F238E27FC236}">
                    <a16:creationId xmlns:a16="http://schemas.microsoft.com/office/drawing/2014/main" id="{867C26A6-3320-48DD-9B60-1DDC91DB210E}"/>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533" name="WordArt 143">
                <a:extLst>
                  <a:ext uri="{FF2B5EF4-FFF2-40B4-BE49-F238E27FC236}">
                    <a16:creationId xmlns:a16="http://schemas.microsoft.com/office/drawing/2014/main" id="{479862EC-164F-43B9-BB8C-52BB2CB8340F}"/>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34" name="Line 144">
                <a:extLst>
                  <a:ext uri="{FF2B5EF4-FFF2-40B4-BE49-F238E27FC236}">
                    <a16:creationId xmlns:a16="http://schemas.microsoft.com/office/drawing/2014/main" id="{9EFB3A64-C7F5-4601-87A5-72884ACF3DCD}"/>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527" name="Group 145">
              <a:extLst>
                <a:ext uri="{FF2B5EF4-FFF2-40B4-BE49-F238E27FC236}">
                  <a16:creationId xmlns:a16="http://schemas.microsoft.com/office/drawing/2014/main" id="{3014273E-2634-4CB5-84CF-32DF36EFEA1D}"/>
                </a:ext>
              </a:extLst>
            </p:cNvPr>
            <p:cNvGrpSpPr>
              <a:grpSpLocks/>
            </p:cNvGrpSpPr>
            <p:nvPr/>
          </p:nvGrpSpPr>
          <p:grpSpPr bwMode="auto">
            <a:xfrm>
              <a:off x="4298" y="481"/>
              <a:ext cx="229" cy="135"/>
              <a:chOff x="4298" y="481"/>
              <a:chExt cx="229" cy="135"/>
            </a:xfrm>
          </p:grpSpPr>
          <p:sp>
            <p:nvSpPr>
              <p:cNvPr id="51530" name="WordArt 146">
                <a:extLst>
                  <a:ext uri="{FF2B5EF4-FFF2-40B4-BE49-F238E27FC236}">
                    <a16:creationId xmlns:a16="http://schemas.microsoft.com/office/drawing/2014/main" id="{1AE03164-16D9-4D65-A842-B255D1FA97D5}"/>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31" name="Freeform 147">
                <a:extLst>
                  <a:ext uri="{FF2B5EF4-FFF2-40B4-BE49-F238E27FC236}">
                    <a16:creationId xmlns:a16="http://schemas.microsoft.com/office/drawing/2014/main" id="{C8323935-3E7E-4AC1-A6CD-39D6D64E5C72}"/>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528" name="WordArt 148">
              <a:extLst>
                <a:ext uri="{FF2B5EF4-FFF2-40B4-BE49-F238E27FC236}">
                  <a16:creationId xmlns:a16="http://schemas.microsoft.com/office/drawing/2014/main" id="{08346157-56C7-4417-8E5C-9706F1659B0E}"/>
                </a:ext>
              </a:extLst>
            </p:cNvPr>
            <p:cNvSpPr>
              <a:spLocks noChangeArrowheads="1" noChangeShapeType="1" noTextEdit="1"/>
            </p:cNvSpPr>
            <p:nvPr/>
          </p:nvSpPr>
          <p:spPr bwMode="auto">
            <a:xfrm>
              <a:off x="4094" y="469"/>
              <a:ext cx="101"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529" name="WordArt 149">
              <a:extLst>
                <a:ext uri="{FF2B5EF4-FFF2-40B4-BE49-F238E27FC236}">
                  <a16:creationId xmlns:a16="http://schemas.microsoft.com/office/drawing/2014/main" id="{A5E697B0-4646-463C-B3B4-C97EF20BBF1A}"/>
                </a:ext>
              </a:extLst>
            </p:cNvPr>
            <p:cNvSpPr>
              <a:spLocks noChangeArrowheads="1" noChangeShapeType="1" noTextEdit="1"/>
            </p:cNvSpPr>
            <p:nvPr/>
          </p:nvSpPr>
          <p:spPr bwMode="auto">
            <a:xfrm>
              <a:off x="4200" y="564"/>
              <a:ext cx="88" cy="77"/>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grpSp>
        <p:nvGrpSpPr>
          <p:cNvPr id="51271" name="Group 150">
            <a:extLst>
              <a:ext uri="{FF2B5EF4-FFF2-40B4-BE49-F238E27FC236}">
                <a16:creationId xmlns:a16="http://schemas.microsoft.com/office/drawing/2014/main" id="{D452E7F3-F3D4-4F8B-A8D3-3660B23E40E3}"/>
              </a:ext>
            </a:extLst>
          </p:cNvPr>
          <p:cNvGrpSpPr>
            <a:grpSpLocks/>
          </p:cNvGrpSpPr>
          <p:nvPr/>
        </p:nvGrpSpPr>
        <p:grpSpPr bwMode="auto">
          <a:xfrm>
            <a:off x="3541713" y="3805238"/>
            <a:ext cx="1038225" cy="392112"/>
            <a:chOff x="3843" y="439"/>
            <a:chExt cx="684" cy="261"/>
          </a:xfrm>
        </p:grpSpPr>
        <p:grpSp>
          <p:nvGrpSpPr>
            <p:cNvPr id="51517" name="Group 151">
              <a:extLst>
                <a:ext uri="{FF2B5EF4-FFF2-40B4-BE49-F238E27FC236}">
                  <a16:creationId xmlns:a16="http://schemas.microsoft.com/office/drawing/2014/main" id="{6C62B196-3AC7-4C39-B760-43B00564BE29}"/>
                </a:ext>
              </a:extLst>
            </p:cNvPr>
            <p:cNvGrpSpPr>
              <a:grpSpLocks/>
            </p:cNvGrpSpPr>
            <p:nvPr/>
          </p:nvGrpSpPr>
          <p:grpSpPr bwMode="auto">
            <a:xfrm>
              <a:off x="3843" y="439"/>
              <a:ext cx="228" cy="261"/>
              <a:chOff x="1499" y="1071"/>
              <a:chExt cx="280" cy="343"/>
            </a:xfrm>
          </p:grpSpPr>
          <p:sp>
            <p:nvSpPr>
              <p:cNvPr id="51523" name="WordArt 152">
                <a:extLst>
                  <a:ext uri="{FF2B5EF4-FFF2-40B4-BE49-F238E27FC236}">
                    <a16:creationId xmlns:a16="http://schemas.microsoft.com/office/drawing/2014/main" id="{ABC4B06A-F300-4651-9594-CEF2719231C0}"/>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524" name="WordArt 153">
                <a:extLst>
                  <a:ext uri="{FF2B5EF4-FFF2-40B4-BE49-F238E27FC236}">
                    <a16:creationId xmlns:a16="http://schemas.microsoft.com/office/drawing/2014/main" id="{B34B1AE2-4550-48AD-93A3-65B960AD4567}"/>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25" name="Line 154">
                <a:extLst>
                  <a:ext uri="{FF2B5EF4-FFF2-40B4-BE49-F238E27FC236}">
                    <a16:creationId xmlns:a16="http://schemas.microsoft.com/office/drawing/2014/main" id="{41E54229-7D32-43E1-ABEB-9225BCF39570}"/>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518" name="Group 155">
              <a:extLst>
                <a:ext uri="{FF2B5EF4-FFF2-40B4-BE49-F238E27FC236}">
                  <a16:creationId xmlns:a16="http://schemas.microsoft.com/office/drawing/2014/main" id="{37148E97-48D5-496C-B97D-29E8D28EB7E4}"/>
                </a:ext>
              </a:extLst>
            </p:cNvPr>
            <p:cNvGrpSpPr>
              <a:grpSpLocks/>
            </p:cNvGrpSpPr>
            <p:nvPr/>
          </p:nvGrpSpPr>
          <p:grpSpPr bwMode="auto">
            <a:xfrm>
              <a:off x="4298" y="481"/>
              <a:ext cx="229" cy="135"/>
              <a:chOff x="4298" y="481"/>
              <a:chExt cx="229" cy="135"/>
            </a:xfrm>
          </p:grpSpPr>
          <p:sp>
            <p:nvSpPr>
              <p:cNvPr id="51521" name="WordArt 156">
                <a:extLst>
                  <a:ext uri="{FF2B5EF4-FFF2-40B4-BE49-F238E27FC236}">
                    <a16:creationId xmlns:a16="http://schemas.microsoft.com/office/drawing/2014/main" id="{6E2ACD33-2151-45B0-9BF5-EF0FF7DC9ECA}"/>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22" name="Freeform 157">
                <a:extLst>
                  <a:ext uri="{FF2B5EF4-FFF2-40B4-BE49-F238E27FC236}">
                    <a16:creationId xmlns:a16="http://schemas.microsoft.com/office/drawing/2014/main" id="{57B568B9-92F1-4DD9-8398-3067E3BE0643}"/>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519" name="WordArt 158">
              <a:extLst>
                <a:ext uri="{FF2B5EF4-FFF2-40B4-BE49-F238E27FC236}">
                  <a16:creationId xmlns:a16="http://schemas.microsoft.com/office/drawing/2014/main" id="{F699BC88-E6AE-451C-BF31-1AA6839A3E67}"/>
                </a:ext>
              </a:extLst>
            </p:cNvPr>
            <p:cNvSpPr>
              <a:spLocks noChangeArrowheads="1" noChangeShapeType="1" noTextEdit="1"/>
            </p:cNvSpPr>
            <p:nvPr/>
          </p:nvSpPr>
          <p:spPr bwMode="auto">
            <a:xfrm>
              <a:off x="4094" y="469"/>
              <a:ext cx="101"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520" name="WordArt 159">
              <a:extLst>
                <a:ext uri="{FF2B5EF4-FFF2-40B4-BE49-F238E27FC236}">
                  <a16:creationId xmlns:a16="http://schemas.microsoft.com/office/drawing/2014/main" id="{ED75924B-2FF7-43A7-A0BD-BE1281602C3E}"/>
                </a:ext>
              </a:extLst>
            </p:cNvPr>
            <p:cNvSpPr>
              <a:spLocks noChangeArrowheads="1" noChangeShapeType="1" noTextEdit="1"/>
            </p:cNvSpPr>
            <p:nvPr/>
          </p:nvSpPr>
          <p:spPr bwMode="auto">
            <a:xfrm>
              <a:off x="4200" y="564"/>
              <a:ext cx="88" cy="77"/>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grpSp>
        <p:nvGrpSpPr>
          <p:cNvPr id="51272" name="Group 160">
            <a:extLst>
              <a:ext uri="{FF2B5EF4-FFF2-40B4-BE49-F238E27FC236}">
                <a16:creationId xmlns:a16="http://schemas.microsoft.com/office/drawing/2014/main" id="{DF0EC5C3-D4C9-4FE8-B492-A10C25D9586F}"/>
              </a:ext>
            </a:extLst>
          </p:cNvPr>
          <p:cNvGrpSpPr>
            <a:grpSpLocks/>
          </p:cNvGrpSpPr>
          <p:nvPr/>
        </p:nvGrpSpPr>
        <p:grpSpPr bwMode="auto">
          <a:xfrm>
            <a:off x="3524250" y="6086475"/>
            <a:ext cx="1038225" cy="392113"/>
            <a:chOff x="3843" y="439"/>
            <a:chExt cx="684" cy="261"/>
          </a:xfrm>
        </p:grpSpPr>
        <p:grpSp>
          <p:nvGrpSpPr>
            <p:cNvPr id="51508" name="Group 161">
              <a:extLst>
                <a:ext uri="{FF2B5EF4-FFF2-40B4-BE49-F238E27FC236}">
                  <a16:creationId xmlns:a16="http://schemas.microsoft.com/office/drawing/2014/main" id="{5E0CC2D5-E223-428C-9CF6-CE92ACBAEEDB}"/>
                </a:ext>
              </a:extLst>
            </p:cNvPr>
            <p:cNvGrpSpPr>
              <a:grpSpLocks/>
            </p:cNvGrpSpPr>
            <p:nvPr/>
          </p:nvGrpSpPr>
          <p:grpSpPr bwMode="auto">
            <a:xfrm>
              <a:off x="3843" y="439"/>
              <a:ext cx="228" cy="261"/>
              <a:chOff x="1499" y="1071"/>
              <a:chExt cx="280" cy="343"/>
            </a:xfrm>
          </p:grpSpPr>
          <p:sp>
            <p:nvSpPr>
              <p:cNvPr id="51514" name="WordArt 162">
                <a:extLst>
                  <a:ext uri="{FF2B5EF4-FFF2-40B4-BE49-F238E27FC236}">
                    <a16:creationId xmlns:a16="http://schemas.microsoft.com/office/drawing/2014/main" id="{68CEED93-01F6-4335-9DF5-10F02078E023}"/>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515" name="WordArt 163">
                <a:extLst>
                  <a:ext uri="{FF2B5EF4-FFF2-40B4-BE49-F238E27FC236}">
                    <a16:creationId xmlns:a16="http://schemas.microsoft.com/office/drawing/2014/main" id="{C14C89F4-6359-4172-9D6E-5EF6B2A1E9E1}"/>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16" name="Line 164">
                <a:extLst>
                  <a:ext uri="{FF2B5EF4-FFF2-40B4-BE49-F238E27FC236}">
                    <a16:creationId xmlns:a16="http://schemas.microsoft.com/office/drawing/2014/main" id="{E7FD8CA5-7D4B-4DDB-B57A-EF1B2E7A723B}"/>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509" name="Group 165">
              <a:extLst>
                <a:ext uri="{FF2B5EF4-FFF2-40B4-BE49-F238E27FC236}">
                  <a16:creationId xmlns:a16="http://schemas.microsoft.com/office/drawing/2014/main" id="{FFDFF26E-65A4-4AAD-B093-E1138297D2EE}"/>
                </a:ext>
              </a:extLst>
            </p:cNvPr>
            <p:cNvGrpSpPr>
              <a:grpSpLocks/>
            </p:cNvGrpSpPr>
            <p:nvPr/>
          </p:nvGrpSpPr>
          <p:grpSpPr bwMode="auto">
            <a:xfrm>
              <a:off x="4298" y="481"/>
              <a:ext cx="229" cy="135"/>
              <a:chOff x="4298" y="481"/>
              <a:chExt cx="229" cy="135"/>
            </a:xfrm>
          </p:grpSpPr>
          <p:sp>
            <p:nvSpPr>
              <p:cNvPr id="51512" name="WordArt 166">
                <a:extLst>
                  <a:ext uri="{FF2B5EF4-FFF2-40B4-BE49-F238E27FC236}">
                    <a16:creationId xmlns:a16="http://schemas.microsoft.com/office/drawing/2014/main" id="{760FF1FF-E6DF-497F-9FB0-630382150086}"/>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13" name="Freeform 167">
                <a:extLst>
                  <a:ext uri="{FF2B5EF4-FFF2-40B4-BE49-F238E27FC236}">
                    <a16:creationId xmlns:a16="http://schemas.microsoft.com/office/drawing/2014/main" id="{E9087791-7C04-4823-90DA-D2F28A51B625}"/>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510" name="WordArt 168">
              <a:extLst>
                <a:ext uri="{FF2B5EF4-FFF2-40B4-BE49-F238E27FC236}">
                  <a16:creationId xmlns:a16="http://schemas.microsoft.com/office/drawing/2014/main" id="{78B06F3C-0D5B-4C93-9F43-8605D01333CE}"/>
                </a:ext>
              </a:extLst>
            </p:cNvPr>
            <p:cNvSpPr>
              <a:spLocks noChangeArrowheads="1" noChangeShapeType="1" noTextEdit="1"/>
            </p:cNvSpPr>
            <p:nvPr/>
          </p:nvSpPr>
          <p:spPr bwMode="auto">
            <a:xfrm>
              <a:off x="4094" y="469"/>
              <a:ext cx="101"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511" name="WordArt 169">
              <a:extLst>
                <a:ext uri="{FF2B5EF4-FFF2-40B4-BE49-F238E27FC236}">
                  <a16:creationId xmlns:a16="http://schemas.microsoft.com/office/drawing/2014/main" id="{EBD20916-7632-4EC3-BF03-794BD28855AB}"/>
                </a:ext>
              </a:extLst>
            </p:cNvPr>
            <p:cNvSpPr>
              <a:spLocks noChangeArrowheads="1" noChangeShapeType="1" noTextEdit="1"/>
            </p:cNvSpPr>
            <p:nvPr/>
          </p:nvSpPr>
          <p:spPr bwMode="auto">
            <a:xfrm>
              <a:off x="4200" y="564"/>
              <a:ext cx="88" cy="77"/>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sp>
        <p:nvSpPr>
          <p:cNvPr id="51273" name="WordArt 170">
            <a:extLst>
              <a:ext uri="{FF2B5EF4-FFF2-40B4-BE49-F238E27FC236}">
                <a16:creationId xmlns:a16="http://schemas.microsoft.com/office/drawing/2014/main" id="{BFA2F4C6-0082-4D00-8632-4E48174E2929}"/>
              </a:ext>
            </a:extLst>
          </p:cNvPr>
          <p:cNvSpPr>
            <a:spLocks noChangeArrowheads="1" noChangeShapeType="1" noTextEdit="1"/>
          </p:cNvSpPr>
          <p:nvPr/>
        </p:nvSpPr>
        <p:spPr bwMode="auto">
          <a:xfrm>
            <a:off x="3943350" y="4946650"/>
            <a:ext cx="161925" cy="28257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0</a:t>
            </a:r>
            <a:endParaRPr lang="zh-CN" altLang="en-US" sz="3600" kern="10">
              <a:ln w="9525">
                <a:solidFill>
                  <a:schemeClr val="tx1"/>
                </a:solidFill>
                <a:round/>
                <a:headEnd/>
                <a:tailEnd/>
              </a:ln>
              <a:latin typeface="宋体" panose="02010600030101010101" pitchFamily="2" charset="-122"/>
            </a:endParaRPr>
          </a:p>
        </p:txBody>
      </p:sp>
      <p:sp>
        <p:nvSpPr>
          <p:cNvPr id="51274" name="WordArt 171">
            <a:extLst>
              <a:ext uri="{FF2B5EF4-FFF2-40B4-BE49-F238E27FC236}">
                <a16:creationId xmlns:a16="http://schemas.microsoft.com/office/drawing/2014/main" id="{30CC99D2-6A2D-43AB-89C4-20F6DE94DDF8}"/>
              </a:ext>
            </a:extLst>
          </p:cNvPr>
          <p:cNvSpPr>
            <a:spLocks noChangeArrowheads="1" noChangeShapeType="1" noTextEdit="1"/>
          </p:cNvSpPr>
          <p:nvPr/>
        </p:nvSpPr>
        <p:spPr bwMode="auto">
          <a:xfrm>
            <a:off x="5867400" y="2733675"/>
            <a:ext cx="161925" cy="282575"/>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0</a:t>
            </a:r>
            <a:endParaRPr lang="zh-CN" altLang="en-US" sz="3600" kern="10">
              <a:ln w="9525">
                <a:solidFill>
                  <a:schemeClr val="tx1"/>
                </a:solidFill>
                <a:round/>
                <a:headEnd/>
                <a:tailEnd/>
              </a:ln>
              <a:latin typeface="宋体" panose="02010600030101010101" pitchFamily="2" charset="-122"/>
            </a:endParaRPr>
          </a:p>
        </p:txBody>
      </p:sp>
      <p:grpSp>
        <p:nvGrpSpPr>
          <p:cNvPr id="51275" name="Group 172">
            <a:extLst>
              <a:ext uri="{FF2B5EF4-FFF2-40B4-BE49-F238E27FC236}">
                <a16:creationId xmlns:a16="http://schemas.microsoft.com/office/drawing/2014/main" id="{2F07C86D-3765-42D4-82E4-4008EF168357}"/>
              </a:ext>
            </a:extLst>
          </p:cNvPr>
          <p:cNvGrpSpPr>
            <a:grpSpLocks/>
          </p:cNvGrpSpPr>
          <p:nvPr/>
        </p:nvGrpSpPr>
        <p:grpSpPr bwMode="auto">
          <a:xfrm>
            <a:off x="7464425" y="3806825"/>
            <a:ext cx="344488" cy="401638"/>
            <a:chOff x="1499" y="1071"/>
            <a:chExt cx="280" cy="343"/>
          </a:xfrm>
        </p:grpSpPr>
        <p:sp>
          <p:nvSpPr>
            <p:cNvPr id="51505" name="WordArt 173">
              <a:extLst>
                <a:ext uri="{FF2B5EF4-FFF2-40B4-BE49-F238E27FC236}">
                  <a16:creationId xmlns:a16="http://schemas.microsoft.com/office/drawing/2014/main" id="{0C0A4F6A-A8FE-41C5-8FCD-D5ADE8324457}"/>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506" name="WordArt 174">
              <a:extLst>
                <a:ext uri="{FF2B5EF4-FFF2-40B4-BE49-F238E27FC236}">
                  <a16:creationId xmlns:a16="http://schemas.microsoft.com/office/drawing/2014/main" id="{81E1E9C4-F943-409D-9795-C60284D8CE03}"/>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07" name="Line 175">
              <a:extLst>
                <a:ext uri="{FF2B5EF4-FFF2-40B4-BE49-F238E27FC236}">
                  <a16:creationId xmlns:a16="http://schemas.microsoft.com/office/drawing/2014/main" id="{92211EE2-16E7-4D7A-BEB3-75A781EB49BB}"/>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276" name="Group 176">
            <a:extLst>
              <a:ext uri="{FF2B5EF4-FFF2-40B4-BE49-F238E27FC236}">
                <a16:creationId xmlns:a16="http://schemas.microsoft.com/office/drawing/2014/main" id="{A6159F90-A722-48DC-99F3-460CB8DAB39D}"/>
              </a:ext>
            </a:extLst>
          </p:cNvPr>
          <p:cNvGrpSpPr>
            <a:grpSpLocks/>
          </p:cNvGrpSpPr>
          <p:nvPr/>
        </p:nvGrpSpPr>
        <p:grpSpPr bwMode="auto">
          <a:xfrm>
            <a:off x="8277225" y="3881438"/>
            <a:ext cx="346075" cy="206375"/>
            <a:chOff x="4298" y="481"/>
            <a:chExt cx="229" cy="135"/>
          </a:xfrm>
        </p:grpSpPr>
        <p:sp>
          <p:nvSpPr>
            <p:cNvPr id="51503" name="WordArt 177">
              <a:extLst>
                <a:ext uri="{FF2B5EF4-FFF2-40B4-BE49-F238E27FC236}">
                  <a16:creationId xmlns:a16="http://schemas.microsoft.com/office/drawing/2014/main" id="{7C5A43CC-56BC-454B-B114-B823E8CF2AEE}"/>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504" name="Freeform 178">
              <a:extLst>
                <a:ext uri="{FF2B5EF4-FFF2-40B4-BE49-F238E27FC236}">
                  <a16:creationId xmlns:a16="http://schemas.microsoft.com/office/drawing/2014/main" id="{AFC6C7C7-194B-4E96-8A6D-87F1D10E6469}"/>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277" name="Group 179">
            <a:extLst>
              <a:ext uri="{FF2B5EF4-FFF2-40B4-BE49-F238E27FC236}">
                <a16:creationId xmlns:a16="http://schemas.microsoft.com/office/drawing/2014/main" id="{B806D568-5E46-4779-89A0-746ED8B85BD5}"/>
              </a:ext>
            </a:extLst>
          </p:cNvPr>
          <p:cNvGrpSpPr>
            <a:grpSpLocks/>
          </p:cNvGrpSpPr>
          <p:nvPr/>
        </p:nvGrpSpPr>
        <p:grpSpPr bwMode="auto">
          <a:xfrm>
            <a:off x="7905750" y="3875088"/>
            <a:ext cx="276225" cy="301625"/>
            <a:chOff x="4980" y="2350"/>
            <a:chExt cx="174" cy="190"/>
          </a:xfrm>
        </p:grpSpPr>
        <p:sp>
          <p:nvSpPr>
            <p:cNvPr id="51501" name="WordArt 180">
              <a:extLst>
                <a:ext uri="{FF2B5EF4-FFF2-40B4-BE49-F238E27FC236}">
                  <a16:creationId xmlns:a16="http://schemas.microsoft.com/office/drawing/2014/main" id="{505F6913-C6A4-4875-9F42-4BD72C26FA8F}"/>
                </a:ext>
              </a:extLst>
            </p:cNvPr>
            <p:cNvSpPr>
              <a:spLocks noChangeArrowheads="1" noChangeShapeType="1" noTextEdit="1"/>
            </p:cNvSpPr>
            <p:nvPr/>
          </p:nvSpPr>
          <p:spPr bwMode="auto">
            <a:xfrm>
              <a:off x="4980" y="2350"/>
              <a:ext cx="96" cy="137"/>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502" name="WordArt 181">
              <a:extLst>
                <a:ext uri="{FF2B5EF4-FFF2-40B4-BE49-F238E27FC236}">
                  <a16:creationId xmlns:a16="http://schemas.microsoft.com/office/drawing/2014/main" id="{1A000A5C-9FB4-4DDC-AE8C-8CF12BD10F14}"/>
                </a:ext>
              </a:extLst>
            </p:cNvPr>
            <p:cNvSpPr>
              <a:spLocks noChangeArrowheads="1" noChangeShapeType="1" noTextEdit="1"/>
            </p:cNvSpPr>
            <p:nvPr/>
          </p:nvSpPr>
          <p:spPr bwMode="auto">
            <a:xfrm>
              <a:off x="5080" y="2424"/>
              <a:ext cx="74" cy="116"/>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latin typeface="Monotype Corsiva" panose="03010101010201010101" pitchFamily="66" charset="0"/>
                </a:rPr>
                <a:t>p</a:t>
              </a:r>
              <a:endParaRPr lang="zh-CN" altLang="en-US" sz="3600" i="1" kern="10">
                <a:ln w="9525">
                  <a:solidFill>
                    <a:srgbClr val="CC3300"/>
                  </a:solidFill>
                  <a:round/>
                  <a:headEnd/>
                  <a:tailEnd/>
                </a:ln>
                <a:solidFill>
                  <a:srgbClr val="CC3300"/>
                </a:solidFill>
                <a:latin typeface="Monotype Corsiva" panose="03010101010201010101" pitchFamily="66" charset="0"/>
              </a:endParaRPr>
            </a:p>
          </p:txBody>
        </p:sp>
      </p:grpSp>
      <p:grpSp>
        <p:nvGrpSpPr>
          <p:cNvPr id="51278" name="Group 182">
            <a:extLst>
              <a:ext uri="{FF2B5EF4-FFF2-40B4-BE49-F238E27FC236}">
                <a16:creationId xmlns:a16="http://schemas.microsoft.com/office/drawing/2014/main" id="{7832841F-0B54-4B46-A870-DBF0D874061A}"/>
              </a:ext>
            </a:extLst>
          </p:cNvPr>
          <p:cNvGrpSpPr>
            <a:grpSpLocks/>
          </p:cNvGrpSpPr>
          <p:nvPr/>
        </p:nvGrpSpPr>
        <p:grpSpPr bwMode="auto">
          <a:xfrm>
            <a:off x="7572375" y="2722563"/>
            <a:ext cx="1038225" cy="392112"/>
            <a:chOff x="3843" y="439"/>
            <a:chExt cx="684" cy="261"/>
          </a:xfrm>
        </p:grpSpPr>
        <p:grpSp>
          <p:nvGrpSpPr>
            <p:cNvPr id="51492" name="Group 183">
              <a:extLst>
                <a:ext uri="{FF2B5EF4-FFF2-40B4-BE49-F238E27FC236}">
                  <a16:creationId xmlns:a16="http://schemas.microsoft.com/office/drawing/2014/main" id="{526319AA-5D99-4201-89A5-133AEDC87DDE}"/>
                </a:ext>
              </a:extLst>
            </p:cNvPr>
            <p:cNvGrpSpPr>
              <a:grpSpLocks/>
            </p:cNvGrpSpPr>
            <p:nvPr/>
          </p:nvGrpSpPr>
          <p:grpSpPr bwMode="auto">
            <a:xfrm>
              <a:off x="3843" y="439"/>
              <a:ext cx="228" cy="261"/>
              <a:chOff x="1499" y="1071"/>
              <a:chExt cx="280" cy="343"/>
            </a:xfrm>
          </p:grpSpPr>
          <p:sp>
            <p:nvSpPr>
              <p:cNvPr id="51498" name="WordArt 184">
                <a:extLst>
                  <a:ext uri="{FF2B5EF4-FFF2-40B4-BE49-F238E27FC236}">
                    <a16:creationId xmlns:a16="http://schemas.microsoft.com/office/drawing/2014/main" id="{4EC05687-C463-4DF1-9AE8-785AA526F67D}"/>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499" name="WordArt 185">
                <a:extLst>
                  <a:ext uri="{FF2B5EF4-FFF2-40B4-BE49-F238E27FC236}">
                    <a16:creationId xmlns:a16="http://schemas.microsoft.com/office/drawing/2014/main" id="{21772959-53D6-48D9-8D2D-C7A17C7DAC6C}"/>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500" name="Line 186">
                <a:extLst>
                  <a:ext uri="{FF2B5EF4-FFF2-40B4-BE49-F238E27FC236}">
                    <a16:creationId xmlns:a16="http://schemas.microsoft.com/office/drawing/2014/main" id="{5A8DF5F5-8EC7-4924-84A4-B783A468EC7C}"/>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493" name="Group 187">
              <a:extLst>
                <a:ext uri="{FF2B5EF4-FFF2-40B4-BE49-F238E27FC236}">
                  <a16:creationId xmlns:a16="http://schemas.microsoft.com/office/drawing/2014/main" id="{D76BCD35-B34E-45A6-A989-46281A0E8558}"/>
                </a:ext>
              </a:extLst>
            </p:cNvPr>
            <p:cNvGrpSpPr>
              <a:grpSpLocks/>
            </p:cNvGrpSpPr>
            <p:nvPr/>
          </p:nvGrpSpPr>
          <p:grpSpPr bwMode="auto">
            <a:xfrm>
              <a:off x="4298" y="481"/>
              <a:ext cx="229" cy="135"/>
              <a:chOff x="4298" y="481"/>
              <a:chExt cx="229" cy="135"/>
            </a:xfrm>
          </p:grpSpPr>
          <p:sp>
            <p:nvSpPr>
              <p:cNvPr id="51496" name="WordArt 188">
                <a:extLst>
                  <a:ext uri="{FF2B5EF4-FFF2-40B4-BE49-F238E27FC236}">
                    <a16:creationId xmlns:a16="http://schemas.microsoft.com/office/drawing/2014/main" id="{40870C92-D1F6-4F53-9291-D121A9C5658B}"/>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97" name="Freeform 189">
                <a:extLst>
                  <a:ext uri="{FF2B5EF4-FFF2-40B4-BE49-F238E27FC236}">
                    <a16:creationId xmlns:a16="http://schemas.microsoft.com/office/drawing/2014/main" id="{636B2C6D-061A-4A27-879C-DEB797D8882B}"/>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494" name="WordArt 190">
              <a:extLst>
                <a:ext uri="{FF2B5EF4-FFF2-40B4-BE49-F238E27FC236}">
                  <a16:creationId xmlns:a16="http://schemas.microsoft.com/office/drawing/2014/main" id="{1DEBC3E2-C98C-482A-9CBA-97AC69A538D6}"/>
                </a:ext>
              </a:extLst>
            </p:cNvPr>
            <p:cNvSpPr>
              <a:spLocks noChangeArrowheads="1" noChangeShapeType="1" noTextEdit="1"/>
            </p:cNvSpPr>
            <p:nvPr/>
          </p:nvSpPr>
          <p:spPr bwMode="auto">
            <a:xfrm>
              <a:off x="4094" y="469"/>
              <a:ext cx="101"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95" name="WordArt 191">
              <a:extLst>
                <a:ext uri="{FF2B5EF4-FFF2-40B4-BE49-F238E27FC236}">
                  <a16:creationId xmlns:a16="http://schemas.microsoft.com/office/drawing/2014/main" id="{133BB588-CBE6-4B42-B64B-B30B7C4CACB0}"/>
                </a:ext>
              </a:extLst>
            </p:cNvPr>
            <p:cNvSpPr>
              <a:spLocks noChangeArrowheads="1" noChangeShapeType="1" noTextEdit="1"/>
            </p:cNvSpPr>
            <p:nvPr/>
          </p:nvSpPr>
          <p:spPr bwMode="auto">
            <a:xfrm>
              <a:off x="4200" y="564"/>
              <a:ext cx="88" cy="77"/>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sp>
        <p:nvSpPr>
          <p:cNvPr id="51279" name="WordArt 192">
            <a:extLst>
              <a:ext uri="{FF2B5EF4-FFF2-40B4-BE49-F238E27FC236}">
                <a16:creationId xmlns:a16="http://schemas.microsoft.com/office/drawing/2014/main" id="{73E82808-2389-46D1-9E10-4DA7D75ADD13}"/>
              </a:ext>
            </a:extLst>
          </p:cNvPr>
          <p:cNvSpPr>
            <a:spLocks noChangeArrowheads="1" noChangeShapeType="1" noTextEdit="1"/>
          </p:cNvSpPr>
          <p:nvPr/>
        </p:nvSpPr>
        <p:spPr bwMode="auto">
          <a:xfrm>
            <a:off x="5741988" y="3579813"/>
            <a:ext cx="179387" cy="20796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sp>
        <p:nvSpPr>
          <p:cNvPr id="51280" name="WordArt 193">
            <a:extLst>
              <a:ext uri="{FF2B5EF4-FFF2-40B4-BE49-F238E27FC236}">
                <a16:creationId xmlns:a16="http://schemas.microsoft.com/office/drawing/2014/main" id="{61663A0C-E8C1-4B09-8731-5C432C84FB2B}"/>
              </a:ext>
            </a:extLst>
          </p:cNvPr>
          <p:cNvSpPr>
            <a:spLocks noChangeArrowheads="1" noChangeShapeType="1" noTextEdit="1"/>
          </p:cNvSpPr>
          <p:nvPr/>
        </p:nvSpPr>
        <p:spPr bwMode="auto">
          <a:xfrm>
            <a:off x="6122988" y="3600450"/>
            <a:ext cx="239712" cy="19367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nvGrpSpPr>
          <p:cNvPr id="51281" name="Group 194">
            <a:extLst>
              <a:ext uri="{FF2B5EF4-FFF2-40B4-BE49-F238E27FC236}">
                <a16:creationId xmlns:a16="http://schemas.microsoft.com/office/drawing/2014/main" id="{BC011E3D-61E5-474F-BC7F-E4598E91C400}"/>
              </a:ext>
            </a:extLst>
          </p:cNvPr>
          <p:cNvGrpSpPr>
            <a:grpSpLocks/>
          </p:cNvGrpSpPr>
          <p:nvPr/>
        </p:nvGrpSpPr>
        <p:grpSpPr bwMode="auto">
          <a:xfrm>
            <a:off x="4597400" y="342900"/>
            <a:ext cx="1519238" cy="366713"/>
            <a:chOff x="2887" y="217"/>
            <a:chExt cx="957" cy="231"/>
          </a:xfrm>
        </p:grpSpPr>
        <p:grpSp>
          <p:nvGrpSpPr>
            <p:cNvPr id="51480" name="Group 195">
              <a:extLst>
                <a:ext uri="{FF2B5EF4-FFF2-40B4-BE49-F238E27FC236}">
                  <a16:creationId xmlns:a16="http://schemas.microsoft.com/office/drawing/2014/main" id="{4596FD21-9B5A-42EE-832F-2D12E6530F02}"/>
                </a:ext>
              </a:extLst>
            </p:cNvPr>
            <p:cNvGrpSpPr>
              <a:grpSpLocks/>
            </p:cNvGrpSpPr>
            <p:nvPr/>
          </p:nvGrpSpPr>
          <p:grpSpPr bwMode="auto">
            <a:xfrm rot="5400000">
              <a:off x="3136" y="277"/>
              <a:ext cx="44" cy="100"/>
              <a:chOff x="2928" y="3216"/>
              <a:chExt cx="48" cy="240"/>
            </a:xfrm>
          </p:grpSpPr>
          <p:sp>
            <p:nvSpPr>
              <p:cNvPr id="51490" name="Line 196">
                <a:extLst>
                  <a:ext uri="{FF2B5EF4-FFF2-40B4-BE49-F238E27FC236}">
                    <a16:creationId xmlns:a16="http://schemas.microsoft.com/office/drawing/2014/main" id="{1AFBCACB-115A-49D3-A587-E8053769DD95}"/>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91" name="Line 197">
                <a:extLst>
                  <a:ext uri="{FF2B5EF4-FFF2-40B4-BE49-F238E27FC236}">
                    <a16:creationId xmlns:a16="http://schemas.microsoft.com/office/drawing/2014/main" id="{1F0A7A95-F5F8-400C-BE1E-05FDE2625EFD}"/>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481" name="Group 198">
              <a:extLst>
                <a:ext uri="{FF2B5EF4-FFF2-40B4-BE49-F238E27FC236}">
                  <a16:creationId xmlns:a16="http://schemas.microsoft.com/office/drawing/2014/main" id="{DA77D119-8663-4C9E-85E9-2F7E7EF4E32E}"/>
                </a:ext>
              </a:extLst>
            </p:cNvPr>
            <p:cNvGrpSpPr>
              <a:grpSpLocks/>
            </p:cNvGrpSpPr>
            <p:nvPr/>
          </p:nvGrpSpPr>
          <p:grpSpPr bwMode="auto">
            <a:xfrm>
              <a:off x="3296" y="217"/>
              <a:ext cx="188" cy="231"/>
              <a:chOff x="1499" y="1071"/>
              <a:chExt cx="280" cy="343"/>
            </a:xfrm>
          </p:grpSpPr>
          <p:sp>
            <p:nvSpPr>
              <p:cNvPr id="51487" name="WordArt 199">
                <a:extLst>
                  <a:ext uri="{FF2B5EF4-FFF2-40B4-BE49-F238E27FC236}">
                    <a16:creationId xmlns:a16="http://schemas.microsoft.com/office/drawing/2014/main" id="{98B6FBFE-B9B4-481B-AF4C-8EB230E9ACFE}"/>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488" name="WordArt 200">
                <a:extLst>
                  <a:ext uri="{FF2B5EF4-FFF2-40B4-BE49-F238E27FC236}">
                    <a16:creationId xmlns:a16="http://schemas.microsoft.com/office/drawing/2014/main" id="{9DD8BB3A-7519-4F4E-8237-39918D77981D}"/>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489" name="Line 201">
                <a:extLst>
                  <a:ext uri="{FF2B5EF4-FFF2-40B4-BE49-F238E27FC236}">
                    <a16:creationId xmlns:a16="http://schemas.microsoft.com/office/drawing/2014/main" id="{5A0643CA-BA6A-40BC-8104-BCE189800391}"/>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482" name="WordArt 202">
              <a:extLst>
                <a:ext uri="{FF2B5EF4-FFF2-40B4-BE49-F238E27FC236}">
                  <a16:creationId xmlns:a16="http://schemas.microsoft.com/office/drawing/2014/main" id="{03364E48-1874-4A85-9B9F-DDC2FB9C5635}"/>
                </a:ext>
              </a:extLst>
            </p:cNvPr>
            <p:cNvSpPr>
              <a:spLocks noChangeArrowheads="1" noChangeShapeType="1" noTextEdit="1"/>
            </p:cNvSpPr>
            <p:nvPr/>
          </p:nvSpPr>
          <p:spPr bwMode="auto">
            <a:xfrm>
              <a:off x="3511" y="269"/>
              <a:ext cx="98" cy="125"/>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grpSp>
          <p:nvGrpSpPr>
            <p:cNvPr id="51483" name="Group 203">
              <a:extLst>
                <a:ext uri="{FF2B5EF4-FFF2-40B4-BE49-F238E27FC236}">
                  <a16:creationId xmlns:a16="http://schemas.microsoft.com/office/drawing/2014/main" id="{319E10DE-EC03-4C90-B031-45BFB6AEEA7D}"/>
                </a:ext>
              </a:extLst>
            </p:cNvPr>
            <p:cNvGrpSpPr>
              <a:grpSpLocks/>
            </p:cNvGrpSpPr>
            <p:nvPr/>
          </p:nvGrpSpPr>
          <p:grpSpPr bwMode="auto">
            <a:xfrm>
              <a:off x="3655" y="267"/>
              <a:ext cx="189" cy="120"/>
              <a:chOff x="4298" y="481"/>
              <a:chExt cx="229" cy="135"/>
            </a:xfrm>
          </p:grpSpPr>
          <p:sp>
            <p:nvSpPr>
              <p:cNvPr id="51485" name="WordArt 204">
                <a:extLst>
                  <a:ext uri="{FF2B5EF4-FFF2-40B4-BE49-F238E27FC236}">
                    <a16:creationId xmlns:a16="http://schemas.microsoft.com/office/drawing/2014/main" id="{2F847E03-7F6D-4D1F-961C-86A5F8765DA5}"/>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86" name="Freeform 205">
                <a:extLst>
                  <a:ext uri="{FF2B5EF4-FFF2-40B4-BE49-F238E27FC236}">
                    <a16:creationId xmlns:a16="http://schemas.microsoft.com/office/drawing/2014/main" id="{C40E4EA6-8AC5-462E-87B9-DA6B31279546}"/>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484" name="WordArt 206">
              <a:extLst>
                <a:ext uri="{FF2B5EF4-FFF2-40B4-BE49-F238E27FC236}">
                  <a16:creationId xmlns:a16="http://schemas.microsoft.com/office/drawing/2014/main" id="{10C0AD08-AD37-4E96-BEBA-546BA80BEAC1}"/>
                </a:ext>
              </a:extLst>
            </p:cNvPr>
            <p:cNvSpPr>
              <a:spLocks noChangeArrowheads="1" noChangeShapeType="1" noTextEdit="1"/>
            </p:cNvSpPr>
            <p:nvPr/>
          </p:nvSpPr>
          <p:spPr bwMode="auto">
            <a:xfrm>
              <a:off x="2887" y="246"/>
              <a:ext cx="163" cy="172"/>
            </a:xfrm>
            <a:prstGeom prst="rect">
              <a:avLst/>
            </a:prstGeom>
          </p:spPr>
          <p:txBody>
            <a:bodyPr wrap="none" fromWordArt="1">
              <a:prstTxWarp prst="textPlain">
                <a:avLst>
                  <a:gd name="adj" fmla="val 58972"/>
                </a:avLst>
              </a:prstTxWarp>
            </a:bodyPr>
            <a:lstStyle/>
            <a:p>
              <a:pPr algn="ctr"/>
              <a:r>
                <a:rPr lang="en-US" altLang="zh-CN" sz="3600" i="1" kern="10">
                  <a:ln w="9525">
                    <a:solidFill>
                      <a:srgbClr val="000000"/>
                    </a:solidFill>
                    <a:round/>
                    <a:headEnd/>
                    <a:tailEnd/>
                  </a:ln>
                  <a:latin typeface="宋体" panose="02010600030101010101" pitchFamily="2" charset="-122"/>
                </a:rPr>
                <a:t>Q</a:t>
              </a:r>
              <a:endParaRPr lang="zh-CN" altLang="en-US" sz="3600" i="1" kern="10">
                <a:ln w="9525">
                  <a:solidFill>
                    <a:srgbClr val="000000"/>
                  </a:solidFill>
                  <a:round/>
                  <a:headEnd/>
                  <a:tailEnd/>
                </a:ln>
                <a:latin typeface="宋体" panose="02010600030101010101" pitchFamily="2" charset="-122"/>
              </a:endParaRPr>
            </a:p>
          </p:txBody>
        </p:sp>
      </p:grpSp>
      <p:grpSp>
        <p:nvGrpSpPr>
          <p:cNvPr id="51282" name="Group 207">
            <a:extLst>
              <a:ext uri="{FF2B5EF4-FFF2-40B4-BE49-F238E27FC236}">
                <a16:creationId xmlns:a16="http://schemas.microsoft.com/office/drawing/2014/main" id="{31243067-3F3C-405E-8DE1-BD74CD570695}"/>
              </a:ext>
            </a:extLst>
          </p:cNvPr>
          <p:cNvGrpSpPr>
            <a:grpSpLocks/>
          </p:cNvGrpSpPr>
          <p:nvPr/>
        </p:nvGrpSpPr>
        <p:grpSpPr bwMode="auto">
          <a:xfrm>
            <a:off x="5211763" y="788988"/>
            <a:ext cx="314325" cy="379412"/>
            <a:chOff x="1499" y="1071"/>
            <a:chExt cx="280" cy="343"/>
          </a:xfrm>
        </p:grpSpPr>
        <p:sp>
          <p:nvSpPr>
            <p:cNvPr id="51477" name="WordArt 208">
              <a:extLst>
                <a:ext uri="{FF2B5EF4-FFF2-40B4-BE49-F238E27FC236}">
                  <a16:creationId xmlns:a16="http://schemas.microsoft.com/office/drawing/2014/main" id="{3C393CA2-EA1D-44A6-876E-9391E79665A2}"/>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478" name="WordArt 209">
              <a:extLst>
                <a:ext uri="{FF2B5EF4-FFF2-40B4-BE49-F238E27FC236}">
                  <a16:creationId xmlns:a16="http://schemas.microsoft.com/office/drawing/2014/main" id="{ABDCC13B-8F33-48FD-839D-F06D9A6CFA2F}"/>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479" name="Line 210">
              <a:extLst>
                <a:ext uri="{FF2B5EF4-FFF2-40B4-BE49-F238E27FC236}">
                  <a16:creationId xmlns:a16="http://schemas.microsoft.com/office/drawing/2014/main" id="{73DD57A3-C3CB-4791-BA67-8C697CEC57FE}"/>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283" name="Group 211">
            <a:extLst>
              <a:ext uri="{FF2B5EF4-FFF2-40B4-BE49-F238E27FC236}">
                <a16:creationId xmlns:a16="http://schemas.microsoft.com/office/drawing/2014/main" id="{54423723-8525-425A-AF0C-6E13DB08511D}"/>
              </a:ext>
            </a:extLst>
          </p:cNvPr>
          <p:cNvGrpSpPr>
            <a:grpSpLocks/>
          </p:cNvGrpSpPr>
          <p:nvPr/>
        </p:nvGrpSpPr>
        <p:grpSpPr bwMode="auto">
          <a:xfrm>
            <a:off x="5884863" y="862013"/>
            <a:ext cx="315912" cy="196850"/>
            <a:chOff x="4298" y="481"/>
            <a:chExt cx="229" cy="135"/>
          </a:xfrm>
        </p:grpSpPr>
        <p:sp>
          <p:nvSpPr>
            <p:cNvPr id="51475" name="WordArt 212">
              <a:extLst>
                <a:ext uri="{FF2B5EF4-FFF2-40B4-BE49-F238E27FC236}">
                  <a16:creationId xmlns:a16="http://schemas.microsoft.com/office/drawing/2014/main" id="{909E5CBC-08ED-4076-A670-274D3A573CD8}"/>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76" name="Freeform 213">
              <a:extLst>
                <a:ext uri="{FF2B5EF4-FFF2-40B4-BE49-F238E27FC236}">
                  <a16:creationId xmlns:a16="http://schemas.microsoft.com/office/drawing/2014/main" id="{1ECF6F37-8144-4569-9B29-5D38668AB173}"/>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1284" name="Group 214">
            <a:extLst>
              <a:ext uri="{FF2B5EF4-FFF2-40B4-BE49-F238E27FC236}">
                <a16:creationId xmlns:a16="http://schemas.microsoft.com/office/drawing/2014/main" id="{90D65E3A-2B0F-45DB-A414-8A83C037986A}"/>
              </a:ext>
            </a:extLst>
          </p:cNvPr>
          <p:cNvGrpSpPr>
            <a:grpSpLocks/>
          </p:cNvGrpSpPr>
          <p:nvPr/>
        </p:nvGrpSpPr>
        <p:grpSpPr bwMode="auto">
          <a:xfrm>
            <a:off x="5557838" y="844550"/>
            <a:ext cx="314325" cy="238125"/>
            <a:chOff x="3448" y="494"/>
            <a:chExt cx="168" cy="158"/>
          </a:xfrm>
        </p:grpSpPr>
        <p:sp>
          <p:nvSpPr>
            <p:cNvPr id="51473" name="WordArt 215">
              <a:extLst>
                <a:ext uri="{FF2B5EF4-FFF2-40B4-BE49-F238E27FC236}">
                  <a16:creationId xmlns:a16="http://schemas.microsoft.com/office/drawing/2014/main" id="{B860BBDA-DA09-418E-86DD-5F935D131B72}"/>
                </a:ext>
              </a:extLst>
            </p:cNvPr>
            <p:cNvSpPr>
              <a:spLocks noChangeArrowheads="1" noChangeShapeType="1" noTextEdit="1"/>
            </p:cNvSpPr>
            <p:nvPr/>
          </p:nvSpPr>
          <p:spPr bwMode="auto">
            <a:xfrm>
              <a:off x="3448" y="494"/>
              <a:ext cx="87" cy="130"/>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74" name="WordArt 216">
              <a:extLst>
                <a:ext uri="{FF2B5EF4-FFF2-40B4-BE49-F238E27FC236}">
                  <a16:creationId xmlns:a16="http://schemas.microsoft.com/office/drawing/2014/main" id="{F350E8B4-4993-46ED-A069-A1265392B9FC}"/>
                </a:ext>
              </a:extLst>
            </p:cNvPr>
            <p:cNvSpPr>
              <a:spLocks noChangeArrowheads="1" noChangeShapeType="1" noTextEdit="1"/>
            </p:cNvSpPr>
            <p:nvPr/>
          </p:nvSpPr>
          <p:spPr bwMode="auto">
            <a:xfrm>
              <a:off x="3540" y="581"/>
              <a:ext cx="76" cy="71"/>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sp>
        <p:nvSpPr>
          <p:cNvPr id="51285" name="WordArt 217">
            <a:extLst>
              <a:ext uri="{FF2B5EF4-FFF2-40B4-BE49-F238E27FC236}">
                <a16:creationId xmlns:a16="http://schemas.microsoft.com/office/drawing/2014/main" id="{612DB7C6-4B61-4DF1-96BD-71880EFF833A}"/>
              </a:ext>
            </a:extLst>
          </p:cNvPr>
          <p:cNvSpPr>
            <a:spLocks noChangeArrowheads="1" noChangeShapeType="1" noTextEdit="1"/>
          </p:cNvSpPr>
          <p:nvPr/>
        </p:nvSpPr>
        <p:spPr bwMode="auto">
          <a:xfrm>
            <a:off x="4713288" y="849313"/>
            <a:ext cx="215900" cy="179387"/>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cs typeface="Times New Roman" panose="02020603050405020304" pitchFamily="18" charset="0"/>
              </a:rPr>
              <a:t>E</a:t>
            </a:r>
            <a:endParaRPr lang="zh-CN" altLang="en-US" sz="3600" i="1" kern="10">
              <a:ln w="9525">
                <a:solidFill>
                  <a:schemeClr val="tx2"/>
                </a:solidFill>
                <a:round/>
                <a:headEnd/>
                <a:tailEnd/>
              </a:ln>
              <a:solidFill>
                <a:schemeClr val="tx2"/>
              </a:solidFill>
              <a:cs typeface="Times New Roman" panose="02020603050405020304" pitchFamily="18" charset="0"/>
            </a:endParaRPr>
          </a:p>
        </p:txBody>
      </p:sp>
      <p:sp>
        <p:nvSpPr>
          <p:cNvPr id="51286" name="Freeform 218">
            <a:extLst>
              <a:ext uri="{FF2B5EF4-FFF2-40B4-BE49-F238E27FC236}">
                <a16:creationId xmlns:a16="http://schemas.microsoft.com/office/drawing/2014/main" id="{2699D15E-72A1-47FF-886F-BCFC4053A73A}"/>
              </a:ext>
            </a:extLst>
          </p:cNvPr>
          <p:cNvSpPr>
            <a:spLocks/>
          </p:cNvSpPr>
          <p:nvPr/>
        </p:nvSpPr>
        <p:spPr bwMode="auto">
          <a:xfrm>
            <a:off x="4564063" y="854075"/>
            <a:ext cx="128587" cy="176213"/>
          </a:xfrm>
          <a:custGeom>
            <a:avLst/>
            <a:gdLst>
              <a:gd name="T0" fmla="*/ 2147483646 w 241"/>
              <a:gd name="T1" fmla="*/ 0 h 241"/>
              <a:gd name="T2" fmla="*/ 0 w 241"/>
              <a:gd name="T3" fmla="*/ 2147483646 h 241"/>
              <a:gd name="T4" fmla="*/ 2147483646 w 241"/>
              <a:gd name="T5" fmla="*/ 2147483646 h 241"/>
              <a:gd name="T6" fmla="*/ 214748364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1287" name="Group 219">
            <a:extLst>
              <a:ext uri="{FF2B5EF4-FFF2-40B4-BE49-F238E27FC236}">
                <a16:creationId xmlns:a16="http://schemas.microsoft.com/office/drawing/2014/main" id="{E8957572-4937-4F2C-920C-5F94E9E671AE}"/>
              </a:ext>
            </a:extLst>
          </p:cNvPr>
          <p:cNvGrpSpPr>
            <a:grpSpLocks/>
          </p:cNvGrpSpPr>
          <p:nvPr/>
        </p:nvGrpSpPr>
        <p:grpSpPr bwMode="auto">
          <a:xfrm rot="5400000">
            <a:off x="5046663" y="866775"/>
            <a:ext cx="69850" cy="158750"/>
            <a:chOff x="2928" y="3216"/>
            <a:chExt cx="48" cy="240"/>
          </a:xfrm>
        </p:grpSpPr>
        <p:sp>
          <p:nvSpPr>
            <p:cNvPr id="51471" name="Line 220">
              <a:extLst>
                <a:ext uri="{FF2B5EF4-FFF2-40B4-BE49-F238E27FC236}">
                  <a16:creationId xmlns:a16="http://schemas.microsoft.com/office/drawing/2014/main" id="{4CF406ED-0521-4C99-98D8-E4AF8A3B62EA}"/>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72" name="Line 221">
              <a:extLst>
                <a:ext uri="{FF2B5EF4-FFF2-40B4-BE49-F238E27FC236}">
                  <a16:creationId xmlns:a16="http://schemas.microsoft.com/office/drawing/2014/main" id="{464800BA-CB5A-453E-BE80-BF7996B266D8}"/>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288" name="Group 222">
            <a:extLst>
              <a:ext uri="{FF2B5EF4-FFF2-40B4-BE49-F238E27FC236}">
                <a16:creationId xmlns:a16="http://schemas.microsoft.com/office/drawing/2014/main" id="{EA5763CC-7F13-4878-B699-11B9408877D0}"/>
              </a:ext>
            </a:extLst>
          </p:cNvPr>
          <p:cNvGrpSpPr>
            <a:grpSpLocks/>
          </p:cNvGrpSpPr>
          <p:nvPr/>
        </p:nvGrpSpPr>
        <p:grpSpPr bwMode="auto">
          <a:xfrm>
            <a:off x="5338763" y="1208088"/>
            <a:ext cx="725487" cy="325437"/>
            <a:chOff x="3166" y="1633"/>
            <a:chExt cx="427" cy="205"/>
          </a:xfrm>
        </p:grpSpPr>
        <p:sp>
          <p:nvSpPr>
            <p:cNvPr id="51463" name="WordArt 223">
              <a:extLst>
                <a:ext uri="{FF2B5EF4-FFF2-40B4-BE49-F238E27FC236}">
                  <a16:creationId xmlns:a16="http://schemas.microsoft.com/office/drawing/2014/main" id="{E5CC307C-0FF9-4225-A4CF-8FCBCC093503}"/>
                </a:ext>
              </a:extLst>
            </p:cNvPr>
            <p:cNvSpPr>
              <a:spLocks noChangeArrowheads="1" noChangeShapeType="1" noTextEdit="1"/>
            </p:cNvSpPr>
            <p:nvPr/>
          </p:nvSpPr>
          <p:spPr bwMode="auto">
            <a:xfrm>
              <a:off x="3259" y="1684"/>
              <a:ext cx="106" cy="12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nvGrpSpPr>
            <p:cNvPr id="51464" name="Group 224">
              <a:extLst>
                <a:ext uri="{FF2B5EF4-FFF2-40B4-BE49-F238E27FC236}">
                  <a16:creationId xmlns:a16="http://schemas.microsoft.com/office/drawing/2014/main" id="{B98426C9-3B7A-4142-82D1-3BC7AC989706}"/>
                </a:ext>
              </a:extLst>
            </p:cNvPr>
            <p:cNvGrpSpPr>
              <a:grpSpLocks/>
            </p:cNvGrpSpPr>
            <p:nvPr/>
          </p:nvGrpSpPr>
          <p:grpSpPr bwMode="auto">
            <a:xfrm>
              <a:off x="3384" y="1659"/>
              <a:ext cx="209" cy="146"/>
              <a:chOff x="2972" y="1718"/>
              <a:chExt cx="339" cy="183"/>
            </a:xfrm>
          </p:grpSpPr>
          <p:sp>
            <p:nvSpPr>
              <p:cNvPr id="51469" name="WordArt 225">
                <a:extLst>
                  <a:ext uri="{FF2B5EF4-FFF2-40B4-BE49-F238E27FC236}">
                    <a16:creationId xmlns:a16="http://schemas.microsoft.com/office/drawing/2014/main" id="{31AA6E36-1509-4DD8-BA44-25A456A60F65}"/>
                  </a:ext>
                </a:extLst>
              </p:cNvPr>
              <p:cNvSpPr>
                <a:spLocks noChangeArrowheads="1" noChangeShapeType="1" noTextEdit="1"/>
              </p:cNvSpPr>
              <p:nvPr/>
            </p:nvSpPr>
            <p:spPr bwMode="auto">
              <a:xfrm>
                <a:off x="3100" y="1746"/>
                <a:ext cx="211" cy="155"/>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470" name="WordArt 226">
                <a:extLst>
                  <a:ext uri="{FF2B5EF4-FFF2-40B4-BE49-F238E27FC236}">
                    <a16:creationId xmlns:a16="http://schemas.microsoft.com/office/drawing/2014/main" id="{E3CB5BF4-C173-43EC-B150-CAA5CF16E5CF}"/>
                  </a:ext>
                </a:extLst>
              </p:cNvPr>
              <p:cNvSpPr>
                <a:spLocks noChangeArrowheads="1" noChangeShapeType="1" noTextEdit="1"/>
              </p:cNvSpPr>
              <p:nvPr/>
            </p:nvSpPr>
            <p:spPr bwMode="auto">
              <a:xfrm>
                <a:off x="2972" y="1718"/>
                <a:ext cx="104" cy="177"/>
              </a:xfrm>
              <a:prstGeom prst="rect">
                <a:avLst/>
              </a:prstGeom>
            </p:spPr>
            <p:txBody>
              <a:bodyPr wrap="none" fromWordArt="1">
                <a:prstTxWarp prst="textPlain">
                  <a:avLst>
                    <a:gd name="adj" fmla="val 50000"/>
                  </a:avLst>
                </a:prstTxWarp>
              </a:bodyPr>
              <a:lstStyle/>
              <a:p>
                <a:pPr algn="ctr"/>
                <a:r>
                  <a:rPr lang="en-US" altLang="zh-CN" sz="1800" kern="10">
                    <a:ln w="9525">
                      <a:solidFill>
                        <a:schemeClr val="tx1"/>
                      </a:solidFill>
                      <a:round/>
                      <a:headEnd/>
                      <a:tailEnd/>
                    </a:ln>
                    <a:latin typeface="宋体" panose="02010600030101010101" pitchFamily="2" charset="-122"/>
                  </a:rPr>
                  <a:t>d</a:t>
                </a:r>
                <a:endParaRPr lang="zh-CN" altLang="en-US" sz="1800" kern="10">
                  <a:ln w="9525">
                    <a:solidFill>
                      <a:schemeClr val="tx1"/>
                    </a:solidFill>
                    <a:round/>
                    <a:headEnd/>
                    <a:tailEnd/>
                  </a:ln>
                  <a:latin typeface="宋体" panose="02010600030101010101" pitchFamily="2" charset="-122"/>
                </a:endParaRPr>
              </a:p>
            </p:txBody>
          </p:sp>
        </p:grpSp>
        <p:grpSp>
          <p:nvGrpSpPr>
            <p:cNvPr id="51465" name="Group 227">
              <a:extLst>
                <a:ext uri="{FF2B5EF4-FFF2-40B4-BE49-F238E27FC236}">
                  <a16:creationId xmlns:a16="http://schemas.microsoft.com/office/drawing/2014/main" id="{FA536A77-D985-448A-9580-4E3EA02CFDB4}"/>
                </a:ext>
              </a:extLst>
            </p:cNvPr>
            <p:cNvGrpSpPr>
              <a:grpSpLocks/>
            </p:cNvGrpSpPr>
            <p:nvPr/>
          </p:nvGrpSpPr>
          <p:grpSpPr bwMode="auto">
            <a:xfrm rot="123913">
              <a:off x="3166" y="1633"/>
              <a:ext cx="65" cy="205"/>
              <a:chOff x="4590" y="526"/>
              <a:chExt cx="529" cy="1700"/>
            </a:xfrm>
          </p:grpSpPr>
          <p:sp>
            <p:nvSpPr>
              <p:cNvPr id="51466" name="Oval 228">
                <a:extLst>
                  <a:ext uri="{FF2B5EF4-FFF2-40B4-BE49-F238E27FC236}">
                    <a16:creationId xmlns:a16="http://schemas.microsoft.com/office/drawing/2014/main" id="{03364434-46C1-414B-BA3C-2E80133F7972}"/>
                  </a:ext>
                </a:extLst>
              </p:cNvPr>
              <p:cNvSpPr>
                <a:spLocks noChangeArrowheads="1"/>
              </p:cNvSpPr>
              <p:nvPr/>
            </p:nvSpPr>
            <p:spPr bwMode="auto">
              <a:xfrm>
                <a:off x="4590" y="2095"/>
                <a:ext cx="124" cy="131"/>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467" name="Oval 229">
                <a:extLst>
                  <a:ext uri="{FF2B5EF4-FFF2-40B4-BE49-F238E27FC236}">
                    <a16:creationId xmlns:a16="http://schemas.microsoft.com/office/drawing/2014/main" id="{F8857FE2-8B0D-479F-A10F-C96643F544F8}"/>
                  </a:ext>
                </a:extLst>
              </p:cNvPr>
              <p:cNvSpPr>
                <a:spLocks noChangeArrowheads="1"/>
              </p:cNvSpPr>
              <p:nvPr/>
            </p:nvSpPr>
            <p:spPr bwMode="auto">
              <a:xfrm>
                <a:off x="4995" y="526"/>
                <a:ext cx="124" cy="130"/>
              </a:xfrm>
              <a:prstGeom prst="ellipse">
                <a:avLst/>
              </a:prstGeom>
              <a:solidFill>
                <a:schemeClr val="tx2"/>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468" name="Freeform 230">
                <a:extLst>
                  <a:ext uri="{FF2B5EF4-FFF2-40B4-BE49-F238E27FC236}">
                    <a16:creationId xmlns:a16="http://schemas.microsoft.com/office/drawing/2014/main" id="{BAF01DD7-8A14-444F-A530-F2FF1ABD5933}"/>
                  </a:ext>
                </a:extLst>
              </p:cNvPr>
              <p:cNvSpPr>
                <a:spLocks/>
              </p:cNvSpPr>
              <p:nvPr/>
            </p:nvSpPr>
            <p:spPr bwMode="auto">
              <a:xfrm>
                <a:off x="4684" y="539"/>
                <a:ext cx="338" cy="1677"/>
              </a:xfrm>
              <a:custGeom>
                <a:avLst/>
                <a:gdLst>
                  <a:gd name="T0" fmla="*/ 24 w 338"/>
                  <a:gd name="T1" fmla="*/ 1669 h 1677"/>
                  <a:gd name="T2" fmla="*/ 160 w 338"/>
                  <a:gd name="T3" fmla="*/ 1517 h 1677"/>
                  <a:gd name="T4" fmla="*/ 236 w 338"/>
                  <a:gd name="T5" fmla="*/ 1329 h 1677"/>
                  <a:gd name="T6" fmla="*/ 248 w 338"/>
                  <a:gd name="T7" fmla="*/ 849 h 1677"/>
                  <a:gd name="T8" fmla="*/ 232 w 338"/>
                  <a:gd name="T9" fmla="*/ 481 h 1677"/>
                  <a:gd name="T10" fmla="*/ 236 w 338"/>
                  <a:gd name="T11" fmla="*/ 233 h 1677"/>
                  <a:gd name="T12" fmla="*/ 268 w 338"/>
                  <a:gd name="T13" fmla="*/ 105 h 1677"/>
                  <a:gd name="T14" fmla="*/ 336 w 338"/>
                  <a:gd name="T15" fmla="*/ 5 h 1677"/>
                  <a:gd name="T16" fmla="*/ 256 w 338"/>
                  <a:gd name="T17" fmla="*/ 73 h 1677"/>
                  <a:gd name="T18" fmla="*/ 180 w 338"/>
                  <a:gd name="T19" fmla="*/ 169 h 1677"/>
                  <a:gd name="T20" fmla="*/ 128 w 338"/>
                  <a:gd name="T21" fmla="*/ 309 h 1677"/>
                  <a:gd name="T22" fmla="*/ 116 w 338"/>
                  <a:gd name="T23" fmla="*/ 573 h 1677"/>
                  <a:gd name="T24" fmla="*/ 124 w 338"/>
                  <a:gd name="T25" fmla="*/ 861 h 1677"/>
                  <a:gd name="T26" fmla="*/ 128 w 338"/>
                  <a:gd name="T27" fmla="*/ 1213 h 1677"/>
                  <a:gd name="T28" fmla="*/ 124 w 338"/>
                  <a:gd name="T29" fmla="*/ 1381 h 1677"/>
                  <a:gd name="T30" fmla="*/ 0 w 338"/>
                  <a:gd name="T31" fmla="*/ 1677 h 16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8"/>
                  <a:gd name="T49" fmla="*/ 0 h 1677"/>
                  <a:gd name="T50" fmla="*/ 338 w 338"/>
                  <a:gd name="T51" fmla="*/ 1677 h 16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8" h="1677">
                    <a:moveTo>
                      <a:pt x="24" y="1669"/>
                    </a:moveTo>
                    <a:cubicBezTo>
                      <a:pt x="74" y="1621"/>
                      <a:pt x="125" y="1574"/>
                      <a:pt x="160" y="1517"/>
                    </a:cubicBezTo>
                    <a:cubicBezTo>
                      <a:pt x="195" y="1460"/>
                      <a:pt x="221" y="1440"/>
                      <a:pt x="236" y="1329"/>
                    </a:cubicBezTo>
                    <a:cubicBezTo>
                      <a:pt x="251" y="1218"/>
                      <a:pt x="249" y="990"/>
                      <a:pt x="248" y="849"/>
                    </a:cubicBezTo>
                    <a:cubicBezTo>
                      <a:pt x="247" y="708"/>
                      <a:pt x="234" y="584"/>
                      <a:pt x="232" y="481"/>
                    </a:cubicBezTo>
                    <a:cubicBezTo>
                      <a:pt x="230" y="378"/>
                      <a:pt x="230" y="296"/>
                      <a:pt x="236" y="233"/>
                    </a:cubicBezTo>
                    <a:cubicBezTo>
                      <a:pt x="242" y="170"/>
                      <a:pt x="251" y="143"/>
                      <a:pt x="268" y="105"/>
                    </a:cubicBezTo>
                    <a:cubicBezTo>
                      <a:pt x="285" y="67"/>
                      <a:pt x="338" y="10"/>
                      <a:pt x="336" y="5"/>
                    </a:cubicBezTo>
                    <a:cubicBezTo>
                      <a:pt x="334" y="0"/>
                      <a:pt x="282" y="46"/>
                      <a:pt x="256" y="73"/>
                    </a:cubicBezTo>
                    <a:cubicBezTo>
                      <a:pt x="230" y="100"/>
                      <a:pt x="201" y="130"/>
                      <a:pt x="180" y="169"/>
                    </a:cubicBezTo>
                    <a:cubicBezTo>
                      <a:pt x="159" y="208"/>
                      <a:pt x="139" y="242"/>
                      <a:pt x="128" y="309"/>
                    </a:cubicBezTo>
                    <a:cubicBezTo>
                      <a:pt x="117" y="376"/>
                      <a:pt x="117" y="481"/>
                      <a:pt x="116" y="573"/>
                    </a:cubicBezTo>
                    <a:cubicBezTo>
                      <a:pt x="115" y="665"/>
                      <a:pt x="122" y="754"/>
                      <a:pt x="124" y="861"/>
                    </a:cubicBezTo>
                    <a:cubicBezTo>
                      <a:pt x="126" y="968"/>
                      <a:pt x="128" y="1126"/>
                      <a:pt x="128" y="1213"/>
                    </a:cubicBezTo>
                    <a:cubicBezTo>
                      <a:pt x="128" y="1300"/>
                      <a:pt x="145" y="1304"/>
                      <a:pt x="124" y="1381"/>
                    </a:cubicBezTo>
                    <a:cubicBezTo>
                      <a:pt x="103" y="1458"/>
                      <a:pt x="51" y="1567"/>
                      <a:pt x="0" y="1677"/>
                    </a:cubicBezTo>
                  </a:path>
                </a:pathLst>
              </a:custGeom>
              <a:solidFill>
                <a:schemeClr val="tx2"/>
              </a:solidFill>
              <a:ln w="9525">
                <a:solidFill>
                  <a:schemeClr val="tx1"/>
                </a:solidFill>
                <a:round/>
                <a:headEnd/>
                <a:tailEnd/>
              </a:ln>
            </p:spPr>
            <p:txBody>
              <a:bodyPr/>
              <a:lstStyle/>
              <a:p>
                <a:endParaRPr lang="zh-CN" altLang="en-US"/>
              </a:p>
            </p:txBody>
          </p:sp>
        </p:grpSp>
      </p:grpSp>
      <p:sp>
        <p:nvSpPr>
          <p:cNvPr id="51289" name="WordArt 231">
            <a:extLst>
              <a:ext uri="{FF2B5EF4-FFF2-40B4-BE49-F238E27FC236}">
                <a16:creationId xmlns:a16="http://schemas.microsoft.com/office/drawing/2014/main" id="{C0C701F4-7EA0-4490-B2D0-A66EF5C8FC9F}"/>
              </a:ext>
            </a:extLst>
          </p:cNvPr>
          <p:cNvSpPr>
            <a:spLocks noChangeArrowheads="1" noChangeShapeType="1" noTextEdit="1"/>
          </p:cNvSpPr>
          <p:nvPr/>
        </p:nvSpPr>
        <p:spPr bwMode="auto">
          <a:xfrm>
            <a:off x="4605338" y="1270000"/>
            <a:ext cx="317500" cy="215900"/>
          </a:xfrm>
          <a:prstGeom prst="rect">
            <a:avLst/>
          </a:prstGeom>
        </p:spPr>
        <p:txBody>
          <a:bodyPr wrap="none" fromWordArt="1">
            <a:prstTxWarp prst="textPlain">
              <a:avLst>
                <a:gd name="adj" fmla="val 57009"/>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W</a:t>
            </a:r>
            <a:endParaRPr lang="zh-CN" altLang="en-US" sz="3600" i="1" kern="10">
              <a:ln w="9525">
                <a:solidFill>
                  <a:schemeClr val="tx2"/>
                </a:solidFill>
                <a:round/>
                <a:headEnd/>
                <a:tailEnd/>
              </a:ln>
              <a:solidFill>
                <a:schemeClr val="tx2"/>
              </a:solidFill>
              <a:latin typeface="宋体" panose="02010600030101010101" pitchFamily="2" charset="-122"/>
            </a:endParaRPr>
          </a:p>
        </p:txBody>
      </p:sp>
      <p:grpSp>
        <p:nvGrpSpPr>
          <p:cNvPr id="51290" name="Group 232">
            <a:extLst>
              <a:ext uri="{FF2B5EF4-FFF2-40B4-BE49-F238E27FC236}">
                <a16:creationId xmlns:a16="http://schemas.microsoft.com/office/drawing/2014/main" id="{A04CD273-A288-4FF4-B8B7-E4D942FBDE22}"/>
              </a:ext>
            </a:extLst>
          </p:cNvPr>
          <p:cNvGrpSpPr>
            <a:grpSpLocks/>
          </p:cNvGrpSpPr>
          <p:nvPr/>
        </p:nvGrpSpPr>
        <p:grpSpPr bwMode="auto">
          <a:xfrm rot="5400000">
            <a:off x="5067300" y="1296988"/>
            <a:ext cx="69850" cy="158750"/>
            <a:chOff x="2928" y="3216"/>
            <a:chExt cx="48" cy="240"/>
          </a:xfrm>
        </p:grpSpPr>
        <p:sp>
          <p:nvSpPr>
            <p:cNvPr id="51461" name="Line 233">
              <a:extLst>
                <a:ext uri="{FF2B5EF4-FFF2-40B4-BE49-F238E27FC236}">
                  <a16:creationId xmlns:a16="http://schemas.microsoft.com/office/drawing/2014/main" id="{9FE40CDB-57B5-43B5-957C-DE745B8D140E}"/>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62" name="Line 234">
              <a:extLst>
                <a:ext uri="{FF2B5EF4-FFF2-40B4-BE49-F238E27FC236}">
                  <a16:creationId xmlns:a16="http://schemas.microsoft.com/office/drawing/2014/main" id="{797469C0-65B3-495E-9FD0-E3B16B918716}"/>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291" name="Group 235">
            <a:extLst>
              <a:ext uri="{FF2B5EF4-FFF2-40B4-BE49-F238E27FC236}">
                <a16:creationId xmlns:a16="http://schemas.microsoft.com/office/drawing/2014/main" id="{786DB50B-4D10-4BFA-AC6F-428E0E876421}"/>
              </a:ext>
            </a:extLst>
          </p:cNvPr>
          <p:cNvGrpSpPr>
            <a:grpSpLocks/>
          </p:cNvGrpSpPr>
          <p:nvPr/>
        </p:nvGrpSpPr>
        <p:grpSpPr bwMode="auto">
          <a:xfrm>
            <a:off x="6461125" y="406400"/>
            <a:ext cx="1314450" cy="285750"/>
            <a:chOff x="4396" y="196"/>
            <a:chExt cx="828" cy="180"/>
          </a:xfrm>
        </p:grpSpPr>
        <p:sp>
          <p:nvSpPr>
            <p:cNvPr id="51451" name="WordArt 236">
              <a:extLst>
                <a:ext uri="{FF2B5EF4-FFF2-40B4-BE49-F238E27FC236}">
                  <a16:creationId xmlns:a16="http://schemas.microsoft.com/office/drawing/2014/main" id="{A790313F-65FE-41AB-9746-9931752A1E4F}"/>
                </a:ext>
              </a:extLst>
            </p:cNvPr>
            <p:cNvSpPr>
              <a:spLocks noChangeArrowheads="1" noChangeShapeType="1" noTextEdit="1"/>
            </p:cNvSpPr>
            <p:nvPr/>
          </p:nvSpPr>
          <p:spPr bwMode="auto">
            <a:xfrm>
              <a:off x="4493" y="196"/>
              <a:ext cx="92" cy="12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52" name="Freeform 237">
              <a:extLst>
                <a:ext uri="{FF2B5EF4-FFF2-40B4-BE49-F238E27FC236}">
                  <a16:creationId xmlns:a16="http://schemas.microsoft.com/office/drawing/2014/main" id="{DC9DBCB4-B69A-40DB-824C-E8E5C405BFD8}"/>
                </a:ext>
              </a:extLst>
            </p:cNvPr>
            <p:cNvSpPr>
              <a:spLocks/>
            </p:cNvSpPr>
            <p:nvPr/>
          </p:nvSpPr>
          <p:spPr bwMode="auto">
            <a:xfrm>
              <a:off x="4396" y="216"/>
              <a:ext cx="79" cy="98"/>
            </a:xfrm>
            <a:custGeom>
              <a:avLst/>
              <a:gdLst>
                <a:gd name="T0" fmla="*/ 6 w 241"/>
                <a:gd name="T1" fmla="*/ 0 h 241"/>
                <a:gd name="T2" fmla="*/ 0 w 241"/>
                <a:gd name="T3" fmla="*/ 16 h 241"/>
                <a:gd name="T4" fmla="*/ 9 w 241"/>
                <a:gd name="T5" fmla="*/ 16 h 241"/>
                <a:gd name="T6" fmla="*/ 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1453" name="Group 238">
              <a:extLst>
                <a:ext uri="{FF2B5EF4-FFF2-40B4-BE49-F238E27FC236}">
                  <a16:creationId xmlns:a16="http://schemas.microsoft.com/office/drawing/2014/main" id="{3FCAB2F7-E47C-4149-9A8F-7C1CC0348E10}"/>
                </a:ext>
              </a:extLst>
            </p:cNvPr>
            <p:cNvGrpSpPr>
              <a:grpSpLocks/>
            </p:cNvGrpSpPr>
            <p:nvPr/>
          </p:nvGrpSpPr>
          <p:grpSpPr bwMode="auto">
            <a:xfrm rot="5400000">
              <a:off x="4645" y="229"/>
              <a:ext cx="44" cy="100"/>
              <a:chOff x="2928" y="3216"/>
              <a:chExt cx="48" cy="240"/>
            </a:xfrm>
          </p:grpSpPr>
          <p:sp>
            <p:nvSpPr>
              <p:cNvPr id="51459" name="Line 239">
                <a:extLst>
                  <a:ext uri="{FF2B5EF4-FFF2-40B4-BE49-F238E27FC236}">
                    <a16:creationId xmlns:a16="http://schemas.microsoft.com/office/drawing/2014/main" id="{54B4545E-CB2D-4BAD-9238-4B6603F123F4}"/>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60" name="Line 240">
                <a:extLst>
                  <a:ext uri="{FF2B5EF4-FFF2-40B4-BE49-F238E27FC236}">
                    <a16:creationId xmlns:a16="http://schemas.microsoft.com/office/drawing/2014/main" id="{C3DAE570-8BA4-4BB6-A3E7-AEF7F3BB4C5C}"/>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454" name="WordArt 241">
              <a:extLst>
                <a:ext uri="{FF2B5EF4-FFF2-40B4-BE49-F238E27FC236}">
                  <a16:creationId xmlns:a16="http://schemas.microsoft.com/office/drawing/2014/main" id="{2E689B5C-14C4-474F-9CE9-771B319F6399}"/>
                </a:ext>
              </a:extLst>
            </p:cNvPr>
            <p:cNvSpPr>
              <a:spLocks noChangeArrowheads="1" noChangeShapeType="1" noTextEdit="1"/>
            </p:cNvSpPr>
            <p:nvPr/>
          </p:nvSpPr>
          <p:spPr bwMode="auto">
            <a:xfrm>
              <a:off x="4771" y="216"/>
              <a:ext cx="92" cy="12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55" name="WordArt 242">
              <a:extLst>
                <a:ext uri="{FF2B5EF4-FFF2-40B4-BE49-F238E27FC236}">
                  <a16:creationId xmlns:a16="http://schemas.microsoft.com/office/drawing/2014/main" id="{DE3D66AE-FE0B-4D8B-9073-07C7380F372D}"/>
                </a:ext>
              </a:extLst>
            </p:cNvPr>
            <p:cNvSpPr>
              <a:spLocks noChangeArrowheads="1" noChangeShapeType="1" noTextEdit="1"/>
            </p:cNvSpPr>
            <p:nvPr/>
          </p:nvSpPr>
          <p:spPr bwMode="auto">
            <a:xfrm>
              <a:off x="5102" y="213"/>
              <a:ext cx="92" cy="12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56" name="WordArt 243">
              <a:extLst>
                <a:ext uri="{FF2B5EF4-FFF2-40B4-BE49-F238E27FC236}">
                  <a16:creationId xmlns:a16="http://schemas.microsoft.com/office/drawing/2014/main" id="{55D03CBF-3349-4BBA-9A6F-2F0B18554717}"/>
                </a:ext>
              </a:extLst>
            </p:cNvPr>
            <p:cNvSpPr>
              <a:spLocks noChangeArrowheads="1" noChangeShapeType="1" noTextEdit="1"/>
            </p:cNvSpPr>
            <p:nvPr/>
          </p:nvSpPr>
          <p:spPr bwMode="auto">
            <a:xfrm>
              <a:off x="4864" y="266"/>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457" name="Line 244">
              <a:extLst>
                <a:ext uri="{FF2B5EF4-FFF2-40B4-BE49-F238E27FC236}">
                  <a16:creationId xmlns:a16="http://schemas.microsoft.com/office/drawing/2014/main" id="{AEBA9F73-4773-484D-8658-CE77A7193F16}"/>
                </a:ext>
              </a:extLst>
            </p:cNvPr>
            <p:cNvSpPr>
              <a:spLocks noChangeShapeType="1"/>
            </p:cNvSpPr>
            <p:nvPr/>
          </p:nvSpPr>
          <p:spPr bwMode="auto">
            <a:xfrm>
              <a:off x="4967" y="271"/>
              <a:ext cx="93" cy="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58" name="WordArt 245">
              <a:extLst>
                <a:ext uri="{FF2B5EF4-FFF2-40B4-BE49-F238E27FC236}">
                  <a16:creationId xmlns:a16="http://schemas.microsoft.com/office/drawing/2014/main" id="{F4F4400B-3307-4251-9114-EDD8E33BB977}"/>
                </a:ext>
              </a:extLst>
            </p:cNvPr>
            <p:cNvSpPr>
              <a:spLocks noChangeArrowheads="1" noChangeShapeType="1" noTextEdit="1"/>
            </p:cNvSpPr>
            <p:nvPr/>
          </p:nvSpPr>
          <p:spPr bwMode="auto">
            <a:xfrm>
              <a:off x="5178" y="284"/>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sp>
        <p:nvSpPr>
          <p:cNvPr id="51292" name="WordArt 248">
            <a:extLst>
              <a:ext uri="{FF2B5EF4-FFF2-40B4-BE49-F238E27FC236}">
                <a16:creationId xmlns:a16="http://schemas.microsoft.com/office/drawing/2014/main" id="{93E8AC2B-B6F8-468D-9A6F-A49F18BEF1FB}"/>
              </a:ext>
            </a:extLst>
          </p:cNvPr>
          <p:cNvSpPr>
            <a:spLocks noChangeArrowheads="1" noChangeShapeType="1" noTextEdit="1"/>
          </p:cNvSpPr>
          <p:nvPr/>
        </p:nvSpPr>
        <p:spPr bwMode="auto">
          <a:xfrm>
            <a:off x="7035800" y="836613"/>
            <a:ext cx="193675" cy="17145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cs typeface="Times New Roman" panose="02020603050405020304" pitchFamily="18" charset="0"/>
              </a:rPr>
              <a:t>E</a:t>
            </a:r>
            <a:endParaRPr lang="zh-CN" altLang="en-US" sz="3600" i="1" kern="10">
              <a:ln w="9525">
                <a:solidFill>
                  <a:schemeClr val="tx2"/>
                </a:solidFill>
                <a:round/>
                <a:headEnd/>
                <a:tailEnd/>
              </a:ln>
              <a:solidFill>
                <a:schemeClr val="tx2"/>
              </a:solidFill>
              <a:cs typeface="Times New Roman" panose="02020603050405020304" pitchFamily="18" charset="0"/>
            </a:endParaRPr>
          </a:p>
        </p:txBody>
      </p:sp>
      <p:sp>
        <p:nvSpPr>
          <p:cNvPr id="51293" name="WordArt 249">
            <a:extLst>
              <a:ext uri="{FF2B5EF4-FFF2-40B4-BE49-F238E27FC236}">
                <a16:creationId xmlns:a16="http://schemas.microsoft.com/office/drawing/2014/main" id="{231A32AF-67B3-4960-A6CA-8A6A752227CF}"/>
              </a:ext>
            </a:extLst>
          </p:cNvPr>
          <p:cNvSpPr>
            <a:spLocks noChangeArrowheads="1" noChangeShapeType="1" noTextEdit="1"/>
          </p:cNvSpPr>
          <p:nvPr/>
        </p:nvSpPr>
        <p:spPr bwMode="auto">
          <a:xfrm>
            <a:off x="7227888" y="919163"/>
            <a:ext cx="77787" cy="141287"/>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294" name="Line 250">
            <a:extLst>
              <a:ext uri="{FF2B5EF4-FFF2-40B4-BE49-F238E27FC236}">
                <a16:creationId xmlns:a16="http://schemas.microsoft.com/office/drawing/2014/main" id="{AA180C24-8DF3-4097-8262-13B9AFD514B1}"/>
              </a:ext>
            </a:extLst>
          </p:cNvPr>
          <p:cNvSpPr>
            <a:spLocks noChangeShapeType="1"/>
          </p:cNvSpPr>
          <p:nvPr/>
        </p:nvSpPr>
        <p:spPr bwMode="auto">
          <a:xfrm>
            <a:off x="7342188" y="938213"/>
            <a:ext cx="131762"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95" name="WordArt 251">
            <a:extLst>
              <a:ext uri="{FF2B5EF4-FFF2-40B4-BE49-F238E27FC236}">
                <a16:creationId xmlns:a16="http://schemas.microsoft.com/office/drawing/2014/main" id="{CC8567EC-1FC9-4661-B967-7A4072AB6D9B}"/>
              </a:ext>
            </a:extLst>
          </p:cNvPr>
          <p:cNvSpPr>
            <a:spLocks noChangeArrowheads="1" noChangeShapeType="1" noTextEdit="1"/>
          </p:cNvSpPr>
          <p:nvPr/>
        </p:nvSpPr>
        <p:spPr bwMode="auto">
          <a:xfrm>
            <a:off x="7507288" y="855663"/>
            <a:ext cx="193675" cy="171450"/>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cs typeface="Times New Roman" panose="02020603050405020304" pitchFamily="18" charset="0"/>
              </a:rPr>
              <a:t>E</a:t>
            </a:r>
            <a:endParaRPr lang="zh-CN" altLang="en-US" sz="3600" i="1" kern="10">
              <a:ln w="9525">
                <a:solidFill>
                  <a:schemeClr val="tx2"/>
                </a:solidFill>
                <a:round/>
                <a:headEnd/>
                <a:tailEnd/>
              </a:ln>
              <a:solidFill>
                <a:schemeClr val="tx2"/>
              </a:solidFill>
              <a:cs typeface="Times New Roman" panose="02020603050405020304" pitchFamily="18" charset="0"/>
            </a:endParaRPr>
          </a:p>
        </p:txBody>
      </p:sp>
      <p:sp>
        <p:nvSpPr>
          <p:cNvPr id="51296" name="WordArt 252">
            <a:extLst>
              <a:ext uri="{FF2B5EF4-FFF2-40B4-BE49-F238E27FC236}">
                <a16:creationId xmlns:a16="http://schemas.microsoft.com/office/drawing/2014/main" id="{896D7143-2728-4D52-9C72-2DF26BC0C278}"/>
              </a:ext>
            </a:extLst>
          </p:cNvPr>
          <p:cNvSpPr>
            <a:spLocks noChangeArrowheads="1" noChangeShapeType="1" noTextEdit="1"/>
          </p:cNvSpPr>
          <p:nvPr/>
        </p:nvSpPr>
        <p:spPr bwMode="auto">
          <a:xfrm>
            <a:off x="7707313" y="958850"/>
            <a:ext cx="65087" cy="139700"/>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297" name="WordArt 254">
            <a:extLst>
              <a:ext uri="{FF2B5EF4-FFF2-40B4-BE49-F238E27FC236}">
                <a16:creationId xmlns:a16="http://schemas.microsoft.com/office/drawing/2014/main" id="{5DA8208B-1420-4E92-84C9-1B7A62AA6FB7}"/>
              </a:ext>
            </a:extLst>
          </p:cNvPr>
          <p:cNvSpPr>
            <a:spLocks noChangeArrowheads="1" noChangeShapeType="1" noTextEdit="1"/>
          </p:cNvSpPr>
          <p:nvPr/>
        </p:nvSpPr>
        <p:spPr bwMode="auto">
          <a:xfrm>
            <a:off x="6605588" y="823913"/>
            <a:ext cx="187325" cy="16827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cs typeface="Times New Roman" panose="02020603050405020304" pitchFamily="18" charset="0"/>
              </a:rPr>
              <a:t>E</a:t>
            </a:r>
            <a:endParaRPr lang="zh-CN" altLang="en-US" sz="3600" i="1" kern="10">
              <a:ln w="9525">
                <a:solidFill>
                  <a:schemeClr val="tx2"/>
                </a:solidFill>
                <a:round/>
                <a:headEnd/>
                <a:tailEnd/>
              </a:ln>
              <a:solidFill>
                <a:schemeClr val="tx2"/>
              </a:solidFill>
              <a:cs typeface="Times New Roman" panose="02020603050405020304" pitchFamily="18" charset="0"/>
            </a:endParaRPr>
          </a:p>
        </p:txBody>
      </p:sp>
      <p:sp>
        <p:nvSpPr>
          <p:cNvPr id="51298" name="Freeform 255">
            <a:extLst>
              <a:ext uri="{FF2B5EF4-FFF2-40B4-BE49-F238E27FC236}">
                <a16:creationId xmlns:a16="http://schemas.microsoft.com/office/drawing/2014/main" id="{8F3B947B-BA37-49D3-891B-0D952659BADF}"/>
              </a:ext>
            </a:extLst>
          </p:cNvPr>
          <p:cNvSpPr>
            <a:spLocks/>
          </p:cNvSpPr>
          <p:nvPr/>
        </p:nvSpPr>
        <p:spPr bwMode="auto">
          <a:xfrm>
            <a:off x="6477000" y="828675"/>
            <a:ext cx="111125" cy="165100"/>
          </a:xfrm>
          <a:custGeom>
            <a:avLst/>
            <a:gdLst>
              <a:gd name="T0" fmla="*/ 2147483646 w 241"/>
              <a:gd name="T1" fmla="*/ 0 h 241"/>
              <a:gd name="T2" fmla="*/ 0 w 241"/>
              <a:gd name="T3" fmla="*/ 2147483646 h 241"/>
              <a:gd name="T4" fmla="*/ 2147483646 w 241"/>
              <a:gd name="T5" fmla="*/ 2147483646 h 241"/>
              <a:gd name="T6" fmla="*/ 214748364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1299" name="Group 256">
            <a:extLst>
              <a:ext uri="{FF2B5EF4-FFF2-40B4-BE49-F238E27FC236}">
                <a16:creationId xmlns:a16="http://schemas.microsoft.com/office/drawing/2014/main" id="{78873627-6F5A-4188-A8D7-A758C4792DB1}"/>
              </a:ext>
            </a:extLst>
          </p:cNvPr>
          <p:cNvGrpSpPr>
            <a:grpSpLocks/>
          </p:cNvGrpSpPr>
          <p:nvPr/>
        </p:nvGrpSpPr>
        <p:grpSpPr bwMode="auto">
          <a:xfrm rot="5400000">
            <a:off x="6891338" y="831850"/>
            <a:ext cx="69850" cy="158750"/>
            <a:chOff x="2928" y="3216"/>
            <a:chExt cx="48" cy="240"/>
          </a:xfrm>
        </p:grpSpPr>
        <p:sp>
          <p:nvSpPr>
            <p:cNvPr id="51449" name="Line 257">
              <a:extLst>
                <a:ext uri="{FF2B5EF4-FFF2-40B4-BE49-F238E27FC236}">
                  <a16:creationId xmlns:a16="http://schemas.microsoft.com/office/drawing/2014/main" id="{0D5F4A0F-84ED-44DB-ADE4-A00DFC507072}"/>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50" name="Line 258">
              <a:extLst>
                <a:ext uri="{FF2B5EF4-FFF2-40B4-BE49-F238E27FC236}">
                  <a16:creationId xmlns:a16="http://schemas.microsoft.com/office/drawing/2014/main" id="{8FF7146D-1196-4BED-A845-584341CCA9B8}"/>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300" name="Group 259">
            <a:extLst>
              <a:ext uri="{FF2B5EF4-FFF2-40B4-BE49-F238E27FC236}">
                <a16:creationId xmlns:a16="http://schemas.microsoft.com/office/drawing/2014/main" id="{70C2CFBA-192C-4FEB-B07E-F2310751D470}"/>
              </a:ext>
            </a:extLst>
          </p:cNvPr>
          <p:cNvGrpSpPr>
            <a:grpSpLocks/>
          </p:cNvGrpSpPr>
          <p:nvPr/>
        </p:nvGrpSpPr>
        <p:grpSpPr bwMode="auto">
          <a:xfrm>
            <a:off x="7972425" y="461963"/>
            <a:ext cx="973138" cy="371475"/>
            <a:chOff x="5014" y="222"/>
            <a:chExt cx="613" cy="234"/>
          </a:xfrm>
        </p:grpSpPr>
        <p:grpSp>
          <p:nvGrpSpPr>
            <p:cNvPr id="51438" name="Group 260">
              <a:extLst>
                <a:ext uri="{FF2B5EF4-FFF2-40B4-BE49-F238E27FC236}">
                  <a16:creationId xmlns:a16="http://schemas.microsoft.com/office/drawing/2014/main" id="{D33CE273-DDD8-4939-A748-9BF0B4B0C913}"/>
                </a:ext>
              </a:extLst>
            </p:cNvPr>
            <p:cNvGrpSpPr>
              <a:grpSpLocks/>
            </p:cNvGrpSpPr>
            <p:nvPr/>
          </p:nvGrpSpPr>
          <p:grpSpPr bwMode="auto">
            <a:xfrm>
              <a:off x="5362" y="222"/>
              <a:ext cx="265" cy="234"/>
              <a:chOff x="2262" y="2012"/>
              <a:chExt cx="310" cy="241"/>
            </a:xfrm>
          </p:grpSpPr>
          <p:sp>
            <p:nvSpPr>
              <p:cNvPr id="51445" name="Line 261">
                <a:extLst>
                  <a:ext uri="{FF2B5EF4-FFF2-40B4-BE49-F238E27FC236}">
                    <a16:creationId xmlns:a16="http://schemas.microsoft.com/office/drawing/2014/main" id="{CFC2D00D-B6D0-4F03-99DB-5BB9FEB0078C}"/>
                  </a:ext>
                </a:extLst>
              </p:cNvPr>
              <p:cNvSpPr>
                <a:spLocks noChangeShapeType="1"/>
              </p:cNvSpPr>
              <p:nvPr/>
            </p:nvSpPr>
            <p:spPr bwMode="auto">
              <a:xfrm>
                <a:off x="2262" y="2140"/>
                <a:ext cx="14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46" name="WordArt 262">
                <a:extLst>
                  <a:ext uri="{FF2B5EF4-FFF2-40B4-BE49-F238E27FC236}">
                    <a16:creationId xmlns:a16="http://schemas.microsoft.com/office/drawing/2014/main" id="{91FD8F7F-3E46-4DC1-A058-E767E975850B}"/>
                  </a:ext>
                </a:extLst>
              </p:cNvPr>
              <p:cNvSpPr>
                <a:spLocks noChangeArrowheads="1" noChangeShapeType="1" noTextEdit="1"/>
              </p:cNvSpPr>
              <p:nvPr/>
            </p:nvSpPr>
            <p:spPr bwMode="auto">
              <a:xfrm>
                <a:off x="2298" y="2160"/>
                <a:ext cx="6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sp>
            <p:nvSpPr>
              <p:cNvPr id="51447" name="WordArt 263">
                <a:extLst>
                  <a:ext uri="{FF2B5EF4-FFF2-40B4-BE49-F238E27FC236}">
                    <a16:creationId xmlns:a16="http://schemas.microsoft.com/office/drawing/2014/main" id="{BA9ACA7F-E4A5-4273-82D2-2913464E3164}"/>
                  </a:ext>
                </a:extLst>
              </p:cNvPr>
              <p:cNvSpPr>
                <a:spLocks noChangeArrowheads="1" noChangeShapeType="1" noTextEdit="1"/>
              </p:cNvSpPr>
              <p:nvPr/>
            </p:nvSpPr>
            <p:spPr bwMode="auto">
              <a:xfrm>
                <a:off x="2321" y="2012"/>
                <a:ext cx="49" cy="99"/>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cs typeface="Times New Roman" panose="02020603050405020304" pitchFamily="18" charset="0"/>
                  </a:rPr>
                  <a:t>i</a:t>
                </a:r>
                <a:endParaRPr lang="zh-CN" altLang="en-US" sz="3600" i="1" kern="10">
                  <a:ln w="9525">
                    <a:solidFill>
                      <a:schemeClr val="tx1"/>
                    </a:solidFill>
                    <a:round/>
                    <a:headEnd/>
                    <a:tailEnd/>
                  </a:ln>
                  <a:cs typeface="Times New Roman" panose="02020603050405020304" pitchFamily="18" charset="0"/>
                </a:endParaRPr>
              </a:p>
            </p:txBody>
          </p:sp>
          <p:sp>
            <p:nvSpPr>
              <p:cNvPr id="51448" name="WordArt 264">
                <a:extLst>
                  <a:ext uri="{FF2B5EF4-FFF2-40B4-BE49-F238E27FC236}">
                    <a16:creationId xmlns:a16="http://schemas.microsoft.com/office/drawing/2014/main" id="{37377EDF-5EE5-4C9A-AE8D-4C89BE4EB2D8}"/>
                  </a:ext>
                </a:extLst>
              </p:cNvPr>
              <p:cNvSpPr>
                <a:spLocks noChangeArrowheads="1" noChangeShapeType="1" noTextEdit="1"/>
              </p:cNvSpPr>
              <p:nvPr/>
            </p:nvSpPr>
            <p:spPr bwMode="auto">
              <a:xfrm>
                <a:off x="2402" y="2069"/>
                <a:ext cx="170" cy="119"/>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grpSp>
          <p:nvGrpSpPr>
            <p:cNvPr id="51439" name="Group 265">
              <a:extLst>
                <a:ext uri="{FF2B5EF4-FFF2-40B4-BE49-F238E27FC236}">
                  <a16:creationId xmlns:a16="http://schemas.microsoft.com/office/drawing/2014/main" id="{174409E3-5EA0-4D00-A37A-C5F7EC81164A}"/>
                </a:ext>
              </a:extLst>
            </p:cNvPr>
            <p:cNvGrpSpPr>
              <a:grpSpLocks/>
            </p:cNvGrpSpPr>
            <p:nvPr/>
          </p:nvGrpSpPr>
          <p:grpSpPr bwMode="auto">
            <a:xfrm>
              <a:off x="5014" y="272"/>
              <a:ext cx="198" cy="150"/>
              <a:chOff x="3448" y="494"/>
              <a:chExt cx="168" cy="158"/>
            </a:xfrm>
          </p:grpSpPr>
          <p:sp>
            <p:nvSpPr>
              <p:cNvPr id="51443" name="WordArt 266">
                <a:extLst>
                  <a:ext uri="{FF2B5EF4-FFF2-40B4-BE49-F238E27FC236}">
                    <a16:creationId xmlns:a16="http://schemas.microsoft.com/office/drawing/2014/main" id="{33E9D9E3-FA19-40B7-925D-BA7BEFD62240}"/>
                  </a:ext>
                </a:extLst>
              </p:cNvPr>
              <p:cNvSpPr>
                <a:spLocks noChangeArrowheads="1" noChangeShapeType="1" noTextEdit="1"/>
              </p:cNvSpPr>
              <p:nvPr/>
            </p:nvSpPr>
            <p:spPr bwMode="auto">
              <a:xfrm>
                <a:off x="3448" y="494"/>
                <a:ext cx="87" cy="130"/>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44" name="WordArt 267">
                <a:extLst>
                  <a:ext uri="{FF2B5EF4-FFF2-40B4-BE49-F238E27FC236}">
                    <a16:creationId xmlns:a16="http://schemas.microsoft.com/office/drawing/2014/main" id="{3E88C09D-3060-4C17-899D-DF4BD35DC022}"/>
                  </a:ext>
                </a:extLst>
              </p:cNvPr>
              <p:cNvSpPr>
                <a:spLocks noChangeArrowheads="1" noChangeShapeType="1" noTextEdit="1"/>
              </p:cNvSpPr>
              <p:nvPr/>
            </p:nvSpPr>
            <p:spPr bwMode="auto">
              <a:xfrm>
                <a:off x="3540" y="581"/>
                <a:ext cx="76" cy="71"/>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grpSp>
          <p:nvGrpSpPr>
            <p:cNvPr id="51440" name="Group 268">
              <a:extLst>
                <a:ext uri="{FF2B5EF4-FFF2-40B4-BE49-F238E27FC236}">
                  <a16:creationId xmlns:a16="http://schemas.microsoft.com/office/drawing/2014/main" id="{155AA281-46A1-4248-A34F-7D6541FD3E9D}"/>
                </a:ext>
              </a:extLst>
            </p:cNvPr>
            <p:cNvGrpSpPr>
              <a:grpSpLocks/>
            </p:cNvGrpSpPr>
            <p:nvPr/>
          </p:nvGrpSpPr>
          <p:grpSpPr bwMode="auto">
            <a:xfrm rot="5400000">
              <a:off x="5251" y="290"/>
              <a:ext cx="44" cy="100"/>
              <a:chOff x="2928" y="3216"/>
              <a:chExt cx="48" cy="240"/>
            </a:xfrm>
          </p:grpSpPr>
          <p:sp>
            <p:nvSpPr>
              <p:cNvPr id="51441" name="Line 269">
                <a:extLst>
                  <a:ext uri="{FF2B5EF4-FFF2-40B4-BE49-F238E27FC236}">
                    <a16:creationId xmlns:a16="http://schemas.microsoft.com/office/drawing/2014/main" id="{6F2ABC7F-2D45-4D0B-BF85-390DF430CC4D}"/>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42" name="Line 270">
                <a:extLst>
                  <a:ext uri="{FF2B5EF4-FFF2-40B4-BE49-F238E27FC236}">
                    <a16:creationId xmlns:a16="http://schemas.microsoft.com/office/drawing/2014/main" id="{041F8AD4-5877-468D-BBA0-7A38A9ED07CC}"/>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1301" name="Group 271">
            <a:extLst>
              <a:ext uri="{FF2B5EF4-FFF2-40B4-BE49-F238E27FC236}">
                <a16:creationId xmlns:a16="http://schemas.microsoft.com/office/drawing/2014/main" id="{07A70C5B-567A-4D75-B3B3-2F7170AF11EE}"/>
              </a:ext>
            </a:extLst>
          </p:cNvPr>
          <p:cNvGrpSpPr>
            <a:grpSpLocks/>
          </p:cNvGrpSpPr>
          <p:nvPr/>
        </p:nvGrpSpPr>
        <p:grpSpPr bwMode="auto">
          <a:xfrm>
            <a:off x="6386513" y="1223963"/>
            <a:ext cx="288925" cy="277812"/>
            <a:chOff x="4091" y="619"/>
            <a:chExt cx="159" cy="190"/>
          </a:xfrm>
        </p:grpSpPr>
        <p:sp>
          <p:nvSpPr>
            <p:cNvPr id="51436" name="WordArt 272">
              <a:extLst>
                <a:ext uri="{FF2B5EF4-FFF2-40B4-BE49-F238E27FC236}">
                  <a16:creationId xmlns:a16="http://schemas.microsoft.com/office/drawing/2014/main" id="{2C292FF0-39F1-4E69-801C-CE83ED7D42CE}"/>
                </a:ext>
              </a:extLst>
            </p:cNvPr>
            <p:cNvSpPr>
              <a:spLocks noChangeArrowheads="1" noChangeShapeType="1" noTextEdit="1"/>
            </p:cNvSpPr>
            <p:nvPr/>
          </p:nvSpPr>
          <p:spPr bwMode="auto">
            <a:xfrm>
              <a:off x="4091" y="619"/>
              <a:ext cx="96" cy="137"/>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37" name="WordArt 273">
              <a:extLst>
                <a:ext uri="{FF2B5EF4-FFF2-40B4-BE49-F238E27FC236}">
                  <a16:creationId xmlns:a16="http://schemas.microsoft.com/office/drawing/2014/main" id="{566BBB54-912B-446B-B745-0A95AEA540A2}"/>
                </a:ext>
              </a:extLst>
            </p:cNvPr>
            <p:cNvSpPr>
              <a:spLocks noChangeArrowheads="1" noChangeShapeType="1" noTextEdit="1"/>
            </p:cNvSpPr>
            <p:nvPr/>
          </p:nvSpPr>
          <p:spPr bwMode="auto">
            <a:xfrm>
              <a:off x="4176" y="693"/>
              <a:ext cx="74" cy="116"/>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latin typeface="Monotype Corsiva" panose="03010101010201010101" pitchFamily="66" charset="0"/>
                </a:rPr>
                <a:t>p</a:t>
              </a:r>
              <a:endParaRPr lang="zh-CN" altLang="en-US" sz="3600" i="1" kern="10">
                <a:ln w="9525">
                  <a:solidFill>
                    <a:srgbClr val="CC3300"/>
                  </a:solidFill>
                  <a:round/>
                  <a:headEnd/>
                  <a:tailEnd/>
                </a:ln>
                <a:solidFill>
                  <a:srgbClr val="CC3300"/>
                </a:solidFill>
                <a:latin typeface="Monotype Corsiva" panose="03010101010201010101" pitchFamily="66" charset="0"/>
              </a:endParaRPr>
            </a:p>
          </p:txBody>
        </p:sp>
      </p:grpSp>
      <p:grpSp>
        <p:nvGrpSpPr>
          <p:cNvPr id="51302" name="Group 274">
            <a:extLst>
              <a:ext uri="{FF2B5EF4-FFF2-40B4-BE49-F238E27FC236}">
                <a16:creationId xmlns:a16="http://schemas.microsoft.com/office/drawing/2014/main" id="{780DAB14-4418-45FD-AB1F-1C085017C952}"/>
              </a:ext>
            </a:extLst>
          </p:cNvPr>
          <p:cNvGrpSpPr>
            <a:grpSpLocks/>
          </p:cNvGrpSpPr>
          <p:nvPr/>
        </p:nvGrpSpPr>
        <p:grpSpPr bwMode="auto">
          <a:xfrm rot="5400000">
            <a:off x="6770688" y="1265238"/>
            <a:ext cx="69850" cy="158750"/>
            <a:chOff x="2928" y="3216"/>
            <a:chExt cx="48" cy="240"/>
          </a:xfrm>
        </p:grpSpPr>
        <p:sp>
          <p:nvSpPr>
            <p:cNvPr id="51434" name="Line 275">
              <a:extLst>
                <a:ext uri="{FF2B5EF4-FFF2-40B4-BE49-F238E27FC236}">
                  <a16:creationId xmlns:a16="http://schemas.microsoft.com/office/drawing/2014/main" id="{3797F466-CD7F-40C1-B063-C04141602164}"/>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35" name="Line 276">
              <a:extLst>
                <a:ext uri="{FF2B5EF4-FFF2-40B4-BE49-F238E27FC236}">
                  <a16:creationId xmlns:a16="http://schemas.microsoft.com/office/drawing/2014/main" id="{E452DEB6-0685-4C1B-A77E-37183F6ABCB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303" name="Group 277">
            <a:extLst>
              <a:ext uri="{FF2B5EF4-FFF2-40B4-BE49-F238E27FC236}">
                <a16:creationId xmlns:a16="http://schemas.microsoft.com/office/drawing/2014/main" id="{4F651EC3-5E89-45A2-AE3A-3E0D9DE72D3A}"/>
              </a:ext>
            </a:extLst>
          </p:cNvPr>
          <p:cNvGrpSpPr>
            <a:grpSpLocks/>
          </p:cNvGrpSpPr>
          <p:nvPr/>
        </p:nvGrpSpPr>
        <p:grpSpPr bwMode="auto">
          <a:xfrm>
            <a:off x="6959600" y="1246188"/>
            <a:ext cx="314325" cy="238125"/>
            <a:chOff x="3448" y="494"/>
            <a:chExt cx="168" cy="158"/>
          </a:xfrm>
        </p:grpSpPr>
        <p:sp>
          <p:nvSpPr>
            <p:cNvPr id="51432" name="WordArt 278">
              <a:extLst>
                <a:ext uri="{FF2B5EF4-FFF2-40B4-BE49-F238E27FC236}">
                  <a16:creationId xmlns:a16="http://schemas.microsoft.com/office/drawing/2014/main" id="{C6C36DED-9D5C-4787-B4FF-F8397682C0B2}"/>
                </a:ext>
              </a:extLst>
            </p:cNvPr>
            <p:cNvSpPr>
              <a:spLocks noChangeArrowheads="1" noChangeShapeType="1" noTextEdit="1"/>
            </p:cNvSpPr>
            <p:nvPr/>
          </p:nvSpPr>
          <p:spPr bwMode="auto">
            <a:xfrm>
              <a:off x="3448" y="494"/>
              <a:ext cx="87" cy="130"/>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33" name="WordArt 279">
              <a:extLst>
                <a:ext uri="{FF2B5EF4-FFF2-40B4-BE49-F238E27FC236}">
                  <a16:creationId xmlns:a16="http://schemas.microsoft.com/office/drawing/2014/main" id="{2CEEF2F5-79E8-4215-98A2-FB99384EAA4C}"/>
                </a:ext>
              </a:extLst>
            </p:cNvPr>
            <p:cNvSpPr>
              <a:spLocks noChangeArrowheads="1" noChangeShapeType="1" noTextEdit="1"/>
            </p:cNvSpPr>
            <p:nvPr/>
          </p:nvSpPr>
          <p:spPr bwMode="auto">
            <a:xfrm>
              <a:off x="3540" y="581"/>
              <a:ext cx="76" cy="71"/>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grpSp>
        <p:nvGrpSpPr>
          <p:cNvPr id="51304" name="Group 280">
            <a:extLst>
              <a:ext uri="{FF2B5EF4-FFF2-40B4-BE49-F238E27FC236}">
                <a16:creationId xmlns:a16="http://schemas.microsoft.com/office/drawing/2014/main" id="{20528293-6013-487B-B7F2-757266E0A97B}"/>
              </a:ext>
            </a:extLst>
          </p:cNvPr>
          <p:cNvGrpSpPr>
            <a:grpSpLocks/>
          </p:cNvGrpSpPr>
          <p:nvPr/>
        </p:nvGrpSpPr>
        <p:grpSpPr bwMode="auto">
          <a:xfrm>
            <a:off x="7289800" y="1266825"/>
            <a:ext cx="155575" cy="173038"/>
            <a:chOff x="4176" y="2145"/>
            <a:chExt cx="576" cy="576"/>
          </a:xfrm>
        </p:grpSpPr>
        <p:sp>
          <p:nvSpPr>
            <p:cNvPr id="51430" name="Line 281">
              <a:extLst>
                <a:ext uri="{FF2B5EF4-FFF2-40B4-BE49-F238E27FC236}">
                  <a16:creationId xmlns:a16="http://schemas.microsoft.com/office/drawing/2014/main" id="{C7ED26DD-13B6-4DD0-A65C-F3190B5012ED}"/>
                </a:ext>
              </a:extLst>
            </p:cNvPr>
            <p:cNvSpPr>
              <a:spLocks noChangeShapeType="1"/>
            </p:cNvSpPr>
            <p:nvPr/>
          </p:nvSpPr>
          <p:spPr bwMode="auto">
            <a:xfrm>
              <a:off x="4176" y="2433"/>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31" name="Line 282">
              <a:extLst>
                <a:ext uri="{FF2B5EF4-FFF2-40B4-BE49-F238E27FC236}">
                  <a16:creationId xmlns:a16="http://schemas.microsoft.com/office/drawing/2014/main" id="{D7EA2250-AEAE-4543-A080-A4575E04EA69}"/>
                </a:ext>
              </a:extLst>
            </p:cNvPr>
            <p:cNvSpPr>
              <a:spLocks noChangeShapeType="1"/>
            </p:cNvSpPr>
            <p:nvPr/>
          </p:nvSpPr>
          <p:spPr bwMode="auto">
            <a:xfrm>
              <a:off x="4464" y="2145"/>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05" name="WordArt 283">
            <a:extLst>
              <a:ext uri="{FF2B5EF4-FFF2-40B4-BE49-F238E27FC236}">
                <a16:creationId xmlns:a16="http://schemas.microsoft.com/office/drawing/2014/main" id="{7D99F6F2-9125-4053-AB28-D02F96E2277D}"/>
              </a:ext>
            </a:extLst>
          </p:cNvPr>
          <p:cNvSpPr>
            <a:spLocks noChangeArrowheads="1" noChangeShapeType="1" noTextEdit="1"/>
          </p:cNvSpPr>
          <p:nvPr/>
        </p:nvSpPr>
        <p:spPr bwMode="auto">
          <a:xfrm>
            <a:off x="7480300" y="1265238"/>
            <a:ext cx="250825" cy="188912"/>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51306" name="WordArt 284">
            <a:extLst>
              <a:ext uri="{FF2B5EF4-FFF2-40B4-BE49-F238E27FC236}">
                <a16:creationId xmlns:a16="http://schemas.microsoft.com/office/drawing/2014/main" id="{6A981F5D-0DCB-4BDB-A264-CA4F263CBD3B}"/>
              </a:ext>
            </a:extLst>
          </p:cNvPr>
          <p:cNvSpPr>
            <a:spLocks noChangeArrowheads="1" noChangeShapeType="1" noTextEdit="1"/>
          </p:cNvSpPr>
          <p:nvPr/>
        </p:nvSpPr>
        <p:spPr bwMode="auto">
          <a:xfrm>
            <a:off x="7986713" y="1171575"/>
            <a:ext cx="138112" cy="209550"/>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latin typeface="Symbol" panose="05050102010706020507" pitchFamily="18" charset="2"/>
              </a:rPr>
              <a:t>g</a:t>
            </a:r>
            <a:endParaRPr lang="zh-CN" altLang="en-US" sz="3600" b="1" i="1" kern="10">
              <a:ln w="12700">
                <a:solidFill>
                  <a:schemeClr val="tx1"/>
                </a:solidFill>
                <a:round/>
                <a:headEnd/>
                <a:tailEnd/>
              </a:ln>
              <a:latin typeface="Symbol" panose="05050102010706020507" pitchFamily="18" charset="2"/>
            </a:endParaRPr>
          </a:p>
        </p:txBody>
      </p:sp>
      <p:grpSp>
        <p:nvGrpSpPr>
          <p:cNvPr id="51307" name="Group 285">
            <a:extLst>
              <a:ext uri="{FF2B5EF4-FFF2-40B4-BE49-F238E27FC236}">
                <a16:creationId xmlns:a16="http://schemas.microsoft.com/office/drawing/2014/main" id="{06291095-3F23-485C-9439-19B23CEA38CE}"/>
              </a:ext>
            </a:extLst>
          </p:cNvPr>
          <p:cNvGrpSpPr>
            <a:grpSpLocks/>
          </p:cNvGrpSpPr>
          <p:nvPr/>
        </p:nvGrpSpPr>
        <p:grpSpPr bwMode="auto">
          <a:xfrm rot="5400000">
            <a:off x="8199438" y="1204913"/>
            <a:ext cx="69850" cy="158750"/>
            <a:chOff x="2928" y="3216"/>
            <a:chExt cx="48" cy="240"/>
          </a:xfrm>
        </p:grpSpPr>
        <p:sp>
          <p:nvSpPr>
            <p:cNvPr id="51428" name="Line 286">
              <a:extLst>
                <a:ext uri="{FF2B5EF4-FFF2-40B4-BE49-F238E27FC236}">
                  <a16:creationId xmlns:a16="http://schemas.microsoft.com/office/drawing/2014/main" id="{F85242C7-985A-422D-88F2-01A4B95B284F}"/>
                </a:ext>
              </a:extLst>
            </p:cNvPr>
            <p:cNvSpPr>
              <a:spLocks noChangeShapeType="1"/>
            </p:cNvSpPr>
            <p:nvPr/>
          </p:nvSpPr>
          <p:spPr bwMode="auto">
            <a:xfrm>
              <a:off x="2928"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29" name="Line 287">
              <a:extLst>
                <a:ext uri="{FF2B5EF4-FFF2-40B4-BE49-F238E27FC236}">
                  <a16:creationId xmlns:a16="http://schemas.microsoft.com/office/drawing/2014/main" id="{B0FCF2B7-75DB-4751-979E-242B2A575DE5}"/>
                </a:ext>
              </a:extLst>
            </p:cNvPr>
            <p:cNvSpPr>
              <a:spLocks noChangeShapeType="1"/>
            </p:cNvSpPr>
            <p:nvPr/>
          </p:nvSpPr>
          <p:spPr bwMode="auto">
            <a:xfrm>
              <a:off x="2976" y="3216"/>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08" name="Line 288">
            <a:extLst>
              <a:ext uri="{FF2B5EF4-FFF2-40B4-BE49-F238E27FC236}">
                <a16:creationId xmlns:a16="http://schemas.microsoft.com/office/drawing/2014/main" id="{B3994717-7EB9-4BA2-B163-A438E9D247D0}"/>
              </a:ext>
            </a:extLst>
          </p:cNvPr>
          <p:cNvSpPr>
            <a:spLocks noChangeShapeType="1"/>
          </p:cNvSpPr>
          <p:nvPr/>
        </p:nvSpPr>
        <p:spPr bwMode="auto">
          <a:xfrm>
            <a:off x="8408988" y="1276350"/>
            <a:ext cx="5413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309" name="Group 289">
            <a:extLst>
              <a:ext uri="{FF2B5EF4-FFF2-40B4-BE49-F238E27FC236}">
                <a16:creationId xmlns:a16="http://schemas.microsoft.com/office/drawing/2014/main" id="{957790C3-7C76-439E-B3DB-8222D3F47D6A}"/>
              </a:ext>
            </a:extLst>
          </p:cNvPr>
          <p:cNvGrpSpPr>
            <a:grpSpLocks/>
          </p:cNvGrpSpPr>
          <p:nvPr/>
        </p:nvGrpSpPr>
        <p:grpSpPr bwMode="auto">
          <a:xfrm>
            <a:off x="8496300" y="1320800"/>
            <a:ext cx="314325" cy="238125"/>
            <a:chOff x="3448" y="494"/>
            <a:chExt cx="168" cy="158"/>
          </a:xfrm>
        </p:grpSpPr>
        <p:sp>
          <p:nvSpPr>
            <p:cNvPr id="51426" name="WordArt 290">
              <a:extLst>
                <a:ext uri="{FF2B5EF4-FFF2-40B4-BE49-F238E27FC236}">
                  <a16:creationId xmlns:a16="http://schemas.microsoft.com/office/drawing/2014/main" id="{A8922B5A-0D4A-47B9-AD4A-B165D82B480A}"/>
                </a:ext>
              </a:extLst>
            </p:cNvPr>
            <p:cNvSpPr>
              <a:spLocks noChangeArrowheads="1" noChangeShapeType="1" noTextEdit="1"/>
            </p:cNvSpPr>
            <p:nvPr/>
          </p:nvSpPr>
          <p:spPr bwMode="auto">
            <a:xfrm>
              <a:off x="3448" y="494"/>
              <a:ext cx="87" cy="130"/>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27" name="WordArt 291">
              <a:extLst>
                <a:ext uri="{FF2B5EF4-FFF2-40B4-BE49-F238E27FC236}">
                  <a16:creationId xmlns:a16="http://schemas.microsoft.com/office/drawing/2014/main" id="{B0FEF50B-DC29-4CAC-96FA-5166E0552C3F}"/>
                </a:ext>
              </a:extLst>
            </p:cNvPr>
            <p:cNvSpPr>
              <a:spLocks noChangeArrowheads="1" noChangeShapeType="1" noTextEdit="1"/>
            </p:cNvSpPr>
            <p:nvPr/>
          </p:nvSpPr>
          <p:spPr bwMode="auto">
            <a:xfrm>
              <a:off x="3540" y="581"/>
              <a:ext cx="76" cy="71"/>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grpSp>
        <p:nvGrpSpPr>
          <p:cNvPr id="51310" name="Group 292">
            <a:extLst>
              <a:ext uri="{FF2B5EF4-FFF2-40B4-BE49-F238E27FC236}">
                <a16:creationId xmlns:a16="http://schemas.microsoft.com/office/drawing/2014/main" id="{F8695A8A-61B5-4A65-8FCB-02BB0F03FE13}"/>
              </a:ext>
            </a:extLst>
          </p:cNvPr>
          <p:cNvGrpSpPr>
            <a:grpSpLocks/>
          </p:cNvGrpSpPr>
          <p:nvPr/>
        </p:nvGrpSpPr>
        <p:grpSpPr bwMode="auto">
          <a:xfrm>
            <a:off x="8462963" y="955675"/>
            <a:ext cx="288925" cy="277813"/>
            <a:chOff x="4091" y="619"/>
            <a:chExt cx="159" cy="190"/>
          </a:xfrm>
        </p:grpSpPr>
        <p:sp>
          <p:nvSpPr>
            <p:cNvPr id="51424" name="WordArt 293">
              <a:extLst>
                <a:ext uri="{FF2B5EF4-FFF2-40B4-BE49-F238E27FC236}">
                  <a16:creationId xmlns:a16="http://schemas.microsoft.com/office/drawing/2014/main" id="{C5DA4940-9284-4E5A-B8E2-7EBC36D7B559}"/>
                </a:ext>
              </a:extLst>
            </p:cNvPr>
            <p:cNvSpPr>
              <a:spLocks noChangeArrowheads="1" noChangeShapeType="1" noTextEdit="1"/>
            </p:cNvSpPr>
            <p:nvPr/>
          </p:nvSpPr>
          <p:spPr bwMode="auto">
            <a:xfrm>
              <a:off x="4091" y="619"/>
              <a:ext cx="96" cy="137"/>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425" name="WordArt 294">
              <a:extLst>
                <a:ext uri="{FF2B5EF4-FFF2-40B4-BE49-F238E27FC236}">
                  <a16:creationId xmlns:a16="http://schemas.microsoft.com/office/drawing/2014/main" id="{D40C4B65-C17A-48FC-9EEE-3F97CCD1ACA0}"/>
                </a:ext>
              </a:extLst>
            </p:cNvPr>
            <p:cNvSpPr>
              <a:spLocks noChangeArrowheads="1" noChangeShapeType="1" noTextEdit="1"/>
            </p:cNvSpPr>
            <p:nvPr/>
          </p:nvSpPr>
          <p:spPr bwMode="auto">
            <a:xfrm>
              <a:off x="4176" y="693"/>
              <a:ext cx="74" cy="116"/>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latin typeface="Monotype Corsiva" panose="03010101010201010101" pitchFamily="66" charset="0"/>
                </a:rPr>
                <a:t>p</a:t>
              </a:r>
              <a:endParaRPr lang="zh-CN" altLang="en-US" sz="3600" i="1" kern="10">
                <a:ln w="9525">
                  <a:solidFill>
                    <a:srgbClr val="CC3300"/>
                  </a:solidFill>
                  <a:round/>
                  <a:headEnd/>
                  <a:tailEnd/>
                </a:ln>
                <a:solidFill>
                  <a:srgbClr val="CC3300"/>
                </a:solidFill>
                <a:latin typeface="Monotype Corsiva" panose="03010101010201010101" pitchFamily="66" charset="0"/>
              </a:endParaRPr>
            </a:p>
          </p:txBody>
        </p:sp>
      </p:grpSp>
      <p:sp>
        <p:nvSpPr>
          <p:cNvPr id="51311" name="Freeform 295">
            <a:extLst>
              <a:ext uri="{FF2B5EF4-FFF2-40B4-BE49-F238E27FC236}">
                <a16:creationId xmlns:a16="http://schemas.microsoft.com/office/drawing/2014/main" id="{754511D1-F8A6-4422-A483-12B3305E8ECF}"/>
              </a:ext>
            </a:extLst>
          </p:cNvPr>
          <p:cNvSpPr>
            <a:spLocks/>
          </p:cNvSpPr>
          <p:nvPr/>
        </p:nvSpPr>
        <p:spPr bwMode="auto">
          <a:xfrm>
            <a:off x="5956300" y="3605213"/>
            <a:ext cx="128588" cy="176212"/>
          </a:xfrm>
          <a:custGeom>
            <a:avLst/>
            <a:gdLst>
              <a:gd name="T0" fmla="*/ 2147483646 w 241"/>
              <a:gd name="T1" fmla="*/ 0 h 241"/>
              <a:gd name="T2" fmla="*/ 0 w 241"/>
              <a:gd name="T3" fmla="*/ 2147483646 h 241"/>
              <a:gd name="T4" fmla="*/ 2147483646 w 241"/>
              <a:gd name="T5" fmla="*/ 2147483646 h 241"/>
              <a:gd name="T6" fmla="*/ 2147483646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312" name="Text Box 296">
            <a:extLst>
              <a:ext uri="{FF2B5EF4-FFF2-40B4-BE49-F238E27FC236}">
                <a16:creationId xmlns:a16="http://schemas.microsoft.com/office/drawing/2014/main" id="{4FB5A4F9-56D6-4A93-A4FF-0DDDE5107974}"/>
              </a:ext>
            </a:extLst>
          </p:cNvPr>
          <p:cNvSpPr txBox="1">
            <a:spLocks noChangeArrowheads="1"/>
          </p:cNvSpPr>
          <p:nvPr/>
        </p:nvSpPr>
        <p:spPr bwMode="auto">
          <a:xfrm>
            <a:off x="5041900" y="39957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或</a:t>
            </a:r>
          </a:p>
        </p:txBody>
      </p:sp>
      <p:grpSp>
        <p:nvGrpSpPr>
          <p:cNvPr id="51313" name="Group 297">
            <a:extLst>
              <a:ext uri="{FF2B5EF4-FFF2-40B4-BE49-F238E27FC236}">
                <a16:creationId xmlns:a16="http://schemas.microsoft.com/office/drawing/2014/main" id="{79ECB53C-CF6B-4D6C-B4D4-0E863002BB9F}"/>
              </a:ext>
            </a:extLst>
          </p:cNvPr>
          <p:cNvGrpSpPr>
            <a:grpSpLocks/>
          </p:cNvGrpSpPr>
          <p:nvPr/>
        </p:nvGrpSpPr>
        <p:grpSpPr bwMode="auto">
          <a:xfrm>
            <a:off x="5619750" y="3994150"/>
            <a:ext cx="346075" cy="392113"/>
            <a:chOff x="1499" y="1071"/>
            <a:chExt cx="280" cy="343"/>
          </a:xfrm>
        </p:grpSpPr>
        <p:sp>
          <p:nvSpPr>
            <p:cNvPr id="51421" name="WordArt 298">
              <a:extLst>
                <a:ext uri="{FF2B5EF4-FFF2-40B4-BE49-F238E27FC236}">
                  <a16:creationId xmlns:a16="http://schemas.microsoft.com/office/drawing/2014/main" id="{0654BDE4-B5EC-4F80-A3CA-5D0670791FBB}"/>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422" name="WordArt 299">
              <a:extLst>
                <a:ext uri="{FF2B5EF4-FFF2-40B4-BE49-F238E27FC236}">
                  <a16:creationId xmlns:a16="http://schemas.microsoft.com/office/drawing/2014/main" id="{EFC58BB3-0A8B-4676-BCAB-B02D4B720BD8}"/>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423" name="Line 300">
              <a:extLst>
                <a:ext uri="{FF2B5EF4-FFF2-40B4-BE49-F238E27FC236}">
                  <a16:creationId xmlns:a16="http://schemas.microsoft.com/office/drawing/2014/main" id="{469D215A-E73D-4DD8-8B12-51CCC37D51F4}"/>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314" name="Group 301">
            <a:extLst>
              <a:ext uri="{FF2B5EF4-FFF2-40B4-BE49-F238E27FC236}">
                <a16:creationId xmlns:a16="http://schemas.microsoft.com/office/drawing/2014/main" id="{956BDC68-628A-4BB3-90C9-26E0F037E8A4}"/>
              </a:ext>
            </a:extLst>
          </p:cNvPr>
          <p:cNvGrpSpPr>
            <a:grpSpLocks/>
          </p:cNvGrpSpPr>
          <p:nvPr/>
        </p:nvGrpSpPr>
        <p:grpSpPr bwMode="auto">
          <a:xfrm>
            <a:off x="6310313" y="4057650"/>
            <a:ext cx="347662" cy="203200"/>
            <a:chOff x="4298" y="481"/>
            <a:chExt cx="229" cy="135"/>
          </a:xfrm>
        </p:grpSpPr>
        <p:sp>
          <p:nvSpPr>
            <p:cNvPr id="51419" name="WordArt 302">
              <a:extLst>
                <a:ext uri="{FF2B5EF4-FFF2-40B4-BE49-F238E27FC236}">
                  <a16:creationId xmlns:a16="http://schemas.microsoft.com/office/drawing/2014/main" id="{DC1B0D3F-B5B4-4B24-B486-722F948B1A54}"/>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20" name="Freeform 303">
              <a:extLst>
                <a:ext uri="{FF2B5EF4-FFF2-40B4-BE49-F238E27FC236}">
                  <a16:creationId xmlns:a16="http://schemas.microsoft.com/office/drawing/2014/main" id="{9086AF94-C72F-468E-AF9D-400EFB8279FB}"/>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315" name="WordArt 304">
            <a:extLst>
              <a:ext uri="{FF2B5EF4-FFF2-40B4-BE49-F238E27FC236}">
                <a16:creationId xmlns:a16="http://schemas.microsoft.com/office/drawing/2014/main" id="{C0DAC14A-BFD4-4124-BBCC-EDC6E2713B16}"/>
              </a:ext>
            </a:extLst>
          </p:cNvPr>
          <p:cNvSpPr>
            <a:spLocks noChangeArrowheads="1" noChangeShapeType="1" noTextEdit="1"/>
          </p:cNvSpPr>
          <p:nvPr/>
        </p:nvSpPr>
        <p:spPr bwMode="auto">
          <a:xfrm>
            <a:off x="5995988" y="4064000"/>
            <a:ext cx="250825" cy="188913"/>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sp>
        <p:nvSpPr>
          <p:cNvPr id="51316" name="Text Box 305">
            <a:extLst>
              <a:ext uri="{FF2B5EF4-FFF2-40B4-BE49-F238E27FC236}">
                <a16:creationId xmlns:a16="http://schemas.microsoft.com/office/drawing/2014/main" id="{35328D6E-E00A-490A-B198-3E9434EE3ACD}"/>
              </a:ext>
            </a:extLst>
          </p:cNvPr>
          <p:cNvSpPr txBox="1">
            <a:spLocks noChangeArrowheads="1"/>
          </p:cNvSpPr>
          <p:nvPr/>
        </p:nvSpPr>
        <p:spPr bwMode="auto">
          <a:xfrm>
            <a:off x="5013325" y="517048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或</a:t>
            </a:r>
          </a:p>
        </p:txBody>
      </p:sp>
      <p:grpSp>
        <p:nvGrpSpPr>
          <p:cNvPr id="51317" name="Group 306">
            <a:extLst>
              <a:ext uri="{FF2B5EF4-FFF2-40B4-BE49-F238E27FC236}">
                <a16:creationId xmlns:a16="http://schemas.microsoft.com/office/drawing/2014/main" id="{C016FC4B-F215-4557-ABA2-11D1D9E7919E}"/>
              </a:ext>
            </a:extLst>
          </p:cNvPr>
          <p:cNvGrpSpPr>
            <a:grpSpLocks/>
          </p:cNvGrpSpPr>
          <p:nvPr/>
        </p:nvGrpSpPr>
        <p:grpSpPr bwMode="auto">
          <a:xfrm>
            <a:off x="5265738" y="4618038"/>
            <a:ext cx="1697037" cy="982662"/>
            <a:chOff x="3317" y="2818"/>
            <a:chExt cx="1069" cy="619"/>
          </a:xfrm>
        </p:grpSpPr>
        <p:grpSp>
          <p:nvGrpSpPr>
            <p:cNvPr id="51387" name="Group 307">
              <a:extLst>
                <a:ext uri="{FF2B5EF4-FFF2-40B4-BE49-F238E27FC236}">
                  <a16:creationId xmlns:a16="http://schemas.microsoft.com/office/drawing/2014/main" id="{055D90A9-F215-4C72-88D4-A87D8B1B4825}"/>
                </a:ext>
              </a:extLst>
            </p:cNvPr>
            <p:cNvGrpSpPr>
              <a:grpSpLocks/>
            </p:cNvGrpSpPr>
            <p:nvPr/>
          </p:nvGrpSpPr>
          <p:grpSpPr bwMode="auto">
            <a:xfrm>
              <a:off x="3317" y="2839"/>
              <a:ext cx="218" cy="247"/>
              <a:chOff x="1499" y="1071"/>
              <a:chExt cx="280" cy="343"/>
            </a:xfrm>
          </p:grpSpPr>
          <p:sp>
            <p:nvSpPr>
              <p:cNvPr id="51416" name="WordArt 308">
                <a:extLst>
                  <a:ext uri="{FF2B5EF4-FFF2-40B4-BE49-F238E27FC236}">
                    <a16:creationId xmlns:a16="http://schemas.microsoft.com/office/drawing/2014/main" id="{6F08331D-8DF8-4B3A-ABD6-2059AD5F5049}"/>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417" name="WordArt 309">
                <a:extLst>
                  <a:ext uri="{FF2B5EF4-FFF2-40B4-BE49-F238E27FC236}">
                    <a16:creationId xmlns:a16="http://schemas.microsoft.com/office/drawing/2014/main" id="{CE30A3F1-1B24-498F-8B77-A69A013EFBAB}"/>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418" name="Line 310">
                <a:extLst>
                  <a:ext uri="{FF2B5EF4-FFF2-40B4-BE49-F238E27FC236}">
                    <a16:creationId xmlns:a16="http://schemas.microsoft.com/office/drawing/2014/main" id="{26441E91-7DCE-4B9F-8403-915F2421892F}"/>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88" name="WordArt 311">
              <a:extLst>
                <a:ext uri="{FF2B5EF4-FFF2-40B4-BE49-F238E27FC236}">
                  <a16:creationId xmlns:a16="http://schemas.microsoft.com/office/drawing/2014/main" id="{EAF42F61-2E70-4F5E-9992-4C6508AB36BA}"/>
                </a:ext>
              </a:extLst>
            </p:cNvPr>
            <p:cNvSpPr>
              <a:spLocks noChangeArrowheads="1" noChangeShapeType="1" noTextEdit="1"/>
            </p:cNvSpPr>
            <p:nvPr/>
          </p:nvSpPr>
          <p:spPr bwMode="auto">
            <a:xfrm>
              <a:off x="3515" y="2899"/>
              <a:ext cx="158" cy="119"/>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nvGrpSpPr>
            <p:cNvPr id="51389" name="Group 312">
              <a:extLst>
                <a:ext uri="{FF2B5EF4-FFF2-40B4-BE49-F238E27FC236}">
                  <a16:creationId xmlns:a16="http://schemas.microsoft.com/office/drawing/2014/main" id="{2442303E-A515-43C4-8FF6-42BEF252B3E2}"/>
                </a:ext>
              </a:extLst>
            </p:cNvPr>
            <p:cNvGrpSpPr>
              <a:grpSpLocks/>
            </p:cNvGrpSpPr>
            <p:nvPr/>
          </p:nvGrpSpPr>
          <p:grpSpPr bwMode="auto">
            <a:xfrm>
              <a:off x="3672" y="2902"/>
              <a:ext cx="151" cy="146"/>
              <a:chOff x="1060" y="1813"/>
              <a:chExt cx="158" cy="168"/>
            </a:xfrm>
          </p:grpSpPr>
          <p:sp>
            <p:nvSpPr>
              <p:cNvPr id="51414" name="WordArt 313">
                <a:extLst>
                  <a:ext uri="{FF2B5EF4-FFF2-40B4-BE49-F238E27FC236}">
                    <a16:creationId xmlns:a16="http://schemas.microsoft.com/office/drawing/2014/main" id="{E091BBF7-182C-4C60-8CB9-F5F7E29051C2}"/>
                  </a:ext>
                </a:extLst>
              </p:cNvPr>
              <p:cNvSpPr>
                <a:spLocks noChangeArrowheads="1" noChangeShapeType="1" noTextEdit="1"/>
              </p:cNvSpPr>
              <p:nvPr/>
            </p:nvSpPr>
            <p:spPr bwMode="auto">
              <a:xfrm>
                <a:off x="1060" y="1813"/>
                <a:ext cx="123" cy="13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415" name="WordArt 314">
                <a:extLst>
                  <a:ext uri="{FF2B5EF4-FFF2-40B4-BE49-F238E27FC236}">
                    <a16:creationId xmlns:a16="http://schemas.microsoft.com/office/drawing/2014/main" id="{9C1BBEA8-2267-4589-BC86-E09F9B86D28F}"/>
                  </a:ext>
                </a:extLst>
              </p:cNvPr>
              <p:cNvSpPr>
                <a:spLocks noChangeArrowheads="1" noChangeShapeType="1" noTextEdit="1"/>
              </p:cNvSpPr>
              <p:nvPr/>
            </p:nvSpPr>
            <p:spPr bwMode="auto">
              <a:xfrm>
                <a:off x="1172" y="1889"/>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grpSp>
          <p:nvGrpSpPr>
            <p:cNvPr id="51390" name="Group 315">
              <a:extLst>
                <a:ext uri="{FF2B5EF4-FFF2-40B4-BE49-F238E27FC236}">
                  <a16:creationId xmlns:a16="http://schemas.microsoft.com/office/drawing/2014/main" id="{F18D14CB-3CC2-4A09-9F70-FD8926355D62}"/>
                </a:ext>
              </a:extLst>
            </p:cNvPr>
            <p:cNvGrpSpPr>
              <a:grpSpLocks/>
            </p:cNvGrpSpPr>
            <p:nvPr/>
          </p:nvGrpSpPr>
          <p:grpSpPr bwMode="auto">
            <a:xfrm>
              <a:off x="3858" y="2818"/>
              <a:ext cx="523" cy="273"/>
              <a:chOff x="3888" y="2810"/>
              <a:chExt cx="523" cy="273"/>
            </a:xfrm>
          </p:grpSpPr>
          <p:sp>
            <p:nvSpPr>
              <p:cNvPr id="51406" name="WordArt 316">
                <a:extLst>
                  <a:ext uri="{FF2B5EF4-FFF2-40B4-BE49-F238E27FC236}">
                    <a16:creationId xmlns:a16="http://schemas.microsoft.com/office/drawing/2014/main" id="{AAE9E738-D1AE-44A9-9005-71505F120F46}"/>
                  </a:ext>
                </a:extLst>
              </p:cNvPr>
              <p:cNvSpPr>
                <a:spLocks noChangeArrowheads="1" noChangeShapeType="1" noTextEdit="1"/>
              </p:cNvSpPr>
              <p:nvPr/>
            </p:nvSpPr>
            <p:spPr bwMode="auto">
              <a:xfrm>
                <a:off x="3888" y="2863"/>
                <a:ext cx="151" cy="15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ln</a:t>
                </a:r>
                <a:endParaRPr lang="zh-CN" altLang="en-US" sz="3600" kern="10">
                  <a:ln w="9525">
                    <a:solidFill>
                      <a:srgbClr val="000000"/>
                    </a:solidFill>
                    <a:round/>
                    <a:headEnd/>
                    <a:tailEnd/>
                  </a:ln>
                  <a:latin typeface="宋体" panose="02010600030101010101" pitchFamily="2" charset="-122"/>
                </a:endParaRPr>
              </a:p>
            </p:txBody>
          </p:sp>
          <p:sp>
            <p:nvSpPr>
              <p:cNvPr id="51407" name="Line 317">
                <a:extLst>
                  <a:ext uri="{FF2B5EF4-FFF2-40B4-BE49-F238E27FC236}">
                    <a16:creationId xmlns:a16="http://schemas.microsoft.com/office/drawing/2014/main" id="{E8AD2060-B309-4F6B-95CD-D4D4235FC30F}"/>
                  </a:ext>
                </a:extLst>
              </p:cNvPr>
              <p:cNvSpPr>
                <a:spLocks noChangeShapeType="1"/>
              </p:cNvSpPr>
              <p:nvPr/>
            </p:nvSpPr>
            <p:spPr bwMode="auto">
              <a:xfrm>
                <a:off x="4093" y="2948"/>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408" name="Group 318">
                <a:extLst>
                  <a:ext uri="{FF2B5EF4-FFF2-40B4-BE49-F238E27FC236}">
                    <a16:creationId xmlns:a16="http://schemas.microsoft.com/office/drawing/2014/main" id="{1B538674-84A2-4C47-85C0-21AEB7E40470}"/>
                  </a:ext>
                </a:extLst>
              </p:cNvPr>
              <p:cNvGrpSpPr>
                <a:grpSpLocks/>
              </p:cNvGrpSpPr>
              <p:nvPr/>
            </p:nvGrpSpPr>
            <p:grpSpPr bwMode="auto">
              <a:xfrm>
                <a:off x="4140" y="2810"/>
                <a:ext cx="173" cy="118"/>
                <a:chOff x="4093" y="3061"/>
                <a:chExt cx="166" cy="141"/>
              </a:xfrm>
            </p:grpSpPr>
            <p:sp>
              <p:nvSpPr>
                <p:cNvPr id="51412" name="WordArt 319">
                  <a:extLst>
                    <a:ext uri="{FF2B5EF4-FFF2-40B4-BE49-F238E27FC236}">
                      <a16:creationId xmlns:a16="http://schemas.microsoft.com/office/drawing/2014/main" id="{4E280E3E-22B5-4F70-A77A-59AF914B5736}"/>
                    </a:ext>
                  </a:extLst>
                </p:cNvPr>
                <p:cNvSpPr>
                  <a:spLocks noChangeArrowheads="1" noChangeShapeType="1" noTextEdit="1"/>
                </p:cNvSpPr>
                <p:nvPr/>
              </p:nvSpPr>
              <p:spPr bwMode="auto">
                <a:xfrm>
                  <a:off x="4093" y="306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413" name="WordArt 320">
                  <a:extLst>
                    <a:ext uri="{FF2B5EF4-FFF2-40B4-BE49-F238E27FC236}">
                      <a16:creationId xmlns:a16="http://schemas.microsoft.com/office/drawing/2014/main" id="{E664317F-5A6E-4A28-864A-4F42D1FC992F}"/>
                    </a:ext>
                  </a:extLst>
                </p:cNvPr>
                <p:cNvSpPr>
                  <a:spLocks noChangeArrowheads="1" noChangeShapeType="1" noTextEdit="1"/>
                </p:cNvSpPr>
                <p:nvPr/>
              </p:nvSpPr>
              <p:spPr bwMode="auto">
                <a:xfrm>
                  <a:off x="4205" y="3109"/>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grpSp>
            <p:nvGrpSpPr>
              <p:cNvPr id="51409" name="Group 321">
                <a:extLst>
                  <a:ext uri="{FF2B5EF4-FFF2-40B4-BE49-F238E27FC236}">
                    <a16:creationId xmlns:a16="http://schemas.microsoft.com/office/drawing/2014/main" id="{69A18917-DAA5-4A5B-97D0-F519C3C0D153}"/>
                  </a:ext>
                </a:extLst>
              </p:cNvPr>
              <p:cNvGrpSpPr>
                <a:grpSpLocks/>
              </p:cNvGrpSpPr>
              <p:nvPr/>
            </p:nvGrpSpPr>
            <p:grpSpPr bwMode="auto">
              <a:xfrm>
                <a:off x="4157" y="2973"/>
                <a:ext cx="156" cy="110"/>
                <a:chOff x="1037" y="3210"/>
                <a:chExt cx="155" cy="148"/>
              </a:xfrm>
            </p:grpSpPr>
            <p:sp>
              <p:nvSpPr>
                <p:cNvPr id="51410" name="WordArt 322">
                  <a:extLst>
                    <a:ext uri="{FF2B5EF4-FFF2-40B4-BE49-F238E27FC236}">
                      <a16:creationId xmlns:a16="http://schemas.microsoft.com/office/drawing/2014/main" id="{5EE0ED91-1444-40FF-BD14-F6C096A7ED59}"/>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411" name="WordArt 323">
                  <a:extLst>
                    <a:ext uri="{FF2B5EF4-FFF2-40B4-BE49-F238E27FC236}">
                      <a16:creationId xmlns:a16="http://schemas.microsoft.com/office/drawing/2014/main" id="{2BFFE8F3-F1C1-49AF-802E-E35D3EDFAC12}"/>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grpSp>
          <p:nvGrpSpPr>
            <p:cNvPr id="51391" name="Group 324">
              <a:extLst>
                <a:ext uri="{FF2B5EF4-FFF2-40B4-BE49-F238E27FC236}">
                  <a16:creationId xmlns:a16="http://schemas.microsoft.com/office/drawing/2014/main" id="{12308863-D90B-4DC0-8EB4-4520BA952C86}"/>
                </a:ext>
              </a:extLst>
            </p:cNvPr>
            <p:cNvGrpSpPr>
              <a:grpSpLocks/>
            </p:cNvGrpSpPr>
            <p:nvPr/>
          </p:nvGrpSpPr>
          <p:grpSpPr bwMode="auto">
            <a:xfrm>
              <a:off x="3467" y="3227"/>
              <a:ext cx="163" cy="171"/>
              <a:chOff x="825" y="3193"/>
              <a:chExt cx="166" cy="169"/>
            </a:xfrm>
          </p:grpSpPr>
          <p:sp>
            <p:nvSpPr>
              <p:cNvPr id="51404" name="WordArt 325">
                <a:extLst>
                  <a:ext uri="{FF2B5EF4-FFF2-40B4-BE49-F238E27FC236}">
                    <a16:creationId xmlns:a16="http://schemas.microsoft.com/office/drawing/2014/main" id="{C34B12B9-DBC7-4F88-92C4-616867306078}"/>
                  </a:ext>
                </a:extLst>
              </p:cNvPr>
              <p:cNvSpPr>
                <a:spLocks noChangeArrowheads="1" noChangeShapeType="1" noTextEdit="1"/>
              </p:cNvSpPr>
              <p:nvPr/>
            </p:nvSpPr>
            <p:spPr bwMode="auto">
              <a:xfrm>
                <a:off x="945" y="3270"/>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405" name="WordArt 326">
                <a:extLst>
                  <a:ext uri="{FF2B5EF4-FFF2-40B4-BE49-F238E27FC236}">
                    <a16:creationId xmlns:a16="http://schemas.microsoft.com/office/drawing/2014/main" id="{6DF7A06E-912D-49AB-A8AD-80DA0B738022}"/>
                  </a:ext>
                </a:extLst>
              </p:cNvPr>
              <p:cNvSpPr>
                <a:spLocks noChangeArrowheads="1" noChangeShapeType="1" noTextEdit="1"/>
              </p:cNvSpPr>
              <p:nvPr/>
            </p:nvSpPr>
            <p:spPr bwMode="auto">
              <a:xfrm>
                <a:off x="825" y="3193"/>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grpSp>
          <p:nvGrpSpPr>
            <p:cNvPr id="51392" name="Group 327">
              <a:extLst>
                <a:ext uri="{FF2B5EF4-FFF2-40B4-BE49-F238E27FC236}">
                  <a16:creationId xmlns:a16="http://schemas.microsoft.com/office/drawing/2014/main" id="{C9F3AB3A-CA30-4DE2-A0D8-CA04B6914A07}"/>
                </a:ext>
              </a:extLst>
            </p:cNvPr>
            <p:cNvGrpSpPr>
              <a:grpSpLocks/>
            </p:cNvGrpSpPr>
            <p:nvPr/>
          </p:nvGrpSpPr>
          <p:grpSpPr bwMode="auto">
            <a:xfrm>
              <a:off x="3645" y="3236"/>
              <a:ext cx="152" cy="150"/>
              <a:chOff x="1037" y="3210"/>
              <a:chExt cx="155" cy="148"/>
            </a:xfrm>
          </p:grpSpPr>
          <p:sp>
            <p:nvSpPr>
              <p:cNvPr id="51402" name="WordArt 328">
                <a:extLst>
                  <a:ext uri="{FF2B5EF4-FFF2-40B4-BE49-F238E27FC236}">
                    <a16:creationId xmlns:a16="http://schemas.microsoft.com/office/drawing/2014/main" id="{9E8D1749-07E7-4624-B2B2-CB747FBC1106}"/>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403" name="WordArt 329">
                <a:extLst>
                  <a:ext uri="{FF2B5EF4-FFF2-40B4-BE49-F238E27FC236}">
                    <a16:creationId xmlns:a16="http://schemas.microsoft.com/office/drawing/2014/main" id="{D000F07A-D5DC-47FA-81FD-E1B782258A47}"/>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51393" name="Group 330">
              <a:extLst>
                <a:ext uri="{FF2B5EF4-FFF2-40B4-BE49-F238E27FC236}">
                  <a16:creationId xmlns:a16="http://schemas.microsoft.com/office/drawing/2014/main" id="{E361E100-E2E2-45CC-90F7-DA73AB75520D}"/>
                </a:ext>
              </a:extLst>
            </p:cNvPr>
            <p:cNvGrpSpPr>
              <a:grpSpLocks/>
            </p:cNvGrpSpPr>
            <p:nvPr/>
          </p:nvGrpSpPr>
          <p:grpSpPr bwMode="auto">
            <a:xfrm>
              <a:off x="3863" y="3164"/>
              <a:ext cx="523" cy="273"/>
              <a:chOff x="3888" y="2810"/>
              <a:chExt cx="523" cy="273"/>
            </a:xfrm>
          </p:grpSpPr>
          <p:sp>
            <p:nvSpPr>
              <p:cNvPr id="51394" name="WordArt 331">
                <a:extLst>
                  <a:ext uri="{FF2B5EF4-FFF2-40B4-BE49-F238E27FC236}">
                    <a16:creationId xmlns:a16="http://schemas.microsoft.com/office/drawing/2014/main" id="{C3465C8A-D62C-4598-919D-EBF28FC7EE20}"/>
                  </a:ext>
                </a:extLst>
              </p:cNvPr>
              <p:cNvSpPr>
                <a:spLocks noChangeArrowheads="1" noChangeShapeType="1" noTextEdit="1"/>
              </p:cNvSpPr>
              <p:nvPr/>
            </p:nvSpPr>
            <p:spPr bwMode="auto">
              <a:xfrm>
                <a:off x="3888" y="2863"/>
                <a:ext cx="151" cy="15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ln</a:t>
                </a:r>
                <a:endParaRPr lang="zh-CN" altLang="en-US" sz="3600" kern="10">
                  <a:ln w="9525">
                    <a:solidFill>
                      <a:srgbClr val="000000"/>
                    </a:solidFill>
                    <a:round/>
                    <a:headEnd/>
                    <a:tailEnd/>
                  </a:ln>
                  <a:latin typeface="宋体" panose="02010600030101010101" pitchFamily="2" charset="-122"/>
                </a:endParaRPr>
              </a:p>
            </p:txBody>
          </p:sp>
          <p:sp>
            <p:nvSpPr>
              <p:cNvPr id="51395" name="Line 332">
                <a:extLst>
                  <a:ext uri="{FF2B5EF4-FFF2-40B4-BE49-F238E27FC236}">
                    <a16:creationId xmlns:a16="http://schemas.microsoft.com/office/drawing/2014/main" id="{767E5D27-EE1B-4E86-AAA6-6EFC47D21DAB}"/>
                  </a:ext>
                </a:extLst>
              </p:cNvPr>
              <p:cNvSpPr>
                <a:spLocks noChangeShapeType="1"/>
              </p:cNvSpPr>
              <p:nvPr/>
            </p:nvSpPr>
            <p:spPr bwMode="auto">
              <a:xfrm>
                <a:off x="4093" y="2948"/>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396" name="Group 333">
                <a:extLst>
                  <a:ext uri="{FF2B5EF4-FFF2-40B4-BE49-F238E27FC236}">
                    <a16:creationId xmlns:a16="http://schemas.microsoft.com/office/drawing/2014/main" id="{6B21BFD1-9AC6-4941-B5B3-DD85964DD87D}"/>
                  </a:ext>
                </a:extLst>
              </p:cNvPr>
              <p:cNvGrpSpPr>
                <a:grpSpLocks/>
              </p:cNvGrpSpPr>
              <p:nvPr/>
            </p:nvGrpSpPr>
            <p:grpSpPr bwMode="auto">
              <a:xfrm>
                <a:off x="4140" y="2810"/>
                <a:ext cx="173" cy="118"/>
                <a:chOff x="4093" y="3061"/>
                <a:chExt cx="166" cy="141"/>
              </a:xfrm>
            </p:grpSpPr>
            <p:sp>
              <p:nvSpPr>
                <p:cNvPr id="51400" name="WordArt 334">
                  <a:extLst>
                    <a:ext uri="{FF2B5EF4-FFF2-40B4-BE49-F238E27FC236}">
                      <a16:creationId xmlns:a16="http://schemas.microsoft.com/office/drawing/2014/main" id="{AAE2F8E7-0B2E-489E-9A97-9691FB2585DD}"/>
                    </a:ext>
                  </a:extLst>
                </p:cNvPr>
                <p:cNvSpPr>
                  <a:spLocks noChangeArrowheads="1" noChangeShapeType="1" noTextEdit="1"/>
                </p:cNvSpPr>
                <p:nvPr/>
              </p:nvSpPr>
              <p:spPr bwMode="auto">
                <a:xfrm>
                  <a:off x="4093" y="306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401" name="WordArt 335">
                  <a:extLst>
                    <a:ext uri="{FF2B5EF4-FFF2-40B4-BE49-F238E27FC236}">
                      <a16:creationId xmlns:a16="http://schemas.microsoft.com/office/drawing/2014/main" id="{FE05CC1C-946F-4087-8D21-A05FF783858B}"/>
                    </a:ext>
                  </a:extLst>
                </p:cNvPr>
                <p:cNvSpPr>
                  <a:spLocks noChangeArrowheads="1" noChangeShapeType="1" noTextEdit="1"/>
                </p:cNvSpPr>
                <p:nvPr/>
              </p:nvSpPr>
              <p:spPr bwMode="auto">
                <a:xfrm>
                  <a:off x="4205" y="3109"/>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grpSp>
            <p:nvGrpSpPr>
              <p:cNvPr id="51397" name="Group 336">
                <a:extLst>
                  <a:ext uri="{FF2B5EF4-FFF2-40B4-BE49-F238E27FC236}">
                    <a16:creationId xmlns:a16="http://schemas.microsoft.com/office/drawing/2014/main" id="{FD65ADE5-B032-4E23-A2D9-62689CC2FAE5}"/>
                  </a:ext>
                </a:extLst>
              </p:cNvPr>
              <p:cNvGrpSpPr>
                <a:grpSpLocks/>
              </p:cNvGrpSpPr>
              <p:nvPr/>
            </p:nvGrpSpPr>
            <p:grpSpPr bwMode="auto">
              <a:xfrm>
                <a:off x="4157" y="2973"/>
                <a:ext cx="156" cy="110"/>
                <a:chOff x="1037" y="3210"/>
                <a:chExt cx="155" cy="148"/>
              </a:xfrm>
            </p:grpSpPr>
            <p:sp>
              <p:nvSpPr>
                <p:cNvPr id="51398" name="WordArt 337">
                  <a:extLst>
                    <a:ext uri="{FF2B5EF4-FFF2-40B4-BE49-F238E27FC236}">
                      <a16:creationId xmlns:a16="http://schemas.microsoft.com/office/drawing/2014/main" id="{8E50697A-BADA-4F42-A734-96D594CB732B}"/>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399" name="WordArt 338">
                  <a:extLst>
                    <a:ext uri="{FF2B5EF4-FFF2-40B4-BE49-F238E27FC236}">
                      <a16:creationId xmlns:a16="http://schemas.microsoft.com/office/drawing/2014/main" id="{C603DF86-918B-435B-9E0C-47599EE16A34}"/>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grpSp>
      <p:grpSp>
        <p:nvGrpSpPr>
          <p:cNvPr id="51318" name="Group 339">
            <a:extLst>
              <a:ext uri="{FF2B5EF4-FFF2-40B4-BE49-F238E27FC236}">
                <a16:creationId xmlns:a16="http://schemas.microsoft.com/office/drawing/2014/main" id="{BD8497DC-2F6A-496C-A4D7-724AFCB2DD6B}"/>
              </a:ext>
            </a:extLst>
          </p:cNvPr>
          <p:cNvGrpSpPr>
            <a:grpSpLocks/>
          </p:cNvGrpSpPr>
          <p:nvPr/>
        </p:nvGrpSpPr>
        <p:grpSpPr bwMode="auto">
          <a:xfrm>
            <a:off x="7270750" y="4613275"/>
            <a:ext cx="1697038" cy="982663"/>
            <a:chOff x="3317" y="2818"/>
            <a:chExt cx="1069" cy="619"/>
          </a:xfrm>
        </p:grpSpPr>
        <p:grpSp>
          <p:nvGrpSpPr>
            <p:cNvPr id="51355" name="Group 340">
              <a:extLst>
                <a:ext uri="{FF2B5EF4-FFF2-40B4-BE49-F238E27FC236}">
                  <a16:creationId xmlns:a16="http://schemas.microsoft.com/office/drawing/2014/main" id="{28450B63-F5F8-43FD-B140-0B1AB66914AB}"/>
                </a:ext>
              </a:extLst>
            </p:cNvPr>
            <p:cNvGrpSpPr>
              <a:grpSpLocks/>
            </p:cNvGrpSpPr>
            <p:nvPr/>
          </p:nvGrpSpPr>
          <p:grpSpPr bwMode="auto">
            <a:xfrm>
              <a:off x="3317" y="2839"/>
              <a:ext cx="218" cy="247"/>
              <a:chOff x="1499" y="1071"/>
              <a:chExt cx="280" cy="343"/>
            </a:xfrm>
          </p:grpSpPr>
          <p:sp>
            <p:nvSpPr>
              <p:cNvPr id="51384" name="WordArt 341">
                <a:extLst>
                  <a:ext uri="{FF2B5EF4-FFF2-40B4-BE49-F238E27FC236}">
                    <a16:creationId xmlns:a16="http://schemas.microsoft.com/office/drawing/2014/main" id="{2E45E02E-FC7A-4396-9213-53EFF65EA11F}"/>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385" name="WordArt 342">
                <a:extLst>
                  <a:ext uri="{FF2B5EF4-FFF2-40B4-BE49-F238E27FC236}">
                    <a16:creationId xmlns:a16="http://schemas.microsoft.com/office/drawing/2014/main" id="{C4B60845-CF48-4662-8960-0A883A678127}"/>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386" name="Line 343">
                <a:extLst>
                  <a:ext uri="{FF2B5EF4-FFF2-40B4-BE49-F238E27FC236}">
                    <a16:creationId xmlns:a16="http://schemas.microsoft.com/office/drawing/2014/main" id="{42A608FC-00E1-43AE-A7DD-9D479A9CF410}"/>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56" name="WordArt 344">
              <a:extLst>
                <a:ext uri="{FF2B5EF4-FFF2-40B4-BE49-F238E27FC236}">
                  <a16:creationId xmlns:a16="http://schemas.microsoft.com/office/drawing/2014/main" id="{0C2CEAA2-2F55-49DD-8052-FFD28432725D}"/>
                </a:ext>
              </a:extLst>
            </p:cNvPr>
            <p:cNvSpPr>
              <a:spLocks noChangeArrowheads="1" noChangeShapeType="1" noTextEdit="1"/>
            </p:cNvSpPr>
            <p:nvPr/>
          </p:nvSpPr>
          <p:spPr bwMode="auto">
            <a:xfrm>
              <a:off x="3515" y="2899"/>
              <a:ext cx="158" cy="119"/>
            </a:xfrm>
            <a:prstGeom prst="rect">
              <a:avLst/>
            </a:prstGeom>
          </p:spPr>
          <p:txBody>
            <a:bodyPr wrap="none" fromWordArt="1">
              <a:prstTxWarp prst="textPlain">
                <a:avLst>
                  <a:gd name="adj" fmla="val 56032"/>
                </a:avLst>
              </a:prstTxWarp>
            </a:bodyPr>
            <a:lstStyle/>
            <a:p>
              <a:pPr algn="ctr"/>
              <a:r>
                <a:rPr lang="en-US" altLang="zh-CN" sz="800" i="1" kern="10">
                  <a:ln w="9525">
                    <a:solidFill>
                      <a:srgbClr val="000000"/>
                    </a:solidFill>
                    <a:round/>
                    <a:headEnd/>
                    <a:tailEnd/>
                  </a:ln>
                  <a:solidFill>
                    <a:srgbClr val="000000"/>
                  </a:solidFill>
                  <a:latin typeface="宋体" panose="02010600030101010101" pitchFamily="2" charset="-122"/>
                </a:rPr>
                <a:t>R</a:t>
              </a:r>
              <a:endParaRPr lang="zh-CN" altLang="en-US" sz="800" i="1" kern="10">
                <a:ln w="9525">
                  <a:solidFill>
                    <a:srgbClr val="000000"/>
                  </a:solidFill>
                  <a:round/>
                  <a:headEnd/>
                  <a:tailEnd/>
                </a:ln>
                <a:solidFill>
                  <a:srgbClr val="000000"/>
                </a:solidFill>
                <a:latin typeface="宋体" panose="02010600030101010101" pitchFamily="2" charset="-122"/>
              </a:endParaRPr>
            </a:p>
          </p:txBody>
        </p:sp>
        <p:grpSp>
          <p:nvGrpSpPr>
            <p:cNvPr id="51357" name="Group 345">
              <a:extLst>
                <a:ext uri="{FF2B5EF4-FFF2-40B4-BE49-F238E27FC236}">
                  <a16:creationId xmlns:a16="http://schemas.microsoft.com/office/drawing/2014/main" id="{45570BAE-26E9-40C2-A9E4-95AF89379365}"/>
                </a:ext>
              </a:extLst>
            </p:cNvPr>
            <p:cNvGrpSpPr>
              <a:grpSpLocks/>
            </p:cNvGrpSpPr>
            <p:nvPr/>
          </p:nvGrpSpPr>
          <p:grpSpPr bwMode="auto">
            <a:xfrm>
              <a:off x="3672" y="2902"/>
              <a:ext cx="151" cy="146"/>
              <a:chOff x="1060" y="1813"/>
              <a:chExt cx="158" cy="168"/>
            </a:xfrm>
          </p:grpSpPr>
          <p:sp>
            <p:nvSpPr>
              <p:cNvPr id="51382" name="WordArt 346">
                <a:extLst>
                  <a:ext uri="{FF2B5EF4-FFF2-40B4-BE49-F238E27FC236}">
                    <a16:creationId xmlns:a16="http://schemas.microsoft.com/office/drawing/2014/main" id="{F06C0639-8537-4269-9C7F-62C4C2254996}"/>
                  </a:ext>
                </a:extLst>
              </p:cNvPr>
              <p:cNvSpPr>
                <a:spLocks noChangeArrowheads="1" noChangeShapeType="1" noTextEdit="1"/>
              </p:cNvSpPr>
              <p:nvPr/>
            </p:nvSpPr>
            <p:spPr bwMode="auto">
              <a:xfrm>
                <a:off x="1060" y="1813"/>
                <a:ext cx="123" cy="136"/>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383" name="WordArt 347">
                <a:extLst>
                  <a:ext uri="{FF2B5EF4-FFF2-40B4-BE49-F238E27FC236}">
                    <a16:creationId xmlns:a16="http://schemas.microsoft.com/office/drawing/2014/main" id="{3F29A2ED-FB06-45DD-A397-97B8BBE12A8C}"/>
                  </a:ext>
                </a:extLst>
              </p:cNvPr>
              <p:cNvSpPr>
                <a:spLocks noChangeArrowheads="1" noChangeShapeType="1" noTextEdit="1"/>
              </p:cNvSpPr>
              <p:nvPr/>
            </p:nvSpPr>
            <p:spPr bwMode="auto">
              <a:xfrm>
                <a:off x="1172" y="1889"/>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grpSp>
        <p:grpSp>
          <p:nvGrpSpPr>
            <p:cNvPr id="51358" name="Group 348">
              <a:extLst>
                <a:ext uri="{FF2B5EF4-FFF2-40B4-BE49-F238E27FC236}">
                  <a16:creationId xmlns:a16="http://schemas.microsoft.com/office/drawing/2014/main" id="{CEC642BA-0FDF-45B6-982E-C09E72D18B06}"/>
                </a:ext>
              </a:extLst>
            </p:cNvPr>
            <p:cNvGrpSpPr>
              <a:grpSpLocks/>
            </p:cNvGrpSpPr>
            <p:nvPr/>
          </p:nvGrpSpPr>
          <p:grpSpPr bwMode="auto">
            <a:xfrm>
              <a:off x="3858" y="2818"/>
              <a:ext cx="523" cy="273"/>
              <a:chOff x="3888" y="2810"/>
              <a:chExt cx="523" cy="273"/>
            </a:xfrm>
          </p:grpSpPr>
          <p:sp>
            <p:nvSpPr>
              <p:cNvPr id="51374" name="WordArt 349">
                <a:extLst>
                  <a:ext uri="{FF2B5EF4-FFF2-40B4-BE49-F238E27FC236}">
                    <a16:creationId xmlns:a16="http://schemas.microsoft.com/office/drawing/2014/main" id="{0553197E-9A09-4407-95A9-5A5C3FAD4184}"/>
                  </a:ext>
                </a:extLst>
              </p:cNvPr>
              <p:cNvSpPr>
                <a:spLocks noChangeArrowheads="1" noChangeShapeType="1" noTextEdit="1"/>
              </p:cNvSpPr>
              <p:nvPr/>
            </p:nvSpPr>
            <p:spPr bwMode="auto">
              <a:xfrm>
                <a:off x="3888" y="2863"/>
                <a:ext cx="151" cy="15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ln</a:t>
                </a:r>
                <a:endParaRPr lang="zh-CN" altLang="en-US" sz="3600" kern="10">
                  <a:ln w="9525">
                    <a:solidFill>
                      <a:srgbClr val="000000"/>
                    </a:solidFill>
                    <a:round/>
                    <a:headEnd/>
                    <a:tailEnd/>
                  </a:ln>
                  <a:latin typeface="宋体" panose="02010600030101010101" pitchFamily="2" charset="-122"/>
                </a:endParaRPr>
              </a:p>
            </p:txBody>
          </p:sp>
          <p:sp>
            <p:nvSpPr>
              <p:cNvPr id="51375" name="Line 350">
                <a:extLst>
                  <a:ext uri="{FF2B5EF4-FFF2-40B4-BE49-F238E27FC236}">
                    <a16:creationId xmlns:a16="http://schemas.microsoft.com/office/drawing/2014/main" id="{BD71AD1C-2A2F-4118-9900-4BEFB306EC51}"/>
                  </a:ext>
                </a:extLst>
              </p:cNvPr>
              <p:cNvSpPr>
                <a:spLocks noChangeShapeType="1"/>
              </p:cNvSpPr>
              <p:nvPr/>
            </p:nvSpPr>
            <p:spPr bwMode="auto">
              <a:xfrm>
                <a:off x="4093" y="2948"/>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376" name="Group 351">
                <a:extLst>
                  <a:ext uri="{FF2B5EF4-FFF2-40B4-BE49-F238E27FC236}">
                    <a16:creationId xmlns:a16="http://schemas.microsoft.com/office/drawing/2014/main" id="{76A74067-D9D2-4A12-BCAF-D732681F04C3}"/>
                  </a:ext>
                </a:extLst>
              </p:cNvPr>
              <p:cNvGrpSpPr>
                <a:grpSpLocks/>
              </p:cNvGrpSpPr>
              <p:nvPr/>
            </p:nvGrpSpPr>
            <p:grpSpPr bwMode="auto">
              <a:xfrm>
                <a:off x="4140" y="2810"/>
                <a:ext cx="173" cy="118"/>
                <a:chOff x="4093" y="3061"/>
                <a:chExt cx="166" cy="141"/>
              </a:xfrm>
            </p:grpSpPr>
            <p:sp>
              <p:nvSpPr>
                <p:cNvPr id="51380" name="WordArt 352">
                  <a:extLst>
                    <a:ext uri="{FF2B5EF4-FFF2-40B4-BE49-F238E27FC236}">
                      <a16:creationId xmlns:a16="http://schemas.microsoft.com/office/drawing/2014/main" id="{283EA266-F20D-42FD-8409-342E3A41D168}"/>
                    </a:ext>
                  </a:extLst>
                </p:cNvPr>
                <p:cNvSpPr>
                  <a:spLocks noChangeArrowheads="1" noChangeShapeType="1" noTextEdit="1"/>
                </p:cNvSpPr>
                <p:nvPr/>
              </p:nvSpPr>
              <p:spPr bwMode="auto">
                <a:xfrm>
                  <a:off x="4093" y="306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381" name="WordArt 353">
                  <a:extLst>
                    <a:ext uri="{FF2B5EF4-FFF2-40B4-BE49-F238E27FC236}">
                      <a16:creationId xmlns:a16="http://schemas.microsoft.com/office/drawing/2014/main" id="{13CD1A67-D99D-4E21-A47A-1677DA6C1932}"/>
                    </a:ext>
                  </a:extLst>
                </p:cNvPr>
                <p:cNvSpPr>
                  <a:spLocks noChangeArrowheads="1" noChangeShapeType="1" noTextEdit="1"/>
                </p:cNvSpPr>
                <p:nvPr/>
              </p:nvSpPr>
              <p:spPr bwMode="auto">
                <a:xfrm>
                  <a:off x="4205" y="3109"/>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grpSp>
            <p:nvGrpSpPr>
              <p:cNvPr id="51377" name="Group 354">
                <a:extLst>
                  <a:ext uri="{FF2B5EF4-FFF2-40B4-BE49-F238E27FC236}">
                    <a16:creationId xmlns:a16="http://schemas.microsoft.com/office/drawing/2014/main" id="{445A6339-48FE-46EF-9619-5BD622CD8B90}"/>
                  </a:ext>
                </a:extLst>
              </p:cNvPr>
              <p:cNvGrpSpPr>
                <a:grpSpLocks/>
              </p:cNvGrpSpPr>
              <p:nvPr/>
            </p:nvGrpSpPr>
            <p:grpSpPr bwMode="auto">
              <a:xfrm>
                <a:off x="4157" y="2973"/>
                <a:ext cx="156" cy="110"/>
                <a:chOff x="1037" y="3210"/>
                <a:chExt cx="155" cy="148"/>
              </a:xfrm>
            </p:grpSpPr>
            <p:sp>
              <p:nvSpPr>
                <p:cNvPr id="51378" name="WordArt 355">
                  <a:extLst>
                    <a:ext uri="{FF2B5EF4-FFF2-40B4-BE49-F238E27FC236}">
                      <a16:creationId xmlns:a16="http://schemas.microsoft.com/office/drawing/2014/main" id="{A5946A32-663D-4CAC-A6D6-16A955C19BDE}"/>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379" name="WordArt 356">
                  <a:extLst>
                    <a:ext uri="{FF2B5EF4-FFF2-40B4-BE49-F238E27FC236}">
                      <a16:creationId xmlns:a16="http://schemas.microsoft.com/office/drawing/2014/main" id="{5657CE76-C9A6-4E1C-A633-00447896EFD7}"/>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grpSp>
          <p:nvGrpSpPr>
            <p:cNvPr id="51359" name="Group 357">
              <a:extLst>
                <a:ext uri="{FF2B5EF4-FFF2-40B4-BE49-F238E27FC236}">
                  <a16:creationId xmlns:a16="http://schemas.microsoft.com/office/drawing/2014/main" id="{D7E038AC-A82C-413D-B047-CC3C2D4F93ED}"/>
                </a:ext>
              </a:extLst>
            </p:cNvPr>
            <p:cNvGrpSpPr>
              <a:grpSpLocks/>
            </p:cNvGrpSpPr>
            <p:nvPr/>
          </p:nvGrpSpPr>
          <p:grpSpPr bwMode="auto">
            <a:xfrm>
              <a:off x="3467" y="3227"/>
              <a:ext cx="163" cy="171"/>
              <a:chOff x="825" y="3193"/>
              <a:chExt cx="166" cy="169"/>
            </a:xfrm>
          </p:grpSpPr>
          <p:sp>
            <p:nvSpPr>
              <p:cNvPr id="51372" name="WordArt 358">
                <a:extLst>
                  <a:ext uri="{FF2B5EF4-FFF2-40B4-BE49-F238E27FC236}">
                    <a16:creationId xmlns:a16="http://schemas.microsoft.com/office/drawing/2014/main" id="{8E6B9782-1CB3-479D-A358-74EE770187E6}"/>
                  </a:ext>
                </a:extLst>
              </p:cNvPr>
              <p:cNvSpPr>
                <a:spLocks noChangeArrowheads="1" noChangeShapeType="1" noTextEdit="1"/>
              </p:cNvSpPr>
              <p:nvPr/>
            </p:nvSpPr>
            <p:spPr bwMode="auto">
              <a:xfrm>
                <a:off x="945" y="3270"/>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373" name="WordArt 359">
                <a:extLst>
                  <a:ext uri="{FF2B5EF4-FFF2-40B4-BE49-F238E27FC236}">
                    <a16:creationId xmlns:a16="http://schemas.microsoft.com/office/drawing/2014/main" id="{9BD8F8D0-DF6A-4F68-84C2-E7C261776260}"/>
                  </a:ext>
                </a:extLst>
              </p:cNvPr>
              <p:cNvSpPr>
                <a:spLocks noChangeArrowheads="1" noChangeShapeType="1" noTextEdit="1"/>
              </p:cNvSpPr>
              <p:nvPr/>
            </p:nvSpPr>
            <p:spPr bwMode="auto">
              <a:xfrm>
                <a:off x="825" y="3193"/>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Monotype Corsiva" panose="03010101010201010101" pitchFamily="66" charset="0"/>
                  </a:rPr>
                  <a:t>p</a:t>
                </a:r>
                <a:endParaRPr lang="zh-CN" altLang="en-US" sz="3600" i="1" kern="10">
                  <a:ln w="9525">
                    <a:solidFill>
                      <a:schemeClr val="tx1"/>
                    </a:solidFill>
                    <a:round/>
                    <a:headEnd/>
                    <a:tailEnd/>
                  </a:ln>
                  <a:latin typeface="Monotype Corsiva" panose="03010101010201010101" pitchFamily="66" charset="0"/>
                </a:endParaRPr>
              </a:p>
            </p:txBody>
          </p:sp>
        </p:grpSp>
        <p:grpSp>
          <p:nvGrpSpPr>
            <p:cNvPr id="51360" name="Group 360">
              <a:extLst>
                <a:ext uri="{FF2B5EF4-FFF2-40B4-BE49-F238E27FC236}">
                  <a16:creationId xmlns:a16="http://schemas.microsoft.com/office/drawing/2014/main" id="{0B7C1385-E9DD-4B49-988A-F005EFCBBEF9}"/>
                </a:ext>
              </a:extLst>
            </p:cNvPr>
            <p:cNvGrpSpPr>
              <a:grpSpLocks/>
            </p:cNvGrpSpPr>
            <p:nvPr/>
          </p:nvGrpSpPr>
          <p:grpSpPr bwMode="auto">
            <a:xfrm>
              <a:off x="3645" y="3236"/>
              <a:ext cx="152" cy="150"/>
              <a:chOff x="1037" y="3210"/>
              <a:chExt cx="155" cy="148"/>
            </a:xfrm>
          </p:grpSpPr>
          <p:sp>
            <p:nvSpPr>
              <p:cNvPr id="51370" name="WordArt 361">
                <a:extLst>
                  <a:ext uri="{FF2B5EF4-FFF2-40B4-BE49-F238E27FC236}">
                    <a16:creationId xmlns:a16="http://schemas.microsoft.com/office/drawing/2014/main" id="{01EAE4D4-52FE-4483-82DE-75D11490F1C4}"/>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371" name="WordArt 362">
                <a:extLst>
                  <a:ext uri="{FF2B5EF4-FFF2-40B4-BE49-F238E27FC236}">
                    <a16:creationId xmlns:a16="http://schemas.microsoft.com/office/drawing/2014/main" id="{F22F0D6F-6FA5-4175-81FE-867BD0E85CFA}"/>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nvGrpSpPr>
            <p:cNvPr id="51361" name="Group 363">
              <a:extLst>
                <a:ext uri="{FF2B5EF4-FFF2-40B4-BE49-F238E27FC236}">
                  <a16:creationId xmlns:a16="http://schemas.microsoft.com/office/drawing/2014/main" id="{AC82CAAB-5E02-4EFF-93F7-E01161ADFA73}"/>
                </a:ext>
              </a:extLst>
            </p:cNvPr>
            <p:cNvGrpSpPr>
              <a:grpSpLocks/>
            </p:cNvGrpSpPr>
            <p:nvPr/>
          </p:nvGrpSpPr>
          <p:grpSpPr bwMode="auto">
            <a:xfrm>
              <a:off x="3863" y="3164"/>
              <a:ext cx="523" cy="273"/>
              <a:chOff x="3888" y="2810"/>
              <a:chExt cx="523" cy="273"/>
            </a:xfrm>
          </p:grpSpPr>
          <p:sp>
            <p:nvSpPr>
              <p:cNvPr id="51362" name="WordArt 364">
                <a:extLst>
                  <a:ext uri="{FF2B5EF4-FFF2-40B4-BE49-F238E27FC236}">
                    <a16:creationId xmlns:a16="http://schemas.microsoft.com/office/drawing/2014/main" id="{AE47B0BC-DA5C-45C1-868B-7E94AE37D961}"/>
                  </a:ext>
                </a:extLst>
              </p:cNvPr>
              <p:cNvSpPr>
                <a:spLocks noChangeArrowheads="1" noChangeShapeType="1" noTextEdit="1"/>
              </p:cNvSpPr>
              <p:nvPr/>
            </p:nvSpPr>
            <p:spPr bwMode="auto">
              <a:xfrm>
                <a:off x="3888" y="2863"/>
                <a:ext cx="151" cy="15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latin typeface="宋体" panose="02010600030101010101" pitchFamily="2" charset="-122"/>
                  </a:rPr>
                  <a:t>ln</a:t>
                </a:r>
                <a:endParaRPr lang="zh-CN" altLang="en-US" sz="3600" kern="10">
                  <a:ln w="9525">
                    <a:solidFill>
                      <a:srgbClr val="000000"/>
                    </a:solidFill>
                    <a:round/>
                    <a:headEnd/>
                    <a:tailEnd/>
                  </a:ln>
                  <a:latin typeface="宋体" panose="02010600030101010101" pitchFamily="2" charset="-122"/>
                </a:endParaRPr>
              </a:p>
            </p:txBody>
          </p:sp>
          <p:sp>
            <p:nvSpPr>
              <p:cNvPr id="51363" name="Line 365">
                <a:extLst>
                  <a:ext uri="{FF2B5EF4-FFF2-40B4-BE49-F238E27FC236}">
                    <a16:creationId xmlns:a16="http://schemas.microsoft.com/office/drawing/2014/main" id="{7A22F17B-E66E-4B88-9EAA-7A9E29B42CBB}"/>
                  </a:ext>
                </a:extLst>
              </p:cNvPr>
              <p:cNvSpPr>
                <a:spLocks noChangeShapeType="1"/>
              </p:cNvSpPr>
              <p:nvPr/>
            </p:nvSpPr>
            <p:spPr bwMode="auto">
              <a:xfrm>
                <a:off x="4093" y="2948"/>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364" name="Group 366">
                <a:extLst>
                  <a:ext uri="{FF2B5EF4-FFF2-40B4-BE49-F238E27FC236}">
                    <a16:creationId xmlns:a16="http://schemas.microsoft.com/office/drawing/2014/main" id="{534790F4-A0D7-479C-B443-D9A9ECE3345F}"/>
                  </a:ext>
                </a:extLst>
              </p:cNvPr>
              <p:cNvGrpSpPr>
                <a:grpSpLocks/>
              </p:cNvGrpSpPr>
              <p:nvPr/>
            </p:nvGrpSpPr>
            <p:grpSpPr bwMode="auto">
              <a:xfrm>
                <a:off x="4140" y="2810"/>
                <a:ext cx="173" cy="118"/>
                <a:chOff x="4093" y="3061"/>
                <a:chExt cx="166" cy="141"/>
              </a:xfrm>
            </p:grpSpPr>
            <p:sp>
              <p:nvSpPr>
                <p:cNvPr id="51368" name="WordArt 367">
                  <a:extLst>
                    <a:ext uri="{FF2B5EF4-FFF2-40B4-BE49-F238E27FC236}">
                      <a16:creationId xmlns:a16="http://schemas.microsoft.com/office/drawing/2014/main" id="{9F519064-5FF2-4FCA-9566-A536F985DFC1}"/>
                    </a:ext>
                  </a:extLst>
                </p:cNvPr>
                <p:cNvSpPr>
                  <a:spLocks noChangeArrowheads="1" noChangeShapeType="1" noTextEdit="1"/>
                </p:cNvSpPr>
                <p:nvPr/>
              </p:nvSpPr>
              <p:spPr bwMode="auto">
                <a:xfrm>
                  <a:off x="4093" y="306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sp>
              <p:nvSpPr>
                <p:cNvPr id="51369" name="WordArt 368">
                  <a:extLst>
                    <a:ext uri="{FF2B5EF4-FFF2-40B4-BE49-F238E27FC236}">
                      <a16:creationId xmlns:a16="http://schemas.microsoft.com/office/drawing/2014/main" id="{B1F64231-DDC7-4D3E-8EC3-9BBB13EE3975}"/>
                    </a:ext>
                  </a:extLst>
                </p:cNvPr>
                <p:cNvSpPr>
                  <a:spLocks noChangeArrowheads="1" noChangeShapeType="1" noTextEdit="1"/>
                </p:cNvSpPr>
                <p:nvPr/>
              </p:nvSpPr>
              <p:spPr bwMode="auto">
                <a:xfrm>
                  <a:off x="4205" y="3109"/>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2</a:t>
                  </a:r>
                  <a:endParaRPr lang="zh-CN" altLang="en-US" sz="3600" kern="10">
                    <a:ln w="9525">
                      <a:solidFill>
                        <a:schemeClr val="tx1"/>
                      </a:solidFill>
                      <a:round/>
                      <a:headEnd/>
                      <a:tailEnd/>
                    </a:ln>
                    <a:latin typeface="宋体" panose="02010600030101010101" pitchFamily="2" charset="-122"/>
                  </a:endParaRPr>
                </a:p>
              </p:txBody>
            </p:sp>
          </p:grpSp>
          <p:grpSp>
            <p:nvGrpSpPr>
              <p:cNvPr id="51365" name="Group 369">
                <a:extLst>
                  <a:ext uri="{FF2B5EF4-FFF2-40B4-BE49-F238E27FC236}">
                    <a16:creationId xmlns:a16="http://schemas.microsoft.com/office/drawing/2014/main" id="{EC6BE3A2-6BDE-4E2A-B368-1E3C252B2647}"/>
                  </a:ext>
                </a:extLst>
              </p:cNvPr>
              <p:cNvGrpSpPr>
                <a:grpSpLocks/>
              </p:cNvGrpSpPr>
              <p:nvPr/>
            </p:nvGrpSpPr>
            <p:grpSpPr bwMode="auto">
              <a:xfrm>
                <a:off x="4157" y="2973"/>
                <a:ext cx="156" cy="110"/>
                <a:chOff x="1037" y="3210"/>
                <a:chExt cx="155" cy="148"/>
              </a:xfrm>
            </p:grpSpPr>
            <p:sp>
              <p:nvSpPr>
                <p:cNvPr id="51366" name="WordArt 370">
                  <a:extLst>
                    <a:ext uri="{FF2B5EF4-FFF2-40B4-BE49-F238E27FC236}">
                      <a16:creationId xmlns:a16="http://schemas.microsoft.com/office/drawing/2014/main" id="{279C05BF-2BA0-44F2-A850-4277ED1A1573}"/>
                    </a:ext>
                  </a:extLst>
                </p:cNvPr>
                <p:cNvSpPr>
                  <a:spLocks noChangeArrowheads="1" noChangeShapeType="1" noTextEdit="1"/>
                </p:cNvSpPr>
                <p:nvPr/>
              </p:nvSpPr>
              <p:spPr bwMode="auto">
                <a:xfrm>
                  <a:off x="1146" y="3266"/>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latin typeface="宋体" panose="02010600030101010101" pitchFamily="2" charset="-122"/>
                    </a:rPr>
                    <a:t>1</a:t>
                  </a:r>
                  <a:endParaRPr lang="zh-CN" altLang="en-US" sz="3600" kern="10">
                    <a:ln w="9525">
                      <a:solidFill>
                        <a:schemeClr val="tx1"/>
                      </a:solidFill>
                      <a:round/>
                      <a:headEnd/>
                      <a:tailEnd/>
                    </a:ln>
                    <a:latin typeface="宋体" panose="02010600030101010101" pitchFamily="2" charset="-122"/>
                  </a:endParaRPr>
                </a:p>
              </p:txBody>
            </p:sp>
            <p:sp>
              <p:nvSpPr>
                <p:cNvPr id="51367" name="WordArt 371">
                  <a:extLst>
                    <a:ext uri="{FF2B5EF4-FFF2-40B4-BE49-F238E27FC236}">
                      <a16:creationId xmlns:a16="http://schemas.microsoft.com/office/drawing/2014/main" id="{4CDEC8A3-50D7-4340-A214-0FB648C69D32}"/>
                    </a:ext>
                  </a:extLst>
                </p:cNvPr>
                <p:cNvSpPr>
                  <a:spLocks noChangeArrowheads="1" noChangeShapeType="1" noTextEdit="1"/>
                </p:cNvSpPr>
                <p:nvPr/>
              </p:nvSpPr>
              <p:spPr bwMode="auto">
                <a:xfrm>
                  <a:off x="1037" y="3210"/>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latin typeface="宋体" panose="02010600030101010101" pitchFamily="2" charset="-122"/>
                    </a:rPr>
                    <a:t>V</a:t>
                  </a:r>
                  <a:endParaRPr lang="zh-CN" altLang="en-US" sz="3600" i="1" kern="10">
                    <a:ln w="9525">
                      <a:solidFill>
                        <a:schemeClr val="tx1"/>
                      </a:solidFill>
                      <a:round/>
                      <a:headEnd/>
                      <a:tailEnd/>
                    </a:ln>
                    <a:latin typeface="宋体" panose="02010600030101010101" pitchFamily="2" charset="-122"/>
                  </a:endParaRPr>
                </a:p>
              </p:txBody>
            </p:sp>
          </p:grpSp>
        </p:grpSp>
      </p:grpSp>
      <p:sp>
        <p:nvSpPr>
          <p:cNvPr id="51319" name="Text Box 372">
            <a:extLst>
              <a:ext uri="{FF2B5EF4-FFF2-40B4-BE49-F238E27FC236}">
                <a16:creationId xmlns:a16="http://schemas.microsoft.com/office/drawing/2014/main" id="{31403E2F-9395-4C77-83D0-CCCB20D098E0}"/>
              </a:ext>
            </a:extLst>
          </p:cNvPr>
          <p:cNvSpPr txBox="1">
            <a:spLocks noChangeArrowheads="1"/>
          </p:cNvSpPr>
          <p:nvPr/>
        </p:nvSpPr>
        <p:spPr bwMode="auto">
          <a:xfrm>
            <a:off x="7104063" y="51546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华文中宋" panose="02010600040101010101" pitchFamily="2" charset="-122"/>
              </a:rPr>
              <a:t>或</a:t>
            </a:r>
          </a:p>
        </p:txBody>
      </p:sp>
      <p:grpSp>
        <p:nvGrpSpPr>
          <p:cNvPr id="51320" name="Group 373">
            <a:extLst>
              <a:ext uri="{FF2B5EF4-FFF2-40B4-BE49-F238E27FC236}">
                <a16:creationId xmlns:a16="http://schemas.microsoft.com/office/drawing/2014/main" id="{6E1A973E-249F-4162-8401-17B264A87229}"/>
              </a:ext>
            </a:extLst>
          </p:cNvPr>
          <p:cNvGrpSpPr>
            <a:grpSpLocks/>
          </p:cNvGrpSpPr>
          <p:nvPr/>
        </p:nvGrpSpPr>
        <p:grpSpPr bwMode="auto">
          <a:xfrm>
            <a:off x="5078413" y="5776913"/>
            <a:ext cx="1069975" cy="401637"/>
            <a:chOff x="3244" y="3620"/>
            <a:chExt cx="1114" cy="423"/>
          </a:xfrm>
        </p:grpSpPr>
        <p:sp>
          <p:nvSpPr>
            <p:cNvPr id="51340" name="Line 374">
              <a:extLst>
                <a:ext uri="{FF2B5EF4-FFF2-40B4-BE49-F238E27FC236}">
                  <a16:creationId xmlns:a16="http://schemas.microsoft.com/office/drawing/2014/main" id="{0D756C66-BA22-4FCB-92D4-16A336C953A0}"/>
                </a:ext>
              </a:extLst>
            </p:cNvPr>
            <p:cNvSpPr>
              <a:spLocks noChangeShapeType="1"/>
            </p:cNvSpPr>
            <p:nvPr/>
          </p:nvSpPr>
          <p:spPr bwMode="auto">
            <a:xfrm rot="5400000">
              <a:off x="3796" y="3659"/>
              <a:ext cx="0" cy="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341" name="Group 375">
              <a:extLst>
                <a:ext uri="{FF2B5EF4-FFF2-40B4-BE49-F238E27FC236}">
                  <a16:creationId xmlns:a16="http://schemas.microsoft.com/office/drawing/2014/main" id="{830B9A86-B7A2-4CCC-95DD-AABC88BB25F4}"/>
                </a:ext>
              </a:extLst>
            </p:cNvPr>
            <p:cNvGrpSpPr>
              <a:grpSpLocks/>
            </p:cNvGrpSpPr>
            <p:nvPr/>
          </p:nvGrpSpPr>
          <p:grpSpPr bwMode="auto">
            <a:xfrm>
              <a:off x="3329" y="3620"/>
              <a:ext cx="367" cy="169"/>
              <a:chOff x="3329" y="3620"/>
              <a:chExt cx="367" cy="169"/>
            </a:xfrm>
          </p:grpSpPr>
          <p:sp>
            <p:nvSpPr>
              <p:cNvPr id="51351" name="WordArt 376">
                <a:extLst>
                  <a:ext uri="{FF2B5EF4-FFF2-40B4-BE49-F238E27FC236}">
                    <a16:creationId xmlns:a16="http://schemas.microsoft.com/office/drawing/2014/main" id="{2C76EEDB-5DB0-4FC6-9B70-A4E64201B679}"/>
                  </a:ext>
                </a:extLst>
              </p:cNvPr>
              <p:cNvSpPr>
                <a:spLocks noChangeArrowheads="1" noChangeShapeType="1" noTextEdit="1"/>
              </p:cNvSpPr>
              <p:nvPr/>
            </p:nvSpPr>
            <p:spPr bwMode="auto">
              <a:xfrm>
                <a:off x="3449" y="3697"/>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51352" name="WordArt 377">
                <a:extLst>
                  <a:ext uri="{FF2B5EF4-FFF2-40B4-BE49-F238E27FC236}">
                    <a16:creationId xmlns:a16="http://schemas.microsoft.com/office/drawing/2014/main" id="{32409406-BFF0-4676-BC22-ACF6855FF04B}"/>
                  </a:ext>
                </a:extLst>
              </p:cNvPr>
              <p:cNvSpPr>
                <a:spLocks noChangeArrowheads="1" noChangeShapeType="1" noTextEdit="1"/>
              </p:cNvSpPr>
              <p:nvPr/>
            </p:nvSpPr>
            <p:spPr bwMode="auto">
              <a:xfrm>
                <a:off x="3650" y="3693"/>
                <a:ext cx="46" cy="9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51353" name="WordArt 378">
                <a:extLst>
                  <a:ext uri="{FF2B5EF4-FFF2-40B4-BE49-F238E27FC236}">
                    <a16:creationId xmlns:a16="http://schemas.microsoft.com/office/drawing/2014/main" id="{653E303A-4098-46AF-8D82-0E7E29296854}"/>
                  </a:ext>
                </a:extLst>
              </p:cNvPr>
              <p:cNvSpPr>
                <a:spLocks noChangeArrowheads="1" noChangeShapeType="1" noTextEdit="1"/>
              </p:cNvSpPr>
              <p:nvPr/>
            </p:nvSpPr>
            <p:spPr bwMode="auto">
              <a:xfrm>
                <a:off x="3329" y="3620"/>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solidFill>
                      <a:schemeClr val="accent1"/>
                    </a:solidFill>
                    <a:latin typeface="Monotype Corsiva" panose="03010101010201010101" pitchFamily="66" charset="0"/>
                  </a:rPr>
                  <a:t>p</a:t>
                </a:r>
                <a:endParaRPr lang="zh-CN" altLang="en-US" sz="3600" i="1" kern="10">
                  <a:ln w="9525">
                    <a:solidFill>
                      <a:schemeClr val="tx1"/>
                    </a:solidFill>
                    <a:round/>
                    <a:headEnd/>
                    <a:tailEnd/>
                  </a:ln>
                  <a:solidFill>
                    <a:schemeClr val="accent1"/>
                  </a:solidFill>
                  <a:latin typeface="Monotype Corsiva" panose="03010101010201010101" pitchFamily="66" charset="0"/>
                </a:endParaRPr>
              </a:p>
            </p:txBody>
          </p:sp>
          <p:sp>
            <p:nvSpPr>
              <p:cNvPr id="51354" name="WordArt 379">
                <a:extLst>
                  <a:ext uri="{FF2B5EF4-FFF2-40B4-BE49-F238E27FC236}">
                    <a16:creationId xmlns:a16="http://schemas.microsoft.com/office/drawing/2014/main" id="{B0939BDF-0B93-4B05-AF49-B81DC8CCECFE}"/>
                  </a:ext>
                </a:extLst>
              </p:cNvPr>
              <p:cNvSpPr>
                <a:spLocks noChangeArrowheads="1" noChangeShapeType="1" noTextEdit="1"/>
              </p:cNvSpPr>
              <p:nvPr/>
            </p:nvSpPr>
            <p:spPr bwMode="auto">
              <a:xfrm>
                <a:off x="3541" y="3637"/>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solidFill>
                      <a:schemeClr val="accent1"/>
                    </a:solidFill>
                    <a:latin typeface="宋体" panose="02010600030101010101" pitchFamily="2" charset="-122"/>
                  </a:rPr>
                  <a:t>V</a:t>
                </a:r>
                <a:endParaRPr lang="zh-CN" altLang="en-US" sz="3600" i="1" kern="10">
                  <a:ln w="9525">
                    <a:solidFill>
                      <a:schemeClr val="tx1"/>
                    </a:solidFill>
                    <a:round/>
                    <a:headEnd/>
                    <a:tailEnd/>
                  </a:ln>
                  <a:solidFill>
                    <a:schemeClr val="accent1"/>
                  </a:solidFill>
                  <a:latin typeface="宋体" panose="02010600030101010101" pitchFamily="2" charset="-122"/>
                </a:endParaRPr>
              </a:p>
            </p:txBody>
          </p:sp>
        </p:grpSp>
        <p:grpSp>
          <p:nvGrpSpPr>
            <p:cNvPr id="51342" name="Group 380">
              <a:extLst>
                <a:ext uri="{FF2B5EF4-FFF2-40B4-BE49-F238E27FC236}">
                  <a16:creationId xmlns:a16="http://schemas.microsoft.com/office/drawing/2014/main" id="{14B6CE36-1391-43C2-B2AE-7BCA3995D017}"/>
                </a:ext>
              </a:extLst>
            </p:cNvPr>
            <p:cNvGrpSpPr>
              <a:grpSpLocks/>
            </p:cNvGrpSpPr>
            <p:nvPr/>
          </p:nvGrpSpPr>
          <p:grpSpPr bwMode="auto">
            <a:xfrm>
              <a:off x="3896" y="3625"/>
              <a:ext cx="377" cy="172"/>
              <a:chOff x="3827" y="3632"/>
              <a:chExt cx="377" cy="172"/>
            </a:xfrm>
          </p:grpSpPr>
          <p:sp>
            <p:nvSpPr>
              <p:cNvPr id="51347" name="WordArt 381">
                <a:extLst>
                  <a:ext uri="{FF2B5EF4-FFF2-40B4-BE49-F238E27FC236}">
                    <a16:creationId xmlns:a16="http://schemas.microsoft.com/office/drawing/2014/main" id="{36AFFB16-2976-480E-BC59-9D261492451A}"/>
                  </a:ext>
                </a:extLst>
              </p:cNvPr>
              <p:cNvSpPr>
                <a:spLocks noChangeArrowheads="1" noChangeShapeType="1" noTextEdit="1"/>
              </p:cNvSpPr>
              <p:nvPr/>
            </p:nvSpPr>
            <p:spPr bwMode="auto">
              <a:xfrm>
                <a:off x="3827" y="3632"/>
                <a:ext cx="113" cy="131"/>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solidFill>
                      <a:schemeClr val="accent1"/>
                    </a:solidFill>
                    <a:latin typeface="Monotype Corsiva" panose="03010101010201010101" pitchFamily="66" charset="0"/>
                  </a:rPr>
                  <a:t>p</a:t>
                </a:r>
                <a:endParaRPr lang="zh-CN" altLang="en-US" sz="3600" i="1" kern="10">
                  <a:ln w="9525">
                    <a:solidFill>
                      <a:schemeClr val="tx1"/>
                    </a:solidFill>
                    <a:round/>
                    <a:headEnd/>
                    <a:tailEnd/>
                  </a:ln>
                  <a:solidFill>
                    <a:schemeClr val="accent1"/>
                  </a:solidFill>
                  <a:latin typeface="Monotype Corsiva" panose="03010101010201010101" pitchFamily="66" charset="0"/>
                </a:endParaRPr>
              </a:p>
            </p:txBody>
          </p:sp>
          <p:sp>
            <p:nvSpPr>
              <p:cNvPr id="51348" name="WordArt 382">
                <a:extLst>
                  <a:ext uri="{FF2B5EF4-FFF2-40B4-BE49-F238E27FC236}">
                    <a16:creationId xmlns:a16="http://schemas.microsoft.com/office/drawing/2014/main" id="{C0CADFBE-F70E-453A-9ECD-407DDFE90A1F}"/>
                  </a:ext>
                </a:extLst>
              </p:cNvPr>
              <p:cNvSpPr>
                <a:spLocks noChangeArrowheads="1" noChangeShapeType="1" noTextEdit="1"/>
              </p:cNvSpPr>
              <p:nvPr/>
            </p:nvSpPr>
            <p:spPr bwMode="auto">
              <a:xfrm>
                <a:off x="4150" y="3706"/>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2</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51349" name="WordArt 383">
                <a:extLst>
                  <a:ext uri="{FF2B5EF4-FFF2-40B4-BE49-F238E27FC236}">
                    <a16:creationId xmlns:a16="http://schemas.microsoft.com/office/drawing/2014/main" id="{48442BB8-6489-4D04-96CD-51E7DF93080B}"/>
                  </a:ext>
                </a:extLst>
              </p:cNvPr>
              <p:cNvSpPr>
                <a:spLocks noChangeArrowheads="1" noChangeShapeType="1" noTextEdit="1"/>
              </p:cNvSpPr>
              <p:nvPr/>
            </p:nvSpPr>
            <p:spPr bwMode="auto">
              <a:xfrm>
                <a:off x="3934" y="3711"/>
                <a:ext cx="54" cy="93"/>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2</a:t>
                </a:r>
                <a:endParaRPr lang="zh-CN" altLang="en-US" sz="3600" kern="10">
                  <a:ln w="9525">
                    <a:solidFill>
                      <a:schemeClr val="tx1"/>
                    </a:solidFill>
                    <a:round/>
                    <a:headEnd/>
                    <a:tailEnd/>
                  </a:ln>
                  <a:solidFill>
                    <a:schemeClr val="accent1"/>
                  </a:solidFill>
                  <a:latin typeface="宋体" panose="02010600030101010101" pitchFamily="2" charset="-122"/>
                </a:endParaRPr>
              </a:p>
            </p:txBody>
          </p:sp>
          <p:sp>
            <p:nvSpPr>
              <p:cNvPr id="51350" name="WordArt 384">
                <a:extLst>
                  <a:ext uri="{FF2B5EF4-FFF2-40B4-BE49-F238E27FC236}">
                    <a16:creationId xmlns:a16="http://schemas.microsoft.com/office/drawing/2014/main" id="{55D7897A-F93A-4674-968B-620E06A5A29B}"/>
                  </a:ext>
                </a:extLst>
              </p:cNvPr>
              <p:cNvSpPr>
                <a:spLocks noChangeArrowheads="1" noChangeShapeType="1" noTextEdit="1"/>
              </p:cNvSpPr>
              <p:nvPr/>
            </p:nvSpPr>
            <p:spPr bwMode="auto">
              <a:xfrm>
                <a:off x="4046" y="3641"/>
                <a:ext cx="151" cy="122"/>
              </a:xfrm>
              <a:prstGeom prst="rect">
                <a:avLst/>
              </a:prstGeom>
            </p:spPr>
            <p:txBody>
              <a:bodyPr wrap="none" fromWordArt="1">
                <a:prstTxWarp prst="textPlain">
                  <a:avLst>
                    <a:gd name="adj" fmla="val 58931"/>
                  </a:avLst>
                </a:prstTxWarp>
              </a:bodyPr>
              <a:lstStyle/>
              <a:p>
                <a:pPr algn="ctr"/>
                <a:r>
                  <a:rPr lang="en-US" altLang="zh-CN" sz="3600" i="1" kern="10">
                    <a:ln w="9525">
                      <a:solidFill>
                        <a:schemeClr val="tx1"/>
                      </a:solidFill>
                      <a:round/>
                      <a:headEnd/>
                      <a:tailEnd/>
                    </a:ln>
                    <a:solidFill>
                      <a:schemeClr val="accent1"/>
                    </a:solidFill>
                    <a:latin typeface="宋体" panose="02010600030101010101" pitchFamily="2" charset="-122"/>
                  </a:rPr>
                  <a:t>V</a:t>
                </a:r>
                <a:endParaRPr lang="zh-CN" altLang="en-US" sz="3600" i="1" kern="10">
                  <a:ln w="9525">
                    <a:solidFill>
                      <a:schemeClr val="tx1"/>
                    </a:solidFill>
                    <a:round/>
                    <a:headEnd/>
                    <a:tailEnd/>
                  </a:ln>
                  <a:solidFill>
                    <a:schemeClr val="accent1"/>
                  </a:solidFill>
                  <a:latin typeface="宋体" panose="02010600030101010101" pitchFamily="2" charset="-122"/>
                </a:endParaRPr>
              </a:p>
            </p:txBody>
          </p:sp>
        </p:grpSp>
        <p:sp>
          <p:nvSpPr>
            <p:cNvPr id="51343" name="Line 385">
              <a:extLst>
                <a:ext uri="{FF2B5EF4-FFF2-40B4-BE49-F238E27FC236}">
                  <a16:creationId xmlns:a16="http://schemas.microsoft.com/office/drawing/2014/main" id="{8A8C37B1-0487-4412-BFFA-A76442178A67}"/>
                </a:ext>
              </a:extLst>
            </p:cNvPr>
            <p:cNvSpPr>
              <a:spLocks noChangeShapeType="1"/>
            </p:cNvSpPr>
            <p:nvPr/>
          </p:nvSpPr>
          <p:spPr bwMode="auto">
            <a:xfrm>
              <a:off x="3244" y="3843"/>
              <a:ext cx="111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44" name="WordArt 386">
              <a:extLst>
                <a:ext uri="{FF2B5EF4-FFF2-40B4-BE49-F238E27FC236}">
                  <a16:creationId xmlns:a16="http://schemas.microsoft.com/office/drawing/2014/main" id="{34222C73-91C1-42A0-BFEA-86243183D442}"/>
                </a:ext>
              </a:extLst>
            </p:cNvPr>
            <p:cNvSpPr>
              <a:spLocks noChangeArrowheads="1" noChangeShapeType="1" noTextEdit="1"/>
            </p:cNvSpPr>
            <p:nvPr/>
          </p:nvSpPr>
          <p:spPr bwMode="auto">
            <a:xfrm>
              <a:off x="3565" y="3896"/>
              <a:ext cx="94" cy="147"/>
            </a:xfrm>
            <a:prstGeom prst="rect">
              <a:avLst/>
            </a:prstGeom>
          </p:spPr>
          <p:txBody>
            <a:bodyPr wrap="none" fromWordArt="1">
              <a:prstTxWarp prst="textPlain">
                <a:avLst>
                  <a:gd name="adj" fmla="val 50000"/>
                </a:avLst>
              </a:prstTxWarp>
            </a:bodyPr>
            <a:lstStyle/>
            <a:p>
              <a:pPr algn="ctr"/>
              <a:r>
                <a:rPr lang="en-US" altLang="zh-CN" sz="3600" b="1" i="1" kern="10">
                  <a:ln w="12700">
                    <a:solidFill>
                      <a:schemeClr val="tx1"/>
                    </a:solidFill>
                    <a:round/>
                    <a:headEnd/>
                    <a:tailEnd/>
                  </a:ln>
                  <a:solidFill>
                    <a:schemeClr val="accent1"/>
                  </a:solidFill>
                  <a:latin typeface="Symbol" panose="05050102010706020507" pitchFamily="18" charset="2"/>
                </a:rPr>
                <a:t>g</a:t>
              </a:r>
              <a:endParaRPr lang="zh-CN" altLang="en-US" sz="3600" b="1" i="1" kern="10">
                <a:ln w="12700">
                  <a:solidFill>
                    <a:schemeClr val="tx1"/>
                  </a:solidFill>
                  <a:round/>
                  <a:headEnd/>
                  <a:tailEnd/>
                </a:ln>
                <a:solidFill>
                  <a:schemeClr val="accent1"/>
                </a:solidFill>
                <a:latin typeface="Symbol" panose="05050102010706020507" pitchFamily="18" charset="2"/>
              </a:endParaRPr>
            </a:p>
          </p:txBody>
        </p:sp>
        <p:sp>
          <p:nvSpPr>
            <p:cNvPr id="51345" name="Line 387">
              <a:extLst>
                <a:ext uri="{FF2B5EF4-FFF2-40B4-BE49-F238E27FC236}">
                  <a16:creationId xmlns:a16="http://schemas.microsoft.com/office/drawing/2014/main" id="{158D5F44-4466-4B91-BF53-2009C350BA0C}"/>
                </a:ext>
              </a:extLst>
            </p:cNvPr>
            <p:cNvSpPr>
              <a:spLocks noChangeShapeType="1"/>
            </p:cNvSpPr>
            <p:nvPr/>
          </p:nvSpPr>
          <p:spPr bwMode="auto">
            <a:xfrm rot="5400000">
              <a:off x="3786" y="3907"/>
              <a:ext cx="0" cy="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46" name="WordArt 388">
              <a:extLst>
                <a:ext uri="{FF2B5EF4-FFF2-40B4-BE49-F238E27FC236}">
                  <a16:creationId xmlns:a16="http://schemas.microsoft.com/office/drawing/2014/main" id="{F29116E1-DF10-4214-AE08-05A9694D6133}"/>
                </a:ext>
              </a:extLst>
            </p:cNvPr>
            <p:cNvSpPr>
              <a:spLocks noChangeArrowheads="1" noChangeShapeType="1" noTextEdit="1"/>
            </p:cNvSpPr>
            <p:nvPr/>
          </p:nvSpPr>
          <p:spPr bwMode="auto">
            <a:xfrm>
              <a:off x="3913" y="3904"/>
              <a:ext cx="46" cy="130"/>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headEnd/>
                    <a:tailEnd/>
                  </a:ln>
                  <a:solidFill>
                    <a:schemeClr val="accent1"/>
                  </a:solidFill>
                  <a:latin typeface="宋体" panose="02010600030101010101" pitchFamily="2" charset="-122"/>
                </a:rPr>
                <a:t>1</a:t>
              </a:r>
              <a:endParaRPr lang="zh-CN" altLang="en-US" sz="3600" kern="10">
                <a:ln w="9525">
                  <a:solidFill>
                    <a:schemeClr val="tx1"/>
                  </a:solidFill>
                  <a:round/>
                  <a:headEnd/>
                  <a:tailEnd/>
                </a:ln>
                <a:solidFill>
                  <a:schemeClr val="accent1"/>
                </a:solidFill>
                <a:latin typeface="宋体" panose="02010600030101010101" pitchFamily="2" charset="-122"/>
              </a:endParaRPr>
            </a:p>
          </p:txBody>
        </p:sp>
      </p:grpSp>
      <p:sp>
        <p:nvSpPr>
          <p:cNvPr id="51321" name="Text Box 389">
            <a:extLst>
              <a:ext uri="{FF2B5EF4-FFF2-40B4-BE49-F238E27FC236}">
                <a16:creationId xmlns:a16="http://schemas.microsoft.com/office/drawing/2014/main" id="{8BFAD041-7CF0-4A76-AD34-37B70729C200}"/>
              </a:ext>
            </a:extLst>
          </p:cNvPr>
          <p:cNvSpPr txBox="1">
            <a:spLocks noChangeArrowheads="1"/>
          </p:cNvSpPr>
          <p:nvPr/>
        </p:nvSpPr>
        <p:spPr bwMode="auto">
          <a:xfrm>
            <a:off x="204788" y="2478088"/>
            <a:ext cx="4206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00823B"/>
                </a:solidFill>
                <a:ea typeface="华文中宋" panose="02010600040101010101" pitchFamily="2" charset="-122"/>
              </a:rPr>
              <a:t>等体</a:t>
            </a:r>
          </a:p>
        </p:txBody>
      </p:sp>
      <p:sp>
        <p:nvSpPr>
          <p:cNvPr id="51322" name="Text Box 390">
            <a:extLst>
              <a:ext uri="{FF2B5EF4-FFF2-40B4-BE49-F238E27FC236}">
                <a16:creationId xmlns:a16="http://schemas.microsoft.com/office/drawing/2014/main" id="{C9DB6461-392A-4D1A-B687-6A9F2E427304}"/>
              </a:ext>
            </a:extLst>
          </p:cNvPr>
          <p:cNvSpPr txBox="1">
            <a:spLocks noChangeArrowheads="1"/>
          </p:cNvSpPr>
          <p:nvPr/>
        </p:nvSpPr>
        <p:spPr bwMode="auto">
          <a:xfrm>
            <a:off x="200025" y="3578225"/>
            <a:ext cx="5413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00B050"/>
                </a:solidFill>
                <a:ea typeface="华文中宋" panose="02010600040101010101" pitchFamily="2" charset="-122"/>
              </a:rPr>
              <a:t>等压</a:t>
            </a:r>
          </a:p>
        </p:txBody>
      </p:sp>
      <p:sp>
        <p:nvSpPr>
          <p:cNvPr id="51323" name="Text Box 391">
            <a:extLst>
              <a:ext uri="{FF2B5EF4-FFF2-40B4-BE49-F238E27FC236}">
                <a16:creationId xmlns:a16="http://schemas.microsoft.com/office/drawing/2014/main" id="{C84A97C0-9D56-44AA-A4C5-DDE5EB32E9A3}"/>
              </a:ext>
            </a:extLst>
          </p:cNvPr>
          <p:cNvSpPr txBox="1">
            <a:spLocks noChangeArrowheads="1"/>
          </p:cNvSpPr>
          <p:nvPr/>
        </p:nvSpPr>
        <p:spPr bwMode="auto">
          <a:xfrm>
            <a:off x="219075" y="4692650"/>
            <a:ext cx="5286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00B050"/>
                </a:solidFill>
                <a:ea typeface="华文中宋" panose="02010600040101010101" pitchFamily="2" charset="-122"/>
              </a:rPr>
              <a:t>等温</a:t>
            </a:r>
          </a:p>
        </p:txBody>
      </p:sp>
      <p:sp>
        <p:nvSpPr>
          <p:cNvPr id="51324" name="Text Box 392">
            <a:extLst>
              <a:ext uri="{FF2B5EF4-FFF2-40B4-BE49-F238E27FC236}">
                <a16:creationId xmlns:a16="http://schemas.microsoft.com/office/drawing/2014/main" id="{BD7A23B8-8EB1-494E-B21D-E150F1B4DFAF}"/>
              </a:ext>
            </a:extLst>
          </p:cNvPr>
          <p:cNvSpPr txBox="1">
            <a:spLocks noChangeArrowheads="1"/>
          </p:cNvSpPr>
          <p:nvPr/>
        </p:nvSpPr>
        <p:spPr bwMode="auto">
          <a:xfrm>
            <a:off x="214313" y="5821363"/>
            <a:ext cx="577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00B050"/>
                </a:solidFill>
                <a:ea typeface="华文中宋" panose="02010600040101010101" pitchFamily="2" charset="-122"/>
              </a:rPr>
              <a:t>绝热</a:t>
            </a:r>
          </a:p>
        </p:txBody>
      </p:sp>
      <p:sp>
        <p:nvSpPr>
          <p:cNvPr id="51325" name="Rectangle 393" descr="水滴">
            <a:extLst>
              <a:ext uri="{FF2B5EF4-FFF2-40B4-BE49-F238E27FC236}">
                <a16:creationId xmlns:a16="http://schemas.microsoft.com/office/drawing/2014/main" id="{54171C98-FEFB-4B91-884E-4D7247E1463B}"/>
              </a:ext>
            </a:extLst>
          </p:cNvPr>
          <p:cNvSpPr>
            <a:spLocks noChangeArrowheads="1"/>
          </p:cNvSpPr>
          <p:nvPr/>
        </p:nvSpPr>
        <p:spPr bwMode="auto">
          <a:xfrm>
            <a:off x="0" y="1646238"/>
            <a:ext cx="9144000" cy="115887"/>
          </a:xfrm>
          <a:prstGeom prst="rect">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326" name="Rectangle 394" descr="水滴">
            <a:extLst>
              <a:ext uri="{FF2B5EF4-FFF2-40B4-BE49-F238E27FC236}">
                <a16:creationId xmlns:a16="http://schemas.microsoft.com/office/drawing/2014/main" id="{6D7451C7-5550-4682-BCE5-DED22B3DC88F}"/>
              </a:ext>
            </a:extLst>
          </p:cNvPr>
          <p:cNvSpPr>
            <a:spLocks noChangeArrowheads="1"/>
          </p:cNvSpPr>
          <p:nvPr/>
        </p:nvSpPr>
        <p:spPr bwMode="auto">
          <a:xfrm>
            <a:off x="0" y="6746875"/>
            <a:ext cx="9144000" cy="103188"/>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327" name="Rectangle 395" descr="水滴">
            <a:extLst>
              <a:ext uri="{FF2B5EF4-FFF2-40B4-BE49-F238E27FC236}">
                <a16:creationId xmlns:a16="http://schemas.microsoft.com/office/drawing/2014/main" id="{2F0D9BD3-7545-44CC-9AB9-BCDE646E189B}"/>
              </a:ext>
            </a:extLst>
          </p:cNvPr>
          <p:cNvSpPr>
            <a:spLocks noChangeArrowheads="1"/>
          </p:cNvSpPr>
          <p:nvPr/>
        </p:nvSpPr>
        <p:spPr bwMode="auto">
          <a:xfrm>
            <a:off x="0" y="0"/>
            <a:ext cx="9144000" cy="16351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sp>
        <p:nvSpPr>
          <p:cNvPr id="51328" name="Rectangle 396" descr="水滴">
            <a:extLst>
              <a:ext uri="{FF2B5EF4-FFF2-40B4-BE49-F238E27FC236}">
                <a16:creationId xmlns:a16="http://schemas.microsoft.com/office/drawing/2014/main" id="{3C4194E3-D66A-44B9-8302-83C5444C070A}"/>
              </a:ext>
            </a:extLst>
          </p:cNvPr>
          <p:cNvSpPr>
            <a:spLocks noChangeArrowheads="1"/>
          </p:cNvSpPr>
          <p:nvPr/>
        </p:nvSpPr>
        <p:spPr bwMode="auto">
          <a:xfrm>
            <a:off x="0" y="1619250"/>
            <a:ext cx="9144000" cy="16351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400"/>
          </a:p>
        </p:txBody>
      </p:sp>
      <p:grpSp>
        <p:nvGrpSpPr>
          <p:cNvPr id="51329" name="Group 397">
            <a:extLst>
              <a:ext uri="{FF2B5EF4-FFF2-40B4-BE49-F238E27FC236}">
                <a16:creationId xmlns:a16="http://schemas.microsoft.com/office/drawing/2014/main" id="{486022FC-C9AC-4014-ABC1-E4CF1D3E6C85}"/>
              </a:ext>
            </a:extLst>
          </p:cNvPr>
          <p:cNvGrpSpPr>
            <a:grpSpLocks/>
          </p:cNvGrpSpPr>
          <p:nvPr/>
        </p:nvGrpSpPr>
        <p:grpSpPr bwMode="auto">
          <a:xfrm>
            <a:off x="5989638" y="6264275"/>
            <a:ext cx="1038225" cy="392113"/>
            <a:chOff x="3843" y="439"/>
            <a:chExt cx="684" cy="261"/>
          </a:xfrm>
        </p:grpSpPr>
        <p:grpSp>
          <p:nvGrpSpPr>
            <p:cNvPr id="51331" name="Group 398">
              <a:extLst>
                <a:ext uri="{FF2B5EF4-FFF2-40B4-BE49-F238E27FC236}">
                  <a16:creationId xmlns:a16="http://schemas.microsoft.com/office/drawing/2014/main" id="{C91134C6-22E5-4602-8E15-D0061BCA2654}"/>
                </a:ext>
              </a:extLst>
            </p:cNvPr>
            <p:cNvGrpSpPr>
              <a:grpSpLocks/>
            </p:cNvGrpSpPr>
            <p:nvPr/>
          </p:nvGrpSpPr>
          <p:grpSpPr bwMode="auto">
            <a:xfrm>
              <a:off x="3843" y="439"/>
              <a:ext cx="228" cy="261"/>
              <a:chOff x="1499" y="1071"/>
              <a:chExt cx="280" cy="343"/>
            </a:xfrm>
          </p:grpSpPr>
          <p:sp>
            <p:nvSpPr>
              <p:cNvPr id="51337" name="WordArt 399">
                <a:extLst>
                  <a:ext uri="{FF2B5EF4-FFF2-40B4-BE49-F238E27FC236}">
                    <a16:creationId xmlns:a16="http://schemas.microsoft.com/office/drawing/2014/main" id="{20815E0E-FE04-4ABB-9BEC-DE88530D9235}"/>
                  </a:ext>
                </a:extLst>
              </p:cNvPr>
              <p:cNvSpPr>
                <a:spLocks noChangeArrowheads="1" noChangeShapeType="1" noTextEdit="1"/>
              </p:cNvSpPr>
              <p:nvPr/>
            </p:nvSpPr>
            <p:spPr bwMode="auto">
              <a:xfrm>
                <a:off x="1503" y="1071"/>
                <a:ext cx="276" cy="126"/>
              </a:xfrm>
              <a:prstGeom prst="rect">
                <a:avLst/>
              </a:prstGeom>
            </p:spPr>
            <p:txBody>
              <a:bodyPr wrap="none" fromWordArt="1">
                <a:prstTxWarp prst="textPlain">
                  <a:avLst>
                    <a:gd name="adj" fmla="val 58500"/>
                  </a:avLst>
                </a:prstTxWarp>
              </a:bodyPr>
              <a:lstStyle/>
              <a:p>
                <a:pPr algn="ctr"/>
                <a:r>
                  <a:rPr lang="en-US" altLang="zh-CN" sz="3600" i="1" kern="10">
                    <a:ln w="9525">
                      <a:solidFill>
                        <a:schemeClr val="tx2"/>
                      </a:solidFill>
                      <a:round/>
                      <a:headEnd/>
                      <a:tailEnd/>
                    </a:ln>
                    <a:solidFill>
                      <a:schemeClr val="tx2"/>
                    </a:solidFill>
                    <a:latin typeface="宋体" panose="02010600030101010101" pitchFamily="2" charset="-122"/>
                  </a:rPr>
                  <a:t>m</a:t>
                </a:r>
                <a:endParaRPr lang="zh-CN" altLang="en-US" sz="3600" i="1" kern="10">
                  <a:ln w="9525">
                    <a:solidFill>
                      <a:schemeClr val="tx2"/>
                    </a:solidFill>
                    <a:round/>
                    <a:headEnd/>
                    <a:tailEnd/>
                  </a:ln>
                  <a:solidFill>
                    <a:schemeClr val="tx2"/>
                  </a:solidFill>
                  <a:latin typeface="宋体" panose="02010600030101010101" pitchFamily="2" charset="-122"/>
                </a:endParaRPr>
              </a:p>
            </p:txBody>
          </p:sp>
          <p:sp>
            <p:nvSpPr>
              <p:cNvPr id="51338" name="WordArt 400">
                <a:extLst>
                  <a:ext uri="{FF2B5EF4-FFF2-40B4-BE49-F238E27FC236}">
                    <a16:creationId xmlns:a16="http://schemas.microsoft.com/office/drawing/2014/main" id="{AECFEB3F-0866-4DD9-9463-095B5F37FDBC}"/>
                  </a:ext>
                </a:extLst>
              </p:cNvPr>
              <p:cNvSpPr>
                <a:spLocks noChangeArrowheads="1" noChangeShapeType="1" noTextEdit="1"/>
              </p:cNvSpPr>
              <p:nvPr/>
            </p:nvSpPr>
            <p:spPr bwMode="auto">
              <a:xfrm>
                <a:off x="1540" y="1272"/>
                <a:ext cx="154" cy="142"/>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2"/>
                      </a:solidFill>
                      <a:round/>
                      <a:headEnd/>
                      <a:tailEnd/>
                    </a:ln>
                    <a:solidFill>
                      <a:schemeClr val="tx2"/>
                    </a:solidFill>
                    <a:latin typeface="Symbol" panose="05050102010706020507" pitchFamily="18" charset="2"/>
                  </a:rPr>
                  <a:t>M</a:t>
                </a:r>
                <a:endParaRPr lang="zh-CN" altLang="en-US" sz="3600" i="1" kern="10">
                  <a:ln w="9525">
                    <a:solidFill>
                      <a:schemeClr val="tx2"/>
                    </a:solidFill>
                    <a:round/>
                    <a:headEnd/>
                    <a:tailEnd/>
                  </a:ln>
                  <a:solidFill>
                    <a:schemeClr val="tx2"/>
                  </a:solidFill>
                  <a:latin typeface="Symbol" panose="05050102010706020507" pitchFamily="18" charset="2"/>
                </a:endParaRPr>
              </a:p>
            </p:txBody>
          </p:sp>
          <p:sp>
            <p:nvSpPr>
              <p:cNvPr id="51339" name="Line 401">
                <a:extLst>
                  <a:ext uri="{FF2B5EF4-FFF2-40B4-BE49-F238E27FC236}">
                    <a16:creationId xmlns:a16="http://schemas.microsoft.com/office/drawing/2014/main" id="{C1F90E50-3B70-439B-BD15-20776EF8E469}"/>
                  </a:ext>
                </a:extLst>
              </p:cNvPr>
              <p:cNvSpPr>
                <a:spLocks noChangeShapeType="1"/>
              </p:cNvSpPr>
              <p:nvPr/>
            </p:nvSpPr>
            <p:spPr bwMode="auto">
              <a:xfrm>
                <a:off x="1499" y="1240"/>
                <a:ext cx="27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332" name="Group 402">
              <a:extLst>
                <a:ext uri="{FF2B5EF4-FFF2-40B4-BE49-F238E27FC236}">
                  <a16:creationId xmlns:a16="http://schemas.microsoft.com/office/drawing/2014/main" id="{A69CBF47-3965-4DBE-A293-7C1963D3791B}"/>
                </a:ext>
              </a:extLst>
            </p:cNvPr>
            <p:cNvGrpSpPr>
              <a:grpSpLocks/>
            </p:cNvGrpSpPr>
            <p:nvPr/>
          </p:nvGrpSpPr>
          <p:grpSpPr bwMode="auto">
            <a:xfrm>
              <a:off x="4298" y="481"/>
              <a:ext cx="229" cy="135"/>
              <a:chOff x="4298" y="481"/>
              <a:chExt cx="229" cy="135"/>
            </a:xfrm>
          </p:grpSpPr>
          <p:sp>
            <p:nvSpPr>
              <p:cNvPr id="51335" name="WordArt 403">
                <a:extLst>
                  <a:ext uri="{FF2B5EF4-FFF2-40B4-BE49-F238E27FC236}">
                    <a16:creationId xmlns:a16="http://schemas.microsoft.com/office/drawing/2014/main" id="{AF716DAB-C6D8-47C2-9B12-9E3142EDDF10}"/>
                  </a:ext>
                </a:extLst>
              </p:cNvPr>
              <p:cNvSpPr>
                <a:spLocks noChangeArrowheads="1" noChangeShapeType="1" noTextEdit="1"/>
              </p:cNvSpPr>
              <p:nvPr/>
            </p:nvSpPr>
            <p:spPr bwMode="auto">
              <a:xfrm>
                <a:off x="4416" y="481"/>
                <a:ext cx="111" cy="135"/>
              </a:xfrm>
              <a:prstGeom prst="rect">
                <a:avLst/>
              </a:prstGeom>
            </p:spPr>
            <p:txBody>
              <a:bodyPr wrap="none" fromWordArt="1">
                <a:prstTxWarp prst="textPlain">
                  <a:avLst>
                    <a:gd name="adj" fmla="val 50000"/>
                  </a:avLst>
                </a:prstTxWarp>
              </a:bodyPr>
              <a:lstStyle/>
              <a:p>
                <a:pPr algn="ctr"/>
                <a:r>
                  <a:rPr lang="en-US" altLang="zh-CN" sz="3600" i="1" kern="10">
                    <a:ln w="9525">
                      <a:solidFill>
                        <a:schemeClr val="tx1"/>
                      </a:solidFill>
                      <a:round/>
                      <a:headEnd/>
                      <a:tailEnd/>
                    </a:ln>
                    <a:latin typeface="Bookman Old Style" panose="02050604050505020204" pitchFamily="18" charset="0"/>
                  </a:rPr>
                  <a:t>T</a:t>
                </a:r>
                <a:endParaRPr lang="zh-CN" altLang="en-US" sz="3600" i="1" kern="10">
                  <a:ln w="9525">
                    <a:solidFill>
                      <a:schemeClr val="tx1"/>
                    </a:solidFill>
                    <a:round/>
                    <a:headEnd/>
                    <a:tailEnd/>
                  </a:ln>
                  <a:latin typeface="Bookman Old Style" panose="02050604050505020204" pitchFamily="18" charset="0"/>
                </a:endParaRPr>
              </a:p>
            </p:txBody>
          </p:sp>
          <p:sp>
            <p:nvSpPr>
              <p:cNvPr id="51336" name="Freeform 404">
                <a:extLst>
                  <a:ext uri="{FF2B5EF4-FFF2-40B4-BE49-F238E27FC236}">
                    <a16:creationId xmlns:a16="http://schemas.microsoft.com/office/drawing/2014/main" id="{C1F5B401-040F-48F9-8F3D-3D8DB7629600}"/>
                  </a:ext>
                </a:extLst>
              </p:cNvPr>
              <p:cNvSpPr>
                <a:spLocks/>
              </p:cNvSpPr>
              <p:nvPr/>
            </p:nvSpPr>
            <p:spPr bwMode="auto">
              <a:xfrm>
                <a:off x="4298" y="504"/>
                <a:ext cx="96" cy="110"/>
              </a:xfrm>
              <a:custGeom>
                <a:avLst/>
                <a:gdLst>
                  <a:gd name="T0" fmla="*/ 11 w 241"/>
                  <a:gd name="T1" fmla="*/ 0 h 241"/>
                  <a:gd name="T2" fmla="*/ 0 w 241"/>
                  <a:gd name="T3" fmla="*/ 23 h 241"/>
                  <a:gd name="T4" fmla="*/ 15 w 241"/>
                  <a:gd name="T5" fmla="*/ 23 h 241"/>
                  <a:gd name="T6" fmla="*/ 11 w 241"/>
                  <a:gd name="T7" fmla="*/ 0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178" y="0"/>
                    </a:moveTo>
                    <a:lnTo>
                      <a:pt x="0" y="241"/>
                    </a:lnTo>
                    <a:lnTo>
                      <a:pt x="241" y="241"/>
                    </a:lnTo>
                    <a:lnTo>
                      <a:pt x="178"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333" name="WordArt 405">
              <a:extLst>
                <a:ext uri="{FF2B5EF4-FFF2-40B4-BE49-F238E27FC236}">
                  <a16:creationId xmlns:a16="http://schemas.microsoft.com/office/drawing/2014/main" id="{C052E2DB-4FB6-4A16-BC32-32100D3371FB}"/>
                </a:ext>
              </a:extLst>
            </p:cNvPr>
            <p:cNvSpPr>
              <a:spLocks noChangeArrowheads="1" noChangeShapeType="1" noTextEdit="1"/>
            </p:cNvSpPr>
            <p:nvPr/>
          </p:nvSpPr>
          <p:spPr bwMode="auto">
            <a:xfrm>
              <a:off x="4094" y="469"/>
              <a:ext cx="101" cy="141"/>
            </a:xfrm>
            <a:prstGeom prst="rect">
              <a:avLst/>
            </a:prstGeom>
          </p:spPr>
          <p:txBody>
            <a:bodyPr wrap="none" fromWordArt="1">
              <a:prstTxWarp prst="textPlain">
                <a:avLst>
                  <a:gd name="adj" fmla="val 50000"/>
                </a:avLst>
              </a:prstTxWarp>
            </a:bodyPr>
            <a:lstStyle/>
            <a:p>
              <a:pPr algn="ctr"/>
              <a:r>
                <a:rPr lang="en-US" altLang="zh-CN" sz="3600" i="1" kern="10">
                  <a:ln w="9525">
                    <a:solidFill>
                      <a:srgbClr val="CC3300"/>
                    </a:solidFill>
                    <a:round/>
                    <a:headEnd/>
                    <a:tailEnd/>
                  </a:ln>
                  <a:solidFill>
                    <a:srgbClr val="CC3300"/>
                  </a:solidFill>
                  <a:cs typeface="Times New Roman" panose="02020603050405020304" pitchFamily="18" charset="0"/>
                </a:rPr>
                <a:t>C</a:t>
              </a:r>
              <a:endParaRPr lang="zh-CN" altLang="en-US" sz="3600" i="1" kern="10">
                <a:ln w="9525">
                  <a:solidFill>
                    <a:srgbClr val="CC3300"/>
                  </a:solidFill>
                  <a:round/>
                  <a:headEnd/>
                  <a:tailEnd/>
                </a:ln>
                <a:solidFill>
                  <a:srgbClr val="CC3300"/>
                </a:solidFill>
                <a:cs typeface="Times New Roman" panose="02020603050405020304" pitchFamily="18" charset="0"/>
              </a:endParaRPr>
            </a:p>
          </p:txBody>
        </p:sp>
        <p:sp>
          <p:nvSpPr>
            <p:cNvPr id="51334" name="WordArt 406">
              <a:extLst>
                <a:ext uri="{FF2B5EF4-FFF2-40B4-BE49-F238E27FC236}">
                  <a16:creationId xmlns:a16="http://schemas.microsoft.com/office/drawing/2014/main" id="{AC1B9F3F-38C5-40F7-B509-13CCE4476CF3}"/>
                </a:ext>
              </a:extLst>
            </p:cNvPr>
            <p:cNvSpPr>
              <a:spLocks noChangeArrowheads="1" noChangeShapeType="1" noTextEdit="1"/>
            </p:cNvSpPr>
            <p:nvPr/>
          </p:nvSpPr>
          <p:spPr bwMode="auto">
            <a:xfrm>
              <a:off x="4200" y="564"/>
              <a:ext cx="88" cy="77"/>
            </a:xfrm>
            <a:prstGeom prst="rect">
              <a:avLst/>
            </a:prstGeom>
          </p:spPr>
          <p:txBody>
            <a:bodyPr wrap="none" fromWordArt="1">
              <a:prstTxWarp prst="textPlain">
                <a:avLst>
                  <a:gd name="adj" fmla="val 58931"/>
                </a:avLst>
              </a:prstTxWarp>
            </a:bodyPr>
            <a:lstStyle/>
            <a:p>
              <a:pPr algn="ctr"/>
              <a:r>
                <a:rPr lang="en-US" altLang="zh-CN" sz="3600" i="1" kern="10">
                  <a:ln w="9525">
                    <a:solidFill>
                      <a:srgbClr val="CC3300"/>
                    </a:solidFill>
                    <a:round/>
                    <a:headEnd/>
                    <a:tailEnd/>
                  </a:ln>
                  <a:solidFill>
                    <a:srgbClr val="CC3300"/>
                  </a:solidFill>
                  <a:latin typeface="宋体" panose="02010600030101010101" pitchFamily="2" charset="-122"/>
                </a:rPr>
                <a:t>V</a:t>
              </a:r>
              <a:endParaRPr lang="zh-CN" altLang="en-US" sz="3600" i="1" kern="10">
                <a:ln w="9525">
                  <a:solidFill>
                    <a:srgbClr val="CC3300"/>
                  </a:solidFill>
                  <a:round/>
                  <a:headEnd/>
                  <a:tailEnd/>
                </a:ln>
                <a:solidFill>
                  <a:srgbClr val="CC3300"/>
                </a:solidFill>
                <a:latin typeface="宋体" panose="02010600030101010101" pitchFamily="2" charset="-122"/>
              </a:endParaRPr>
            </a:p>
          </p:txBody>
        </p:sp>
      </p:grpSp>
      <p:sp>
        <p:nvSpPr>
          <p:cNvPr id="51330" name="Text Box 407">
            <a:extLst>
              <a:ext uri="{FF2B5EF4-FFF2-40B4-BE49-F238E27FC236}">
                <a16:creationId xmlns:a16="http://schemas.microsoft.com/office/drawing/2014/main" id="{F21E06A9-BB32-4789-8406-302308852577}"/>
              </a:ext>
            </a:extLst>
          </p:cNvPr>
          <p:cNvSpPr txBox="1">
            <a:spLocks noChangeArrowheads="1"/>
          </p:cNvSpPr>
          <p:nvPr/>
        </p:nvSpPr>
        <p:spPr bwMode="auto">
          <a:xfrm>
            <a:off x="5378450" y="6224588"/>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t>或 </a:t>
            </a:r>
            <a:r>
              <a:rPr lang="zh-CN" altLang="en-US" sz="240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sspictmp0059D3">
            <a:extLst>
              <a:ext uri="{FF2B5EF4-FFF2-40B4-BE49-F238E27FC236}">
                <a16:creationId xmlns:a16="http://schemas.microsoft.com/office/drawing/2014/main" id="{96DB256D-1315-4905-F695-CB3B37E74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13" y="936625"/>
            <a:ext cx="874077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descr="sspictmp002AA6">
            <a:extLst>
              <a:ext uri="{FF2B5EF4-FFF2-40B4-BE49-F238E27FC236}">
                <a16:creationId xmlns:a16="http://schemas.microsoft.com/office/drawing/2014/main" id="{277C34F2-FC9D-5CEE-9ADB-CB0B1A958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3571875"/>
            <a:ext cx="3457575" cy="311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a:extLst>
              <a:ext uri="{FF2B5EF4-FFF2-40B4-BE49-F238E27FC236}">
                <a16:creationId xmlns:a16="http://schemas.microsoft.com/office/drawing/2014/main" id="{63CA9F1A-C0DE-B897-2DE0-477012E53DAA}"/>
              </a:ext>
            </a:extLst>
          </p:cNvPr>
          <p:cNvGrpSpPr>
            <a:grpSpLocks/>
          </p:cNvGrpSpPr>
          <p:nvPr/>
        </p:nvGrpSpPr>
        <p:grpSpPr bwMode="auto">
          <a:xfrm>
            <a:off x="3744913" y="1825625"/>
            <a:ext cx="720725" cy="503238"/>
            <a:chOff x="2426" y="981"/>
            <a:chExt cx="454" cy="317"/>
          </a:xfrm>
        </p:grpSpPr>
        <p:sp>
          <p:nvSpPr>
            <p:cNvPr id="11272" name="Line 5">
              <a:extLst>
                <a:ext uri="{FF2B5EF4-FFF2-40B4-BE49-F238E27FC236}">
                  <a16:creationId xmlns:a16="http://schemas.microsoft.com/office/drawing/2014/main" id="{06799EF9-76BE-B474-861F-7D36438AAFCC}"/>
                </a:ext>
              </a:extLst>
            </p:cNvPr>
            <p:cNvSpPr>
              <a:spLocks noChangeShapeType="1"/>
            </p:cNvSpPr>
            <p:nvPr/>
          </p:nvSpPr>
          <p:spPr bwMode="auto">
            <a:xfrm>
              <a:off x="2426" y="1162"/>
              <a:ext cx="182" cy="136"/>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3" name="Line 6">
              <a:extLst>
                <a:ext uri="{FF2B5EF4-FFF2-40B4-BE49-F238E27FC236}">
                  <a16:creationId xmlns:a16="http://schemas.microsoft.com/office/drawing/2014/main" id="{8D1B27B7-EC5C-7B40-5407-2603A4100399}"/>
                </a:ext>
              </a:extLst>
            </p:cNvPr>
            <p:cNvSpPr>
              <a:spLocks noChangeShapeType="1"/>
            </p:cNvSpPr>
            <p:nvPr/>
          </p:nvSpPr>
          <p:spPr bwMode="auto">
            <a:xfrm flipV="1">
              <a:off x="2608" y="981"/>
              <a:ext cx="272" cy="31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69" name="Oval 7">
            <a:extLst>
              <a:ext uri="{FF2B5EF4-FFF2-40B4-BE49-F238E27FC236}">
                <a16:creationId xmlns:a16="http://schemas.microsoft.com/office/drawing/2014/main" id="{A358FC90-3114-36C9-44EE-C00F072F49BF}"/>
              </a:ext>
            </a:extLst>
          </p:cNvPr>
          <p:cNvSpPr>
            <a:spLocks noChangeArrowheads="1"/>
          </p:cNvSpPr>
          <p:nvPr/>
        </p:nvSpPr>
        <p:spPr bwMode="auto">
          <a:xfrm>
            <a:off x="3348038" y="5373688"/>
            <a:ext cx="88900" cy="88900"/>
          </a:xfrm>
          <a:prstGeom prst="ellipse">
            <a:avLst/>
          </a:prstGeom>
          <a:solidFill>
            <a:schemeClr val="accent1"/>
          </a:solidFill>
          <a:ln w="9525">
            <a:solidFill>
              <a:schemeClr val="tx1"/>
            </a:solidFill>
            <a:round/>
            <a:headEnd/>
            <a:tailEnd/>
          </a:ln>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1" lang="zh-CN" altLang="en-US" sz="2400"/>
          </a:p>
        </p:txBody>
      </p:sp>
      <p:sp>
        <p:nvSpPr>
          <p:cNvPr id="11270" name="Oval 8">
            <a:extLst>
              <a:ext uri="{FF2B5EF4-FFF2-40B4-BE49-F238E27FC236}">
                <a16:creationId xmlns:a16="http://schemas.microsoft.com/office/drawing/2014/main" id="{279B6635-5A94-7DD2-C47B-6D8D0669C4AA}"/>
              </a:ext>
            </a:extLst>
          </p:cNvPr>
          <p:cNvSpPr>
            <a:spLocks noChangeArrowheads="1"/>
          </p:cNvSpPr>
          <p:nvPr/>
        </p:nvSpPr>
        <p:spPr bwMode="auto">
          <a:xfrm>
            <a:off x="3348038" y="5661025"/>
            <a:ext cx="88900" cy="88900"/>
          </a:xfrm>
          <a:prstGeom prst="ellipse">
            <a:avLst/>
          </a:prstGeom>
          <a:solidFill>
            <a:schemeClr val="accent1"/>
          </a:solidFill>
          <a:ln w="9525">
            <a:solidFill>
              <a:schemeClr val="tx1"/>
            </a:solidFill>
            <a:round/>
            <a:headEnd/>
            <a:tailEnd/>
          </a:ln>
        </p:spPr>
        <p:txBody>
          <a:bodyPr wrap="none" anchor="ct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1" lang="zh-CN" altLang="en-US" sz="2400"/>
          </a:p>
        </p:txBody>
      </p:sp>
      <p:sp>
        <p:nvSpPr>
          <p:cNvPr id="11271" name="Line 9">
            <a:extLst>
              <a:ext uri="{FF2B5EF4-FFF2-40B4-BE49-F238E27FC236}">
                <a16:creationId xmlns:a16="http://schemas.microsoft.com/office/drawing/2014/main" id="{622F28A3-0BC8-0671-1481-3AAE496513F5}"/>
              </a:ext>
            </a:extLst>
          </p:cNvPr>
          <p:cNvSpPr>
            <a:spLocks noChangeShapeType="1"/>
          </p:cNvSpPr>
          <p:nvPr/>
        </p:nvSpPr>
        <p:spPr bwMode="auto">
          <a:xfrm flipV="1">
            <a:off x="1249363" y="823913"/>
            <a:ext cx="242887"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1">
            <a:extLst>
              <a:ext uri="{FF2B5EF4-FFF2-40B4-BE49-F238E27FC236}">
                <a16:creationId xmlns:a16="http://schemas.microsoft.com/office/drawing/2014/main" id="{53DA4427-1CAC-DD33-30E5-419F1556F015}"/>
              </a:ext>
            </a:extLst>
          </p:cNvPr>
          <p:cNvPicPr>
            <a:picLocks noChangeAspect="1"/>
          </p:cNvPicPr>
          <p:nvPr/>
        </p:nvPicPr>
        <p:blipFill>
          <a:blip r:embed="rId2">
            <a:extLst>
              <a:ext uri="{28A0092B-C50C-407E-A947-70E740481C1C}">
                <a14:useLocalDpi xmlns:a14="http://schemas.microsoft.com/office/drawing/2010/main" val="0"/>
              </a:ext>
            </a:extLst>
          </a:blip>
          <a:srcRect l="11111" r="9259" b="17056"/>
          <a:stretch>
            <a:fillRect/>
          </a:stretch>
        </p:blipFill>
        <p:spPr bwMode="auto">
          <a:xfrm>
            <a:off x="3059113" y="3736975"/>
            <a:ext cx="30988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文本框 2">
            <a:extLst>
              <a:ext uri="{FF2B5EF4-FFF2-40B4-BE49-F238E27FC236}">
                <a16:creationId xmlns:a16="http://schemas.microsoft.com/office/drawing/2014/main" id="{F83BB038-ED4E-3ED9-5C27-EDF40B0B6B44}"/>
              </a:ext>
            </a:extLst>
          </p:cNvPr>
          <p:cNvSpPr txBox="1">
            <a:spLocks noChangeArrowheads="1"/>
          </p:cNvSpPr>
          <p:nvPr/>
        </p:nvSpPr>
        <p:spPr bwMode="auto">
          <a:xfrm>
            <a:off x="468313" y="1052513"/>
            <a:ext cx="82804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en-US" altLang="zh-CN" sz="2400" dirty="0">
                <a:solidFill>
                  <a:srgbClr val="002060"/>
                </a:solidFill>
              </a:rPr>
              <a:t>5.  </a:t>
            </a:r>
            <a:r>
              <a:rPr kumimoji="1" lang="zh-CN" altLang="en-US" sz="2400" dirty="0">
                <a:solidFill>
                  <a:srgbClr val="002060"/>
                </a:solidFill>
              </a:rPr>
              <a:t>如图，一定量的理想气体，由状态</a:t>
            </a:r>
            <a:r>
              <a:rPr kumimoji="1" lang="en-US" altLang="zh-CN" sz="2400" dirty="0">
                <a:solidFill>
                  <a:srgbClr val="002060"/>
                </a:solidFill>
              </a:rPr>
              <a:t>1</a:t>
            </a:r>
            <a:r>
              <a:rPr kumimoji="1" lang="zh-CN" altLang="en-US" sz="2400" dirty="0">
                <a:solidFill>
                  <a:srgbClr val="002060"/>
                </a:solidFill>
              </a:rPr>
              <a:t>变到状态</a:t>
            </a:r>
            <a:r>
              <a:rPr kumimoji="1" lang="en-US" altLang="zh-CN" sz="2400" dirty="0">
                <a:solidFill>
                  <a:srgbClr val="002060"/>
                </a:solidFill>
              </a:rPr>
              <a:t>2</a:t>
            </a:r>
            <a:r>
              <a:rPr kumimoji="1" lang="zh-CN" altLang="en-US" sz="2400" dirty="0">
                <a:solidFill>
                  <a:srgbClr val="002060"/>
                </a:solidFill>
              </a:rPr>
              <a:t>，且两个的压强相等。分别经由过程</a:t>
            </a:r>
            <a:r>
              <a:rPr kumimoji="1" lang="en-US" altLang="zh-CN" sz="2400" dirty="0">
                <a:solidFill>
                  <a:srgbClr val="002060"/>
                </a:solidFill>
              </a:rPr>
              <a:t>A</a:t>
            </a:r>
            <a:r>
              <a:rPr kumimoji="1" lang="zh-CN" altLang="en-US" sz="2400" dirty="0">
                <a:solidFill>
                  <a:srgbClr val="002060"/>
                </a:solidFill>
              </a:rPr>
              <a:t>和过程</a:t>
            </a:r>
            <a:r>
              <a:rPr kumimoji="1" lang="en-US" altLang="zh-CN" sz="2400" dirty="0">
                <a:solidFill>
                  <a:srgbClr val="002060"/>
                </a:solidFill>
              </a:rPr>
              <a:t>B</a:t>
            </a:r>
            <a:r>
              <a:rPr kumimoji="1" lang="zh-CN" altLang="en-US" sz="2400" dirty="0">
                <a:solidFill>
                  <a:srgbClr val="002060"/>
                </a:solidFill>
              </a:rPr>
              <a:t>之间，在过程</a:t>
            </a:r>
            <a:r>
              <a:rPr kumimoji="1" lang="en-US" altLang="zh-CN" sz="2400" dirty="0">
                <a:solidFill>
                  <a:srgbClr val="002060"/>
                </a:solidFill>
              </a:rPr>
              <a:t>A</a:t>
            </a:r>
            <a:r>
              <a:rPr kumimoji="1" lang="zh-CN" altLang="en-US" sz="2400" dirty="0">
                <a:solidFill>
                  <a:srgbClr val="002060"/>
                </a:solidFill>
              </a:rPr>
              <a:t>和过程</a:t>
            </a:r>
            <a:r>
              <a:rPr kumimoji="1" lang="en-US" altLang="zh-CN" sz="2400" dirty="0">
                <a:solidFill>
                  <a:srgbClr val="002060"/>
                </a:solidFill>
              </a:rPr>
              <a:t>B</a:t>
            </a:r>
            <a:r>
              <a:rPr kumimoji="1" lang="zh-CN" altLang="en-US" sz="2400" dirty="0">
                <a:solidFill>
                  <a:srgbClr val="002060"/>
                </a:solidFill>
              </a:rPr>
              <a:t>中的吸热哪个比较大？</a:t>
            </a:r>
            <a:endParaRPr kumimoji="1" lang="en-US" altLang="zh-CN" sz="2400" dirty="0">
              <a:solidFill>
                <a:srgbClr val="002060"/>
              </a:solidFill>
            </a:endParaRPr>
          </a:p>
          <a:p>
            <a:pPr eaLnBrk="1" hangingPunct="1">
              <a:lnSpc>
                <a:spcPct val="150000"/>
              </a:lnSpc>
            </a:pPr>
            <a:r>
              <a:rPr kumimoji="1" lang="en-US" altLang="zh-CN" sz="2400" dirty="0">
                <a:solidFill>
                  <a:srgbClr val="002060"/>
                </a:solidFill>
              </a:rPr>
              <a:t>A</a:t>
            </a:r>
            <a:r>
              <a:rPr kumimoji="1" lang="zh-CN" altLang="en-US" sz="2400" dirty="0">
                <a:solidFill>
                  <a:srgbClr val="002060"/>
                </a:solidFill>
              </a:rPr>
              <a:t>．</a:t>
            </a:r>
            <a:r>
              <a:rPr kumimoji="1" lang="en-US" altLang="zh-CN" sz="2400" dirty="0">
                <a:solidFill>
                  <a:srgbClr val="002060"/>
                </a:solidFill>
              </a:rPr>
              <a:t>Q</a:t>
            </a:r>
            <a:r>
              <a:rPr kumimoji="1" lang="en-US" altLang="zh-CN" sz="2400" baseline="-25000" dirty="0">
                <a:solidFill>
                  <a:srgbClr val="002060"/>
                </a:solidFill>
              </a:rPr>
              <a:t>A</a:t>
            </a:r>
            <a:r>
              <a:rPr kumimoji="1" lang="en-US" altLang="zh-CN" sz="2400" dirty="0">
                <a:solidFill>
                  <a:srgbClr val="002060"/>
                </a:solidFill>
              </a:rPr>
              <a:t>&gt;Q</a:t>
            </a:r>
            <a:r>
              <a:rPr kumimoji="1" lang="en-US" altLang="zh-CN" sz="2400" baseline="-25000" dirty="0">
                <a:solidFill>
                  <a:srgbClr val="002060"/>
                </a:solidFill>
              </a:rPr>
              <a:t>B</a:t>
            </a:r>
            <a:r>
              <a:rPr kumimoji="1" lang="en-US" altLang="zh-CN" sz="2400" dirty="0">
                <a:solidFill>
                  <a:srgbClr val="002060"/>
                </a:solidFill>
              </a:rPr>
              <a:t>        B. Q</a:t>
            </a:r>
            <a:r>
              <a:rPr kumimoji="1" lang="en-US" altLang="zh-CN" sz="2400" baseline="-25000" dirty="0">
                <a:solidFill>
                  <a:srgbClr val="002060"/>
                </a:solidFill>
              </a:rPr>
              <a:t>A</a:t>
            </a:r>
            <a:r>
              <a:rPr kumimoji="1" lang="en-US" altLang="zh-CN" sz="2400" dirty="0">
                <a:solidFill>
                  <a:srgbClr val="002060"/>
                </a:solidFill>
              </a:rPr>
              <a:t>&lt;Q</a:t>
            </a:r>
            <a:r>
              <a:rPr kumimoji="1" lang="en-US" altLang="zh-CN" sz="2400" baseline="-25000" dirty="0">
                <a:solidFill>
                  <a:srgbClr val="002060"/>
                </a:solidFill>
              </a:rPr>
              <a:t>B</a:t>
            </a:r>
            <a:r>
              <a:rPr kumimoji="1" lang="en-US" altLang="zh-CN" sz="2400" dirty="0">
                <a:solidFill>
                  <a:srgbClr val="002060"/>
                </a:solidFill>
              </a:rPr>
              <a:t>        C</a:t>
            </a:r>
            <a:r>
              <a:rPr kumimoji="1" lang="zh-CN" altLang="en-US" sz="2400" dirty="0">
                <a:solidFill>
                  <a:srgbClr val="002060"/>
                </a:solidFill>
              </a:rPr>
              <a:t>．</a:t>
            </a:r>
            <a:r>
              <a:rPr kumimoji="1" lang="en-US" altLang="zh-CN" sz="2400" dirty="0">
                <a:solidFill>
                  <a:srgbClr val="002060"/>
                </a:solidFill>
              </a:rPr>
              <a:t> Q</a:t>
            </a:r>
            <a:r>
              <a:rPr kumimoji="1" lang="en-US" altLang="zh-CN" sz="2400" baseline="-25000" dirty="0">
                <a:solidFill>
                  <a:srgbClr val="002060"/>
                </a:solidFill>
              </a:rPr>
              <a:t>A</a:t>
            </a:r>
            <a:r>
              <a:rPr kumimoji="1" lang="en-US" altLang="zh-CN" sz="2400" dirty="0">
                <a:solidFill>
                  <a:srgbClr val="002060"/>
                </a:solidFill>
              </a:rPr>
              <a:t>=Q</a:t>
            </a:r>
            <a:r>
              <a:rPr kumimoji="1" lang="en-US" altLang="zh-CN" sz="2400" baseline="-25000" dirty="0">
                <a:solidFill>
                  <a:srgbClr val="002060"/>
                </a:solidFill>
              </a:rPr>
              <a:t>B</a:t>
            </a:r>
            <a:r>
              <a:rPr kumimoji="1" lang="en-US" altLang="zh-CN" sz="2400" dirty="0">
                <a:solidFill>
                  <a:srgbClr val="002060"/>
                </a:solidFill>
              </a:rPr>
              <a:t>          D</a:t>
            </a:r>
            <a:r>
              <a:rPr kumimoji="1" lang="zh-CN" altLang="en-US" sz="2400" dirty="0">
                <a:solidFill>
                  <a:srgbClr val="002060"/>
                </a:solidFill>
              </a:rPr>
              <a:t>．无法判断</a:t>
            </a:r>
            <a:endParaRPr kumimoji="1" lang="zh-CN" altLang="en-US" sz="2400" dirty="0"/>
          </a:p>
        </p:txBody>
      </p:sp>
      <p:sp>
        <p:nvSpPr>
          <p:cNvPr id="4" name="TextBox 3">
            <a:extLst>
              <a:ext uri="{FF2B5EF4-FFF2-40B4-BE49-F238E27FC236}">
                <a16:creationId xmlns:a16="http://schemas.microsoft.com/office/drawing/2014/main" id="{6865A2FA-9D1E-001E-BF91-132292605A78}"/>
              </a:ext>
            </a:extLst>
          </p:cNvPr>
          <p:cNvSpPr txBox="1">
            <a:spLocks noChangeArrowheads="1"/>
          </p:cNvSpPr>
          <p:nvPr/>
        </p:nvSpPr>
        <p:spPr bwMode="auto">
          <a:xfrm>
            <a:off x="6921500" y="5938838"/>
            <a:ext cx="15351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400">
                <a:solidFill>
                  <a:srgbClr val="FF0000"/>
                </a:solidFill>
              </a:rPr>
              <a:t>答案：</a:t>
            </a:r>
            <a:r>
              <a:rPr kumimoji="1" lang="en-US" altLang="zh-CN" sz="2400" dirty="0">
                <a:solidFill>
                  <a:srgbClr val="FF0000"/>
                </a:solidFill>
              </a:rPr>
              <a:t>A</a:t>
            </a:r>
            <a:endParaRPr kumimoji="1" lang="zh-CN" altLang="en-US" sz="24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7C4C0C-36E3-9585-906B-5C3322A8000A}"/>
              </a:ext>
            </a:extLst>
          </p:cNvPr>
          <p:cNvSpPr txBox="1"/>
          <p:nvPr/>
        </p:nvSpPr>
        <p:spPr>
          <a:xfrm>
            <a:off x="438243" y="647700"/>
            <a:ext cx="8296275" cy="5562600"/>
          </a:xfrm>
          <a:prstGeom prst="rect">
            <a:avLst/>
          </a:prstGeom>
          <a:noFill/>
        </p:spPr>
        <p:txBody>
          <a:bodyPr>
            <a:spAutoFit/>
          </a:bodyPr>
          <a:lstStyle/>
          <a:p>
            <a:pPr eaLnBrk="1" hangingPunct="1">
              <a:lnSpc>
                <a:spcPct val="150000"/>
              </a:lnSpc>
              <a:defRPr/>
            </a:pPr>
            <a:r>
              <a:rPr lang="en-US" altLang="zh-CN" sz="2400" dirty="0">
                <a:solidFill>
                  <a:srgbClr val="002060"/>
                </a:solidFill>
              </a:rPr>
              <a:t>6. </a:t>
            </a:r>
            <a:r>
              <a:rPr lang="zh-CN" altLang="en-US" sz="2400" dirty="0">
                <a:solidFill>
                  <a:srgbClr val="002060"/>
                </a:solidFill>
              </a:rPr>
              <a:t>如图所示，</a:t>
            </a:r>
            <a:r>
              <a:rPr lang="en-US" altLang="zh-CN" sz="2400" dirty="0">
                <a:solidFill>
                  <a:srgbClr val="002060"/>
                </a:solidFill>
              </a:rPr>
              <a:t>bca</a:t>
            </a:r>
            <a:r>
              <a:rPr lang="zh-CN" altLang="en-US" sz="2400" dirty="0">
                <a:solidFill>
                  <a:srgbClr val="002060"/>
                </a:solidFill>
              </a:rPr>
              <a:t>为理想气体绝热过程，</a:t>
            </a:r>
            <a:r>
              <a:rPr lang="en-US" altLang="zh-CN" sz="2400" dirty="0">
                <a:solidFill>
                  <a:srgbClr val="002060"/>
                </a:solidFill>
              </a:rPr>
              <a:t>b1a</a:t>
            </a:r>
            <a:r>
              <a:rPr lang="zh-CN" altLang="en-US" sz="2400" dirty="0">
                <a:solidFill>
                  <a:srgbClr val="002060"/>
                </a:solidFill>
              </a:rPr>
              <a:t>和</a:t>
            </a:r>
            <a:r>
              <a:rPr lang="en-US" altLang="zh-CN" sz="2400" dirty="0">
                <a:solidFill>
                  <a:srgbClr val="002060"/>
                </a:solidFill>
              </a:rPr>
              <a:t>b2a</a:t>
            </a:r>
            <a:r>
              <a:rPr lang="zh-CN" altLang="en-US" sz="2400" dirty="0">
                <a:solidFill>
                  <a:srgbClr val="002060"/>
                </a:solidFill>
              </a:rPr>
              <a:t>是任意过程，则上述两过程中气体作功与吸收热量的情况是  （       ）</a:t>
            </a:r>
            <a:endParaRPr lang="en-US" altLang="zh-CN" sz="2400" dirty="0">
              <a:solidFill>
                <a:srgbClr val="002060"/>
              </a:solidFill>
            </a:endParaRPr>
          </a:p>
          <a:p>
            <a:pPr eaLnBrk="1" hangingPunct="1">
              <a:lnSpc>
                <a:spcPct val="150000"/>
              </a:lnSpc>
              <a:defRPr/>
            </a:pPr>
            <a:r>
              <a:rPr lang="en-US" altLang="zh-CN" sz="2400" dirty="0">
                <a:solidFill>
                  <a:srgbClr val="002060"/>
                </a:solidFill>
              </a:rPr>
              <a:t>A</a:t>
            </a:r>
            <a:r>
              <a:rPr lang="zh-CN" altLang="en-US" sz="2400" dirty="0">
                <a:solidFill>
                  <a:srgbClr val="002060"/>
                </a:solidFill>
              </a:rPr>
              <a:t>．</a:t>
            </a:r>
            <a:r>
              <a:rPr lang="en-US" altLang="zh-CN" sz="2400" dirty="0">
                <a:solidFill>
                  <a:srgbClr val="002060"/>
                </a:solidFill>
              </a:rPr>
              <a:t>b1a</a:t>
            </a:r>
            <a:r>
              <a:rPr lang="zh-CN" altLang="en-US" sz="2400" dirty="0">
                <a:solidFill>
                  <a:srgbClr val="002060"/>
                </a:solidFill>
              </a:rPr>
              <a:t>过程放热</a:t>
            </a:r>
            <a:r>
              <a:rPr lang="en-US" altLang="zh-CN" sz="2400" dirty="0">
                <a:solidFill>
                  <a:srgbClr val="002060"/>
                </a:solidFill>
              </a:rPr>
              <a:t>,</a:t>
            </a:r>
            <a:r>
              <a:rPr lang="zh-CN" altLang="en-US" sz="2400" dirty="0">
                <a:solidFill>
                  <a:srgbClr val="002060"/>
                </a:solidFill>
              </a:rPr>
              <a:t>作负功；</a:t>
            </a:r>
            <a:endParaRPr lang="en-US" altLang="zh-CN" sz="2400" dirty="0">
              <a:solidFill>
                <a:srgbClr val="002060"/>
              </a:solidFill>
            </a:endParaRPr>
          </a:p>
          <a:p>
            <a:pPr eaLnBrk="1" hangingPunct="1">
              <a:lnSpc>
                <a:spcPct val="150000"/>
              </a:lnSpc>
              <a:defRPr/>
            </a:pPr>
            <a:r>
              <a:rPr lang="en-US" altLang="zh-CN" sz="2400" dirty="0">
                <a:solidFill>
                  <a:srgbClr val="002060"/>
                </a:solidFill>
              </a:rPr>
              <a:t>       b2a</a:t>
            </a:r>
            <a:r>
              <a:rPr lang="zh-CN" altLang="en-US" sz="2400" dirty="0">
                <a:solidFill>
                  <a:srgbClr val="002060"/>
                </a:solidFill>
              </a:rPr>
              <a:t>过程放热</a:t>
            </a:r>
            <a:r>
              <a:rPr lang="en-US" altLang="zh-CN" sz="2400" dirty="0">
                <a:solidFill>
                  <a:srgbClr val="002060"/>
                </a:solidFill>
              </a:rPr>
              <a:t>,</a:t>
            </a:r>
            <a:r>
              <a:rPr lang="zh-CN" altLang="en-US" sz="2400" dirty="0">
                <a:solidFill>
                  <a:srgbClr val="002060"/>
                </a:solidFill>
              </a:rPr>
              <a:t>作负功；</a:t>
            </a:r>
            <a:endParaRPr lang="en-US" altLang="zh-CN" sz="2400" dirty="0">
              <a:solidFill>
                <a:srgbClr val="002060"/>
              </a:solidFill>
            </a:endParaRPr>
          </a:p>
          <a:p>
            <a:pPr marL="457200" indent="-457200" eaLnBrk="1" hangingPunct="1">
              <a:lnSpc>
                <a:spcPct val="150000"/>
              </a:lnSpc>
              <a:buFontTx/>
              <a:buAutoNum type="alphaUcPeriod" startAt="2"/>
              <a:defRPr/>
            </a:pPr>
            <a:r>
              <a:rPr lang="en-US" altLang="zh-CN" sz="2400" dirty="0">
                <a:solidFill>
                  <a:srgbClr val="002060"/>
                </a:solidFill>
              </a:rPr>
              <a:t> b1a</a:t>
            </a:r>
            <a:r>
              <a:rPr lang="zh-CN" altLang="en-US" sz="2400" dirty="0">
                <a:solidFill>
                  <a:srgbClr val="002060"/>
                </a:solidFill>
              </a:rPr>
              <a:t>过程吸热</a:t>
            </a:r>
            <a:r>
              <a:rPr lang="en-US" altLang="zh-CN" sz="2400" dirty="0">
                <a:solidFill>
                  <a:srgbClr val="002060"/>
                </a:solidFill>
              </a:rPr>
              <a:t>,</a:t>
            </a:r>
            <a:r>
              <a:rPr lang="zh-CN" altLang="en-US" sz="2400" dirty="0">
                <a:solidFill>
                  <a:srgbClr val="002060"/>
                </a:solidFill>
              </a:rPr>
              <a:t>作负功；</a:t>
            </a:r>
            <a:endParaRPr lang="en-US" altLang="zh-CN" sz="2400" dirty="0">
              <a:solidFill>
                <a:srgbClr val="002060"/>
              </a:solidFill>
            </a:endParaRPr>
          </a:p>
          <a:p>
            <a:pPr eaLnBrk="1" hangingPunct="1">
              <a:lnSpc>
                <a:spcPct val="150000"/>
              </a:lnSpc>
              <a:defRPr/>
            </a:pPr>
            <a:r>
              <a:rPr lang="en-US" altLang="zh-CN" sz="2400" dirty="0">
                <a:solidFill>
                  <a:srgbClr val="002060"/>
                </a:solidFill>
              </a:rPr>
              <a:t>       b2a</a:t>
            </a:r>
            <a:r>
              <a:rPr lang="zh-CN" altLang="en-US" sz="2400" dirty="0">
                <a:solidFill>
                  <a:srgbClr val="002060"/>
                </a:solidFill>
              </a:rPr>
              <a:t>过程放热</a:t>
            </a:r>
            <a:r>
              <a:rPr lang="en-US" altLang="zh-CN" sz="2400" dirty="0">
                <a:solidFill>
                  <a:srgbClr val="002060"/>
                </a:solidFill>
              </a:rPr>
              <a:t>,</a:t>
            </a:r>
            <a:r>
              <a:rPr lang="zh-CN" altLang="en-US" sz="2400" dirty="0">
                <a:solidFill>
                  <a:srgbClr val="002060"/>
                </a:solidFill>
              </a:rPr>
              <a:t>作负功；</a:t>
            </a:r>
            <a:endParaRPr lang="en-US" altLang="zh-CN" sz="2400" dirty="0">
              <a:solidFill>
                <a:srgbClr val="002060"/>
              </a:solidFill>
            </a:endParaRPr>
          </a:p>
          <a:p>
            <a:pPr marL="457200" indent="-457200" eaLnBrk="1" hangingPunct="1">
              <a:lnSpc>
                <a:spcPct val="150000"/>
              </a:lnSpc>
              <a:buFontTx/>
              <a:buAutoNum type="alphaUcPeriod" startAt="3"/>
              <a:defRPr/>
            </a:pPr>
            <a:r>
              <a:rPr lang="en-US" altLang="zh-CN" sz="2400" dirty="0">
                <a:solidFill>
                  <a:srgbClr val="002060"/>
                </a:solidFill>
              </a:rPr>
              <a:t> b1a</a:t>
            </a:r>
            <a:r>
              <a:rPr lang="zh-CN" altLang="en-US" sz="2400" dirty="0">
                <a:solidFill>
                  <a:srgbClr val="002060"/>
                </a:solidFill>
              </a:rPr>
              <a:t>过程吸热</a:t>
            </a:r>
            <a:r>
              <a:rPr lang="en-US" altLang="zh-CN" sz="2400" dirty="0">
                <a:solidFill>
                  <a:srgbClr val="002060"/>
                </a:solidFill>
              </a:rPr>
              <a:t>,</a:t>
            </a:r>
            <a:r>
              <a:rPr lang="zh-CN" altLang="en-US" sz="2400" dirty="0">
                <a:solidFill>
                  <a:srgbClr val="002060"/>
                </a:solidFill>
              </a:rPr>
              <a:t>作正功；</a:t>
            </a:r>
            <a:endParaRPr lang="en-US" altLang="zh-CN" sz="2400" dirty="0">
              <a:solidFill>
                <a:srgbClr val="002060"/>
              </a:solidFill>
            </a:endParaRPr>
          </a:p>
          <a:p>
            <a:pPr eaLnBrk="1" hangingPunct="1">
              <a:lnSpc>
                <a:spcPct val="150000"/>
              </a:lnSpc>
              <a:defRPr/>
            </a:pPr>
            <a:r>
              <a:rPr lang="en-US" altLang="zh-CN" sz="2400" dirty="0">
                <a:solidFill>
                  <a:srgbClr val="002060"/>
                </a:solidFill>
              </a:rPr>
              <a:t>       b2a</a:t>
            </a:r>
            <a:r>
              <a:rPr lang="zh-CN" altLang="en-US" sz="2400" dirty="0">
                <a:solidFill>
                  <a:srgbClr val="002060"/>
                </a:solidFill>
              </a:rPr>
              <a:t>过程吸热</a:t>
            </a:r>
            <a:r>
              <a:rPr lang="en-US" altLang="zh-CN" sz="2400" dirty="0">
                <a:solidFill>
                  <a:srgbClr val="002060"/>
                </a:solidFill>
              </a:rPr>
              <a:t>,</a:t>
            </a:r>
            <a:r>
              <a:rPr lang="zh-CN" altLang="en-US" sz="2400" dirty="0">
                <a:solidFill>
                  <a:srgbClr val="002060"/>
                </a:solidFill>
              </a:rPr>
              <a:t>作负功 ；     </a:t>
            </a:r>
            <a:endParaRPr lang="en-US" altLang="zh-CN" sz="2400" dirty="0">
              <a:solidFill>
                <a:srgbClr val="002060"/>
              </a:solidFill>
            </a:endParaRPr>
          </a:p>
          <a:p>
            <a:pPr marL="457200" indent="-457200" eaLnBrk="1" hangingPunct="1">
              <a:lnSpc>
                <a:spcPct val="150000"/>
              </a:lnSpc>
              <a:buFontTx/>
              <a:buAutoNum type="alphaUcPeriod" startAt="4"/>
              <a:defRPr/>
            </a:pPr>
            <a:r>
              <a:rPr lang="en-US" altLang="zh-CN" sz="2400" dirty="0">
                <a:solidFill>
                  <a:srgbClr val="002060"/>
                </a:solidFill>
              </a:rPr>
              <a:t> b1a</a:t>
            </a:r>
            <a:r>
              <a:rPr lang="zh-CN" altLang="en-US" sz="2400" dirty="0">
                <a:solidFill>
                  <a:srgbClr val="002060"/>
                </a:solidFill>
              </a:rPr>
              <a:t>过程放热</a:t>
            </a:r>
            <a:r>
              <a:rPr lang="en-US" altLang="zh-CN" sz="2400" dirty="0">
                <a:solidFill>
                  <a:srgbClr val="002060"/>
                </a:solidFill>
              </a:rPr>
              <a:t>,</a:t>
            </a:r>
            <a:r>
              <a:rPr lang="zh-CN" altLang="en-US" sz="2400" dirty="0">
                <a:solidFill>
                  <a:srgbClr val="002060"/>
                </a:solidFill>
              </a:rPr>
              <a:t>作正功；</a:t>
            </a:r>
            <a:endParaRPr lang="en-US" altLang="zh-CN" sz="2400" dirty="0">
              <a:solidFill>
                <a:srgbClr val="002060"/>
              </a:solidFill>
            </a:endParaRPr>
          </a:p>
          <a:p>
            <a:pPr eaLnBrk="1" hangingPunct="1">
              <a:lnSpc>
                <a:spcPct val="150000"/>
              </a:lnSpc>
              <a:defRPr/>
            </a:pPr>
            <a:r>
              <a:rPr lang="en-US" altLang="zh-CN" sz="2400" dirty="0">
                <a:solidFill>
                  <a:srgbClr val="002060"/>
                </a:solidFill>
              </a:rPr>
              <a:t>       b2a</a:t>
            </a:r>
            <a:r>
              <a:rPr lang="zh-CN" altLang="en-US" sz="2400" dirty="0">
                <a:solidFill>
                  <a:srgbClr val="002060"/>
                </a:solidFill>
              </a:rPr>
              <a:t>过程吸热</a:t>
            </a:r>
            <a:r>
              <a:rPr lang="en-US" altLang="zh-CN" sz="2400" dirty="0">
                <a:solidFill>
                  <a:srgbClr val="002060"/>
                </a:solidFill>
              </a:rPr>
              <a:t>,</a:t>
            </a:r>
            <a:r>
              <a:rPr lang="zh-CN" altLang="en-US" sz="2400" dirty="0">
                <a:solidFill>
                  <a:srgbClr val="002060"/>
                </a:solidFill>
              </a:rPr>
              <a:t>作正功 ；</a:t>
            </a:r>
            <a:endParaRPr lang="en-US" altLang="zh-CN" sz="2400" baseline="30000" dirty="0">
              <a:solidFill>
                <a:srgbClr val="002060"/>
              </a:solidFill>
            </a:endParaRPr>
          </a:p>
        </p:txBody>
      </p:sp>
      <p:pic>
        <p:nvPicPr>
          <p:cNvPr id="16387" name="Shape 1">
            <a:extLst>
              <a:ext uri="{FF2B5EF4-FFF2-40B4-BE49-F238E27FC236}">
                <a16:creationId xmlns:a16="http://schemas.microsoft.com/office/drawing/2014/main" id="{0FD45CAF-F66A-E93A-0E86-4C44106ED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2492375"/>
            <a:ext cx="3313112"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BDD70F0-850C-11CB-C2DF-F16109AFD1D9}"/>
              </a:ext>
            </a:extLst>
          </p:cNvPr>
          <p:cNvSpPr txBox="1">
            <a:spLocks noChangeArrowheads="1"/>
          </p:cNvSpPr>
          <p:nvPr/>
        </p:nvSpPr>
        <p:spPr bwMode="auto">
          <a:xfrm>
            <a:off x="6759575" y="6056313"/>
            <a:ext cx="1922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400">
                <a:solidFill>
                  <a:srgbClr val="FF0000"/>
                </a:solidFill>
              </a:rPr>
              <a:t>答案： </a:t>
            </a:r>
            <a:r>
              <a:rPr kumimoji="1" lang="en-US" altLang="zh-CN" sz="2400" dirty="0">
                <a:solidFill>
                  <a:srgbClr val="FF0000"/>
                </a:solidFill>
              </a:rPr>
              <a:t>B</a:t>
            </a:r>
            <a:endParaRPr kumimoji="1" lang="zh-CN" altLang="en-US" sz="24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框 1">
            <a:extLst>
              <a:ext uri="{FF2B5EF4-FFF2-40B4-BE49-F238E27FC236}">
                <a16:creationId xmlns:a16="http://schemas.microsoft.com/office/drawing/2014/main" id="{266D9C60-114D-4500-8E76-E4F0C714774E}"/>
              </a:ext>
            </a:extLst>
          </p:cNvPr>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p>
        </p:txBody>
      </p:sp>
      <p:sp>
        <p:nvSpPr>
          <p:cNvPr id="2" name="文本框 1">
            <a:extLst>
              <a:ext uri="{FF2B5EF4-FFF2-40B4-BE49-F238E27FC236}">
                <a16:creationId xmlns:a16="http://schemas.microsoft.com/office/drawing/2014/main" id="{F59EA222-1BE9-7C77-DBC1-A12951E3D159}"/>
              </a:ext>
            </a:extLst>
          </p:cNvPr>
          <p:cNvSpPr txBox="1">
            <a:spLocks noRot="1" noChangeAspect="1" noMove="1" noResize="1" noEditPoints="1" noAdjustHandles="1" noChangeArrowheads="1" noChangeShapeType="1" noTextEdit="1"/>
          </p:cNvSpPr>
          <p:nvPr/>
        </p:nvSpPr>
        <p:spPr>
          <a:xfrm>
            <a:off x="395536" y="1268760"/>
            <a:ext cx="8424936" cy="3960893"/>
          </a:xfrm>
          <a:prstGeom prst="rect">
            <a:avLst/>
          </a:prstGeom>
          <a:blipFill>
            <a:blip r:embed="rId2"/>
            <a:stretch>
              <a:fillRect l="-1520" r="-3690" b="-3385"/>
            </a:stretch>
          </a:blipFill>
        </p:spPr>
        <p:txBody>
          <a:bodyPr/>
          <a:lstStyle/>
          <a:p>
            <a:r>
              <a:rPr lang="zh-CN" altLang="en-US">
                <a:noFill/>
              </a:rPr>
              <a:t> </a:t>
            </a:r>
          </a:p>
        </p:txBody>
      </p:sp>
      <p:sp>
        <p:nvSpPr>
          <p:cNvPr id="3" name="文本框 2">
            <a:extLst>
              <a:ext uri="{FF2B5EF4-FFF2-40B4-BE49-F238E27FC236}">
                <a16:creationId xmlns:a16="http://schemas.microsoft.com/office/drawing/2014/main" id="{B7E2698C-5D0E-9FD5-4F8A-3DACF0151C9B}"/>
              </a:ext>
            </a:extLst>
          </p:cNvPr>
          <p:cNvSpPr txBox="1">
            <a:spLocks noChangeArrowheads="1"/>
          </p:cNvSpPr>
          <p:nvPr/>
        </p:nvSpPr>
        <p:spPr bwMode="auto">
          <a:xfrm>
            <a:off x="6300788" y="5876925"/>
            <a:ext cx="2016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rPr>
              <a:t>答案：</a:t>
            </a:r>
            <a:r>
              <a:rPr lang="en-US" altLang="zh-CN" sz="2800" dirty="0">
                <a:solidFill>
                  <a:srgbClr val="FF0000"/>
                </a:solidFill>
              </a:rPr>
              <a:t>D</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spictmp002DEC">
            <a:extLst>
              <a:ext uri="{FF2B5EF4-FFF2-40B4-BE49-F238E27FC236}">
                <a16:creationId xmlns:a16="http://schemas.microsoft.com/office/drawing/2014/main" id="{70628276-3D62-1AC2-6BF3-D76F203F2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183"/>
          <a:stretch>
            <a:fillRect/>
          </a:stretch>
        </p:blipFill>
        <p:spPr bwMode="auto">
          <a:xfrm>
            <a:off x="188243" y="1052736"/>
            <a:ext cx="8767514" cy="30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763D6296-F6C4-5CF1-23C8-9C8696D2B9D3}"/>
              </a:ext>
            </a:extLst>
          </p:cNvPr>
          <p:cNvSpPr txBox="1">
            <a:spLocks noChangeArrowheads="1"/>
          </p:cNvSpPr>
          <p:nvPr/>
        </p:nvSpPr>
        <p:spPr bwMode="auto">
          <a:xfrm>
            <a:off x="6300788" y="5876925"/>
            <a:ext cx="2016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rPr>
              <a:t>答案：</a:t>
            </a:r>
            <a:r>
              <a:rPr lang="en-US" altLang="zh-CN" sz="2800" dirty="0">
                <a:solidFill>
                  <a:srgbClr val="FF0000"/>
                </a:solidFill>
              </a:rPr>
              <a:t>D</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
            <a:extLst>
              <a:ext uri="{FF2B5EF4-FFF2-40B4-BE49-F238E27FC236}">
                <a16:creationId xmlns:a16="http://schemas.microsoft.com/office/drawing/2014/main" id="{13EA30BD-D25C-3219-EABF-20AA45311365}"/>
              </a:ext>
            </a:extLst>
          </p:cNvPr>
          <p:cNvPicPr>
            <a:picLocks noChangeAspect="1"/>
          </p:cNvPicPr>
          <p:nvPr/>
        </p:nvPicPr>
        <p:blipFill>
          <a:blip r:embed="rId2">
            <a:extLst>
              <a:ext uri="{28A0092B-C50C-407E-A947-70E740481C1C}">
                <a14:useLocalDpi xmlns:a14="http://schemas.microsoft.com/office/drawing/2010/main" val="0"/>
              </a:ext>
            </a:extLst>
          </a:blip>
          <a:srcRect l="56300" t="45998" r="32001" b="36794"/>
          <a:stretch>
            <a:fillRect/>
          </a:stretch>
        </p:blipFill>
        <p:spPr bwMode="auto">
          <a:xfrm>
            <a:off x="2484438" y="2549525"/>
            <a:ext cx="4032250" cy="333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文本框 2">
            <a:extLst>
              <a:ext uri="{FF2B5EF4-FFF2-40B4-BE49-F238E27FC236}">
                <a16:creationId xmlns:a16="http://schemas.microsoft.com/office/drawing/2014/main" id="{961EE9DE-3D06-72A9-4060-95C0F7A5832A}"/>
              </a:ext>
            </a:extLst>
          </p:cNvPr>
          <p:cNvSpPr txBox="1">
            <a:spLocks noChangeArrowheads="1"/>
          </p:cNvSpPr>
          <p:nvPr/>
        </p:nvSpPr>
        <p:spPr bwMode="auto">
          <a:xfrm>
            <a:off x="935038" y="981075"/>
            <a:ext cx="72739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1" lang="zh-CN" altLang="en-US" sz="2800">
                <a:solidFill>
                  <a:srgbClr val="002060"/>
                </a:solidFill>
              </a:rPr>
              <a:t>如图所示的等压、等温和绝热三个过程，</a:t>
            </a:r>
            <a:endParaRPr kumimoji="1" lang="en-US" altLang="zh-CN" sz="2800" dirty="0">
              <a:solidFill>
                <a:srgbClr val="002060"/>
              </a:solidFill>
            </a:endParaRPr>
          </a:p>
          <a:p>
            <a:pPr eaLnBrk="1" hangingPunct="1">
              <a:lnSpc>
                <a:spcPct val="150000"/>
              </a:lnSpc>
            </a:pPr>
            <a:r>
              <a:rPr kumimoji="1" lang="zh-CN" altLang="en-US" sz="2800">
                <a:solidFill>
                  <a:srgbClr val="002060"/>
                </a:solidFill>
              </a:rPr>
              <a:t>讨论其做功、内能变化和热量交换</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2">
            <a:extLst>
              <a:ext uri="{FF2B5EF4-FFF2-40B4-BE49-F238E27FC236}">
                <a16:creationId xmlns:a16="http://schemas.microsoft.com/office/drawing/2014/main" id="{FC99BD63-4415-FE5C-A277-C827BF38E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556" t="8199" r="8333" b="3668"/>
          <a:stretch>
            <a:fillRect/>
          </a:stretch>
        </p:blipFill>
        <p:spPr bwMode="auto">
          <a:xfrm>
            <a:off x="2268538" y="2565400"/>
            <a:ext cx="4606925"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文本框 3">
            <a:extLst>
              <a:ext uri="{FF2B5EF4-FFF2-40B4-BE49-F238E27FC236}">
                <a16:creationId xmlns:a16="http://schemas.microsoft.com/office/drawing/2014/main" id="{E2D71CD1-C200-A740-0314-E988DEBACB7B}"/>
              </a:ext>
            </a:extLst>
          </p:cNvPr>
          <p:cNvSpPr txBox="1">
            <a:spLocks noChangeArrowheads="1"/>
          </p:cNvSpPr>
          <p:nvPr/>
        </p:nvSpPr>
        <p:spPr bwMode="auto">
          <a:xfrm>
            <a:off x="1042988" y="908050"/>
            <a:ext cx="727233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0">
                <a:ea typeface="黑体" panose="02010609060101010101" pitchFamily="49" charset="-122"/>
                <a:cs typeface="Times New Roman" panose="02020603050405020304" pitchFamily="18" charset="0"/>
              </a:rPr>
              <a:t>如图，</a:t>
            </a:r>
            <a:r>
              <a:rPr lang="en-US" altLang="zh-CN" sz="2800" dirty="0">
                <a:ea typeface="黑体" panose="02010609060101010101" pitchFamily="49" charset="-122"/>
                <a:cs typeface="Times New Roman" panose="02020603050405020304" pitchFamily="18" charset="0"/>
              </a:rPr>
              <a:t>B</a:t>
            </a:r>
            <a:r>
              <a:rPr lang="zh-CN" altLang="en-US" sz="2800">
                <a:ea typeface="黑体" panose="02010609060101010101" pitchFamily="49" charset="-122"/>
                <a:cs typeface="Times New Roman" panose="02020603050405020304" pitchFamily="18" charset="0"/>
              </a:rPr>
              <a:t>、</a:t>
            </a:r>
            <a:r>
              <a:rPr lang="en-US" altLang="zh-CN" sz="2800" dirty="0">
                <a:ea typeface="黑体" panose="02010609060101010101" pitchFamily="49" charset="-122"/>
                <a:cs typeface="Times New Roman" panose="02020603050405020304" pitchFamily="18" charset="0"/>
              </a:rPr>
              <a:t>C</a:t>
            </a:r>
            <a:r>
              <a:rPr lang="zh-CN" altLang="en-US" sz="2800">
                <a:ea typeface="黑体" panose="02010609060101010101" pitchFamily="49" charset="-122"/>
                <a:cs typeface="Times New Roman" panose="02020603050405020304" pitchFamily="18" charset="0"/>
              </a:rPr>
              <a:t>、</a:t>
            </a:r>
            <a:r>
              <a:rPr lang="en-US" altLang="zh-CN" sz="2800" dirty="0">
                <a:ea typeface="黑体" panose="02010609060101010101" pitchFamily="49" charset="-122"/>
                <a:cs typeface="Times New Roman" panose="02020603050405020304" pitchFamily="18" charset="0"/>
              </a:rPr>
              <a:t>D</a:t>
            </a:r>
            <a:r>
              <a:rPr lang="zh-CN" altLang="en-US" sz="2800">
                <a:ea typeface="黑体" panose="02010609060101010101" pitchFamily="49" charset="-122"/>
                <a:cs typeface="Times New Roman" panose="02020603050405020304" pitchFamily="18" charset="0"/>
              </a:rPr>
              <a:t>位于同一等温线，</a:t>
            </a:r>
            <a:r>
              <a:rPr lang="en-US" altLang="zh-CN" sz="2800" dirty="0">
                <a:ea typeface="黑体" panose="02010609060101010101" pitchFamily="49" charset="-122"/>
                <a:cs typeface="Times New Roman" panose="02020603050405020304" pitchFamily="18" charset="0"/>
              </a:rPr>
              <a:t>AC</a:t>
            </a:r>
            <a:r>
              <a:rPr lang="zh-CN" altLang="en-US" sz="2800">
                <a:ea typeface="黑体" panose="02010609060101010101" pitchFamily="49" charset="-122"/>
                <a:cs typeface="Times New Roman" panose="02020603050405020304" pitchFamily="18" charset="0"/>
              </a:rPr>
              <a:t>为绝热过程，试讨论</a:t>
            </a:r>
            <a:r>
              <a:rPr lang="en-US" altLang="zh-CN" sz="2800" dirty="0">
                <a:ea typeface="黑体" panose="02010609060101010101" pitchFamily="49" charset="-122"/>
                <a:cs typeface="Times New Roman" panose="02020603050405020304" pitchFamily="18" charset="0"/>
              </a:rPr>
              <a:t>AB</a:t>
            </a:r>
            <a:r>
              <a:rPr lang="zh-CN" altLang="en-US" sz="2800">
                <a:ea typeface="黑体" panose="02010609060101010101" pitchFamily="49" charset="-122"/>
                <a:cs typeface="Times New Roman" panose="02020603050405020304" pitchFamily="18" charset="0"/>
              </a:rPr>
              <a:t>和</a:t>
            </a:r>
            <a:r>
              <a:rPr lang="en-US" altLang="zh-CN" sz="2800" dirty="0">
                <a:ea typeface="黑体" panose="02010609060101010101" pitchFamily="49" charset="-122"/>
                <a:cs typeface="Times New Roman" panose="02020603050405020304" pitchFamily="18" charset="0"/>
              </a:rPr>
              <a:t>AD</a:t>
            </a:r>
            <a:r>
              <a:rPr lang="zh-CN" altLang="en-US" sz="2800">
                <a:ea typeface="黑体" panose="02010609060101010101" pitchFamily="49" charset="-122"/>
                <a:cs typeface="Times New Roman" panose="02020603050405020304" pitchFamily="18" charset="0"/>
              </a:rPr>
              <a:t>过程吸放热情况</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6D08A-CE01-4B43-A0BA-E787156EAF11}"/>
              </a:ext>
            </a:extLst>
          </p:cNvPr>
          <p:cNvSpPr txBox="1"/>
          <p:nvPr/>
        </p:nvSpPr>
        <p:spPr>
          <a:xfrm>
            <a:off x="741003" y="-76857"/>
            <a:ext cx="2304256" cy="743537"/>
          </a:xfrm>
          <a:prstGeom prst="rect">
            <a:avLst/>
          </a:prstGeom>
          <a:noFill/>
        </p:spPr>
        <p:txBody>
          <a:bodyPr wrap="square" rtlCol="0">
            <a:spAutoFit/>
          </a:bodyPr>
          <a:lstStyle/>
          <a:p>
            <a:pPr>
              <a:lnSpc>
                <a:spcPct val="150000"/>
              </a:lnSpc>
            </a:pPr>
            <a:r>
              <a:rPr lang="zh-CN" altLang="en-US" b="1" dirty="0">
                <a:solidFill>
                  <a:schemeClr val="bg1"/>
                </a:solidFill>
                <a:ea typeface="华文中宋" panose="02010600040101010101" pitchFamily="2" charset="-122"/>
              </a:rPr>
              <a:t>基本概念：</a:t>
            </a:r>
            <a:endParaRPr lang="zh-CN" altLang="en-US" dirty="0">
              <a:solidFill>
                <a:schemeClr val="bg1"/>
              </a:solidFill>
            </a:endParaRPr>
          </a:p>
        </p:txBody>
      </p:sp>
      <p:sp>
        <p:nvSpPr>
          <p:cNvPr id="5" name="文本框 4">
            <a:extLst>
              <a:ext uri="{FF2B5EF4-FFF2-40B4-BE49-F238E27FC236}">
                <a16:creationId xmlns:a16="http://schemas.microsoft.com/office/drawing/2014/main" id="{2BC726F8-5CBF-440A-A0F5-9C4FA67F5D81}"/>
              </a:ext>
            </a:extLst>
          </p:cNvPr>
          <p:cNvSpPr txBox="1"/>
          <p:nvPr/>
        </p:nvSpPr>
        <p:spPr>
          <a:xfrm>
            <a:off x="467544" y="1123638"/>
            <a:ext cx="8496944" cy="1308435"/>
          </a:xfrm>
          <a:prstGeom prst="rect">
            <a:avLst/>
          </a:prstGeom>
          <a:noFill/>
        </p:spPr>
        <p:txBody>
          <a:bodyPr wrap="square" rtlCol="0">
            <a:spAutoFit/>
          </a:bodyPr>
          <a:lstStyle/>
          <a:p>
            <a:pPr>
              <a:lnSpc>
                <a:spcPct val="150000"/>
              </a:lnSpc>
            </a:pPr>
            <a:r>
              <a:rPr lang="zh-CN" altLang="en-US" sz="2800" b="1" dirty="0">
                <a:solidFill>
                  <a:srgbClr val="002060"/>
                </a:solidFill>
                <a:ea typeface="华文中宋" panose="02010600040101010101" pitchFamily="2" charset="-122"/>
              </a:rPr>
              <a:t>循环（正循环和逆循环）、热机和制冷机、循环效率、</a:t>
            </a:r>
            <a:endParaRPr lang="en-US" altLang="zh-CN" sz="2800" b="1" dirty="0">
              <a:solidFill>
                <a:srgbClr val="002060"/>
              </a:solidFill>
              <a:ea typeface="华文中宋" panose="02010600040101010101" pitchFamily="2" charset="-122"/>
            </a:endParaRPr>
          </a:p>
          <a:p>
            <a:pPr>
              <a:lnSpc>
                <a:spcPct val="150000"/>
              </a:lnSpc>
            </a:pPr>
            <a:r>
              <a:rPr lang="zh-CN" altLang="en-US" sz="2800" b="1" dirty="0">
                <a:solidFill>
                  <a:srgbClr val="002060"/>
                </a:solidFill>
                <a:ea typeface="华文中宋" panose="02010600040101010101" pitchFamily="2" charset="-122"/>
              </a:rPr>
              <a:t>可逆过程（无耗散的准静态过程） 、卡诺循环            </a:t>
            </a:r>
            <a:endParaRPr lang="en-US" altLang="zh-CN" sz="2800" b="1" dirty="0">
              <a:solidFill>
                <a:srgbClr val="002060"/>
              </a:solidFill>
              <a:ea typeface="华文中宋" panose="02010600040101010101" pitchFamily="2" charset="-122"/>
            </a:endParaRPr>
          </a:p>
        </p:txBody>
      </p:sp>
      <p:grpSp>
        <p:nvGrpSpPr>
          <p:cNvPr id="35" name="Group 79">
            <a:extLst>
              <a:ext uri="{FF2B5EF4-FFF2-40B4-BE49-F238E27FC236}">
                <a16:creationId xmlns:a16="http://schemas.microsoft.com/office/drawing/2014/main" id="{10E5B6D0-4560-4C0B-9206-C82D22EF4D1F}"/>
              </a:ext>
            </a:extLst>
          </p:cNvPr>
          <p:cNvGrpSpPr>
            <a:grpSpLocks/>
          </p:cNvGrpSpPr>
          <p:nvPr/>
        </p:nvGrpSpPr>
        <p:grpSpPr bwMode="auto">
          <a:xfrm>
            <a:off x="1475656" y="2905794"/>
            <a:ext cx="2586038" cy="2611438"/>
            <a:chOff x="2352" y="144"/>
            <a:chExt cx="1629" cy="1645"/>
          </a:xfrm>
        </p:grpSpPr>
        <p:grpSp>
          <p:nvGrpSpPr>
            <p:cNvPr id="36" name="Group 54">
              <a:extLst>
                <a:ext uri="{FF2B5EF4-FFF2-40B4-BE49-F238E27FC236}">
                  <a16:creationId xmlns:a16="http://schemas.microsoft.com/office/drawing/2014/main" id="{28267138-BA2C-4E5D-AF10-9FA5ECC66B7F}"/>
                </a:ext>
              </a:extLst>
            </p:cNvPr>
            <p:cNvGrpSpPr>
              <a:grpSpLocks/>
            </p:cNvGrpSpPr>
            <p:nvPr/>
          </p:nvGrpSpPr>
          <p:grpSpPr bwMode="auto">
            <a:xfrm>
              <a:off x="2352" y="144"/>
              <a:ext cx="1629" cy="1558"/>
              <a:chOff x="775" y="336"/>
              <a:chExt cx="1629" cy="1558"/>
            </a:xfrm>
          </p:grpSpPr>
          <p:sp>
            <p:nvSpPr>
              <p:cNvPr id="38" name="Line 55">
                <a:extLst>
                  <a:ext uri="{FF2B5EF4-FFF2-40B4-BE49-F238E27FC236}">
                    <a16:creationId xmlns:a16="http://schemas.microsoft.com/office/drawing/2014/main" id="{9FA551DE-93A0-4C8A-BCFA-27757E2F1CEB}"/>
                  </a:ext>
                </a:extLst>
              </p:cNvPr>
              <p:cNvSpPr>
                <a:spLocks noChangeShapeType="1"/>
              </p:cNvSpPr>
              <p:nvPr/>
            </p:nvSpPr>
            <p:spPr bwMode="auto">
              <a:xfrm>
                <a:off x="1008" y="1606"/>
                <a:ext cx="1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56">
                <a:extLst>
                  <a:ext uri="{FF2B5EF4-FFF2-40B4-BE49-F238E27FC236}">
                    <a16:creationId xmlns:a16="http://schemas.microsoft.com/office/drawing/2014/main" id="{3888AE8A-B949-4188-B23B-584F72666BA1}"/>
                  </a:ext>
                </a:extLst>
              </p:cNvPr>
              <p:cNvSpPr>
                <a:spLocks noChangeShapeType="1"/>
              </p:cNvSpPr>
              <p:nvPr/>
            </p:nvSpPr>
            <p:spPr bwMode="auto">
              <a:xfrm flipV="1">
                <a:off x="1008" y="358"/>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Oval 57">
                <a:extLst>
                  <a:ext uri="{FF2B5EF4-FFF2-40B4-BE49-F238E27FC236}">
                    <a16:creationId xmlns:a16="http://schemas.microsoft.com/office/drawing/2014/main" id="{DB75E70C-A148-42FC-885D-A67CD31D448E}"/>
                  </a:ext>
                </a:extLst>
              </p:cNvPr>
              <p:cNvSpPr>
                <a:spLocks noChangeArrowheads="1"/>
              </p:cNvSpPr>
              <p:nvPr/>
            </p:nvSpPr>
            <p:spPr bwMode="auto">
              <a:xfrm rot="1612536">
                <a:off x="1255" y="694"/>
                <a:ext cx="1001" cy="56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p>
            </p:txBody>
          </p:sp>
          <p:sp>
            <p:nvSpPr>
              <p:cNvPr id="41" name="Line 58">
                <a:extLst>
                  <a:ext uri="{FF2B5EF4-FFF2-40B4-BE49-F238E27FC236}">
                    <a16:creationId xmlns:a16="http://schemas.microsoft.com/office/drawing/2014/main" id="{40BE2C38-5EEC-4968-9D65-B7594789E58B}"/>
                  </a:ext>
                </a:extLst>
              </p:cNvPr>
              <p:cNvSpPr>
                <a:spLocks noChangeShapeType="1"/>
              </p:cNvSpPr>
              <p:nvPr/>
            </p:nvSpPr>
            <p:spPr bwMode="auto">
              <a:xfrm flipH="1" flipV="1">
                <a:off x="1488" y="1078"/>
                <a:ext cx="192"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Text Box 59">
                <a:extLst>
                  <a:ext uri="{FF2B5EF4-FFF2-40B4-BE49-F238E27FC236}">
                    <a16:creationId xmlns:a16="http://schemas.microsoft.com/office/drawing/2014/main" id="{878A8E1A-922C-4E9B-AB2D-B9FAC58EDFB9}"/>
                  </a:ext>
                </a:extLst>
              </p:cNvPr>
              <p:cNvSpPr txBox="1">
                <a:spLocks noChangeArrowheads="1"/>
              </p:cNvSpPr>
              <p:nvPr/>
            </p:nvSpPr>
            <p:spPr bwMode="auto">
              <a:xfrm>
                <a:off x="775" y="33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i="1"/>
                  <a:t>p</a:t>
                </a:r>
                <a:endParaRPr lang="en-US" altLang="zh-CN" sz="2400"/>
              </a:p>
            </p:txBody>
          </p:sp>
          <p:sp>
            <p:nvSpPr>
              <p:cNvPr id="43" name="Text Box 60">
                <a:extLst>
                  <a:ext uri="{FF2B5EF4-FFF2-40B4-BE49-F238E27FC236}">
                    <a16:creationId xmlns:a16="http://schemas.microsoft.com/office/drawing/2014/main" id="{832B7029-0B5B-459B-AF67-F26E585BC773}"/>
                  </a:ext>
                </a:extLst>
              </p:cNvPr>
              <p:cNvSpPr txBox="1">
                <a:spLocks noChangeArrowheads="1"/>
              </p:cNvSpPr>
              <p:nvPr/>
            </p:nvSpPr>
            <p:spPr bwMode="auto">
              <a:xfrm>
                <a:off x="2160" y="16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i="1"/>
                  <a:t>V</a:t>
                </a:r>
                <a:endParaRPr lang="en-US" altLang="zh-CN" sz="2400"/>
              </a:p>
            </p:txBody>
          </p:sp>
          <p:sp>
            <p:nvSpPr>
              <p:cNvPr id="44" name="Text Box 61">
                <a:extLst>
                  <a:ext uri="{FF2B5EF4-FFF2-40B4-BE49-F238E27FC236}">
                    <a16:creationId xmlns:a16="http://schemas.microsoft.com/office/drawing/2014/main" id="{4FC307D0-7DB7-475E-A588-498B508F0363}"/>
                  </a:ext>
                </a:extLst>
              </p:cNvPr>
              <p:cNvSpPr txBox="1">
                <a:spLocks noChangeArrowheads="1"/>
              </p:cNvSpPr>
              <p:nvPr/>
            </p:nvSpPr>
            <p:spPr bwMode="auto">
              <a:xfrm>
                <a:off x="1132" y="55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a</a:t>
                </a:r>
                <a:endParaRPr lang="en-US" altLang="zh-CN" sz="2400"/>
              </a:p>
            </p:txBody>
          </p:sp>
          <p:sp>
            <p:nvSpPr>
              <p:cNvPr id="45" name="Text Box 62">
                <a:extLst>
                  <a:ext uri="{FF2B5EF4-FFF2-40B4-BE49-F238E27FC236}">
                    <a16:creationId xmlns:a16="http://schemas.microsoft.com/office/drawing/2014/main" id="{E05DDA1A-9F33-48A5-BCF4-CC4FFFA839A6}"/>
                  </a:ext>
                </a:extLst>
              </p:cNvPr>
              <p:cNvSpPr txBox="1">
                <a:spLocks noChangeArrowheads="1"/>
              </p:cNvSpPr>
              <p:nvPr/>
            </p:nvSpPr>
            <p:spPr bwMode="auto">
              <a:xfrm>
                <a:off x="1889" y="50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b</a:t>
                </a:r>
                <a:endParaRPr lang="en-US" altLang="zh-CN" sz="2400"/>
              </a:p>
            </p:txBody>
          </p:sp>
          <p:sp>
            <p:nvSpPr>
              <p:cNvPr id="46" name="Text Box 63">
                <a:extLst>
                  <a:ext uri="{FF2B5EF4-FFF2-40B4-BE49-F238E27FC236}">
                    <a16:creationId xmlns:a16="http://schemas.microsoft.com/office/drawing/2014/main" id="{58A918BC-D43C-49D7-8D10-1CD77D8BAEF1}"/>
                  </a:ext>
                </a:extLst>
              </p:cNvPr>
              <p:cNvSpPr txBox="1">
                <a:spLocks noChangeArrowheads="1"/>
              </p:cNvSpPr>
              <p:nvPr/>
            </p:nvSpPr>
            <p:spPr bwMode="auto">
              <a:xfrm>
                <a:off x="2112" y="117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c</a:t>
                </a:r>
                <a:endParaRPr lang="en-US" altLang="zh-CN" sz="2400"/>
              </a:p>
            </p:txBody>
          </p:sp>
          <p:sp>
            <p:nvSpPr>
              <p:cNvPr id="47" name="Text Box 64">
                <a:extLst>
                  <a:ext uri="{FF2B5EF4-FFF2-40B4-BE49-F238E27FC236}">
                    <a16:creationId xmlns:a16="http://schemas.microsoft.com/office/drawing/2014/main" id="{2CD3C8AC-0B4D-4245-8239-8076E63E1977}"/>
                  </a:ext>
                </a:extLst>
              </p:cNvPr>
              <p:cNvSpPr txBox="1">
                <a:spLocks noChangeArrowheads="1"/>
              </p:cNvSpPr>
              <p:nvPr/>
            </p:nvSpPr>
            <p:spPr bwMode="auto">
              <a:xfrm>
                <a:off x="1488" y="122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d</a:t>
                </a:r>
                <a:endParaRPr lang="en-US" altLang="zh-CN" sz="2400"/>
              </a:p>
            </p:txBody>
          </p:sp>
        </p:grpSp>
        <p:sp>
          <p:nvSpPr>
            <p:cNvPr id="37" name="Text Box 77">
              <a:extLst>
                <a:ext uri="{FF2B5EF4-FFF2-40B4-BE49-F238E27FC236}">
                  <a16:creationId xmlns:a16="http://schemas.microsoft.com/office/drawing/2014/main" id="{FDA3B9D3-74EB-4118-B5EA-8C388CBCBD16}"/>
                </a:ext>
              </a:extLst>
            </p:cNvPr>
            <p:cNvSpPr txBox="1">
              <a:spLocks noChangeArrowheads="1"/>
            </p:cNvSpPr>
            <p:nvPr/>
          </p:nvSpPr>
          <p:spPr bwMode="auto">
            <a:xfrm>
              <a:off x="2822" y="1501"/>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b="1">
                  <a:solidFill>
                    <a:srgbClr val="FF3300"/>
                  </a:solidFill>
                  <a:ea typeface="楷体_GB2312" pitchFamily="49" charset="-122"/>
                </a:rPr>
                <a:t>正循环</a:t>
              </a:r>
            </a:p>
          </p:txBody>
        </p:sp>
      </p:grpSp>
      <p:grpSp>
        <p:nvGrpSpPr>
          <p:cNvPr id="48" name="Group 80">
            <a:extLst>
              <a:ext uri="{FF2B5EF4-FFF2-40B4-BE49-F238E27FC236}">
                <a16:creationId xmlns:a16="http://schemas.microsoft.com/office/drawing/2014/main" id="{4843E978-C815-45DF-8C78-9A3487F6E7F2}"/>
              </a:ext>
            </a:extLst>
          </p:cNvPr>
          <p:cNvGrpSpPr>
            <a:grpSpLocks/>
          </p:cNvGrpSpPr>
          <p:nvPr/>
        </p:nvGrpSpPr>
        <p:grpSpPr bwMode="auto">
          <a:xfrm>
            <a:off x="4539133" y="2721644"/>
            <a:ext cx="2697163" cy="2795588"/>
            <a:chOff x="3936" y="144"/>
            <a:chExt cx="1618" cy="1619"/>
          </a:xfrm>
        </p:grpSpPr>
        <p:grpSp>
          <p:nvGrpSpPr>
            <p:cNvPr id="49" name="Group 76">
              <a:extLst>
                <a:ext uri="{FF2B5EF4-FFF2-40B4-BE49-F238E27FC236}">
                  <a16:creationId xmlns:a16="http://schemas.microsoft.com/office/drawing/2014/main" id="{8846D8AD-5A37-48DE-83D2-79361869B13F}"/>
                </a:ext>
              </a:extLst>
            </p:cNvPr>
            <p:cNvGrpSpPr>
              <a:grpSpLocks/>
            </p:cNvGrpSpPr>
            <p:nvPr/>
          </p:nvGrpSpPr>
          <p:grpSpPr bwMode="auto">
            <a:xfrm>
              <a:off x="3936" y="144"/>
              <a:ext cx="1618" cy="1535"/>
              <a:chOff x="4131" y="1824"/>
              <a:chExt cx="1618" cy="1535"/>
            </a:xfrm>
          </p:grpSpPr>
          <p:sp>
            <p:nvSpPr>
              <p:cNvPr id="51" name="Line 66">
                <a:extLst>
                  <a:ext uri="{FF2B5EF4-FFF2-40B4-BE49-F238E27FC236}">
                    <a16:creationId xmlns:a16="http://schemas.microsoft.com/office/drawing/2014/main" id="{2D45427A-CA6A-4140-B1F1-F7024ABAC340}"/>
                  </a:ext>
                </a:extLst>
              </p:cNvPr>
              <p:cNvSpPr>
                <a:spLocks noChangeShapeType="1"/>
              </p:cNvSpPr>
              <p:nvPr/>
            </p:nvSpPr>
            <p:spPr bwMode="auto">
              <a:xfrm>
                <a:off x="4364" y="3094"/>
                <a:ext cx="1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67">
                <a:extLst>
                  <a:ext uri="{FF2B5EF4-FFF2-40B4-BE49-F238E27FC236}">
                    <a16:creationId xmlns:a16="http://schemas.microsoft.com/office/drawing/2014/main" id="{8AE39857-54CD-4435-A9F4-97B19ADB418C}"/>
                  </a:ext>
                </a:extLst>
              </p:cNvPr>
              <p:cNvSpPr>
                <a:spLocks noChangeShapeType="1"/>
              </p:cNvSpPr>
              <p:nvPr/>
            </p:nvSpPr>
            <p:spPr bwMode="auto">
              <a:xfrm flipV="1">
                <a:off x="4364" y="1846"/>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Oval 68">
                <a:extLst>
                  <a:ext uri="{FF2B5EF4-FFF2-40B4-BE49-F238E27FC236}">
                    <a16:creationId xmlns:a16="http://schemas.microsoft.com/office/drawing/2014/main" id="{48B75E59-0236-4F41-9524-FFD16A52A2D8}"/>
                  </a:ext>
                </a:extLst>
              </p:cNvPr>
              <p:cNvSpPr>
                <a:spLocks noChangeArrowheads="1"/>
              </p:cNvSpPr>
              <p:nvPr/>
            </p:nvSpPr>
            <p:spPr bwMode="auto">
              <a:xfrm rot="1612536">
                <a:off x="4611" y="2182"/>
                <a:ext cx="1001" cy="56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p>
            </p:txBody>
          </p:sp>
          <p:sp>
            <p:nvSpPr>
              <p:cNvPr id="54" name="Line 69">
                <a:extLst>
                  <a:ext uri="{FF2B5EF4-FFF2-40B4-BE49-F238E27FC236}">
                    <a16:creationId xmlns:a16="http://schemas.microsoft.com/office/drawing/2014/main" id="{0130BDCE-E34A-449B-981B-342C8DD90102}"/>
                  </a:ext>
                </a:extLst>
              </p:cNvPr>
              <p:cNvSpPr>
                <a:spLocks noChangeShapeType="1"/>
              </p:cNvSpPr>
              <p:nvPr/>
            </p:nvSpPr>
            <p:spPr bwMode="auto">
              <a:xfrm flipH="1" flipV="1">
                <a:off x="4844" y="2566"/>
                <a:ext cx="192" cy="9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Text Box 70">
                <a:extLst>
                  <a:ext uri="{FF2B5EF4-FFF2-40B4-BE49-F238E27FC236}">
                    <a16:creationId xmlns:a16="http://schemas.microsoft.com/office/drawing/2014/main" id="{F00E8CF2-6537-46E8-B270-7D6C0E62DE78}"/>
                  </a:ext>
                </a:extLst>
              </p:cNvPr>
              <p:cNvSpPr txBox="1">
                <a:spLocks noChangeArrowheads="1"/>
              </p:cNvSpPr>
              <p:nvPr/>
            </p:nvSpPr>
            <p:spPr bwMode="auto">
              <a:xfrm>
                <a:off x="4131" y="1824"/>
                <a:ext cx="20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i="1"/>
                  <a:t>p</a:t>
                </a:r>
                <a:endParaRPr lang="en-US" altLang="zh-CN" sz="2400"/>
              </a:p>
            </p:txBody>
          </p:sp>
          <p:sp>
            <p:nvSpPr>
              <p:cNvPr id="56" name="Text Box 71">
                <a:extLst>
                  <a:ext uri="{FF2B5EF4-FFF2-40B4-BE49-F238E27FC236}">
                    <a16:creationId xmlns:a16="http://schemas.microsoft.com/office/drawing/2014/main" id="{6F22F2D4-3497-4D2C-B7A8-B5AF11103CDC}"/>
                  </a:ext>
                </a:extLst>
              </p:cNvPr>
              <p:cNvSpPr txBox="1">
                <a:spLocks noChangeArrowheads="1"/>
              </p:cNvSpPr>
              <p:nvPr/>
            </p:nvSpPr>
            <p:spPr bwMode="auto">
              <a:xfrm>
                <a:off x="5516" y="3094"/>
                <a:ext cx="23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i="1"/>
                  <a:t>V</a:t>
                </a:r>
                <a:endParaRPr lang="en-US" altLang="zh-CN" sz="2400"/>
              </a:p>
            </p:txBody>
          </p:sp>
          <p:sp>
            <p:nvSpPr>
              <p:cNvPr id="57" name="Text Box 72">
                <a:extLst>
                  <a:ext uri="{FF2B5EF4-FFF2-40B4-BE49-F238E27FC236}">
                    <a16:creationId xmlns:a16="http://schemas.microsoft.com/office/drawing/2014/main" id="{2D118AEE-FD9D-41CD-BDC8-42C250CF8011}"/>
                  </a:ext>
                </a:extLst>
              </p:cNvPr>
              <p:cNvSpPr txBox="1">
                <a:spLocks noChangeArrowheads="1"/>
              </p:cNvSpPr>
              <p:nvPr/>
            </p:nvSpPr>
            <p:spPr bwMode="auto">
              <a:xfrm>
                <a:off x="4488" y="2038"/>
                <a:ext cx="20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a</a:t>
                </a:r>
                <a:endParaRPr lang="en-US" altLang="zh-CN" sz="2400"/>
              </a:p>
            </p:txBody>
          </p:sp>
          <p:sp>
            <p:nvSpPr>
              <p:cNvPr id="58" name="Text Box 73">
                <a:extLst>
                  <a:ext uri="{FF2B5EF4-FFF2-40B4-BE49-F238E27FC236}">
                    <a16:creationId xmlns:a16="http://schemas.microsoft.com/office/drawing/2014/main" id="{34991109-BCF4-48D0-9CCE-AE3FA8949E1E}"/>
                  </a:ext>
                </a:extLst>
              </p:cNvPr>
              <p:cNvSpPr txBox="1">
                <a:spLocks noChangeArrowheads="1"/>
              </p:cNvSpPr>
              <p:nvPr/>
            </p:nvSpPr>
            <p:spPr bwMode="auto">
              <a:xfrm>
                <a:off x="5245" y="1990"/>
                <a:ext cx="2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b</a:t>
                </a:r>
                <a:endParaRPr lang="en-US" altLang="zh-CN" sz="2400"/>
              </a:p>
            </p:txBody>
          </p:sp>
          <p:sp>
            <p:nvSpPr>
              <p:cNvPr id="59" name="Text Box 74">
                <a:extLst>
                  <a:ext uri="{FF2B5EF4-FFF2-40B4-BE49-F238E27FC236}">
                    <a16:creationId xmlns:a16="http://schemas.microsoft.com/office/drawing/2014/main" id="{695572D8-34F0-4374-BC7B-C01F5E96000D}"/>
                  </a:ext>
                </a:extLst>
              </p:cNvPr>
              <p:cNvSpPr txBox="1">
                <a:spLocks noChangeArrowheads="1"/>
              </p:cNvSpPr>
              <p:nvPr/>
            </p:nvSpPr>
            <p:spPr bwMode="auto">
              <a:xfrm>
                <a:off x="5468" y="2662"/>
                <a:ext cx="19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c</a:t>
                </a:r>
                <a:endParaRPr lang="en-US" altLang="zh-CN" sz="2400"/>
              </a:p>
            </p:txBody>
          </p:sp>
          <p:sp>
            <p:nvSpPr>
              <p:cNvPr id="60" name="Text Box 75">
                <a:extLst>
                  <a:ext uri="{FF2B5EF4-FFF2-40B4-BE49-F238E27FC236}">
                    <a16:creationId xmlns:a16="http://schemas.microsoft.com/office/drawing/2014/main" id="{30CBC767-3484-4DEB-A601-3A5D541F0810}"/>
                  </a:ext>
                </a:extLst>
              </p:cNvPr>
              <p:cNvSpPr txBox="1">
                <a:spLocks noChangeArrowheads="1"/>
              </p:cNvSpPr>
              <p:nvPr/>
            </p:nvSpPr>
            <p:spPr bwMode="auto">
              <a:xfrm>
                <a:off x="4844" y="2710"/>
                <a:ext cx="21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d</a:t>
                </a:r>
                <a:endParaRPr lang="en-US" altLang="zh-CN" sz="2400"/>
              </a:p>
            </p:txBody>
          </p:sp>
        </p:grpSp>
        <p:sp>
          <p:nvSpPr>
            <p:cNvPr id="50" name="Text Box 78">
              <a:extLst>
                <a:ext uri="{FF2B5EF4-FFF2-40B4-BE49-F238E27FC236}">
                  <a16:creationId xmlns:a16="http://schemas.microsoft.com/office/drawing/2014/main" id="{F9505EB0-80E3-4902-BB69-7D460F64F360}"/>
                </a:ext>
              </a:extLst>
            </p:cNvPr>
            <p:cNvSpPr txBox="1">
              <a:spLocks noChangeArrowheads="1"/>
            </p:cNvSpPr>
            <p:nvPr/>
          </p:nvSpPr>
          <p:spPr bwMode="auto">
            <a:xfrm>
              <a:off x="4406" y="1499"/>
              <a:ext cx="66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b="1">
                  <a:solidFill>
                    <a:srgbClr val="FF3300"/>
                  </a:solidFill>
                  <a:ea typeface="楷体_GB2312" pitchFamily="49" charset="-122"/>
                </a:rPr>
                <a:t>逆循环</a:t>
              </a:r>
            </a:p>
          </p:txBody>
        </p:sp>
      </p:grpSp>
    </p:spTree>
    <p:extLst>
      <p:ext uri="{BB962C8B-B14F-4D97-AF65-F5344CB8AC3E}">
        <p14:creationId xmlns:p14="http://schemas.microsoft.com/office/powerpoint/2010/main" val="1128708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4453EF9-9BBA-4814-9B2A-479EA7D41B7B}"/>
              </a:ext>
            </a:extLst>
          </p:cNvPr>
          <p:cNvSpPr>
            <a:spLocks noChangeArrowheads="1"/>
          </p:cNvSpPr>
          <p:nvPr/>
        </p:nvSpPr>
        <p:spPr bwMode="auto">
          <a:xfrm>
            <a:off x="4876800" y="2590800"/>
            <a:ext cx="3733800" cy="29718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p>
        </p:txBody>
      </p:sp>
      <p:grpSp>
        <p:nvGrpSpPr>
          <p:cNvPr id="5123" name="Group 3">
            <a:extLst>
              <a:ext uri="{FF2B5EF4-FFF2-40B4-BE49-F238E27FC236}">
                <a16:creationId xmlns:a16="http://schemas.microsoft.com/office/drawing/2014/main" id="{44519600-2463-4750-B94C-125D0303EFB6}"/>
              </a:ext>
            </a:extLst>
          </p:cNvPr>
          <p:cNvGrpSpPr>
            <a:grpSpLocks/>
          </p:cNvGrpSpPr>
          <p:nvPr/>
        </p:nvGrpSpPr>
        <p:grpSpPr bwMode="auto">
          <a:xfrm>
            <a:off x="4953000" y="2667000"/>
            <a:ext cx="3513138" cy="2797175"/>
            <a:chOff x="3072" y="1632"/>
            <a:chExt cx="2213" cy="1762"/>
          </a:xfrm>
        </p:grpSpPr>
        <p:sp>
          <p:nvSpPr>
            <p:cNvPr id="5166" name="Line 4">
              <a:extLst>
                <a:ext uri="{FF2B5EF4-FFF2-40B4-BE49-F238E27FC236}">
                  <a16:creationId xmlns:a16="http://schemas.microsoft.com/office/drawing/2014/main" id="{FA95D0D6-8931-485F-969B-013DB90ED496}"/>
                </a:ext>
              </a:extLst>
            </p:cNvPr>
            <p:cNvSpPr>
              <a:spLocks noChangeShapeType="1"/>
            </p:cNvSpPr>
            <p:nvPr/>
          </p:nvSpPr>
          <p:spPr bwMode="auto">
            <a:xfrm flipV="1">
              <a:off x="3306" y="3120"/>
              <a:ext cx="1974" cy="6"/>
            </a:xfrm>
            <a:prstGeom prst="line">
              <a:avLst/>
            </a:prstGeom>
            <a:noFill/>
            <a:ln w="19050">
              <a:solidFill>
                <a:srgbClr val="333333"/>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67" name="Line 5">
              <a:extLst>
                <a:ext uri="{FF2B5EF4-FFF2-40B4-BE49-F238E27FC236}">
                  <a16:creationId xmlns:a16="http://schemas.microsoft.com/office/drawing/2014/main" id="{5126A2F3-CA44-4424-9C4A-652AF481159F}"/>
                </a:ext>
              </a:extLst>
            </p:cNvPr>
            <p:cNvSpPr>
              <a:spLocks noChangeShapeType="1"/>
            </p:cNvSpPr>
            <p:nvPr/>
          </p:nvSpPr>
          <p:spPr bwMode="auto">
            <a:xfrm flipV="1">
              <a:off x="3306" y="1638"/>
              <a:ext cx="0" cy="1488"/>
            </a:xfrm>
            <a:prstGeom prst="line">
              <a:avLst/>
            </a:prstGeom>
            <a:noFill/>
            <a:ln w="19050">
              <a:solidFill>
                <a:srgbClr val="333333"/>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168" name="Object 6">
              <a:extLst>
                <a:ext uri="{FF2B5EF4-FFF2-40B4-BE49-F238E27FC236}">
                  <a16:creationId xmlns:a16="http://schemas.microsoft.com/office/drawing/2014/main" id="{ABF7F6AA-27FD-4879-81A0-A19FDAFEF884}"/>
                </a:ext>
              </a:extLst>
            </p:cNvPr>
            <p:cNvGraphicFramePr>
              <a:graphicFrameLocks noChangeAspect="1"/>
            </p:cNvGraphicFramePr>
            <p:nvPr/>
          </p:nvGraphicFramePr>
          <p:xfrm>
            <a:off x="3072" y="1632"/>
            <a:ext cx="192" cy="228"/>
          </p:xfrm>
          <a:graphic>
            <a:graphicData uri="http://schemas.openxmlformats.org/presentationml/2006/ole">
              <mc:AlternateContent xmlns:mc="http://schemas.openxmlformats.org/markup-compatibility/2006">
                <mc:Choice xmlns:v="urn:schemas-microsoft-com:vml" Requires="v">
                  <p:oleObj name="Equation" r:id="rId2" imgW="203112" imgH="241195" progId="Equation.3">
                    <p:embed/>
                  </p:oleObj>
                </mc:Choice>
                <mc:Fallback>
                  <p:oleObj name="Equation" r:id="rId2" imgW="203112" imgH="241195" progId="Equation.3">
                    <p:embed/>
                    <p:pic>
                      <p:nvPicPr>
                        <p:cNvPr id="5168" name="Object 6">
                          <a:extLst>
                            <a:ext uri="{FF2B5EF4-FFF2-40B4-BE49-F238E27FC236}">
                              <a16:creationId xmlns:a16="http://schemas.microsoft.com/office/drawing/2014/main" id="{ABF7F6AA-27FD-4879-81A0-A19FDAFEF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2" y="1632"/>
                          <a:ext cx="19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9" name="Object 7">
              <a:extLst>
                <a:ext uri="{FF2B5EF4-FFF2-40B4-BE49-F238E27FC236}">
                  <a16:creationId xmlns:a16="http://schemas.microsoft.com/office/drawing/2014/main" id="{68BCE719-33D8-46F7-8AB1-E9ECF59DA004}"/>
                </a:ext>
              </a:extLst>
            </p:cNvPr>
            <p:cNvGraphicFramePr>
              <a:graphicFrameLocks noChangeAspect="1"/>
            </p:cNvGraphicFramePr>
            <p:nvPr/>
          </p:nvGraphicFramePr>
          <p:xfrm>
            <a:off x="5088" y="3174"/>
            <a:ext cx="197" cy="220"/>
          </p:xfrm>
          <a:graphic>
            <a:graphicData uri="http://schemas.openxmlformats.org/presentationml/2006/ole">
              <mc:AlternateContent xmlns:mc="http://schemas.openxmlformats.org/markup-compatibility/2006">
                <mc:Choice xmlns:v="urn:schemas-microsoft-com:vml" Requires="v">
                  <p:oleObj name="Equation" r:id="rId4" imgW="215713" imgH="241091" progId="Equation.3">
                    <p:embed/>
                  </p:oleObj>
                </mc:Choice>
                <mc:Fallback>
                  <p:oleObj name="Equation" r:id="rId4" imgW="215713" imgH="241091" progId="Equation.3">
                    <p:embed/>
                    <p:pic>
                      <p:nvPicPr>
                        <p:cNvPr id="5169" name="Object 7">
                          <a:extLst>
                            <a:ext uri="{FF2B5EF4-FFF2-40B4-BE49-F238E27FC236}">
                              <a16:creationId xmlns:a16="http://schemas.microsoft.com/office/drawing/2014/main" id="{68BCE719-33D8-46F7-8AB1-E9ECF59DA0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8" y="3174"/>
                          <a:ext cx="197"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70" name="Object 8">
              <a:extLst>
                <a:ext uri="{FF2B5EF4-FFF2-40B4-BE49-F238E27FC236}">
                  <a16:creationId xmlns:a16="http://schemas.microsoft.com/office/drawing/2014/main" id="{CB20326B-1BA9-466E-8F3D-1583FC263ADB}"/>
                </a:ext>
              </a:extLst>
            </p:cNvPr>
            <p:cNvGraphicFramePr>
              <a:graphicFrameLocks noChangeAspect="1"/>
            </p:cNvGraphicFramePr>
            <p:nvPr/>
          </p:nvGraphicFramePr>
          <p:xfrm>
            <a:off x="3210" y="3126"/>
            <a:ext cx="177" cy="204"/>
          </p:xfrm>
          <a:graphic>
            <a:graphicData uri="http://schemas.openxmlformats.org/presentationml/2006/ole">
              <mc:AlternateContent xmlns:mc="http://schemas.openxmlformats.org/markup-compatibility/2006">
                <mc:Choice xmlns:v="urn:schemas-microsoft-com:vml" Requires="v">
                  <p:oleObj name="Equation" r:id="rId6" imgW="164957" imgH="190335" progId="Equation.3">
                    <p:embed/>
                  </p:oleObj>
                </mc:Choice>
                <mc:Fallback>
                  <p:oleObj name="Equation" r:id="rId6" imgW="164957" imgH="190335" progId="Equation.3">
                    <p:embed/>
                    <p:pic>
                      <p:nvPicPr>
                        <p:cNvPr id="5170" name="Object 8">
                          <a:extLst>
                            <a:ext uri="{FF2B5EF4-FFF2-40B4-BE49-F238E27FC236}">
                              <a16:creationId xmlns:a16="http://schemas.microsoft.com/office/drawing/2014/main" id="{CB20326B-1BA9-466E-8F3D-1583FC263A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0" y="3126"/>
                          <a:ext cx="177"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9">
            <a:extLst>
              <a:ext uri="{FF2B5EF4-FFF2-40B4-BE49-F238E27FC236}">
                <a16:creationId xmlns:a16="http://schemas.microsoft.com/office/drawing/2014/main" id="{57572613-AC61-469B-BE5A-E9D2E7C5C9A1}"/>
              </a:ext>
            </a:extLst>
          </p:cNvPr>
          <p:cNvGrpSpPr>
            <a:grpSpLocks/>
          </p:cNvGrpSpPr>
          <p:nvPr/>
        </p:nvGrpSpPr>
        <p:grpSpPr bwMode="auto">
          <a:xfrm>
            <a:off x="5867400" y="3124200"/>
            <a:ext cx="1981200" cy="1219200"/>
            <a:chOff x="3648" y="1920"/>
            <a:chExt cx="1248" cy="768"/>
          </a:xfrm>
        </p:grpSpPr>
        <p:sp>
          <p:nvSpPr>
            <p:cNvPr id="5164" name="Freeform 10" descr="浅色下对角线">
              <a:extLst>
                <a:ext uri="{FF2B5EF4-FFF2-40B4-BE49-F238E27FC236}">
                  <a16:creationId xmlns:a16="http://schemas.microsoft.com/office/drawing/2014/main" id="{72B38610-79CD-4C33-84F2-FEFDD8466086}"/>
                </a:ext>
              </a:extLst>
            </p:cNvPr>
            <p:cNvSpPr>
              <a:spLocks/>
            </p:cNvSpPr>
            <p:nvPr/>
          </p:nvSpPr>
          <p:spPr bwMode="auto">
            <a:xfrm>
              <a:off x="3648" y="1920"/>
              <a:ext cx="1248" cy="768"/>
            </a:xfrm>
            <a:custGeom>
              <a:avLst/>
              <a:gdLst>
                <a:gd name="T0" fmla="*/ 0 w 1248"/>
                <a:gd name="T1" fmla="*/ 0 h 768"/>
                <a:gd name="T2" fmla="*/ 250 w 1248"/>
                <a:gd name="T3" fmla="*/ 0 h 768"/>
                <a:gd name="T4" fmla="*/ 624 w 1248"/>
                <a:gd name="T5" fmla="*/ 96 h 768"/>
                <a:gd name="T6" fmla="*/ 957 w 1248"/>
                <a:gd name="T7" fmla="*/ 288 h 768"/>
                <a:gd name="T8" fmla="*/ 1118 w 1248"/>
                <a:gd name="T9" fmla="*/ 446 h 768"/>
                <a:gd name="T10" fmla="*/ 1206 w 1248"/>
                <a:gd name="T11" fmla="*/ 624 h 768"/>
                <a:gd name="T12" fmla="*/ 1248 w 1248"/>
                <a:gd name="T13" fmla="*/ 768 h 768"/>
                <a:gd name="T14" fmla="*/ 1040 w 1248"/>
                <a:gd name="T15" fmla="*/ 768 h 768"/>
                <a:gd name="T16" fmla="*/ 790 w 1248"/>
                <a:gd name="T17" fmla="*/ 720 h 768"/>
                <a:gd name="T18" fmla="*/ 582 w 1248"/>
                <a:gd name="T19" fmla="*/ 624 h 768"/>
                <a:gd name="T20" fmla="*/ 374 w 1248"/>
                <a:gd name="T21" fmla="*/ 528 h 768"/>
                <a:gd name="T22" fmla="*/ 250 w 1248"/>
                <a:gd name="T23" fmla="*/ 432 h 768"/>
                <a:gd name="T24" fmla="*/ 166 w 1248"/>
                <a:gd name="T25" fmla="*/ 336 h 768"/>
                <a:gd name="T26" fmla="*/ 62 w 1248"/>
                <a:gd name="T27" fmla="*/ 206 h 768"/>
                <a:gd name="T28" fmla="*/ 27 w 1248"/>
                <a:gd name="T29" fmla="*/ 103 h 768"/>
                <a:gd name="T30" fmla="*/ 0 w 1248"/>
                <a:gd name="T31" fmla="*/ 0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48"/>
                <a:gd name="T49" fmla="*/ 0 h 768"/>
                <a:gd name="T50" fmla="*/ 1248 w 1248"/>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aphicFrame>
          <p:nvGraphicFramePr>
            <p:cNvPr id="5165" name="Object 11">
              <a:extLst>
                <a:ext uri="{FF2B5EF4-FFF2-40B4-BE49-F238E27FC236}">
                  <a16:creationId xmlns:a16="http://schemas.microsoft.com/office/drawing/2014/main" id="{CA348F82-9C97-4F0C-B999-5D868D9EEE20}"/>
                </a:ext>
              </a:extLst>
            </p:cNvPr>
            <p:cNvGraphicFramePr>
              <a:graphicFrameLocks noChangeAspect="1"/>
            </p:cNvGraphicFramePr>
            <p:nvPr/>
          </p:nvGraphicFramePr>
          <p:xfrm>
            <a:off x="4128" y="2160"/>
            <a:ext cx="276" cy="250"/>
          </p:xfrm>
          <a:graphic>
            <a:graphicData uri="http://schemas.openxmlformats.org/presentationml/2006/ole">
              <mc:AlternateContent xmlns:mc="http://schemas.openxmlformats.org/markup-compatibility/2006">
                <mc:Choice xmlns:v="urn:schemas-microsoft-com:vml" Requires="v">
                  <p:oleObj name="Equation" r:id="rId9" imgW="209494" imgH="181004" progId="Equation.3">
                    <p:embed/>
                  </p:oleObj>
                </mc:Choice>
                <mc:Fallback>
                  <p:oleObj name="Equation" r:id="rId9" imgW="209494" imgH="181004" progId="Equation.3">
                    <p:embed/>
                    <p:pic>
                      <p:nvPicPr>
                        <p:cNvPr id="5165" name="Object 11">
                          <a:extLst>
                            <a:ext uri="{FF2B5EF4-FFF2-40B4-BE49-F238E27FC236}">
                              <a16:creationId xmlns:a16="http://schemas.microsoft.com/office/drawing/2014/main" id="{CA348F82-9C97-4F0C-B999-5D868D9EEE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8" y="2160"/>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3">
            <a:extLst>
              <a:ext uri="{FF2B5EF4-FFF2-40B4-BE49-F238E27FC236}">
                <a16:creationId xmlns:a16="http://schemas.microsoft.com/office/drawing/2014/main" id="{9619543D-AE10-41C5-BE90-80A451A6BE60}"/>
              </a:ext>
            </a:extLst>
          </p:cNvPr>
          <p:cNvGrpSpPr>
            <a:grpSpLocks/>
          </p:cNvGrpSpPr>
          <p:nvPr/>
        </p:nvGrpSpPr>
        <p:grpSpPr bwMode="auto">
          <a:xfrm>
            <a:off x="381000" y="3276600"/>
            <a:ext cx="4191000" cy="584200"/>
            <a:chOff x="96" y="2128"/>
            <a:chExt cx="2640" cy="368"/>
          </a:xfrm>
        </p:grpSpPr>
        <p:sp>
          <p:nvSpPr>
            <p:cNvPr id="5162" name="Text Box 14">
              <a:extLst>
                <a:ext uri="{FF2B5EF4-FFF2-40B4-BE49-F238E27FC236}">
                  <a16:creationId xmlns:a16="http://schemas.microsoft.com/office/drawing/2014/main" id="{0905754A-BD50-4D1C-8768-154F72461F6D}"/>
                </a:ext>
              </a:extLst>
            </p:cNvPr>
            <p:cNvSpPr txBox="1">
              <a:spLocks noChangeArrowheads="1"/>
            </p:cNvSpPr>
            <p:nvPr/>
          </p:nvSpPr>
          <p:spPr bwMode="auto">
            <a:xfrm>
              <a:off x="96" y="2128"/>
              <a:ext cx="21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dirty="0">
                  <a:solidFill>
                    <a:srgbClr val="010000"/>
                  </a:solidFill>
                  <a:ea typeface="仿宋_GB2312" pitchFamily="49" charset="-122"/>
                </a:rPr>
                <a:t>热力学第一定律</a:t>
              </a:r>
            </a:p>
          </p:txBody>
        </p:sp>
        <p:graphicFrame>
          <p:nvGraphicFramePr>
            <p:cNvPr id="5163" name="Object 15">
              <a:extLst>
                <a:ext uri="{FF2B5EF4-FFF2-40B4-BE49-F238E27FC236}">
                  <a16:creationId xmlns:a16="http://schemas.microsoft.com/office/drawing/2014/main" id="{3A341B0B-5916-4822-A608-7035369A918D}"/>
                </a:ext>
              </a:extLst>
            </p:cNvPr>
            <p:cNvGraphicFramePr>
              <a:graphicFrameLocks noChangeAspect="1"/>
            </p:cNvGraphicFramePr>
            <p:nvPr/>
          </p:nvGraphicFramePr>
          <p:xfrm>
            <a:off x="1920" y="2156"/>
            <a:ext cx="816" cy="340"/>
          </p:xfrm>
          <a:graphic>
            <a:graphicData uri="http://schemas.openxmlformats.org/presentationml/2006/ole">
              <mc:AlternateContent xmlns:mc="http://schemas.openxmlformats.org/markup-compatibility/2006">
                <mc:Choice xmlns:v="urn:schemas-microsoft-com:vml" Requires="v">
                  <p:oleObj name="公式" r:id="rId11" imgW="698197" imgH="291973" progId="Equation.3">
                    <p:embed/>
                  </p:oleObj>
                </mc:Choice>
                <mc:Fallback>
                  <p:oleObj name="公式" r:id="rId11" imgW="698197" imgH="291973" progId="Equation.3">
                    <p:embed/>
                    <p:pic>
                      <p:nvPicPr>
                        <p:cNvPr id="5163" name="Object 15">
                          <a:extLst>
                            <a:ext uri="{FF2B5EF4-FFF2-40B4-BE49-F238E27FC236}">
                              <a16:creationId xmlns:a16="http://schemas.microsoft.com/office/drawing/2014/main" id="{3A341B0B-5916-4822-A608-7035369A918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0" y="2156"/>
                          <a:ext cx="816"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16">
            <a:extLst>
              <a:ext uri="{FF2B5EF4-FFF2-40B4-BE49-F238E27FC236}">
                <a16:creationId xmlns:a16="http://schemas.microsoft.com/office/drawing/2014/main" id="{E3B166CE-40A0-4B53-88CD-4EB846A4B98F}"/>
              </a:ext>
            </a:extLst>
          </p:cNvPr>
          <p:cNvGrpSpPr>
            <a:grpSpLocks/>
          </p:cNvGrpSpPr>
          <p:nvPr/>
        </p:nvGrpSpPr>
        <p:grpSpPr bwMode="auto">
          <a:xfrm>
            <a:off x="381000" y="3962400"/>
            <a:ext cx="3810000" cy="685800"/>
            <a:chOff x="576" y="2544"/>
            <a:chExt cx="2400" cy="432"/>
          </a:xfrm>
        </p:grpSpPr>
        <p:graphicFrame>
          <p:nvGraphicFramePr>
            <p:cNvPr id="5159" name="Object 17">
              <a:extLst>
                <a:ext uri="{FF2B5EF4-FFF2-40B4-BE49-F238E27FC236}">
                  <a16:creationId xmlns:a16="http://schemas.microsoft.com/office/drawing/2014/main" id="{EC20FF79-676F-43E8-87BB-16BEFBBFE9FB}"/>
                </a:ext>
              </a:extLst>
            </p:cNvPr>
            <p:cNvGraphicFramePr>
              <a:graphicFrameLocks noChangeAspect="1"/>
            </p:cNvGraphicFramePr>
            <p:nvPr/>
          </p:nvGraphicFramePr>
          <p:xfrm>
            <a:off x="1152" y="2544"/>
            <a:ext cx="1824" cy="413"/>
          </p:xfrm>
          <a:graphic>
            <a:graphicData uri="http://schemas.openxmlformats.org/presentationml/2006/ole">
              <mc:AlternateContent xmlns:mc="http://schemas.openxmlformats.org/markup-compatibility/2006">
                <mc:Choice xmlns:v="urn:schemas-microsoft-com:vml" Requires="v">
                  <p:oleObj name="公式" r:id="rId13" imgW="723586" imgH="165028" progId="Equation.3">
                    <p:embed/>
                  </p:oleObj>
                </mc:Choice>
                <mc:Fallback>
                  <p:oleObj name="公式" r:id="rId13" imgW="723586" imgH="165028" progId="Equation.3">
                    <p:embed/>
                    <p:pic>
                      <p:nvPicPr>
                        <p:cNvPr id="5159" name="Object 17">
                          <a:extLst>
                            <a:ext uri="{FF2B5EF4-FFF2-40B4-BE49-F238E27FC236}">
                              <a16:creationId xmlns:a16="http://schemas.microsoft.com/office/drawing/2014/main" id="{EC20FF79-676F-43E8-87BB-16BEFBBFE9F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52" y="2544"/>
                          <a:ext cx="1824"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60" name="Text Box 18">
              <a:extLst>
                <a:ext uri="{FF2B5EF4-FFF2-40B4-BE49-F238E27FC236}">
                  <a16:creationId xmlns:a16="http://schemas.microsoft.com/office/drawing/2014/main" id="{D154A992-BCA8-45B9-8336-547910E05FEE}"/>
                </a:ext>
              </a:extLst>
            </p:cNvPr>
            <p:cNvSpPr txBox="1">
              <a:spLocks noChangeArrowheads="1"/>
            </p:cNvSpPr>
            <p:nvPr/>
          </p:nvSpPr>
          <p:spPr bwMode="auto">
            <a:xfrm>
              <a:off x="576" y="2592"/>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a:solidFill>
                    <a:srgbClr val="010000"/>
                  </a:solidFill>
                  <a:ea typeface="仿宋_GB2312" pitchFamily="49" charset="-122"/>
                </a:rPr>
                <a:t>净功</a:t>
              </a:r>
              <a:endParaRPr lang="zh-CN" altLang="en-US" sz="2400" b="1">
                <a:solidFill>
                  <a:srgbClr val="010000"/>
                </a:solidFill>
                <a:ea typeface="仿宋_GB2312" pitchFamily="49" charset="-122"/>
              </a:endParaRPr>
            </a:p>
          </p:txBody>
        </p:sp>
        <p:sp>
          <p:nvSpPr>
            <p:cNvPr id="5161" name="Rectangle 19">
              <a:extLst>
                <a:ext uri="{FF2B5EF4-FFF2-40B4-BE49-F238E27FC236}">
                  <a16:creationId xmlns:a16="http://schemas.microsoft.com/office/drawing/2014/main" id="{F20E00E4-9987-401B-A488-6474944F9A41}"/>
                </a:ext>
              </a:extLst>
            </p:cNvPr>
            <p:cNvSpPr>
              <a:spLocks noChangeArrowheads="1"/>
            </p:cNvSpPr>
            <p:nvPr/>
          </p:nvSpPr>
          <p:spPr bwMode="auto">
            <a:xfrm>
              <a:off x="2112" y="2592"/>
              <a:ext cx="384" cy="384"/>
            </a:xfrm>
            <a:prstGeom prst="rect">
              <a:avLst/>
            </a:prstGeom>
            <a:noFill/>
            <a:ln w="38100">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p>
          </p:txBody>
        </p:sp>
      </p:grpSp>
      <p:grpSp>
        <p:nvGrpSpPr>
          <p:cNvPr id="6" name="Group 20">
            <a:extLst>
              <a:ext uri="{FF2B5EF4-FFF2-40B4-BE49-F238E27FC236}">
                <a16:creationId xmlns:a16="http://schemas.microsoft.com/office/drawing/2014/main" id="{DD956279-F97E-480F-B2B0-113EB991A911}"/>
              </a:ext>
            </a:extLst>
          </p:cNvPr>
          <p:cNvGrpSpPr>
            <a:grpSpLocks/>
          </p:cNvGrpSpPr>
          <p:nvPr/>
        </p:nvGrpSpPr>
        <p:grpSpPr bwMode="auto">
          <a:xfrm>
            <a:off x="3276600" y="692150"/>
            <a:ext cx="2635250" cy="519113"/>
            <a:chOff x="624" y="1695"/>
            <a:chExt cx="1660" cy="327"/>
          </a:xfrm>
        </p:grpSpPr>
        <p:graphicFrame>
          <p:nvGraphicFramePr>
            <p:cNvPr id="5157" name="Object 21">
              <a:extLst>
                <a:ext uri="{FF2B5EF4-FFF2-40B4-BE49-F238E27FC236}">
                  <a16:creationId xmlns:a16="http://schemas.microsoft.com/office/drawing/2014/main" id="{A51C9004-A000-4866-9E21-73831A86D101}"/>
                </a:ext>
              </a:extLst>
            </p:cNvPr>
            <p:cNvGraphicFramePr>
              <a:graphicFrameLocks noChangeAspect="1"/>
            </p:cNvGraphicFramePr>
            <p:nvPr/>
          </p:nvGraphicFramePr>
          <p:xfrm>
            <a:off x="1344" y="1728"/>
            <a:ext cx="940" cy="292"/>
          </p:xfrm>
          <a:graphic>
            <a:graphicData uri="http://schemas.openxmlformats.org/presentationml/2006/ole">
              <mc:AlternateContent xmlns:mc="http://schemas.openxmlformats.org/markup-compatibility/2006">
                <mc:Choice xmlns:v="urn:schemas-microsoft-com:vml" Requires="v">
                  <p:oleObj name="公式" r:id="rId15" imgW="748975" imgH="241195" progId="Equation.3">
                    <p:embed/>
                  </p:oleObj>
                </mc:Choice>
                <mc:Fallback>
                  <p:oleObj name="公式" r:id="rId15" imgW="748975" imgH="241195" progId="Equation.3">
                    <p:embed/>
                    <p:pic>
                      <p:nvPicPr>
                        <p:cNvPr id="5157" name="Object 21">
                          <a:extLst>
                            <a:ext uri="{FF2B5EF4-FFF2-40B4-BE49-F238E27FC236}">
                              <a16:creationId xmlns:a16="http://schemas.microsoft.com/office/drawing/2014/main" id="{A51C9004-A000-4866-9E21-73831A86D10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44" y="1728"/>
                          <a:ext cx="94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8" name="Rectangle 22">
              <a:extLst>
                <a:ext uri="{FF2B5EF4-FFF2-40B4-BE49-F238E27FC236}">
                  <a16:creationId xmlns:a16="http://schemas.microsoft.com/office/drawing/2014/main" id="{91F2082D-E3C0-46F5-BA2F-84A9812E8172}"/>
                </a:ext>
              </a:extLst>
            </p:cNvPr>
            <p:cNvSpPr>
              <a:spLocks noChangeArrowheads="1"/>
            </p:cNvSpPr>
            <p:nvPr/>
          </p:nvSpPr>
          <p:spPr bwMode="auto">
            <a:xfrm>
              <a:off x="624" y="1695"/>
              <a:ext cx="1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a:solidFill>
                    <a:srgbClr val="010000"/>
                  </a:solidFill>
                  <a:ea typeface="仿宋_GB2312" pitchFamily="49" charset="-122"/>
                </a:rPr>
                <a:t>特征</a:t>
              </a:r>
            </a:p>
          </p:txBody>
        </p:sp>
      </p:grpSp>
      <p:sp>
        <p:nvSpPr>
          <p:cNvPr id="5128" name="Rectangle 23">
            <a:extLst>
              <a:ext uri="{FF2B5EF4-FFF2-40B4-BE49-F238E27FC236}">
                <a16:creationId xmlns:a16="http://schemas.microsoft.com/office/drawing/2014/main" id="{CE7A70B0-B09A-4C52-8A7A-D7DAF3F9708C}"/>
              </a:ext>
            </a:extLst>
          </p:cNvPr>
          <p:cNvSpPr>
            <a:spLocks noChangeArrowheads="1"/>
          </p:cNvSpPr>
          <p:nvPr/>
        </p:nvSpPr>
        <p:spPr bwMode="auto">
          <a:xfrm>
            <a:off x="228600" y="685800"/>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a:solidFill>
                  <a:srgbClr val="CC0000"/>
                </a:solidFill>
                <a:latin typeface="仿宋_GB2312" pitchFamily="49" charset="-122"/>
                <a:ea typeface="仿宋_GB2312" pitchFamily="49" charset="-122"/>
              </a:rPr>
              <a:t>循环过程的特点：</a:t>
            </a:r>
            <a:endParaRPr lang="zh-CN" altLang="en-US" sz="2400" b="1">
              <a:solidFill>
                <a:srgbClr val="CC0000"/>
              </a:solidFill>
              <a:latin typeface="仿宋_GB2312" pitchFamily="49" charset="-122"/>
              <a:ea typeface="仿宋_GB2312" pitchFamily="49" charset="-122"/>
            </a:endParaRPr>
          </a:p>
        </p:txBody>
      </p:sp>
      <p:grpSp>
        <p:nvGrpSpPr>
          <p:cNvPr id="5129" name="Group 24">
            <a:extLst>
              <a:ext uri="{FF2B5EF4-FFF2-40B4-BE49-F238E27FC236}">
                <a16:creationId xmlns:a16="http://schemas.microsoft.com/office/drawing/2014/main" id="{DAF0A23C-6828-4116-BB38-1A645DA013E4}"/>
              </a:ext>
            </a:extLst>
          </p:cNvPr>
          <p:cNvGrpSpPr>
            <a:grpSpLocks/>
          </p:cNvGrpSpPr>
          <p:nvPr/>
        </p:nvGrpSpPr>
        <p:grpSpPr bwMode="auto">
          <a:xfrm>
            <a:off x="5638800" y="2667000"/>
            <a:ext cx="2743200" cy="2895600"/>
            <a:chOff x="3504" y="1632"/>
            <a:chExt cx="1728" cy="1824"/>
          </a:xfrm>
        </p:grpSpPr>
        <p:sp>
          <p:nvSpPr>
            <p:cNvPr id="5148" name="Arc 25">
              <a:extLst>
                <a:ext uri="{FF2B5EF4-FFF2-40B4-BE49-F238E27FC236}">
                  <a16:creationId xmlns:a16="http://schemas.microsoft.com/office/drawing/2014/main" id="{4429D30A-3FF4-4A4D-B596-A670CD1D5CE0}"/>
                </a:ext>
              </a:extLst>
            </p:cNvPr>
            <p:cNvSpPr>
              <a:spLocks/>
            </p:cNvSpPr>
            <p:nvPr/>
          </p:nvSpPr>
          <p:spPr bwMode="auto">
            <a:xfrm>
              <a:off x="3648" y="1921"/>
              <a:ext cx="1252" cy="816"/>
            </a:xfrm>
            <a:custGeom>
              <a:avLst/>
              <a:gdLst>
                <a:gd name="T0" fmla="*/ 0 w 21594"/>
                <a:gd name="T1" fmla="*/ 0 h 21600"/>
                <a:gd name="T2" fmla="*/ 0 w 21594"/>
                <a:gd name="T3" fmla="*/ 0 h 21600"/>
                <a:gd name="T4" fmla="*/ 0 w 21594"/>
                <a:gd name="T5" fmla="*/ 0 h 21600"/>
                <a:gd name="T6" fmla="*/ 0 60000 65536"/>
                <a:gd name="T7" fmla="*/ 0 60000 65536"/>
                <a:gd name="T8" fmla="*/ 0 60000 65536"/>
                <a:gd name="T9" fmla="*/ 0 w 21594"/>
                <a:gd name="T10" fmla="*/ 0 h 21600"/>
                <a:gd name="T11" fmla="*/ 21594 w 21594"/>
                <a:gd name="T12" fmla="*/ 21600 h 21600"/>
              </a:gdLst>
              <a:ahLst/>
              <a:cxnLst>
                <a:cxn ang="T6">
                  <a:pos x="T0" y="T1"/>
                </a:cxn>
                <a:cxn ang="T7">
                  <a:pos x="T2" y="T3"/>
                </a:cxn>
                <a:cxn ang="T8">
                  <a:pos x="T4" y="T5"/>
                </a:cxn>
              </a:cxnLst>
              <a:rect l="T9" t="T10" r="T11" b="T12"/>
              <a:pathLst>
                <a:path w="21594" h="21600" fill="none" extrusionOk="0">
                  <a:moveTo>
                    <a:pt x="-1" y="0"/>
                  </a:moveTo>
                  <a:cubicBezTo>
                    <a:pt x="11723" y="0"/>
                    <a:pt x="21306" y="9351"/>
                    <a:pt x="21593" y="21072"/>
                  </a:cubicBezTo>
                </a:path>
                <a:path w="21594" h="21600" stroke="0" extrusionOk="0">
                  <a:moveTo>
                    <a:pt x="-1" y="0"/>
                  </a:moveTo>
                  <a:cubicBezTo>
                    <a:pt x="11723" y="0"/>
                    <a:pt x="21306" y="9351"/>
                    <a:pt x="21593" y="21072"/>
                  </a:cubicBezTo>
                  <a:lnTo>
                    <a:pt x="0" y="21600"/>
                  </a:lnTo>
                  <a:lnTo>
                    <a:pt x="-1" y="0"/>
                  </a:lnTo>
                  <a:close/>
                </a:path>
              </a:pathLst>
            </a:custGeom>
            <a:noFill/>
            <a:ln w="28575">
              <a:solidFill>
                <a:srgbClr val="CC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9" name="Line 26">
              <a:extLst>
                <a:ext uri="{FF2B5EF4-FFF2-40B4-BE49-F238E27FC236}">
                  <a16:creationId xmlns:a16="http://schemas.microsoft.com/office/drawing/2014/main" id="{828EE0EC-ADD7-4FE0-ACA7-DC5EC5C1C4AC}"/>
                </a:ext>
              </a:extLst>
            </p:cNvPr>
            <p:cNvSpPr>
              <a:spLocks noChangeShapeType="1"/>
            </p:cNvSpPr>
            <p:nvPr/>
          </p:nvSpPr>
          <p:spPr bwMode="auto">
            <a:xfrm>
              <a:off x="4368" y="2064"/>
              <a:ext cx="192" cy="96"/>
            </a:xfrm>
            <a:prstGeom prst="line">
              <a:avLst/>
            </a:prstGeom>
            <a:noFill/>
            <a:ln w="57150">
              <a:solidFill>
                <a:srgbClr val="CC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0" name="Text Box 27">
              <a:extLst>
                <a:ext uri="{FF2B5EF4-FFF2-40B4-BE49-F238E27FC236}">
                  <a16:creationId xmlns:a16="http://schemas.microsoft.com/office/drawing/2014/main" id="{FB0CCD4A-4383-45F5-92B6-B7108B4BD500}"/>
                </a:ext>
              </a:extLst>
            </p:cNvPr>
            <p:cNvSpPr txBox="1">
              <a:spLocks noChangeArrowheads="1"/>
            </p:cNvSpPr>
            <p:nvPr/>
          </p:nvSpPr>
          <p:spPr bwMode="auto">
            <a:xfrm>
              <a:off x="3504" y="16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i="1">
                  <a:solidFill>
                    <a:srgbClr val="010000"/>
                  </a:solidFill>
                  <a:ea typeface="楷体_GB2312" pitchFamily="49" charset="-122"/>
                </a:rPr>
                <a:t>A</a:t>
              </a:r>
            </a:p>
          </p:txBody>
        </p:sp>
        <p:sp>
          <p:nvSpPr>
            <p:cNvPr id="5151" name="Text Box 28">
              <a:extLst>
                <a:ext uri="{FF2B5EF4-FFF2-40B4-BE49-F238E27FC236}">
                  <a16:creationId xmlns:a16="http://schemas.microsoft.com/office/drawing/2014/main" id="{67DBA1FC-3CA0-46C4-8898-0F2BE78FE43F}"/>
                </a:ext>
              </a:extLst>
            </p:cNvPr>
            <p:cNvSpPr txBox="1">
              <a:spLocks noChangeArrowheads="1"/>
            </p:cNvSpPr>
            <p:nvPr/>
          </p:nvSpPr>
          <p:spPr bwMode="auto">
            <a:xfrm>
              <a:off x="4896" y="25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i="1">
                  <a:solidFill>
                    <a:srgbClr val="010000"/>
                  </a:solidFill>
                  <a:ea typeface="楷体_GB2312" pitchFamily="49" charset="-122"/>
                </a:rPr>
                <a:t>B</a:t>
              </a:r>
            </a:p>
          </p:txBody>
        </p:sp>
        <p:sp>
          <p:nvSpPr>
            <p:cNvPr id="5152" name="Line 29">
              <a:extLst>
                <a:ext uri="{FF2B5EF4-FFF2-40B4-BE49-F238E27FC236}">
                  <a16:creationId xmlns:a16="http://schemas.microsoft.com/office/drawing/2014/main" id="{CE6D9F11-9866-4C81-A943-0F3C5DE797E0}"/>
                </a:ext>
              </a:extLst>
            </p:cNvPr>
            <p:cNvSpPr>
              <a:spLocks noChangeShapeType="1"/>
            </p:cNvSpPr>
            <p:nvPr/>
          </p:nvSpPr>
          <p:spPr bwMode="auto">
            <a:xfrm>
              <a:off x="3648" y="1920"/>
              <a:ext cx="0" cy="1200"/>
            </a:xfrm>
            <a:prstGeom prst="line">
              <a:avLst/>
            </a:prstGeom>
            <a:noFill/>
            <a:ln w="19050">
              <a:solidFill>
                <a:srgbClr val="1C1C1C"/>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3" name="Line 30">
              <a:extLst>
                <a:ext uri="{FF2B5EF4-FFF2-40B4-BE49-F238E27FC236}">
                  <a16:creationId xmlns:a16="http://schemas.microsoft.com/office/drawing/2014/main" id="{48BDABE0-A7F7-4BAD-86FE-561BB045325F}"/>
                </a:ext>
              </a:extLst>
            </p:cNvPr>
            <p:cNvSpPr>
              <a:spLocks noChangeShapeType="1"/>
            </p:cNvSpPr>
            <p:nvPr/>
          </p:nvSpPr>
          <p:spPr bwMode="auto">
            <a:xfrm>
              <a:off x="4896" y="2688"/>
              <a:ext cx="0" cy="432"/>
            </a:xfrm>
            <a:prstGeom prst="line">
              <a:avLst/>
            </a:prstGeom>
            <a:noFill/>
            <a:ln w="19050">
              <a:solidFill>
                <a:srgbClr val="1C1C1C"/>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154" name="Object 31">
              <a:extLst>
                <a:ext uri="{FF2B5EF4-FFF2-40B4-BE49-F238E27FC236}">
                  <a16:creationId xmlns:a16="http://schemas.microsoft.com/office/drawing/2014/main" id="{76D8D5C1-369C-4ACC-A531-FC5235316CE9}"/>
                </a:ext>
              </a:extLst>
            </p:cNvPr>
            <p:cNvGraphicFramePr>
              <a:graphicFrameLocks noChangeAspect="1"/>
            </p:cNvGraphicFramePr>
            <p:nvPr/>
          </p:nvGraphicFramePr>
          <p:xfrm>
            <a:off x="3552" y="3072"/>
            <a:ext cx="287" cy="336"/>
          </p:xfrm>
          <a:graphic>
            <a:graphicData uri="http://schemas.openxmlformats.org/presentationml/2006/ole">
              <mc:AlternateContent xmlns:mc="http://schemas.openxmlformats.org/markup-compatibility/2006">
                <mc:Choice xmlns:v="urn:schemas-microsoft-com:vml" Requires="v">
                  <p:oleObj name="公式" r:id="rId17" imgW="139579" imgH="164957" progId="Equation.3">
                    <p:embed/>
                  </p:oleObj>
                </mc:Choice>
                <mc:Fallback>
                  <p:oleObj name="公式" r:id="rId17" imgW="139579" imgH="164957" progId="Equation.3">
                    <p:embed/>
                    <p:pic>
                      <p:nvPicPr>
                        <p:cNvPr id="5154" name="Object 31">
                          <a:extLst>
                            <a:ext uri="{FF2B5EF4-FFF2-40B4-BE49-F238E27FC236}">
                              <a16:creationId xmlns:a16="http://schemas.microsoft.com/office/drawing/2014/main" id="{76D8D5C1-369C-4ACC-A531-FC5235316CE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2" y="3072"/>
                          <a:ext cx="28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5" name="Object 32">
              <a:extLst>
                <a:ext uri="{FF2B5EF4-FFF2-40B4-BE49-F238E27FC236}">
                  <a16:creationId xmlns:a16="http://schemas.microsoft.com/office/drawing/2014/main" id="{FEB906DA-4A78-4C58-BAD8-9DADBAAB0AFA}"/>
                </a:ext>
              </a:extLst>
            </p:cNvPr>
            <p:cNvGraphicFramePr>
              <a:graphicFrameLocks noChangeAspect="1"/>
            </p:cNvGraphicFramePr>
            <p:nvPr/>
          </p:nvGraphicFramePr>
          <p:xfrm>
            <a:off x="4800" y="3120"/>
            <a:ext cx="287" cy="336"/>
          </p:xfrm>
          <a:graphic>
            <a:graphicData uri="http://schemas.openxmlformats.org/presentationml/2006/ole">
              <mc:AlternateContent xmlns:mc="http://schemas.openxmlformats.org/markup-compatibility/2006">
                <mc:Choice xmlns:v="urn:schemas-microsoft-com:vml" Requires="v">
                  <p:oleObj name="公式" r:id="rId19" imgW="139579" imgH="164957" progId="Equation.3">
                    <p:embed/>
                  </p:oleObj>
                </mc:Choice>
                <mc:Fallback>
                  <p:oleObj name="公式" r:id="rId19" imgW="139579" imgH="164957" progId="Equation.3">
                    <p:embed/>
                    <p:pic>
                      <p:nvPicPr>
                        <p:cNvPr id="5155" name="Object 32">
                          <a:extLst>
                            <a:ext uri="{FF2B5EF4-FFF2-40B4-BE49-F238E27FC236}">
                              <a16:creationId xmlns:a16="http://schemas.microsoft.com/office/drawing/2014/main" id="{FEB906DA-4A78-4C58-BAD8-9DADBAAB0AF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0" y="3120"/>
                          <a:ext cx="28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6" name="Object 33">
              <a:extLst>
                <a:ext uri="{FF2B5EF4-FFF2-40B4-BE49-F238E27FC236}">
                  <a16:creationId xmlns:a16="http://schemas.microsoft.com/office/drawing/2014/main" id="{95876570-2D6A-4A80-8189-7F4FA1BCE39E}"/>
                </a:ext>
              </a:extLst>
            </p:cNvPr>
            <p:cNvGraphicFramePr>
              <a:graphicFrameLocks noChangeAspect="1"/>
            </p:cNvGraphicFramePr>
            <p:nvPr/>
          </p:nvGraphicFramePr>
          <p:xfrm>
            <a:off x="4430" y="1920"/>
            <a:ext cx="163" cy="204"/>
          </p:xfrm>
          <a:graphic>
            <a:graphicData uri="http://schemas.openxmlformats.org/presentationml/2006/ole">
              <mc:AlternateContent xmlns:mc="http://schemas.openxmlformats.org/markup-compatibility/2006">
                <mc:Choice xmlns:v="urn:schemas-microsoft-com:vml" Requires="v">
                  <p:oleObj name="Equation" r:id="rId21" imgW="152334" imgH="190417" progId="Equation.3">
                    <p:embed/>
                  </p:oleObj>
                </mc:Choice>
                <mc:Fallback>
                  <p:oleObj name="Equation" r:id="rId21" imgW="152334" imgH="190417" progId="Equation.3">
                    <p:embed/>
                    <p:pic>
                      <p:nvPicPr>
                        <p:cNvPr id="5156" name="Object 33">
                          <a:extLst>
                            <a:ext uri="{FF2B5EF4-FFF2-40B4-BE49-F238E27FC236}">
                              <a16:creationId xmlns:a16="http://schemas.microsoft.com/office/drawing/2014/main" id="{95876570-2D6A-4A80-8189-7F4FA1BCE39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30" y="1920"/>
                          <a:ext cx="163"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130" name="Group 34">
            <a:extLst>
              <a:ext uri="{FF2B5EF4-FFF2-40B4-BE49-F238E27FC236}">
                <a16:creationId xmlns:a16="http://schemas.microsoft.com/office/drawing/2014/main" id="{22ADB10A-534D-4A07-9CD0-872511BB773A}"/>
              </a:ext>
            </a:extLst>
          </p:cNvPr>
          <p:cNvGrpSpPr>
            <a:grpSpLocks/>
          </p:cNvGrpSpPr>
          <p:nvPr/>
        </p:nvGrpSpPr>
        <p:grpSpPr bwMode="auto">
          <a:xfrm>
            <a:off x="5867400" y="3048000"/>
            <a:ext cx="1981200" cy="1422400"/>
            <a:chOff x="3648" y="1872"/>
            <a:chExt cx="1248" cy="896"/>
          </a:xfrm>
        </p:grpSpPr>
        <p:sp>
          <p:nvSpPr>
            <p:cNvPr id="5145" name="Arc 35">
              <a:extLst>
                <a:ext uri="{FF2B5EF4-FFF2-40B4-BE49-F238E27FC236}">
                  <a16:creationId xmlns:a16="http://schemas.microsoft.com/office/drawing/2014/main" id="{1DB36011-82C2-44AD-A1D9-77B3A37AC276}"/>
                </a:ext>
              </a:extLst>
            </p:cNvPr>
            <p:cNvSpPr>
              <a:spLocks/>
            </p:cNvSpPr>
            <p:nvPr/>
          </p:nvSpPr>
          <p:spPr bwMode="auto">
            <a:xfrm flipH="1" flipV="1">
              <a:off x="3648" y="1872"/>
              <a:ext cx="1248" cy="816"/>
            </a:xfrm>
            <a:custGeom>
              <a:avLst/>
              <a:gdLst>
                <a:gd name="T0" fmla="*/ 0 w 21591"/>
                <a:gd name="T1" fmla="*/ 0 h 21600"/>
                <a:gd name="T2" fmla="*/ 0 w 21591"/>
                <a:gd name="T3" fmla="*/ 0 h 21600"/>
                <a:gd name="T4" fmla="*/ 0 w 21591"/>
                <a:gd name="T5" fmla="*/ 0 h 21600"/>
                <a:gd name="T6" fmla="*/ 0 60000 65536"/>
                <a:gd name="T7" fmla="*/ 0 60000 65536"/>
                <a:gd name="T8" fmla="*/ 0 60000 65536"/>
                <a:gd name="T9" fmla="*/ 0 w 21591"/>
                <a:gd name="T10" fmla="*/ 0 h 21600"/>
                <a:gd name="T11" fmla="*/ 21591 w 21591"/>
                <a:gd name="T12" fmla="*/ 21600 h 21600"/>
              </a:gdLst>
              <a:ahLst/>
              <a:cxnLst>
                <a:cxn ang="T6">
                  <a:pos x="T0" y="T1"/>
                </a:cxn>
                <a:cxn ang="T7">
                  <a:pos x="T2" y="T3"/>
                </a:cxn>
                <a:cxn ang="T8">
                  <a:pos x="T4" y="T5"/>
                </a:cxn>
              </a:cxnLst>
              <a:rect l="T9" t="T10" r="T11" b="T12"/>
              <a:pathLst>
                <a:path w="21591" h="21600" fill="none" extrusionOk="0">
                  <a:moveTo>
                    <a:pt x="-1" y="0"/>
                  </a:moveTo>
                  <a:cubicBezTo>
                    <a:pt x="11681" y="0"/>
                    <a:pt x="21246" y="9287"/>
                    <a:pt x="21590" y="20964"/>
                  </a:cubicBezTo>
                </a:path>
                <a:path w="21591" h="21600" stroke="0" extrusionOk="0">
                  <a:moveTo>
                    <a:pt x="-1" y="0"/>
                  </a:moveTo>
                  <a:cubicBezTo>
                    <a:pt x="11681" y="0"/>
                    <a:pt x="21246" y="9287"/>
                    <a:pt x="21590" y="20964"/>
                  </a:cubicBezTo>
                  <a:lnTo>
                    <a:pt x="0" y="21600"/>
                  </a:lnTo>
                  <a:lnTo>
                    <a:pt x="-1" y="0"/>
                  </a:lnTo>
                  <a:close/>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6" name="Line 36">
              <a:extLst>
                <a:ext uri="{FF2B5EF4-FFF2-40B4-BE49-F238E27FC236}">
                  <a16:creationId xmlns:a16="http://schemas.microsoft.com/office/drawing/2014/main" id="{3BA0F0E6-F34F-4811-A413-D6F33C87A7ED}"/>
                </a:ext>
              </a:extLst>
            </p:cNvPr>
            <p:cNvSpPr>
              <a:spLocks noChangeShapeType="1"/>
            </p:cNvSpPr>
            <p:nvPr/>
          </p:nvSpPr>
          <p:spPr bwMode="auto">
            <a:xfrm flipH="1" flipV="1">
              <a:off x="4176" y="2544"/>
              <a:ext cx="144" cy="48"/>
            </a:xfrm>
            <a:prstGeom prst="line">
              <a:avLst/>
            </a:prstGeom>
            <a:noFill/>
            <a:ln w="571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147" name="Object 37">
              <a:extLst>
                <a:ext uri="{FF2B5EF4-FFF2-40B4-BE49-F238E27FC236}">
                  <a16:creationId xmlns:a16="http://schemas.microsoft.com/office/drawing/2014/main" id="{CD5A7DE3-3DD4-4437-8EB6-740E35BC454D}"/>
                </a:ext>
              </a:extLst>
            </p:cNvPr>
            <p:cNvGraphicFramePr>
              <a:graphicFrameLocks noChangeAspect="1"/>
            </p:cNvGraphicFramePr>
            <p:nvPr/>
          </p:nvGraphicFramePr>
          <p:xfrm>
            <a:off x="4080" y="2544"/>
            <a:ext cx="168" cy="224"/>
          </p:xfrm>
          <a:graphic>
            <a:graphicData uri="http://schemas.openxmlformats.org/presentationml/2006/ole">
              <mc:AlternateContent xmlns:mc="http://schemas.openxmlformats.org/markup-compatibility/2006">
                <mc:Choice xmlns:v="urn:schemas-microsoft-com:vml" Requires="v">
                  <p:oleObj name="Equation" r:id="rId23" imgW="190417" imgH="253890" progId="Equation.3">
                    <p:embed/>
                  </p:oleObj>
                </mc:Choice>
                <mc:Fallback>
                  <p:oleObj name="Equation" r:id="rId23" imgW="190417" imgH="253890" progId="Equation.3">
                    <p:embed/>
                    <p:pic>
                      <p:nvPicPr>
                        <p:cNvPr id="5147" name="Object 37">
                          <a:extLst>
                            <a:ext uri="{FF2B5EF4-FFF2-40B4-BE49-F238E27FC236}">
                              <a16:creationId xmlns:a16="http://schemas.microsoft.com/office/drawing/2014/main" id="{CD5A7DE3-3DD4-4437-8EB6-740E35BC454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80" y="2544"/>
                          <a:ext cx="16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38">
            <a:extLst>
              <a:ext uri="{FF2B5EF4-FFF2-40B4-BE49-F238E27FC236}">
                <a16:creationId xmlns:a16="http://schemas.microsoft.com/office/drawing/2014/main" id="{EA77BD9E-10CD-48D2-849B-4DFCBFD4C3DF}"/>
              </a:ext>
            </a:extLst>
          </p:cNvPr>
          <p:cNvGrpSpPr>
            <a:grpSpLocks/>
          </p:cNvGrpSpPr>
          <p:nvPr/>
        </p:nvGrpSpPr>
        <p:grpSpPr bwMode="auto">
          <a:xfrm>
            <a:off x="609600" y="4876800"/>
            <a:ext cx="6019800" cy="1435100"/>
            <a:chOff x="384" y="3072"/>
            <a:chExt cx="3792" cy="904"/>
          </a:xfrm>
        </p:grpSpPr>
        <p:sp>
          <p:nvSpPr>
            <p:cNvPr id="5133" name="AutoShape 39">
              <a:extLst>
                <a:ext uri="{FF2B5EF4-FFF2-40B4-BE49-F238E27FC236}">
                  <a16:creationId xmlns:a16="http://schemas.microsoft.com/office/drawing/2014/main" id="{5AC2CA0B-2D88-4C21-B7BC-16B3631BD4D2}"/>
                </a:ext>
              </a:extLst>
            </p:cNvPr>
            <p:cNvSpPr>
              <a:spLocks/>
            </p:cNvSpPr>
            <p:nvPr/>
          </p:nvSpPr>
          <p:spPr bwMode="auto">
            <a:xfrm>
              <a:off x="384" y="3216"/>
              <a:ext cx="192" cy="576"/>
            </a:xfrm>
            <a:prstGeom prst="leftBrace">
              <a:avLst>
                <a:gd name="adj1" fmla="val 25000"/>
                <a:gd name="adj2" fmla="val 50000"/>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2000"/>
            </a:p>
          </p:txBody>
        </p:sp>
        <p:grpSp>
          <p:nvGrpSpPr>
            <p:cNvPr id="5134" name="Group 40">
              <a:extLst>
                <a:ext uri="{FF2B5EF4-FFF2-40B4-BE49-F238E27FC236}">
                  <a16:creationId xmlns:a16="http://schemas.microsoft.com/office/drawing/2014/main" id="{3469A11E-4EE2-4F3B-8878-35C538D16CEF}"/>
                </a:ext>
              </a:extLst>
            </p:cNvPr>
            <p:cNvGrpSpPr>
              <a:grpSpLocks/>
            </p:cNvGrpSpPr>
            <p:nvPr/>
          </p:nvGrpSpPr>
          <p:grpSpPr bwMode="auto">
            <a:xfrm>
              <a:off x="624" y="3072"/>
              <a:ext cx="1200" cy="327"/>
              <a:chOff x="624" y="3072"/>
              <a:chExt cx="1200" cy="327"/>
            </a:xfrm>
          </p:grpSpPr>
          <p:grpSp>
            <p:nvGrpSpPr>
              <p:cNvPr id="5141" name="Group 41">
                <a:extLst>
                  <a:ext uri="{FF2B5EF4-FFF2-40B4-BE49-F238E27FC236}">
                    <a16:creationId xmlns:a16="http://schemas.microsoft.com/office/drawing/2014/main" id="{8770C921-D2D3-4E15-A150-05376AB51D62}"/>
                  </a:ext>
                </a:extLst>
              </p:cNvPr>
              <p:cNvGrpSpPr>
                <a:grpSpLocks/>
              </p:cNvGrpSpPr>
              <p:nvPr/>
            </p:nvGrpSpPr>
            <p:grpSpPr bwMode="auto">
              <a:xfrm>
                <a:off x="624" y="3072"/>
                <a:ext cx="1200" cy="327"/>
                <a:chOff x="624" y="3072"/>
                <a:chExt cx="1200" cy="327"/>
              </a:xfrm>
            </p:grpSpPr>
            <p:sp>
              <p:nvSpPr>
                <p:cNvPr id="5143" name="Text Box 42">
                  <a:extLst>
                    <a:ext uri="{FF2B5EF4-FFF2-40B4-BE49-F238E27FC236}">
                      <a16:creationId xmlns:a16="http://schemas.microsoft.com/office/drawing/2014/main" id="{587741D4-41F1-463A-98FD-C1DD44E8B566}"/>
                    </a:ext>
                  </a:extLst>
                </p:cNvPr>
                <p:cNvSpPr txBox="1">
                  <a:spLocks noChangeArrowheads="1"/>
                </p:cNvSpPr>
                <p:nvPr/>
              </p:nvSpPr>
              <p:spPr bwMode="auto">
                <a:xfrm>
                  <a:off x="624" y="3072"/>
                  <a:ext cx="8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a:solidFill>
                        <a:srgbClr val="010000"/>
                      </a:solidFill>
                      <a:ea typeface="仿宋_GB2312" pitchFamily="49" charset="-122"/>
                    </a:rPr>
                    <a:t>总吸热</a:t>
                  </a:r>
                </a:p>
              </p:txBody>
            </p:sp>
            <p:sp>
              <p:nvSpPr>
                <p:cNvPr id="5144" name="Line 43">
                  <a:extLst>
                    <a:ext uri="{FF2B5EF4-FFF2-40B4-BE49-F238E27FC236}">
                      <a16:creationId xmlns:a16="http://schemas.microsoft.com/office/drawing/2014/main" id="{7557DBA2-DB45-4B9D-8434-77FAE088B9A7}"/>
                    </a:ext>
                  </a:extLst>
                </p:cNvPr>
                <p:cNvSpPr>
                  <a:spLocks noChangeShapeType="1"/>
                </p:cNvSpPr>
                <p:nvPr/>
              </p:nvSpPr>
              <p:spPr bwMode="auto">
                <a:xfrm>
                  <a:off x="1392" y="3216"/>
                  <a:ext cx="43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triangle" w="med" len="med"/>
                    </a14:hiddenLine>
                  </a:ext>
                </a:extLst>
              </p:spPr>
              <p:txBody>
                <a:bodyPr wrap="none" anchor="ctr"/>
                <a:lstStyle/>
                <a:p>
                  <a:endParaRPr lang="zh-CN" altLang="en-US"/>
                </a:p>
              </p:txBody>
            </p:sp>
          </p:grpSp>
          <p:sp>
            <p:nvSpPr>
              <p:cNvPr id="5142" name="Line 44">
                <a:extLst>
                  <a:ext uri="{FF2B5EF4-FFF2-40B4-BE49-F238E27FC236}">
                    <a16:creationId xmlns:a16="http://schemas.microsoft.com/office/drawing/2014/main" id="{9E398133-C550-4071-97BF-A142D77D8AC8}"/>
                  </a:ext>
                </a:extLst>
              </p:cNvPr>
              <p:cNvSpPr>
                <a:spLocks noChangeShapeType="1"/>
              </p:cNvSpPr>
              <p:nvPr/>
            </p:nvSpPr>
            <p:spPr bwMode="auto">
              <a:xfrm>
                <a:off x="1440" y="3264"/>
                <a:ext cx="384"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135" name="Group 45">
              <a:extLst>
                <a:ext uri="{FF2B5EF4-FFF2-40B4-BE49-F238E27FC236}">
                  <a16:creationId xmlns:a16="http://schemas.microsoft.com/office/drawing/2014/main" id="{5034CC92-FCDC-4439-BF63-0D6E6ADE080F}"/>
                </a:ext>
              </a:extLst>
            </p:cNvPr>
            <p:cNvGrpSpPr>
              <a:grpSpLocks/>
            </p:cNvGrpSpPr>
            <p:nvPr/>
          </p:nvGrpSpPr>
          <p:grpSpPr bwMode="auto">
            <a:xfrm>
              <a:off x="624" y="3600"/>
              <a:ext cx="3552" cy="327"/>
              <a:chOff x="624" y="3600"/>
              <a:chExt cx="3552" cy="327"/>
            </a:xfrm>
          </p:grpSpPr>
          <p:sp>
            <p:nvSpPr>
              <p:cNvPr id="5138" name="Text Box 46">
                <a:extLst>
                  <a:ext uri="{FF2B5EF4-FFF2-40B4-BE49-F238E27FC236}">
                    <a16:creationId xmlns:a16="http://schemas.microsoft.com/office/drawing/2014/main" id="{695CA74C-58F4-49FC-828C-101125644F67}"/>
                  </a:ext>
                </a:extLst>
              </p:cNvPr>
              <p:cNvSpPr txBox="1">
                <a:spLocks noChangeArrowheads="1"/>
              </p:cNvSpPr>
              <p:nvPr/>
            </p:nvSpPr>
            <p:spPr bwMode="auto">
              <a:xfrm>
                <a:off x="624" y="3600"/>
                <a:ext cx="8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a:solidFill>
                      <a:srgbClr val="010000"/>
                    </a:solidFill>
                    <a:ea typeface="仿宋_GB2312" pitchFamily="49" charset="-122"/>
                  </a:rPr>
                  <a:t>总放热</a:t>
                </a:r>
              </a:p>
            </p:txBody>
          </p:sp>
          <p:sp>
            <p:nvSpPr>
              <p:cNvPr id="5139" name="Line 47">
                <a:extLst>
                  <a:ext uri="{FF2B5EF4-FFF2-40B4-BE49-F238E27FC236}">
                    <a16:creationId xmlns:a16="http://schemas.microsoft.com/office/drawing/2014/main" id="{AE3CCDDD-4BD0-41C1-9610-C86F61F4688E}"/>
                  </a:ext>
                </a:extLst>
              </p:cNvPr>
              <p:cNvSpPr>
                <a:spLocks noChangeShapeType="1"/>
              </p:cNvSpPr>
              <p:nvPr/>
            </p:nvSpPr>
            <p:spPr bwMode="auto">
              <a:xfrm>
                <a:off x="1440" y="3744"/>
                <a:ext cx="432"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0" name="Text Box 48">
                <a:extLst>
                  <a:ext uri="{FF2B5EF4-FFF2-40B4-BE49-F238E27FC236}">
                    <a16:creationId xmlns:a16="http://schemas.microsoft.com/office/drawing/2014/main" id="{74441A5D-A725-4256-A951-ABDD0B1CD230}"/>
                  </a:ext>
                </a:extLst>
              </p:cNvPr>
              <p:cNvSpPr txBox="1">
                <a:spLocks noChangeArrowheads="1"/>
              </p:cNvSpPr>
              <p:nvPr/>
            </p:nvSpPr>
            <p:spPr bwMode="auto">
              <a:xfrm>
                <a:off x="2400" y="3600"/>
                <a:ext cx="17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400" b="1">
                    <a:solidFill>
                      <a:srgbClr val="A50021"/>
                    </a:solidFill>
                    <a:ea typeface="仿宋_GB2312" pitchFamily="49" charset="-122"/>
                  </a:rPr>
                  <a:t>（</a:t>
                </a:r>
                <a:r>
                  <a:rPr lang="zh-CN" altLang="en-US" sz="2800" b="1">
                    <a:solidFill>
                      <a:srgbClr val="A50021"/>
                    </a:solidFill>
                    <a:latin typeface="宋体" panose="02010600030101010101" pitchFamily="2" charset="-122"/>
                    <a:ea typeface="仿宋_GB2312" pitchFamily="49" charset="-122"/>
                  </a:rPr>
                  <a:t>取绝对值</a:t>
                </a:r>
                <a:r>
                  <a:rPr lang="zh-CN" altLang="en-US" sz="2800" b="1">
                    <a:solidFill>
                      <a:srgbClr val="A50021"/>
                    </a:solidFill>
                    <a:latin typeface="宋体" panose="02010600030101010101" pitchFamily="2" charset="-122"/>
                  </a:rPr>
                  <a:t>）</a:t>
                </a:r>
                <a:endParaRPr lang="zh-CN" altLang="en-US" sz="2400" b="1">
                  <a:ea typeface="楷体_GB2312" pitchFamily="49" charset="-122"/>
                </a:endParaRPr>
              </a:p>
            </p:txBody>
          </p:sp>
        </p:grpSp>
        <p:graphicFrame>
          <p:nvGraphicFramePr>
            <p:cNvPr id="5136" name="Object 49">
              <a:extLst>
                <a:ext uri="{FF2B5EF4-FFF2-40B4-BE49-F238E27FC236}">
                  <a16:creationId xmlns:a16="http://schemas.microsoft.com/office/drawing/2014/main" id="{E6100E50-07A7-4C98-B160-6BF7D08B6C7B}"/>
                </a:ext>
              </a:extLst>
            </p:cNvPr>
            <p:cNvGraphicFramePr>
              <a:graphicFrameLocks noChangeAspect="1"/>
            </p:cNvGraphicFramePr>
            <p:nvPr/>
          </p:nvGraphicFramePr>
          <p:xfrm>
            <a:off x="1968" y="3072"/>
            <a:ext cx="356" cy="432"/>
          </p:xfrm>
          <a:graphic>
            <a:graphicData uri="http://schemas.openxmlformats.org/presentationml/2006/ole">
              <mc:AlternateContent xmlns:mc="http://schemas.openxmlformats.org/markup-compatibility/2006">
                <mc:Choice xmlns:v="urn:schemas-microsoft-com:vml" Requires="v">
                  <p:oleObj name="Equation" r:id="rId25" imgW="177569" imgH="215619" progId="Equation.3">
                    <p:embed/>
                  </p:oleObj>
                </mc:Choice>
                <mc:Fallback>
                  <p:oleObj name="Equation" r:id="rId25" imgW="177569" imgH="215619" progId="Equation.3">
                    <p:embed/>
                    <p:pic>
                      <p:nvPicPr>
                        <p:cNvPr id="5136" name="Object 49">
                          <a:extLst>
                            <a:ext uri="{FF2B5EF4-FFF2-40B4-BE49-F238E27FC236}">
                              <a16:creationId xmlns:a16="http://schemas.microsoft.com/office/drawing/2014/main" id="{E6100E50-07A7-4C98-B160-6BF7D08B6C7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68" y="3072"/>
                          <a:ext cx="356"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7" name="Object 50">
              <a:extLst>
                <a:ext uri="{FF2B5EF4-FFF2-40B4-BE49-F238E27FC236}">
                  <a16:creationId xmlns:a16="http://schemas.microsoft.com/office/drawing/2014/main" id="{805E2697-1630-492F-8844-84D176597FAE}"/>
                </a:ext>
              </a:extLst>
            </p:cNvPr>
            <p:cNvGraphicFramePr>
              <a:graphicFrameLocks noChangeAspect="1"/>
            </p:cNvGraphicFramePr>
            <p:nvPr/>
          </p:nvGraphicFramePr>
          <p:xfrm>
            <a:off x="1920" y="3552"/>
            <a:ext cx="399" cy="424"/>
          </p:xfrm>
          <a:graphic>
            <a:graphicData uri="http://schemas.openxmlformats.org/presentationml/2006/ole">
              <mc:AlternateContent xmlns:mc="http://schemas.openxmlformats.org/markup-compatibility/2006">
                <mc:Choice xmlns:v="urn:schemas-microsoft-com:vml" Requires="v">
                  <p:oleObj name="Equation" r:id="rId27" imgW="203024" imgH="215713" progId="Equation.3">
                    <p:embed/>
                  </p:oleObj>
                </mc:Choice>
                <mc:Fallback>
                  <p:oleObj name="Equation" r:id="rId27" imgW="203024" imgH="215713" progId="Equation.3">
                    <p:embed/>
                    <p:pic>
                      <p:nvPicPr>
                        <p:cNvPr id="5137" name="Object 50">
                          <a:extLst>
                            <a:ext uri="{FF2B5EF4-FFF2-40B4-BE49-F238E27FC236}">
                              <a16:creationId xmlns:a16="http://schemas.microsoft.com/office/drawing/2014/main" id="{805E2697-1630-492F-8844-84D176597FA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920" y="3552"/>
                          <a:ext cx="399" cy="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4195" name="Text Box 51">
            <a:extLst>
              <a:ext uri="{FF2B5EF4-FFF2-40B4-BE49-F238E27FC236}">
                <a16:creationId xmlns:a16="http://schemas.microsoft.com/office/drawing/2014/main" id="{8F8CFBFD-9C56-4069-982A-5643BD659D2B}"/>
              </a:ext>
            </a:extLst>
          </p:cNvPr>
          <p:cNvSpPr txBox="1">
            <a:spLocks noChangeArrowheads="1"/>
          </p:cNvSpPr>
          <p:nvPr/>
        </p:nvSpPr>
        <p:spPr bwMode="auto">
          <a:xfrm>
            <a:off x="468313" y="1557338"/>
            <a:ext cx="79914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b="1" dirty="0">
                <a:solidFill>
                  <a:srgbClr val="0033CC"/>
                </a:solidFill>
                <a:ea typeface="华文中宋" panose="02010600040101010101" pitchFamily="2" charset="-122"/>
              </a:rPr>
              <a:t>工质在整个循环过程中对外作的</a:t>
            </a:r>
            <a:r>
              <a:rPr lang="zh-CN" altLang="en-US" sz="2800" b="1" dirty="0">
                <a:solidFill>
                  <a:srgbClr val="FF0000"/>
                </a:solidFill>
                <a:ea typeface="华文中宋" panose="02010600040101010101" pitchFamily="2" charset="-122"/>
              </a:rPr>
              <a:t>净功</a:t>
            </a:r>
            <a:r>
              <a:rPr lang="zh-CN" altLang="en-US" sz="2800" b="1" dirty="0">
                <a:solidFill>
                  <a:srgbClr val="0033CC"/>
                </a:solidFill>
                <a:ea typeface="华文中宋" panose="02010600040101010101" pitchFamily="2" charset="-122"/>
              </a:rPr>
              <a:t>等于曲线所包围的面积。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4195"/>
                                        </p:tgtEl>
                                        <p:attrNameLst>
                                          <p:attrName>style.visibility</p:attrName>
                                        </p:attrNameLst>
                                      </p:cBhvr>
                                      <p:to>
                                        <p:strVal val="visible"/>
                                      </p:to>
                                    </p:set>
                                    <p:anim to="" calcmode="lin" valueType="num">
                                      <p:cBhvr>
                                        <p:cTn id="12" dur="1" fill="hold"/>
                                        <p:tgtEl>
                                          <p:spTgt spid="134195"/>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vertic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ox(out)">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95"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Text Box 1026">
            <a:extLst>
              <a:ext uri="{FF2B5EF4-FFF2-40B4-BE49-F238E27FC236}">
                <a16:creationId xmlns:a16="http://schemas.microsoft.com/office/drawing/2014/main" id="{38629033-E96D-4388-941F-FD24B5AAA96F}"/>
              </a:ext>
            </a:extLst>
          </p:cNvPr>
          <p:cNvSpPr txBox="1">
            <a:spLocks noChangeArrowheads="1"/>
          </p:cNvSpPr>
          <p:nvPr/>
        </p:nvSpPr>
        <p:spPr bwMode="auto">
          <a:xfrm>
            <a:off x="698500" y="287338"/>
            <a:ext cx="3429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185738" indent="-63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i="1">
                <a:ea typeface="楷体_GB2312" pitchFamily="49" charset="-122"/>
                <a:cs typeface="Times New Roman" panose="02020603050405020304" pitchFamily="18" charset="0"/>
              </a:rPr>
              <a:t>∆E=</a:t>
            </a:r>
            <a:r>
              <a:rPr lang="en-US" altLang="zh-CN" b="1">
                <a:ea typeface="楷体_GB2312" pitchFamily="49" charset="-122"/>
                <a:cs typeface="Times New Roman" panose="02020603050405020304" pitchFamily="18" charset="0"/>
              </a:rPr>
              <a:t>0</a:t>
            </a:r>
            <a:r>
              <a:rPr lang="zh-CN" altLang="en-US" b="1">
                <a:ea typeface="楷体_GB2312" pitchFamily="49" charset="-122"/>
                <a:cs typeface="Times New Roman" panose="02020603050405020304" pitchFamily="18" charset="0"/>
              </a:rPr>
              <a:t>，</a:t>
            </a:r>
            <a:r>
              <a:rPr lang="en-US" altLang="zh-CN" b="1" i="1">
                <a:ea typeface="楷体_GB2312" pitchFamily="49" charset="-122"/>
                <a:cs typeface="Times New Roman" panose="02020603050405020304" pitchFamily="18" charset="0"/>
              </a:rPr>
              <a:t>W= Q</a:t>
            </a:r>
            <a:r>
              <a:rPr lang="en-US" altLang="zh-CN" b="1" baseline="-25000">
                <a:ea typeface="楷体_GB2312" pitchFamily="49" charset="-122"/>
                <a:cs typeface="Times New Roman" panose="02020603050405020304" pitchFamily="18" charset="0"/>
              </a:rPr>
              <a:t>1</a:t>
            </a:r>
            <a:r>
              <a:rPr lang="en-US" altLang="zh-CN" b="1" i="1">
                <a:ea typeface="楷体_GB2312" pitchFamily="49" charset="-122"/>
                <a:cs typeface="Times New Roman" panose="02020603050405020304" pitchFamily="18" charset="0"/>
              </a:rPr>
              <a:t>-Q</a:t>
            </a:r>
            <a:r>
              <a:rPr lang="en-US" altLang="zh-CN" b="1" baseline="-25000">
                <a:ea typeface="楷体_GB2312" pitchFamily="49" charset="-122"/>
                <a:cs typeface="Times New Roman" panose="02020603050405020304" pitchFamily="18" charset="0"/>
              </a:rPr>
              <a:t>2</a:t>
            </a:r>
            <a:endParaRPr lang="en-US" altLang="zh-CN" sz="2400" b="1" baseline="-25000">
              <a:latin typeface="Arial" panose="020B0604020202020204" pitchFamily="34" charset="0"/>
              <a:ea typeface="楷体_GB2312" pitchFamily="49" charset="-122"/>
              <a:cs typeface="Times New Roman" panose="02020603050405020304" pitchFamily="18" charset="0"/>
            </a:endParaRPr>
          </a:p>
        </p:txBody>
      </p:sp>
      <p:sp>
        <p:nvSpPr>
          <p:cNvPr id="94212" name="Text Box 1028">
            <a:extLst>
              <a:ext uri="{FF2B5EF4-FFF2-40B4-BE49-F238E27FC236}">
                <a16:creationId xmlns:a16="http://schemas.microsoft.com/office/drawing/2014/main" id="{02B5F4CB-9B29-4E79-A7D3-B409F4B69617}"/>
              </a:ext>
            </a:extLst>
          </p:cNvPr>
          <p:cNvSpPr txBox="1">
            <a:spLocks noChangeArrowheads="1"/>
          </p:cNvSpPr>
          <p:nvPr/>
        </p:nvSpPr>
        <p:spPr bwMode="auto">
          <a:xfrm>
            <a:off x="900113" y="1392238"/>
            <a:ext cx="3979862"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3333FF"/>
                </a:solidFill>
                <a:ea typeface="楷体_GB2312" pitchFamily="49" charset="-122"/>
              </a:rPr>
              <a:t>热机效率或循环效率：</a:t>
            </a:r>
          </a:p>
          <a:p>
            <a:pPr lvl="1" eaLnBrk="1" hangingPunct="1">
              <a:spcBef>
                <a:spcPct val="0"/>
              </a:spcBef>
              <a:buFontTx/>
              <a:buNone/>
            </a:pPr>
            <a:r>
              <a:rPr lang="zh-CN" altLang="en-US" sz="2400" b="1">
                <a:latin typeface="宋体" panose="02010600030101010101" pitchFamily="2" charset="-122"/>
              </a:rPr>
              <a:t>表示热机的效率</a:t>
            </a:r>
          </a:p>
        </p:txBody>
      </p:sp>
      <p:graphicFrame>
        <p:nvGraphicFramePr>
          <p:cNvPr id="94213" name="Object 1029">
            <a:extLst>
              <a:ext uri="{FF2B5EF4-FFF2-40B4-BE49-F238E27FC236}">
                <a16:creationId xmlns:a16="http://schemas.microsoft.com/office/drawing/2014/main" id="{7F325E96-8DF2-4BB3-81C3-CF0C7348E099}"/>
              </a:ext>
            </a:extLst>
          </p:cNvPr>
          <p:cNvGraphicFramePr>
            <a:graphicFrameLocks noChangeAspect="1"/>
          </p:cNvGraphicFramePr>
          <p:nvPr/>
        </p:nvGraphicFramePr>
        <p:xfrm>
          <a:off x="1408113" y="2509838"/>
          <a:ext cx="4027487" cy="1063625"/>
        </p:xfrm>
        <a:graphic>
          <a:graphicData uri="http://schemas.openxmlformats.org/presentationml/2006/ole">
            <mc:AlternateContent xmlns:mc="http://schemas.openxmlformats.org/markup-compatibility/2006">
              <mc:Choice xmlns:v="urn:schemas-microsoft-com:vml" Requires="v">
                <p:oleObj name="公式" r:id="rId2" imgW="1675673" imgH="444307" progId="Equation.3">
                  <p:embed/>
                </p:oleObj>
              </mc:Choice>
              <mc:Fallback>
                <p:oleObj name="公式" r:id="rId2" imgW="1675673" imgH="444307" progId="Equation.3">
                  <p:embed/>
                  <p:pic>
                    <p:nvPicPr>
                      <p:cNvPr id="94213" name="Object 1029">
                        <a:extLst>
                          <a:ext uri="{FF2B5EF4-FFF2-40B4-BE49-F238E27FC236}">
                            <a16:creationId xmlns:a16="http://schemas.microsoft.com/office/drawing/2014/main" id="{7F325E96-8DF2-4BB3-81C3-CF0C7348E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2509838"/>
                        <a:ext cx="4027487" cy="1063625"/>
                      </a:xfrm>
                      <a:prstGeom prst="rect">
                        <a:avLst/>
                      </a:prstGeom>
                      <a:gradFill rotWithShape="0">
                        <a:gsLst>
                          <a:gs pos="0">
                            <a:schemeClr val="accent1"/>
                          </a:gs>
                          <a:gs pos="50000">
                            <a:srgbClr val="FFFFFF"/>
                          </a:gs>
                          <a:gs pos="100000">
                            <a:schemeClr val="accent1"/>
                          </a:gs>
                        </a:gsLst>
                        <a:lin ang="5400000" scaled="1"/>
                      </a:gradFill>
                      <a:ln w="254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46" name="Text Box 1062">
            <a:extLst>
              <a:ext uri="{FF2B5EF4-FFF2-40B4-BE49-F238E27FC236}">
                <a16:creationId xmlns:a16="http://schemas.microsoft.com/office/drawing/2014/main" id="{105A6B13-CC43-4A83-BC2F-596720A4BC07}"/>
              </a:ext>
            </a:extLst>
          </p:cNvPr>
          <p:cNvSpPr txBox="1">
            <a:spLocks noChangeArrowheads="1"/>
          </p:cNvSpPr>
          <p:nvPr/>
        </p:nvSpPr>
        <p:spPr bwMode="auto">
          <a:xfrm>
            <a:off x="4430713" y="385763"/>
            <a:ext cx="4173537" cy="5222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800" b="1">
                <a:solidFill>
                  <a:srgbClr val="FF0000"/>
                </a:solidFill>
              </a:rPr>
              <a:t>注意：</a:t>
            </a:r>
            <a:r>
              <a:rPr lang="en-US" altLang="zh-CN" sz="2800" b="1">
                <a:solidFill>
                  <a:srgbClr val="FF0000"/>
                </a:solidFill>
              </a:rPr>
              <a:t>W</a:t>
            </a:r>
            <a:r>
              <a:rPr lang="zh-CN" altLang="en-US" sz="2800" b="1">
                <a:solidFill>
                  <a:srgbClr val="FF0000"/>
                </a:solidFill>
              </a:rPr>
              <a:t>和</a:t>
            </a:r>
            <a:r>
              <a:rPr lang="en-US" altLang="zh-CN" sz="2800" b="1">
                <a:solidFill>
                  <a:srgbClr val="FF0000"/>
                </a:solidFill>
              </a:rPr>
              <a:t>Q</a:t>
            </a:r>
            <a:r>
              <a:rPr lang="zh-CN" altLang="en-US" sz="2800" b="1">
                <a:solidFill>
                  <a:srgbClr val="FF0000"/>
                </a:solidFill>
              </a:rPr>
              <a:t>均为绝对值</a:t>
            </a:r>
          </a:p>
        </p:txBody>
      </p:sp>
      <p:sp>
        <p:nvSpPr>
          <p:cNvPr id="94247" name="AutoShape 1063">
            <a:extLst>
              <a:ext uri="{FF2B5EF4-FFF2-40B4-BE49-F238E27FC236}">
                <a16:creationId xmlns:a16="http://schemas.microsoft.com/office/drawing/2014/main" id="{DD8E7154-4E7B-40B5-9E11-8C812EE6E883}"/>
              </a:ext>
            </a:extLst>
          </p:cNvPr>
          <p:cNvSpPr>
            <a:spLocks noChangeArrowheads="1"/>
          </p:cNvSpPr>
          <p:nvPr/>
        </p:nvSpPr>
        <p:spPr bwMode="auto">
          <a:xfrm>
            <a:off x="5724525" y="2082800"/>
            <a:ext cx="2233613" cy="682625"/>
          </a:xfrm>
          <a:prstGeom prst="wedgeRoundRectCallout">
            <a:avLst>
              <a:gd name="adj1" fmla="val -41097"/>
              <a:gd name="adj2" fmla="val -230699"/>
              <a:gd name="adj3" fmla="val 16667"/>
            </a:avLst>
          </a:prstGeom>
          <a:solidFill>
            <a:srgbClr val="FFFF66"/>
          </a:solidFill>
          <a:ln w="9525">
            <a:solidFill>
              <a:srgbClr val="FF00FF"/>
            </a:solidFill>
            <a:miter lim="800000"/>
            <a:headEnd/>
            <a:tailEnd/>
          </a:ln>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a:t>W</a:t>
            </a:r>
            <a:r>
              <a:rPr lang="zh-CN" altLang="en-US" sz="2000" b="1"/>
              <a:t>为工作物质对外所作的净功</a:t>
            </a:r>
          </a:p>
        </p:txBody>
      </p:sp>
      <p:sp>
        <p:nvSpPr>
          <p:cNvPr id="94248" name="AutoShape 1064">
            <a:extLst>
              <a:ext uri="{FF2B5EF4-FFF2-40B4-BE49-F238E27FC236}">
                <a16:creationId xmlns:a16="http://schemas.microsoft.com/office/drawing/2014/main" id="{0E880C96-E411-4E37-8213-E18B6AD44CA9}"/>
              </a:ext>
            </a:extLst>
          </p:cNvPr>
          <p:cNvSpPr>
            <a:spLocks noChangeArrowheads="1"/>
          </p:cNvSpPr>
          <p:nvPr/>
        </p:nvSpPr>
        <p:spPr bwMode="auto">
          <a:xfrm>
            <a:off x="4843463" y="3938588"/>
            <a:ext cx="2735262" cy="682625"/>
          </a:xfrm>
          <a:prstGeom prst="wedgeRoundRectCallout">
            <a:avLst>
              <a:gd name="adj1" fmla="val -93819"/>
              <a:gd name="adj2" fmla="val -111861"/>
              <a:gd name="adj3" fmla="val 16667"/>
            </a:avLst>
          </a:prstGeom>
          <a:solidFill>
            <a:srgbClr val="FFFF66"/>
          </a:solidFill>
          <a:ln w="9525">
            <a:solidFill>
              <a:srgbClr val="FF00FF"/>
            </a:solidFill>
            <a:miter lim="800000"/>
            <a:headEnd/>
            <a:tailEnd/>
          </a:ln>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000" b="1" i="1"/>
              <a:t>Q</a:t>
            </a:r>
            <a:r>
              <a:rPr lang="en-US" altLang="zh-CN" sz="2000" b="1" i="1" baseline="-25000"/>
              <a:t>1</a:t>
            </a:r>
            <a:r>
              <a:rPr lang="zh-CN" altLang="en-US" sz="2000" b="1"/>
              <a:t>为工作物质吸收的热量</a:t>
            </a:r>
          </a:p>
        </p:txBody>
      </p:sp>
      <p:sp>
        <p:nvSpPr>
          <p:cNvPr id="37" name="Text Box 3">
            <a:extLst>
              <a:ext uri="{FF2B5EF4-FFF2-40B4-BE49-F238E27FC236}">
                <a16:creationId xmlns:a16="http://schemas.microsoft.com/office/drawing/2014/main" id="{58010103-78E8-4466-A401-DB06A5155E14}"/>
              </a:ext>
            </a:extLst>
          </p:cNvPr>
          <p:cNvSpPr txBox="1">
            <a:spLocks noChangeArrowheads="1"/>
          </p:cNvSpPr>
          <p:nvPr/>
        </p:nvSpPr>
        <p:spPr bwMode="auto">
          <a:xfrm>
            <a:off x="900113" y="4292600"/>
            <a:ext cx="38100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solidFill>
                  <a:srgbClr val="3333FF"/>
                </a:solidFill>
                <a:ea typeface="楷体_GB2312" pitchFamily="49" charset="-122"/>
              </a:rPr>
              <a:t>制冷系数：</a:t>
            </a:r>
          </a:p>
          <a:p>
            <a:pPr lvl="1" eaLnBrk="1" hangingPunct="1">
              <a:spcBef>
                <a:spcPct val="0"/>
              </a:spcBef>
              <a:buFontTx/>
              <a:buNone/>
            </a:pPr>
            <a:r>
              <a:rPr lang="zh-CN" altLang="en-US" sz="2400" b="1">
                <a:latin typeface="宋体" panose="02010600030101010101" pitchFamily="2" charset="-122"/>
              </a:rPr>
              <a:t>表示制冷机的效率</a:t>
            </a:r>
            <a:endParaRPr lang="zh-CN" altLang="en-US" sz="2400" b="1">
              <a:latin typeface="楷体_GB2312" pitchFamily="49" charset="-122"/>
              <a:ea typeface="楷体_GB2312" pitchFamily="49" charset="-122"/>
              <a:sym typeface="Symbol" panose="05050102010706020507" pitchFamily="18" charset="2"/>
            </a:endParaRPr>
          </a:p>
        </p:txBody>
      </p:sp>
      <mc:AlternateContent xmlns:mc="http://schemas.openxmlformats.org/markup-compatibility/2006" xmlns:a14="http://schemas.microsoft.com/office/drawing/2010/main">
        <mc:Choice Requires="a14">
          <p:sp>
            <p:nvSpPr>
              <p:cNvPr id="38" name="Object 4">
                <a:extLst>
                  <a:ext uri="{FF2B5EF4-FFF2-40B4-BE49-F238E27FC236}">
                    <a16:creationId xmlns:a16="http://schemas.microsoft.com/office/drawing/2014/main" id="{51255BFC-51BF-4772-B94E-2BDD2BCE7ED8}"/>
                  </a:ext>
                </a:extLst>
              </p:cNvPr>
              <p:cNvSpPr txBox="1"/>
              <p:nvPr/>
            </p:nvSpPr>
            <p:spPr bwMode="auto">
              <a:xfrm>
                <a:off x="1907704" y="5321300"/>
                <a:ext cx="3433762" cy="1050925"/>
              </a:xfrm>
              <a:prstGeom prst="rect">
                <a:avLst/>
              </a:prstGeom>
              <a:gradFill rotWithShape="0">
                <a:gsLst>
                  <a:gs pos="0">
                    <a:schemeClr val="accent1"/>
                  </a:gs>
                  <a:gs pos="50000">
                    <a:srgbClr val="FFFFFF"/>
                  </a:gs>
                  <a:gs pos="100000">
                    <a:schemeClr val="accent1"/>
                  </a:gs>
                </a:gsLst>
                <a:lin ang="5400000" scaled="1"/>
              </a:gradFill>
              <a:ln w="25400">
                <a:solidFill>
                  <a:schemeClr val="folHlink"/>
                </a:solid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𝝎</m:t>
                      </m:r>
                      <m:r>
                        <a:rPr lang="zh-CN" altLang="en-US" sz="2800" b="1" i="1">
                          <a:solidFill>
                            <a:srgbClr val="000000"/>
                          </a:solidFill>
                          <a:latin typeface="Cambria Math" panose="02040503050406030204" pitchFamily="18" charset="0"/>
                        </a:rPr>
                        <m:t>=</m:t>
                      </m:r>
                      <m:f>
                        <m:fPr>
                          <m:ctrlPr>
                            <a:rPr lang="zh-CN" altLang="en-US" sz="2800" b="1" i="1">
                              <a:solidFill>
                                <a:srgbClr val="000000"/>
                              </a:solidFill>
                              <a:latin typeface="Cambria Math" panose="02040503050406030204" pitchFamily="18" charset="0"/>
                            </a:rPr>
                          </m:ctrlPr>
                        </m:fPr>
                        <m:num>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𝑸</m:t>
                              </m:r>
                            </m:e>
                            <m:sub>
                              <m:r>
                                <a:rPr lang="zh-CN" altLang="en-US" sz="2800" b="1" i="1">
                                  <a:solidFill>
                                    <a:srgbClr val="000000"/>
                                  </a:solidFill>
                                  <a:latin typeface="Cambria Math" panose="02040503050406030204" pitchFamily="18" charset="0"/>
                                </a:rPr>
                                <m:t>𝟐</m:t>
                              </m:r>
                            </m:sub>
                          </m:sSub>
                        </m:num>
                        <m:den>
                          <m:r>
                            <a:rPr lang="zh-CN" altLang="en-US" sz="2800" b="1" i="1">
                              <a:solidFill>
                                <a:srgbClr val="000000"/>
                              </a:solidFill>
                              <a:latin typeface="Cambria Math" panose="02040503050406030204" pitchFamily="18" charset="0"/>
                            </a:rPr>
                            <m:t>𝑾</m:t>
                          </m:r>
                        </m:den>
                      </m:f>
                      <m:r>
                        <a:rPr lang="zh-CN" altLang="en-US" sz="2800" b="1" i="1">
                          <a:solidFill>
                            <a:srgbClr val="000000"/>
                          </a:solidFill>
                          <a:latin typeface="Cambria Math" panose="02040503050406030204" pitchFamily="18" charset="0"/>
                        </a:rPr>
                        <m:t>=</m:t>
                      </m:r>
                      <m:f>
                        <m:fPr>
                          <m:ctrlPr>
                            <a:rPr lang="zh-CN" altLang="en-US" sz="2800" b="1" i="1">
                              <a:solidFill>
                                <a:srgbClr val="000000"/>
                              </a:solidFill>
                              <a:latin typeface="Cambria Math" panose="02040503050406030204" pitchFamily="18" charset="0"/>
                            </a:rPr>
                          </m:ctrlPr>
                        </m:fPr>
                        <m:num>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𝑸</m:t>
                              </m:r>
                            </m:e>
                            <m:sub>
                              <m:r>
                                <a:rPr lang="zh-CN" altLang="en-US" sz="2800" b="1" i="1">
                                  <a:solidFill>
                                    <a:srgbClr val="000000"/>
                                  </a:solidFill>
                                  <a:latin typeface="Cambria Math" panose="02040503050406030204" pitchFamily="18" charset="0"/>
                                </a:rPr>
                                <m:t>𝟐</m:t>
                              </m:r>
                            </m:sub>
                          </m:sSub>
                        </m:num>
                        <m:den>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𝑸</m:t>
                              </m:r>
                            </m:e>
                            <m:sub>
                              <m:r>
                                <a:rPr lang="zh-CN" altLang="en-US" sz="2800" b="1" i="1">
                                  <a:solidFill>
                                    <a:srgbClr val="000000"/>
                                  </a:solidFill>
                                  <a:latin typeface="Cambria Math" panose="02040503050406030204" pitchFamily="18" charset="0"/>
                                </a:rPr>
                                <m:t>𝟏</m:t>
                              </m:r>
                            </m:sub>
                          </m:sSub>
                          <m:r>
                            <a:rPr lang="zh-CN" altLang="en-US" sz="2800" b="1" i="1">
                              <a:solidFill>
                                <a:srgbClr val="000000"/>
                              </a:solidFill>
                              <a:latin typeface="Cambria Math" panose="02040503050406030204" pitchFamily="18" charset="0"/>
                            </a:rPr>
                            <m:t>−</m:t>
                          </m:r>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𝑸</m:t>
                              </m:r>
                            </m:e>
                            <m:sub>
                              <m:r>
                                <a:rPr lang="zh-CN" altLang="en-US" sz="2800" b="1" i="1">
                                  <a:solidFill>
                                    <a:srgbClr val="000000"/>
                                  </a:solidFill>
                                  <a:latin typeface="Cambria Math" panose="02040503050406030204" pitchFamily="18" charset="0"/>
                                </a:rPr>
                                <m:t>𝟐</m:t>
                              </m:r>
                            </m:sub>
                          </m:sSub>
                        </m:den>
                      </m:f>
                    </m:oMath>
                  </m:oMathPara>
                </a14:m>
                <a:endParaRPr lang="zh-CN" altLang="en-US" sz="2800" b="1" dirty="0">
                  <a:latin typeface="+mn-lt"/>
                </a:endParaRPr>
              </a:p>
            </p:txBody>
          </p:sp>
        </mc:Choice>
        <mc:Fallback xmlns="">
          <p:sp>
            <p:nvSpPr>
              <p:cNvPr id="38" name="Object 4">
                <a:extLst>
                  <a:ext uri="{FF2B5EF4-FFF2-40B4-BE49-F238E27FC236}">
                    <a16:creationId xmlns:a16="http://schemas.microsoft.com/office/drawing/2014/main" id="{51255BFC-51BF-4772-B94E-2BDD2BCE7ED8}"/>
                  </a:ext>
                </a:extLst>
              </p:cNvPr>
              <p:cNvSpPr txBox="1">
                <a:spLocks noRot="1" noChangeAspect="1" noMove="1" noResize="1" noEditPoints="1" noAdjustHandles="1" noChangeArrowheads="1" noChangeShapeType="1" noTextEdit="1"/>
              </p:cNvSpPr>
              <p:nvPr/>
            </p:nvSpPr>
            <p:spPr bwMode="auto">
              <a:xfrm>
                <a:off x="1907704" y="5321300"/>
                <a:ext cx="3433762" cy="1050925"/>
              </a:xfrm>
              <a:prstGeom prst="rect">
                <a:avLst/>
              </a:prstGeom>
              <a:blipFill>
                <a:blip r:embed="rId5"/>
                <a:stretch>
                  <a:fillRect/>
                </a:stretch>
              </a:blipFill>
              <a:ln w="25400">
                <a:solidFill>
                  <a:schemeClr val="folHlink"/>
                </a:solidFill>
                <a:miter lim="800000"/>
                <a:headEnd/>
                <a:tailEnd/>
              </a:ln>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62879CE1-E08B-44C2-AB34-8C88E26468BB}"/>
              </a:ext>
            </a:extLst>
          </p:cNvPr>
          <p:cNvSpPr txBox="1"/>
          <p:nvPr/>
        </p:nvSpPr>
        <p:spPr>
          <a:xfrm>
            <a:off x="5724525" y="5517232"/>
            <a:ext cx="2951931" cy="461665"/>
          </a:xfrm>
          <a:prstGeom prst="rect">
            <a:avLst/>
          </a:prstGeom>
          <a:noFill/>
        </p:spPr>
        <p:txBody>
          <a:bodyPr wrap="square" rtlCol="0">
            <a:spAutoFit/>
          </a:bodyPr>
          <a:lstStyle/>
          <a:p>
            <a:r>
              <a:rPr lang="zh-CN" altLang="en-US" b="1" dirty="0">
                <a:solidFill>
                  <a:srgbClr val="FF0000"/>
                </a:solidFill>
              </a:rPr>
              <a:t>注意制冷机的吸放热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0">
                                            <p:txEl>
                                              <p:pRg st="0" end="0"/>
                                            </p:txEl>
                                          </p:spTgt>
                                        </p:tgtEl>
                                        <p:attrNameLst>
                                          <p:attrName>style.visibility</p:attrName>
                                        </p:attrNameLst>
                                      </p:cBhvr>
                                      <p:to>
                                        <p:strVal val="visible"/>
                                      </p:to>
                                    </p:set>
                                    <p:animEffect transition="in" filter="wipe(left)">
                                      <p:cBhvr>
                                        <p:cTn id="7" dur="500"/>
                                        <p:tgtEl>
                                          <p:spTgt spid="942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1" presetClass="entr" presetSubtype="0" fill="hold" grpId="0" nodeType="clickEffect">
                                  <p:stCondLst>
                                    <p:cond delay="0"/>
                                  </p:stCondLst>
                                  <p:childTnLst>
                                    <p:set>
                                      <p:cBhvr>
                                        <p:cTn id="11" dur="1" fill="hold">
                                          <p:stCondLst>
                                            <p:cond delay="0"/>
                                          </p:stCondLst>
                                        </p:cTn>
                                        <p:tgtEl>
                                          <p:spTgt spid="94246"/>
                                        </p:tgtEl>
                                        <p:attrNameLst>
                                          <p:attrName>style.visibility</p:attrName>
                                        </p:attrNameLst>
                                      </p:cBhvr>
                                      <p:to>
                                        <p:strVal val="visible"/>
                                      </p:to>
                                    </p:set>
                                    <p:animEffect transition="in" filter="fade">
                                      <p:cBhvr>
                                        <p:cTn id="12" dur="770" decel="100000"/>
                                        <p:tgtEl>
                                          <p:spTgt spid="94246"/>
                                        </p:tgtEl>
                                      </p:cBhvr>
                                    </p:animEffect>
                                    <p:animScale>
                                      <p:cBhvr>
                                        <p:cTn id="13" dur="770" decel="100000"/>
                                        <p:tgtEl>
                                          <p:spTgt spid="94246"/>
                                        </p:tgtEl>
                                      </p:cBhvr>
                                      <p:from x="10000" y="10000"/>
                                      <p:to x="200000" y="450000"/>
                                    </p:animScale>
                                    <p:animScale>
                                      <p:cBhvr>
                                        <p:cTn id="14" dur="1230" accel="100000" fill="hold">
                                          <p:stCondLst>
                                            <p:cond delay="770"/>
                                          </p:stCondLst>
                                        </p:cTn>
                                        <p:tgtEl>
                                          <p:spTgt spid="94246"/>
                                        </p:tgtEl>
                                      </p:cBhvr>
                                      <p:from x="200000" y="450000"/>
                                      <p:to x="100000" y="100000"/>
                                    </p:animScale>
                                    <p:set>
                                      <p:cBhvr>
                                        <p:cTn id="15" dur="770" fill="hold"/>
                                        <p:tgtEl>
                                          <p:spTgt spid="94246"/>
                                        </p:tgtEl>
                                        <p:attrNameLst>
                                          <p:attrName>ppt_x</p:attrName>
                                        </p:attrNameLst>
                                      </p:cBhvr>
                                      <p:to>
                                        <p:strVal val="(0.5)"/>
                                      </p:to>
                                    </p:set>
                                    <p:anim from="(0.5)" to="(#ppt_x)" calcmode="lin" valueType="num">
                                      <p:cBhvr>
                                        <p:cTn id="16" dur="1230" accel="100000" fill="hold">
                                          <p:stCondLst>
                                            <p:cond delay="770"/>
                                          </p:stCondLst>
                                        </p:cTn>
                                        <p:tgtEl>
                                          <p:spTgt spid="94246"/>
                                        </p:tgtEl>
                                        <p:attrNameLst>
                                          <p:attrName>ppt_x</p:attrName>
                                        </p:attrNameLst>
                                      </p:cBhvr>
                                    </p:anim>
                                    <p:set>
                                      <p:cBhvr>
                                        <p:cTn id="17" dur="770" fill="hold"/>
                                        <p:tgtEl>
                                          <p:spTgt spid="94246"/>
                                        </p:tgtEl>
                                        <p:attrNameLst>
                                          <p:attrName>ppt_y</p:attrName>
                                        </p:attrNameLst>
                                      </p:cBhvr>
                                      <p:to>
                                        <p:strVal val="(#ppt_y+0.4)"/>
                                      </p:to>
                                    </p:set>
                                    <p:anim from="(#ppt_y+0.4)" to="(#ppt_y)" calcmode="lin" valueType="num">
                                      <p:cBhvr>
                                        <p:cTn id="18" dur="1230" accel="100000" fill="hold">
                                          <p:stCondLst>
                                            <p:cond delay="770"/>
                                          </p:stCondLst>
                                        </p:cTn>
                                        <p:tgtEl>
                                          <p:spTgt spid="94246"/>
                                        </p:tgtEl>
                                        <p:attrNameLst>
                                          <p:attrName>ppt_y</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4212">
                                            <p:txEl>
                                              <p:pRg st="0" end="0"/>
                                            </p:txEl>
                                          </p:spTgt>
                                        </p:tgtEl>
                                        <p:attrNameLst>
                                          <p:attrName>style.visibility</p:attrName>
                                        </p:attrNameLst>
                                      </p:cBhvr>
                                      <p:to>
                                        <p:strVal val="visible"/>
                                      </p:to>
                                    </p:set>
                                    <p:animEffect transition="in" filter="wipe(left)">
                                      <p:cBhvr>
                                        <p:cTn id="23" dur="500"/>
                                        <p:tgtEl>
                                          <p:spTgt spid="94212">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4212">
                                            <p:txEl>
                                              <p:pRg st="1" end="1"/>
                                            </p:txEl>
                                          </p:spTgt>
                                        </p:tgtEl>
                                        <p:attrNameLst>
                                          <p:attrName>style.visibility</p:attrName>
                                        </p:attrNameLst>
                                      </p:cBhvr>
                                      <p:to>
                                        <p:strVal val="visible"/>
                                      </p:to>
                                    </p:set>
                                    <p:animEffect transition="in" filter="wipe(left)">
                                      <p:cBhvr>
                                        <p:cTn id="28" dur="500"/>
                                        <p:tgtEl>
                                          <p:spTgt spid="94212">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94213"/>
                                        </p:tgtEl>
                                        <p:attrNameLst>
                                          <p:attrName>style.visibility</p:attrName>
                                        </p:attrNameLst>
                                      </p:cBhvr>
                                      <p:to>
                                        <p:strVal val="visible"/>
                                      </p:to>
                                    </p:set>
                                    <p:animEffect transition="in" filter="wipe(left)">
                                      <p:cBhvr>
                                        <p:cTn id="33" dur="500"/>
                                        <p:tgtEl>
                                          <p:spTgt spid="942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4" presetClass="entr" presetSubtype="0" fill="hold" grpId="0" nodeType="clickEffect">
                                  <p:stCondLst>
                                    <p:cond delay="0"/>
                                  </p:stCondLst>
                                  <p:childTnLst>
                                    <p:set>
                                      <p:cBhvr>
                                        <p:cTn id="37" dur="1" fill="hold">
                                          <p:stCondLst>
                                            <p:cond delay="0"/>
                                          </p:stCondLst>
                                        </p:cTn>
                                        <p:tgtEl>
                                          <p:spTgt spid="94247"/>
                                        </p:tgtEl>
                                        <p:attrNameLst>
                                          <p:attrName>style.visibility</p:attrName>
                                        </p:attrNameLst>
                                      </p:cBhvr>
                                      <p:to>
                                        <p:strVal val="visible"/>
                                      </p:to>
                                    </p:set>
                                    <p:anim to="" calcmode="lin" valueType="num">
                                      <p:cBhvr>
                                        <p:cTn id="38" dur="1" fill="hold"/>
                                        <p:tgtEl>
                                          <p:spTgt spid="94247"/>
                                        </p:tgtEl>
                                        <p:attrNameLst>
                                          <p:attrName/>
                                        </p:attrNameLst>
                                      </p:cBhvr>
                                    </p:anim>
                                  </p:childTnLst>
                                </p:cTn>
                              </p:par>
                              <p:par>
                                <p:cTn id="39" presetID="24" presetClass="entr" presetSubtype="0" fill="hold" grpId="0" nodeType="withEffect">
                                  <p:stCondLst>
                                    <p:cond delay="0"/>
                                  </p:stCondLst>
                                  <p:childTnLst>
                                    <p:set>
                                      <p:cBhvr>
                                        <p:cTn id="40" dur="1" fill="hold">
                                          <p:stCondLst>
                                            <p:cond delay="0"/>
                                          </p:stCondLst>
                                        </p:cTn>
                                        <p:tgtEl>
                                          <p:spTgt spid="94248"/>
                                        </p:tgtEl>
                                        <p:attrNameLst>
                                          <p:attrName>style.visibility</p:attrName>
                                        </p:attrNameLst>
                                      </p:cBhvr>
                                      <p:to>
                                        <p:strVal val="visible"/>
                                      </p:to>
                                    </p:set>
                                    <p:anim to="" calcmode="lin" valueType="num">
                                      <p:cBhvr>
                                        <p:cTn id="41" dur="1" fill="hold"/>
                                        <p:tgtEl>
                                          <p:spTgt spid="94248"/>
                                        </p:tgtEl>
                                        <p:attrNameLst>
                                          <p:attrName/>
                                        </p:attrNameLst>
                                      </p:cBhvr>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7">
                                            <p:txEl>
                                              <p:pRg st="0" end="0"/>
                                            </p:txEl>
                                          </p:spTgt>
                                        </p:tgtEl>
                                        <p:attrNameLst>
                                          <p:attrName>style.visibility</p:attrName>
                                        </p:attrNameLst>
                                      </p:cBhvr>
                                      <p:to>
                                        <p:strVal val="visible"/>
                                      </p:to>
                                    </p:set>
                                    <p:animEffect transition="in" filter="wipe(left)">
                                      <p:cBhvr>
                                        <p:cTn id="46" dur="500"/>
                                        <p:tgtEl>
                                          <p:spTgt spid="37">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7">
                                            <p:txEl>
                                              <p:pRg st="1" end="1"/>
                                            </p:txEl>
                                          </p:spTgt>
                                        </p:tgtEl>
                                        <p:attrNameLst>
                                          <p:attrName>style.visibility</p:attrName>
                                        </p:attrNameLst>
                                      </p:cBhvr>
                                      <p:to>
                                        <p:strVal val="visible"/>
                                      </p:to>
                                    </p:set>
                                    <p:animEffect transition="in" filter="wipe(left)">
                                      <p:cBhvr>
                                        <p:cTn id="51" dur="500"/>
                                        <p:tgtEl>
                                          <p:spTgt spid="37">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bldLvl="2" autoUpdateAnimBg="0"/>
      <p:bldP spid="94212" grpId="0" build="p" bldLvl="2" autoUpdateAnimBg="0"/>
      <p:bldP spid="94246" grpId="0" animBg="1"/>
      <p:bldP spid="94247" grpId="0" animBg="1"/>
      <p:bldP spid="94248" grpId="0" animBg="1"/>
      <p:bldP spid="37" grpId="0" build="p" bldLvl="2" autoUpdateAnimBg="0"/>
      <p:bldP spid="38" grpId="0" animBg="1"/>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descr="新闻纸"/>
          <p:cNvSpPr>
            <a:spLocks noChangeArrowheads="1"/>
          </p:cNvSpPr>
          <p:nvPr/>
        </p:nvSpPr>
        <p:spPr bwMode="auto">
          <a:xfrm>
            <a:off x="0" y="0"/>
            <a:ext cx="9144000" cy="6858024"/>
          </a:xfrm>
          <a:prstGeom prst="rect">
            <a:avLst/>
          </a:prstGeom>
          <a:blipFill dpi="0" rotWithShape="0">
            <a:blip r:embed="rId2"/>
            <a:srcRect/>
            <a:tile tx="0" ty="0" sx="100000" sy="100000" flip="none" algn="tl"/>
          </a:blipFill>
          <a:ln w="9525">
            <a:noFill/>
            <a:miter lim="800000"/>
          </a:ln>
          <a:effectLst/>
        </p:spPr>
        <p:txBody>
          <a:bodyPr wrap="none" anchor="ctr"/>
          <a:lstStyle/>
          <a:p>
            <a:endParaRPr lang="zh-CN" altLang="en-US"/>
          </a:p>
        </p:txBody>
      </p:sp>
      <p:grpSp>
        <p:nvGrpSpPr>
          <p:cNvPr id="3" name="Group 18"/>
          <p:cNvGrpSpPr/>
          <p:nvPr/>
        </p:nvGrpSpPr>
        <p:grpSpPr bwMode="auto">
          <a:xfrm>
            <a:off x="404813" y="3214686"/>
            <a:ext cx="8310591" cy="1357322"/>
            <a:chOff x="248" y="839"/>
            <a:chExt cx="5228" cy="1079"/>
          </a:xfrm>
        </p:grpSpPr>
        <p:sp>
          <p:nvSpPr>
            <p:cNvPr id="10248" name="Rectangle 8"/>
            <p:cNvSpPr>
              <a:spLocks noChangeArrowheads="1"/>
            </p:cNvSpPr>
            <p:nvPr/>
          </p:nvSpPr>
          <p:spPr bwMode="auto">
            <a:xfrm>
              <a:off x="248" y="839"/>
              <a:ext cx="5228" cy="1079"/>
            </a:xfrm>
            <a:prstGeom prst="rect">
              <a:avLst/>
            </a:prstGeom>
            <a:solidFill>
              <a:schemeClr val="bg1"/>
            </a:solidFill>
            <a:ln w="9525">
              <a:solidFill>
                <a:schemeClr val="bg1"/>
              </a:solidFill>
              <a:miter lim="800000"/>
            </a:ln>
            <a:effectLst>
              <a:outerShdw dist="71842" dir="2700000" algn="ctr" rotWithShape="0">
                <a:srgbClr val="B2B2B2"/>
              </a:outerShdw>
            </a:effectLst>
          </p:spPr>
          <p:txBody>
            <a:bodyPr wrap="none" anchor="ctr"/>
            <a:lstStyle/>
            <a:p>
              <a:endParaRPr lang="zh-CN" altLang="en-US"/>
            </a:p>
          </p:txBody>
        </p:sp>
        <p:sp>
          <p:nvSpPr>
            <p:cNvPr id="10249" name="WordArt 9"/>
            <p:cNvSpPr>
              <a:spLocks noChangeArrowheads="1" noChangeShapeType="1" noTextEdit="1"/>
            </p:cNvSpPr>
            <p:nvPr/>
          </p:nvSpPr>
          <p:spPr bwMode="auto">
            <a:xfrm>
              <a:off x="537" y="971"/>
              <a:ext cx="1791" cy="184"/>
            </a:xfrm>
            <a:prstGeom prst="rect">
              <a:avLst/>
            </a:prstGeom>
          </p:spPr>
          <p:txBody>
            <a:bodyPr wrap="none" fromWordArt="1">
              <a:prstTxWarp prst="textPlain">
                <a:avLst>
                  <a:gd name="adj" fmla="val 50000"/>
                </a:avLst>
              </a:prstTxWarp>
            </a:bodyPr>
            <a:lstStyle/>
            <a:p>
              <a:pPr algn="ctr"/>
              <a:r>
                <a:rPr lang="zh-CN" altLang="en-US" sz="3600" kern="10">
                  <a:ln w="9525">
                    <a:solidFill>
                      <a:srgbClr val="006600"/>
                    </a:solidFill>
                    <a:round/>
                  </a:ln>
                  <a:solidFill>
                    <a:srgbClr val="006600"/>
                  </a:solidFill>
                  <a:latin typeface="华文中宋" panose="02010600040101010101" pitchFamily="2" charset="-122"/>
                  <a:ea typeface="华文中宋" panose="02010600040101010101" pitchFamily="2" charset="-122"/>
                </a:rPr>
                <a:t>克劳修斯表述：</a:t>
              </a:r>
            </a:p>
          </p:txBody>
        </p:sp>
        <p:sp>
          <p:nvSpPr>
            <p:cNvPr id="10250" name="Text Box 10"/>
            <p:cNvSpPr txBox="1">
              <a:spLocks noChangeArrowheads="1"/>
            </p:cNvSpPr>
            <p:nvPr/>
          </p:nvSpPr>
          <p:spPr bwMode="auto">
            <a:xfrm>
              <a:off x="444" y="925"/>
              <a:ext cx="4863" cy="954"/>
            </a:xfrm>
            <a:prstGeom prst="rect">
              <a:avLst/>
            </a:prstGeom>
            <a:noFill/>
            <a:ln w="9525">
              <a:noFill/>
              <a:miter lim="800000"/>
            </a:ln>
            <a:effectLst/>
          </p:spPr>
          <p:txBody>
            <a:bodyPr wrap="square">
              <a:spAutoFit/>
            </a:bodyPr>
            <a:lstStyle/>
            <a:p>
              <a:pPr>
                <a:spcBef>
                  <a:spcPct val="50000"/>
                </a:spcBef>
              </a:pPr>
              <a:r>
                <a:rPr lang="en-US" altLang="zh-CN" sz="2400" dirty="0"/>
                <a:t>                                             </a:t>
              </a:r>
              <a:r>
                <a:rPr lang="zh-CN" altLang="en-US" sz="2400" dirty="0">
                  <a:ea typeface="华文中宋" panose="02010600040101010101" pitchFamily="2" charset="-122"/>
                </a:rPr>
                <a:t>不可能将热量从低温物体传到高温物体而不引起其它变化（</a:t>
              </a:r>
              <a:r>
                <a:rPr lang="zh-CN" altLang="en-US" sz="2400" dirty="0">
                  <a:solidFill>
                    <a:srgbClr val="3333FF"/>
                  </a:solidFill>
                  <a:ea typeface="华文中宋" panose="02010600040101010101" pitchFamily="2" charset="-122"/>
                </a:rPr>
                <a:t>即热量不会自动地从低温物体传到高温物体</a:t>
              </a:r>
              <a:r>
                <a:rPr lang="zh-CN" altLang="en-US" sz="2400" dirty="0">
                  <a:ea typeface="华文中宋" panose="02010600040101010101" pitchFamily="2" charset="-122"/>
                </a:rPr>
                <a:t>）。</a:t>
              </a:r>
            </a:p>
          </p:txBody>
        </p:sp>
      </p:grpSp>
      <p:grpSp>
        <p:nvGrpSpPr>
          <p:cNvPr id="4" name="Group 19"/>
          <p:cNvGrpSpPr/>
          <p:nvPr/>
        </p:nvGrpSpPr>
        <p:grpSpPr bwMode="auto">
          <a:xfrm>
            <a:off x="417513" y="5144133"/>
            <a:ext cx="8299450" cy="1000132"/>
            <a:chOff x="263" y="3751"/>
            <a:chExt cx="5228" cy="805"/>
          </a:xfrm>
        </p:grpSpPr>
        <p:sp>
          <p:nvSpPr>
            <p:cNvPr id="10251" name="Rectangle 11"/>
            <p:cNvSpPr>
              <a:spLocks noChangeArrowheads="1"/>
            </p:cNvSpPr>
            <p:nvPr/>
          </p:nvSpPr>
          <p:spPr bwMode="auto">
            <a:xfrm>
              <a:off x="263" y="3751"/>
              <a:ext cx="5228" cy="805"/>
            </a:xfrm>
            <a:prstGeom prst="rect">
              <a:avLst/>
            </a:prstGeom>
            <a:solidFill>
              <a:schemeClr val="bg1"/>
            </a:solidFill>
            <a:ln w="9525">
              <a:solidFill>
                <a:schemeClr val="bg1"/>
              </a:solidFill>
              <a:miter lim="800000"/>
            </a:ln>
            <a:effectLst>
              <a:outerShdw dist="71842" dir="2700000" algn="ctr" rotWithShape="0">
                <a:srgbClr val="B2B2B2"/>
              </a:outerShdw>
            </a:effectLst>
          </p:spPr>
          <p:txBody>
            <a:bodyPr wrap="none" anchor="ctr"/>
            <a:lstStyle/>
            <a:p>
              <a:endParaRPr lang="zh-CN" altLang="en-US"/>
            </a:p>
          </p:txBody>
        </p:sp>
        <p:sp>
          <p:nvSpPr>
            <p:cNvPr id="10252" name="WordArt 12"/>
            <p:cNvSpPr>
              <a:spLocks noChangeArrowheads="1" noChangeShapeType="1" noTextEdit="1"/>
            </p:cNvSpPr>
            <p:nvPr/>
          </p:nvSpPr>
          <p:spPr bwMode="auto">
            <a:xfrm>
              <a:off x="315" y="3866"/>
              <a:ext cx="1742" cy="230"/>
            </a:xfrm>
            <a:prstGeom prst="rect">
              <a:avLst/>
            </a:prstGeom>
          </p:spPr>
          <p:txBody>
            <a:bodyPr wrap="none" fromWordArt="1">
              <a:prstTxWarp prst="textPlain">
                <a:avLst>
                  <a:gd name="adj" fmla="val 50000"/>
                </a:avLst>
              </a:prstTxWarp>
            </a:bodyPr>
            <a:lstStyle/>
            <a:p>
              <a:pPr algn="ctr"/>
              <a:r>
                <a:rPr lang="zh-CN" altLang="en-US" sz="3600" kern="10" dirty="0">
                  <a:ln w="9525">
                    <a:solidFill>
                      <a:srgbClr val="006600"/>
                    </a:solidFill>
                    <a:round/>
                  </a:ln>
                  <a:solidFill>
                    <a:srgbClr val="006600"/>
                  </a:solidFill>
                  <a:latin typeface="华文中宋" panose="02010600040101010101" pitchFamily="2" charset="-122"/>
                  <a:ea typeface="华文中宋" panose="02010600040101010101" pitchFamily="2" charset="-122"/>
                </a:rPr>
                <a:t>开尔文表述：</a:t>
              </a:r>
            </a:p>
          </p:txBody>
        </p:sp>
        <p:sp>
          <p:nvSpPr>
            <p:cNvPr id="10253" name="Text Box 13"/>
            <p:cNvSpPr txBox="1">
              <a:spLocks noChangeArrowheads="1"/>
            </p:cNvSpPr>
            <p:nvPr/>
          </p:nvSpPr>
          <p:spPr bwMode="auto">
            <a:xfrm>
              <a:off x="315" y="3829"/>
              <a:ext cx="5130" cy="669"/>
            </a:xfrm>
            <a:prstGeom prst="rect">
              <a:avLst/>
            </a:prstGeom>
            <a:noFill/>
            <a:ln w="9525">
              <a:noFill/>
              <a:miter lim="800000"/>
            </a:ln>
            <a:effectLst/>
          </p:spPr>
          <p:txBody>
            <a:bodyPr wrap="square">
              <a:spAutoFit/>
            </a:bodyPr>
            <a:lstStyle/>
            <a:p>
              <a:pPr>
                <a:spcBef>
                  <a:spcPct val="50000"/>
                </a:spcBef>
              </a:pPr>
              <a:r>
                <a:rPr lang="en-US" altLang="zh-CN" sz="2400" dirty="0">
                  <a:ea typeface="华文中宋" panose="02010600040101010101" pitchFamily="2" charset="-122"/>
                </a:rPr>
                <a:t>                                          </a:t>
              </a:r>
              <a:r>
                <a:rPr lang="zh-CN" altLang="en-US" sz="2400" dirty="0">
                  <a:ea typeface="华文中宋" panose="02010600040101010101" pitchFamily="2" charset="-122"/>
                </a:rPr>
                <a:t>不可能从单一热源吸取热量并使它完全变为有用的功而不引起其它变化。</a:t>
              </a:r>
            </a:p>
          </p:txBody>
        </p:sp>
      </p:grpSp>
      <p:sp>
        <p:nvSpPr>
          <p:cNvPr id="10257" name="Text Box 17"/>
          <p:cNvSpPr txBox="1">
            <a:spLocks noChangeArrowheads="1"/>
          </p:cNvSpPr>
          <p:nvPr/>
        </p:nvSpPr>
        <p:spPr bwMode="auto">
          <a:xfrm>
            <a:off x="384175" y="4603761"/>
            <a:ext cx="8759825" cy="396875"/>
          </a:xfrm>
          <a:prstGeom prst="rect">
            <a:avLst/>
          </a:prstGeom>
          <a:noFill/>
          <a:ln w="9525">
            <a:noFill/>
            <a:miter lim="800000"/>
          </a:ln>
          <a:effectLst/>
        </p:spPr>
        <p:txBody>
          <a:bodyPr>
            <a:spAutoFit/>
          </a:bodyPr>
          <a:lstStyle/>
          <a:p>
            <a:pPr>
              <a:spcBef>
                <a:spcPct val="50000"/>
              </a:spcBef>
            </a:pPr>
            <a:r>
              <a:rPr lang="zh-CN" altLang="en-US" sz="2000" dirty="0">
                <a:ea typeface="华文中宋" panose="02010600040101010101" pitchFamily="2" charset="-122"/>
              </a:rPr>
              <a:t>外界需对系统作功，就属“其它变化”。此表述说明热传导过程的不可逆性。</a:t>
            </a:r>
          </a:p>
        </p:txBody>
      </p:sp>
      <p:sp>
        <p:nvSpPr>
          <p:cNvPr id="58" name="TextBox 57"/>
          <p:cNvSpPr txBox="1"/>
          <p:nvPr/>
        </p:nvSpPr>
        <p:spPr>
          <a:xfrm>
            <a:off x="142844" y="6357958"/>
            <a:ext cx="8858280" cy="400110"/>
          </a:xfrm>
          <a:prstGeom prst="rect">
            <a:avLst/>
          </a:prstGeom>
          <a:noFill/>
        </p:spPr>
        <p:txBody>
          <a:bodyPr wrap="square" rtlCol="0">
            <a:spAutoFit/>
          </a:bodyPr>
          <a:lstStyle/>
          <a:p>
            <a:r>
              <a:rPr lang="zh-CN" altLang="en-US" sz="2000" dirty="0">
                <a:ea typeface="华文中宋" panose="02010600040101010101" pitchFamily="2" charset="-122"/>
              </a:rPr>
              <a:t>等温膨胀时系统体积增大亦属“其它变化”。此述说明功变热过程的不可逆性。</a:t>
            </a:r>
            <a:endParaRPr lang="zh-CN" altLang="en-US" sz="2000" dirty="0"/>
          </a:p>
        </p:txBody>
      </p:sp>
      <p:sp>
        <p:nvSpPr>
          <p:cNvPr id="59" name="WordArt 6"/>
          <p:cNvSpPr>
            <a:spLocks noChangeArrowheads="1" noChangeShapeType="1" noTextEdit="1"/>
          </p:cNvSpPr>
          <p:nvPr/>
        </p:nvSpPr>
        <p:spPr bwMode="auto">
          <a:xfrm>
            <a:off x="1500166" y="2565396"/>
            <a:ext cx="6286500" cy="363538"/>
          </a:xfrm>
          <a:prstGeom prst="rect">
            <a:avLst/>
          </a:prstGeom>
        </p:spPr>
        <p:txBody>
          <a:bodyPr wrap="none" fromWordArt="1">
            <a:prstTxWarp prst="textPlain">
              <a:avLst>
                <a:gd name="adj" fmla="val 50000"/>
              </a:avLst>
            </a:prstTxWarp>
          </a:bodyPr>
          <a:lstStyle/>
          <a:p>
            <a:pPr algn="ctr"/>
            <a:r>
              <a:rPr lang="zh-CN" altLang="en-US" sz="3600" kern="10" dirty="0">
                <a:ln w="9525">
                  <a:solidFill>
                    <a:srgbClr val="006600"/>
                  </a:solidFill>
                  <a:round/>
                </a:ln>
                <a:solidFill>
                  <a:srgbClr val="006600"/>
                </a:solidFill>
                <a:latin typeface="华文中宋" panose="02010600040101010101" pitchFamily="2" charset="-122"/>
                <a:ea typeface="华文中宋" panose="02010600040101010101" pitchFamily="2" charset="-122"/>
              </a:rPr>
              <a:t>热力学第二定律的两种表述</a:t>
            </a:r>
          </a:p>
        </p:txBody>
      </p:sp>
      <p:sp>
        <p:nvSpPr>
          <p:cNvPr id="60" name="Rectangle 2"/>
          <p:cNvSpPr>
            <a:spLocks noChangeArrowheads="1"/>
          </p:cNvSpPr>
          <p:nvPr/>
        </p:nvSpPr>
        <p:spPr bwMode="auto">
          <a:xfrm>
            <a:off x="838200" y="285728"/>
            <a:ext cx="7467600" cy="1928826"/>
          </a:xfrm>
          <a:prstGeom prst="rect">
            <a:avLst/>
          </a:prstGeom>
          <a:gradFill rotWithShape="0">
            <a:gsLst>
              <a:gs pos="0">
                <a:srgbClr val="FBFFA7"/>
              </a:gs>
              <a:gs pos="50000">
                <a:srgbClr val="FFFFFF"/>
              </a:gs>
              <a:gs pos="100000">
                <a:srgbClr val="FBFFA7"/>
              </a:gs>
            </a:gsLst>
            <a:lin ang="2700000" scaled="1"/>
          </a:gradFill>
          <a:ln w="9525">
            <a:solidFill>
              <a:srgbClr val="FF00FF"/>
            </a:solidFill>
            <a:miter lim="800000"/>
          </a:ln>
        </p:spPr>
        <p:txBody>
          <a:bodyPr wrap="none" anchor="ctr"/>
          <a:lstStyle/>
          <a:p>
            <a:pPr algn="just"/>
            <a:endParaRPr kumimoji="0" lang="en-US" altLang="zh-CN" b="1">
              <a:solidFill>
                <a:srgbClr val="BF4766"/>
              </a:solidFill>
            </a:endParaRPr>
          </a:p>
          <a:p>
            <a:pPr algn="just"/>
            <a:endParaRPr kumimoji="0" lang="en-US" altLang="zh-CN" b="1">
              <a:solidFill>
                <a:srgbClr val="BF4766"/>
              </a:solidFill>
            </a:endParaRPr>
          </a:p>
          <a:p>
            <a:pPr algn="just"/>
            <a:endParaRPr kumimoji="0" lang="en-US" altLang="zh-CN" b="1">
              <a:solidFill>
                <a:srgbClr val="BF4766"/>
              </a:solidFill>
            </a:endParaRPr>
          </a:p>
          <a:p>
            <a:pPr algn="just"/>
            <a:endParaRPr kumimoji="0" lang="en-US" altLang="zh-CN" b="1">
              <a:solidFill>
                <a:srgbClr val="BF4766"/>
              </a:solidFill>
            </a:endParaRPr>
          </a:p>
        </p:txBody>
      </p:sp>
      <p:sp>
        <p:nvSpPr>
          <p:cNvPr id="61" name="Text Box 4"/>
          <p:cNvSpPr txBox="1">
            <a:spLocks noChangeArrowheads="1"/>
          </p:cNvSpPr>
          <p:nvPr/>
        </p:nvSpPr>
        <p:spPr bwMode="auto">
          <a:xfrm>
            <a:off x="1428729" y="357166"/>
            <a:ext cx="2643206" cy="523220"/>
          </a:xfrm>
          <a:prstGeom prst="rect">
            <a:avLst/>
          </a:prstGeom>
          <a:noFill/>
          <a:ln w="9525">
            <a:noFill/>
            <a:miter lim="800000"/>
          </a:ln>
        </p:spPr>
        <p:txBody>
          <a:bodyPr wrap="square">
            <a:spAutoFit/>
          </a:bodyPr>
          <a:lstStyle/>
          <a:p>
            <a:pPr algn="just">
              <a:buFontTx/>
              <a:buChar char="•"/>
            </a:pPr>
            <a:r>
              <a:rPr lang="zh-CN" altLang="en-US" sz="2800" b="1" dirty="0">
                <a:latin typeface="宋体" panose="02010600030101010101" pitchFamily="2" charset="-122"/>
              </a:rPr>
              <a:t>卡诺循环效率</a:t>
            </a:r>
          </a:p>
        </p:txBody>
      </p:sp>
      <p:graphicFrame>
        <p:nvGraphicFramePr>
          <p:cNvPr id="62" name="Object 5"/>
          <p:cNvGraphicFramePr>
            <a:graphicFrameLocks noChangeAspect="1"/>
          </p:cNvGraphicFramePr>
          <p:nvPr/>
        </p:nvGraphicFramePr>
        <p:xfrm>
          <a:off x="1571605" y="890764"/>
          <a:ext cx="2214577" cy="1109476"/>
        </p:xfrm>
        <a:graphic>
          <a:graphicData uri="http://schemas.openxmlformats.org/presentationml/2006/ole">
            <mc:AlternateContent xmlns:mc="http://schemas.openxmlformats.org/markup-compatibility/2006">
              <mc:Choice xmlns:v="urn:schemas-microsoft-com:vml" Requires="v">
                <p:oleObj name="公式" r:id="rId3" imgW="15849600" imgH="10668000" progId="Equation.3">
                  <p:embed/>
                </p:oleObj>
              </mc:Choice>
              <mc:Fallback>
                <p:oleObj name="公式" r:id="rId3" imgW="15849600" imgH="10668000" progId="Equation.3">
                  <p:embed/>
                  <p:pic>
                    <p:nvPicPr>
                      <p:cNvPr id="6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05" y="890764"/>
                        <a:ext cx="2214577" cy="11094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6"/>
          <p:cNvGraphicFramePr>
            <a:graphicFrameLocks noChangeAspect="1"/>
          </p:cNvGraphicFramePr>
          <p:nvPr/>
        </p:nvGraphicFramePr>
        <p:xfrm>
          <a:off x="4643438" y="785794"/>
          <a:ext cx="1992313" cy="1177925"/>
        </p:xfrm>
        <a:graphic>
          <a:graphicData uri="http://schemas.openxmlformats.org/presentationml/2006/ole">
            <mc:AlternateContent xmlns:mc="http://schemas.openxmlformats.org/markup-compatibility/2006">
              <mc:Choice xmlns:v="urn:schemas-microsoft-com:vml" Requires="v">
                <p:oleObj name="公式" r:id="rId5" imgW="17983200" imgH="10668000" progId="Equation.3">
                  <p:embed/>
                </p:oleObj>
              </mc:Choice>
              <mc:Fallback>
                <p:oleObj name="公式" r:id="rId5" imgW="17983200" imgH="10668000" progId="Equation.3">
                  <p:embed/>
                  <p:pic>
                    <p:nvPicPr>
                      <p:cNvPr id="6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785794"/>
                        <a:ext cx="1992313" cy="1177925"/>
                      </a:xfrm>
                      <a:prstGeom prst="rect">
                        <a:avLst/>
                      </a:prstGeom>
                      <a:gradFill rotWithShape="0">
                        <a:gsLst>
                          <a:gs pos="0">
                            <a:srgbClr val="4F81BD"/>
                          </a:gs>
                          <a:gs pos="50000">
                            <a:srgbClr val="FFFFFF"/>
                          </a:gs>
                          <a:gs pos="100000">
                            <a:srgbClr val="4F81BD"/>
                          </a:gs>
                        </a:gsLst>
                        <a:lin ang="5400000" scaled="1"/>
                      </a:gra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0257"/>
                                        </p:tgtEl>
                                        <p:attrNameLst>
                                          <p:attrName>style.visibility</p:attrName>
                                        </p:attrNameLst>
                                      </p:cBhvr>
                                      <p:to>
                                        <p:strVal val="visible"/>
                                      </p:to>
                                    </p:set>
                                    <p:animEffect transition="in" filter="slide(fromTop)">
                                      <p:cBhvr>
                                        <p:cTn id="12" dur="500"/>
                                        <p:tgtEl>
                                          <p:spTgt spid="102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
                                            <p:txEl>
                                              <p:pRg st="0" end="0"/>
                                            </p:txEl>
                                          </p:spTgt>
                                        </p:tgtEl>
                                        <p:attrNameLst>
                                          <p:attrName>style.visibility</p:attrName>
                                        </p:attrNameLst>
                                      </p:cBhvr>
                                      <p:to>
                                        <p:strVal val="visible"/>
                                      </p:to>
                                    </p:set>
                                    <p:animEffect transition="in" filter="wipe(left)">
                                      <p:cBhvr>
                                        <p:cTn id="22" dur="500"/>
                                        <p:tgtEl>
                                          <p:spTgt spid="6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left)">
                                      <p:cBhvr>
                                        <p:cTn id="3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7" grpId="0" autoUpdateAnimBg="0"/>
      <p:bldP spid="61"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D3B0A64-AA8F-4A7E-8BCC-3E42C85B1A6F}"/>
              </a:ext>
            </a:extLst>
          </p:cNvPr>
          <p:cNvSpPr txBox="1"/>
          <p:nvPr/>
        </p:nvSpPr>
        <p:spPr>
          <a:xfrm>
            <a:off x="539552" y="850055"/>
            <a:ext cx="8136904" cy="4523161"/>
          </a:xfrm>
          <a:prstGeom prst="rect">
            <a:avLst/>
          </a:prstGeom>
          <a:noFill/>
        </p:spPr>
        <p:txBody>
          <a:bodyPr wrap="square" rtlCol="0">
            <a:spAutoFit/>
          </a:bodyPr>
          <a:lstStyle/>
          <a:p>
            <a:pPr>
              <a:lnSpc>
                <a:spcPct val="200000"/>
              </a:lnSpc>
            </a:pPr>
            <a:r>
              <a:rPr lang="zh-CN" altLang="en-US" sz="2800" b="1" dirty="0">
                <a:solidFill>
                  <a:srgbClr val="002060"/>
                </a:solidFill>
              </a:rPr>
              <a:t>某单原子理想气体循环的</a:t>
            </a:r>
            <a:r>
              <a:rPr lang="en-US" altLang="zh-CN" sz="2800" b="1" dirty="0">
                <a:solidFill>
                  <a:srgbClr val="002060"/>
                </a:solidFill>
              </a:rPr>
              <a:t>V-T</a:t>
            </a:r>
            <a:r>
              <a:rPr lang="zh-CN" altLang="en-US" sz="2800" b="1" dirty="0">
                <a:solidFill>
                  <a:srgbClr val="002060"/>
                </a:solidFill>
              </a:rPr>
              <a:t>图如图所示，图中</a:t>
            </a:r>
            <a:r>
              <a:rPr lang="en-US" altLang="zh-CN" sz="2800" b="1" dirty="0">
                <a:solidFill>
                  <a:srgbClr val="002060"/>
                </a:solidFill>
              </a:rPr>
              <a:t>V</a:t>
            </a:r>
            <a:r>
              <a:rPr lang="en-US" altLang="zh-CN" sz="2800" b="1" baseline="-25000" dirty="0">
                <a:solidFill>
                  <a:srgbClr val="002060"/>
                </a:solidFill>
              </a:rPr>
              <a:t>C</a:t>
            </a:r>
            <a:r>
              <a:rPr lang="en-US" altLang="zh-CN" sz="2800" b="1" dirty="0">
                <a:solidFill>
                  <a:srgbClr val="002060"/>
                </a:solidFill>
              </a:rPr>
              <a:t>=2V</a:t>
            </a:r>
            <a:r>
              <a:rPr lang="en-US" altLang="zh-CN" sz="2800" b="1" baseline="-25000" dirty="0">
                <a:solidFill>
                  <a:srgbClr val="002060"/>
                </a:solidFill>
              </a:rPr>
              <a:t>A</a:t>
            </a:r>
            <a:r>
              <a:rPr lang="zh-CN" altLang="en-US" sz="2800" b="1" dirty="0">
                <a:solidFill>
                  <a:srgbClr val="002060"/>
                </a:solidFill>
              </a:rPr>
              <a:t>。则图中所示循环为 </a:t>
            </a:r>
            <a:r>
              <a:rPr lang="en-US" altLang="zh-CN" sz="2800" b="1" dirty="0">
                <a:solidFill>
                  <a:srgbClr val="002060"/>
                </a:solidFill>
              </a:rPr>
              <a:t>( </a:t>
            </a:r>
            <a:r>
              <a:rPr lang="en-US" altLang="zh-CN" sz="2800" b="1" dirty="0">
                <a:solidFill>
                  <a:srgbClr val="FF0000"/>
                </a:solidFill>
              </a:rPr>
              <a:t>  </a:t>
            </a:r>
            <a:r>
              <a:rPr lang="en-US" altLang="zh-CN" sz="2800" b="1" dirty="0">
                <a:solidFill>
                  <a:srgbClr val="002060"/>
                </a:solidFill>
              </a:rPr>
              <a:t> )</a:t>
            </a:r>
          </a:p>
          <a:p>
            <a:pPr>
              <a:lnSpc>
                <a:spcPct val="200000"/>
              </a:lnSpc>
              <a:spcBef>
                <a:spcPts val="1200"/>
              </a:spcBef>
            </a:pPr>
            <a:r>
              <a:rPr lang="en-US" altLang="zh-CN" sz="2800" b="1" dirty="0">
                <a:solidFill>
                  <a:srgbClr val="002060"/>
                </a:solidFill>
              </a:rPr>
              <a:t>  A</a:t>
            </a:r>
            <a:r>
              <a:rPr lang="zh-CN" altLang="en-US" sz="2800" b="1" dirty="0">
                <a:solidFill>
                  <a:srgbClr val="002060"/>
                </a:solidFill>
              </a:rPr>
              <a:t>．制冷机</a:t>
            </a:r>
            <a:endParaRPr lang="en-US" altLang="zh-CN" sz="2800" b="1" dirty="0">
              <a:solidFill>
                <a:srgbClr val="002060"/>
              </a:solidFill>
            </a:endParaRPr>
          </a:p>
          <a:p>
            <a:pPr>
              <a:lnSpc>
                <a:spcPct val="200000"/>
              </a:lnSpc>
            </a:pPr>
            <a:r>
              <a:rPr lang="en-US" altLang="zh-CN" sz="2800" b="1" dirty="0">
                <a:solidFill>
                  <a:srgbClr val="002060"/>
                </a:solidFill>
              </a:rPr>
              <a:t>  B.   </a:t>
            </a:r>
            <a:r>
              <a:rPr lang="zh-CN" altLang="en-US" sz="2800" b="1" dirty="0">
                <a:solidFill>
                  <a:srgbClr val="002060"/>
                </a:solidFill>
              </a:rPr>
              <a:t>热机</a:t>
            </a:r>
            <a:endParaRPr lang="en-US" altLang="zh-CN" sz="2800" b="1" dirty="0">
              <a:solidFill>
                <a:srgbClr val="002060"/>
              </a:solidFill>
            </a:endParaRPr>
          </a:p>
          <a:p>
            <a:pPr>
              <a:lnSpc>
                <a:spcPct val="200000"/>
              </a:lnSpc>
            </a:pPr>
            <a:r>
              <a:rPr lang="en-US" altLang="zh-CN" sz="2800" b="1" dirty="0">
                <a:solidFill>
                  <a:srgbClr val="002060"/>
                </a:solidFill>
              </a:rPr>
              <a:t>  C</a:t>
            </a:r>
            <a:r>
              <a:rPr lang="zh-CN" altLang="en-US" sz="2800" b="1" dirty="0">
                <a:solidFill>
                  <a:srgbClr val="002060"/>
                </a:solidFill>
              </a:rPr>
              <a:t>．无法判断</a:t>
            </a:r>
            <a:endParaRPr lang="zh-CN" altLang="en-US" sz="2800" dirty="0"/>
          </a:p>
        </p:txBody>
      </p:sp>
      <p:pic>
        <p:nvPicPr>
          <p:cNvPr id="2" name="图片 1">
            <a:extLst>
              <a:ext uri="{FF2B5EF4-FFF2-40B4-BE49-F238E27FC236}">
                <a16:creationId xmlns:a16="http://schemas.microsoft.com/office/drawing/2014/main" id="{01D06FFA-C7D8-45B1-967C-FFD8161DB08B}"/>
              </a:ext>
            </a:extLst>
          </p:cNvPr>
          <p:cNvPicPr>
            <a:picLocks noChangeAspect="1"/>
          </p:cNvPicPr>
          <p:nvPr/>
        </p:nvPicPr>
        <p:blipFill rotWithShape="1">
          <a:blip r:embed="rId2"/>
          <a:srcRect l="24013" t="40196" r="50787" b="21987"/>
          <a:stretch/>
        </p:blipFill>
        <p:spPr>
          <a:xfrm>
            <a:off x="4573591" y="2564904"/>
            <a:ext cx="3624885" cy="3058498"/>
          </a:xfrm>
          <a:prstGeom prst="rect">
            <a:avLst/>
          </a:prstGeom>
        </p:spPr>
      </p:pic>
      <p:sp>
        <p:nvSpPr>
          <p:cNvPr id="5" name="文本框 26">
            <a:extLst>
              <a:ext uri="{FF2B5EF4-FFF2-40B4-BE49-F238E27FC236}">
                <a16:creationId xmlns:a16="http://schemas.microsoft.com/office/drawing/2014/main" id="{41154B26-8FC9-4DB0-8F97-CCB6B6EDED74}"/>
              </a:ext>
            </a:extLst>
          </p:cNvPr>
          <p:cNvSpPr txBox="1"/>
          <p:nvPr/>
        </p:nvSpPr>
        <p:spPr>
          <a:xfrm>
            <a:off x="6660232" y="5877272"/>
            <a:ext cx="1872208" cy="523220"/>
          </a:xfrm>
          <a:prstGeom prst="rect">
            <a:avLst/>
          </a:prstGeom>
          <a:noFill/>
        </p:spPr>
        <p:txBody>
          <a:bodyPr wrap="square" rtlCol="0">
            <a:spAutoFit/>
          </a:bodyPr>
          <a:lstStyle>
            <a:defPPr>
              <a:defRPr lang="en-US"/>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r>
              <a:rPr lang="zh-CN" altLang="en-US" sz="2800" b="1" dirty="0">
                <a:solidFill>
                  <a:srgbClr val="FF0000"/>
                </a:solidFill>
              </a:rPr>
              <a:t>答案：</a:t>
            </a:r>
            <a:r>
              <a:rPr lang="en-US" altLang="zh-CN" sz="2800" b="1" dirty="0">
                <a:solidFill>
                  <a:srgbClr val="FF0000"/>
                </a:solidFill>
              </a:rPr>
              <a:t>B</a:t>
            </a:r>
            <a:endParaRPr lang="zh-CN" altLang="en-US" sz="2800" b="1" dirty="0">
              <a:solidFill>
                <a:srgbClr val="FF0000"/>
              </a:solidFill>
            </a:endParaRPr>
          </a:p>
        </p:txBody>
      </p:sp>
      <p:sp>
        <p:nvSpPr>
          <p:cNvPr id="3" name="文本框 2">
            <a:extLst>
              <a:ext uri="{FF2B5EF4-FFF2-40B4-BE49-F238E27FC236}">
                <a16:creationId xmlns:a16="http://schemas.microsoft.com/office/drawing/2014/main" id="{CA21FBF3-470B-4B10-8EBF-422EBB6A8F7C}"/>
              </a:ext>
            </a:extLst>
          </p:cNvPr>
          <p:cNvSpPr txBox="1"/>
          <p:nvPr/>
        </p:nvSpPr>
        <p:spPr>
          <a:xfrm>
            <a:off x="395536" y="5763160"/>
            <a:ext cx="5112568" cy="954107"/>
          </a:xfrm>
          <a:prstGeom prst="rect">
            <a:avLst/>
          </a:prstGeom>
          <a:noFill/>
        </p:spPr>
        <p:txBody>
          <a:bodyPr wrap="square" rtlCol="0">
            <a:spAutoFit/>
          </a:bodyPr>
          <a:lstStyle/>
          <a:p>
            <a:r>
              <a:rPr lang="zh-CN" altLang="en-US" sz="2800" b="1" dirty="0">
                <a:solidFill>
                  <a:srgbClr val="FF0000"/>
                </a:solidFill>
              </a:rPr>
              <a:t>循环的结果：功的正负或热量的正负</a:t>
            </a:r>
          </a:p>
        </p:txBody>
      </p:sp>
    </p:spTree>
    <p:extLst>
      <p:ext uri="{BB962C8B-B14F-4D97-AF65-F5344CB8AC3E}">
        <p14:creationId xmlns:p14="http://schemas.microsoft.com/office/powerpoint/2010/main" val="366012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1">
            <a:extLst>
              <a:ext uri="{FF2B5EF4-FFF2-40B4-BE49-F238E27FC236}">
                <a16:creationId xmlns:a16="http://schemas.microsoft.com/office/drawing/2014/main" id="{18328EAD-34BA-22A0-DE8C-F1455F0258E0}"/>
              </a:ext>
            </a:extLst>
          </p:cNvPr>
          <p:cNvSpPr txBox="1">
            <a:spLocks noChangeArrowheads="1"/>
          </p:cNvSpPr>
          <p:nvPr/>
        </p:nvSpPr>
        <p:spPr bwMode="auto">
          <a:xfrm>
            <a:off x="3348038" y="117475"/>
            <a:ext cx="20462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anose="02020603050405020304" pitchFamily="18" charset="0"/>
                <a:ea typeface="宋体" panose="02010600030101010101" pitchFamily="2" charset="-122"/>
              </a:defRPr>
            </a:lvl1pPr>
            <a:lvl2pPr marL="742950" indent="-285750">
              <a:defRPr sz="3200" b="1">
                <a:solidFill>
                  <a:schemeClr val="tx1"/>
                </a:solidFill>
                <a:latin typeface="Times New Roman" panose="02020603050405020304" pitchFamily="18" charset="0"/>
                <a:ea typeface="宋体" panose="02010600030101010101" pitchFamily="2" charset="-122"/>
              </a:defRPr>
            </a:lvl2pPr>
            <a:lvl3pPr marL="1143000" indent="-228600">
              <a:defRPr sz="3200" b="1">
                <a:solidFill>
                  <a:schemeClr val="tx1"/>
                </a:solidFill>
                <a:latin typeface="Times New Roman" panose="02020603050405020304" pitchFamily="18" charset="0"/>
                <a:ea typeface="宋体" panose="02010600030101010101" pitchFamily="2" charset="-122"/>
              </a:defRPr>
            </a:lvl3pPr>
            <a:lvl4pPr marL="1600200" indent="-228600">
              <a:defRPr sz="3200" b="1">
                <a:solidFill>
                  <a:schemeClr val="tx1"/>
                </a:solidFill>
                <a:latin typeface="Times New Roman" panose="02020603050405020304" pitchFamily="18" charset="0"/>
                <a:ea typeface="宋体" panose="02010600030101010101" pitchFamily="2" charset="-122"/>
              </a:defRPr>
            </a:lvl4pPr>
            <a:lvl5pPr marL="2057400" indent="-22860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典型例题</a:t>
            </a:r>
          </a:p>
        </p:txBody>
      </p:sp>
      <p:pic>
        <p:nvPicPr>
          <p:cNvPr id="18435" name="图片 2">
            <a:extLst>
              <a:ext uri="{FF2B5EF4-FFF2-40B4-BE49-F238E27FC236}">
                <a16:creationId xmlns:a16="http://schemas.microsoft.com/office/drawing/2014/main" id="{0E301771-3E82-9F3C-E78E-DC367ED94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9088" y="2932113"/>
            <a:ext cx="358457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DFDA16BC-3362-AB64-EA94-DBB257C87507}"/>
              </a:ext>
            </a:extLst>
          </p:cNvPr>
          <p:cNvSpPr txBox="1">
            <a:spLocks noRot="1" noChangeAspect="1" noMove="1" noResize="1" noEditPoints="1" noAdjustHandles="1" noChangeArrowheads="1" noChangeShapeType="1" noTextEdit="1"/>
          </p:cNvSpPr>
          <p:nvPr/>
        </p:nvSpPr>
        <p:spPr>
          <a:xfrm>
            <a:off x="395537" y="870368"/>
            <a:ext cx="8587348" cy="5954835"/>
          </a:xfrm>
          <a:prstGeom prst="rect">
            <a:avLst/>
          </a:prstGeom>
          <a:blipFill>
            <a:blip r:embed="rId3"/>
            <a:stretch>
              <a:fillRect l="-1136" t="-409"/>
            </a:stretch>
          </a:blipFill>
        </p:spPr>
        <p:txBody>
          <a:bodyPr/>
          <a:lstStyle/>
          <a:p>
            <a:r>
              <a:rPr lang="zh-CN" altLang="en-US">
                <a:noFill/>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文本框 99"/>
          <p:cNvSpPr txBox="1"/>
          <p:nvPr/>
        </p:nvSpPr>
        <p:spPr>
          <a:xfrm>
            <a:off x="215516" y="980728"/>
            <a:ext cx="8712968" cy="5542235"/>
          </a:xfrm>
          <a:prstGeom prst="rect">
            <a:avLst/>
          </a:prstGeom>
          <a:noFill/>
          <a:ln w="9525">
            <a:noFill/>
          </a:ln>
        </p:spPr>
        <p:txBody>
          <a:bodyPr anchor="t" anchorCtr="0"/>
          <a:lstStyle/>
          <a:p>
            <a:pPr eaLnBrk="0" hangingPunct="0">
              <a:lnSpc>
                <a:spcPct val="150000"/>
              </a:lnSpc>
            </a:pPr>
            <a:r>
              <a:rPr lang="en-US" altLang="zh-CN" sz="2400" dirty="0">
                <a:sym typeface="+mn-ea"/>
              </a:rPr>
              <a:t>1.  </a:t>
            </a:r>
            <a:r>
              <a:rPr lang="zh-CN" altLang="en-US" sz="2400" dirty="0">
                <a:sym typeface="+mn-ea"/>
              </a:rPr>
              <a:t>在等温过程中，如果压强变大，则系统必定向外界放热。</a:t>
            </a:r>
          </a:p>
          <a:p>
            <a:pPr eaLnBrk="0" hangingPunct="0">
              <a:lnSpc>
                <a:spcPct val="150000"/>
              </a:lnSpc>
            </a:pPr>
            <a:r>
              <a:rPr lang="en-US" altLang="zh-CN" sz="2400" dirty="0">
                <a:sym typeface="+mn-ea"/>
              </a:rPr>
              <a:t>2.  </a:t>
            </a:r>
            <a:r>
              <a:rPr lang="zh-CN" altLang="en-US" sz="2400" dirty="0">
                <a:sym typeface="+mn-ea"/>
              </a:rPr>
              <a:t>在等压过程中，若体积变大，则系统必定向外放热。</a:t>
            </a:r>
          </a:p>
          <a:p>
            <a:pPr eaLnBrk="0" hangingPunct="0">
              <a:lnSpc>
                <a:spcPct val="150000"/>
              </a:lnSpc>
            </a:pPr>
            <a:r>
              <a:rPr lang="en-US" altLang="zh-CN" sz="2400" dirty="0">
                <a:sym typeface="+mn-ea"/>
              </a:rPr>
              <a:t>3.  </a:t>
            </a:r>
            <a:r>
              <a:rPr lang="zh-CN" altLang="en-US" sz="2400" dirty="0">
                <a:sym typeface="+mn-ea"/>
              </a:rPr>
              <a:t>理想气体做功与过程无关，吸放热与过程有关。</a:t>
            </a:r>
          </a:p>
          <a:p>
            <a:pPr eaLnBrk="0" hangingPunct="0">
              <a:lnSpc>
                <a:spcPct val="150000"/>
              </a:lnSpc>
            </a:pPr>
            <a:r>
              <a:rPr lang="en-US" altLang="zh-CN" sz="2400" dirty="0">
                <a:sym typeface="+mn-ea"/>
              </a:rPr>
              <a:t>4.  </a:t>
            </a:r>
            <a:r>
              <a:rPr lang="zh-CN" altLang="en-US" sz="2400" dirty="0">
                <a:sym typeface="+mn-ea"/>
              </a:rPr>
              <a:t>热力学第一定律就是能量守恒定律，适用于一切热力学过程</a:t>
            </a:r>
            <a:r>
              <a:rPr lang="en-US" altLang="zh-CN" sz="2400" dirty="0">
                <a:sym typeface="+mn-ea"/>
              </a:rPr>
              <a:t>.</a:t>
            </a:r>
            <a:endParaRPr lang="zh-CN" altLang="en-US" sz="2400" dirty="0">
              <a:sym typeface="+mn-ea"/>
            </a:endParaRPr>
          </a:p>
          <a:p>
            <a:pPr eaLnBrk="0" hangingPunct="0">
              <a:lnSpc>
                <a:spcPct val="150000"/>
              </a:lnSpc>
            </a:pPr>
            <a:r>
              <a:rPr lang="en-US" altLang="zh-CN" sz="2400" dirty="0">
                <a:sym typeface="+mn-ea"/>
              </a:rPr>
              <a:t>5.  </a:t>
            </a:r>
            <a:r>
              <a:rPr lang="zh-CN" altLang="en-US" sz="2400" dirty="0">
                <a:sym typeface="+mn-ea"/>
              </a:rPr>
              <a:t>系统经历的某单一过程如果做正功，则系统一定要从外界吸热。</a:t>
            </a:r>
          </a:p>
          <a:p>
            <a:pPr eaLnBrk="0" hangingPunct="0">
              <a:lnSpc>
                <a:spcPct val="150000"/>
              </a:lnSpc>
            </a:pPr>
            <a:r>
              <a:rPr lang="en-US" altLang="zh-CN" sz="2400" dirty="0">
                <a:sym typeface="+mn-ea"/>
              </a:rPr>
              <a:t>6. </a:t>
            </a:r>
            <a:r>
              <a:rPr lang="zh-CN" altLang="en-US" sz="2400" dirty="0">
                <a:sym typeface="+mn-ea"/>
              </a:rPr>
              <a:t>在等体过程中，如果压强变大，则系统必定向外界放热。</a:t>
            </a:r>
            <a:endParaRPr lang="en-US" altLang="zh-CN" sz="2400" dirty="0">
              <a:sym typeface="+mn-ea"/>
            </a:endParaRPr>
          </a:p>
          <a:p>
            <a:pPr eaLnBrk="0" hangingPunct="0">
              <a:lnSpc>
                <a:spcPct val="150000"/>
              </a:lnSpc>
            </a:pPr>
            <a:r>
              <a:rPr lang="en-US" altLang="zh-CN" sz="2400" dirty="0">
                <a:latin typeface="Times New Roman" panose="02020603050405020304" pitchFamily="18" charset="0"/>
              </a:rPr>
              <a:t>7.  </a:t>
            </a:r>
            <a:r>
              <a:rPr lang="zh-CN" altLang="en-US" sz="2400" dirty="0">
                <a:latin typeface="Times New Roman" panose="02020603050405020304" pitchFamily="18" charset="0"/>
              </a:rPr>
              <a:t>热量能从高温物体传到低温物体，但不能从低温物体传到高温物体。</a:t>
            </a:r>
          </a:p>
          <a:p>
            <a:pPr eaLnBrk="0" hangingPunct="0">
              <a:lnSpc>
                <a:spcPct val="150000"/>
              </a:lnSpc>
            </a:pPr>
            <a:r>
              <a:rPr lang="en-US" altLang="zh-CN" sz="2400" dirty="0"/>
              <a:t>8</a:t>
            </a:r>
            <a:r>
              <a:rPr lang="en-US" altLang="zh-CN" sz="2400" dirty="0">
                <a:latin typeface="Times New Roman" panose="02020603050405020304" pitchFamily="18" charset="0"/>
              </a:rPr>
              <a:t>.   </a:t>
            </a:r>
            <a:r>
              <a:rPr lang="zh-CN" altLang="en-US" sz="2400" dirty="0">
                <a:latin typeface="Times New Roman" panose="02020603050405020304" pitchFamily="18" charset="0"/>
              </a:rPr>
              <a:t>功可以全部变为热，但热不能全部变为功。</a:t>
            </a:r>
            <a:endParaRPr lang="en-US" altLang="zh-CN" sz="2400" dirty="0">
              <a:latin typeface="Times New Roman" panose="02020603050405020304" pitchFamily="18" charset="0"/>
            </a:endParaRPr>
          </a:p>
        </p:txBody>
      </p:sp>
      <p:sp>
        <p:nvSpPr>
          <p:cNvPr id="8194" name="文本框 1"/>
          <p:cNvSpPr txBox="1"/>
          <p:nvPr/>
        </p:nvSpPr>
        <p:spPr>
          <a:xfrm>
            <a:off x="827584" y="116632"/>
            <a:ext cx="2316163" cy="582613"/>
          </a:xfrm>
          <a:prstGeom prst="rect">
            <a:avLst/>
          </a:prstGeom>
          <a:noFill/>
          <a:ln w="9525">
            <a:noFill/>
          </a:ln>
        </p:spPr>
        <p:txBody>
          <a:bodyPr wrap="square" anchor="t" anchorCtr="0">
            <a:spAutoFit/>
          </a:bodyPr>
          <a:lstStyle/>
          <a:p>
            <a:pPr eaLnBrk="0" hangingPunct="0"/>
            <a:r>
              <a:rPr lang="zh-CN" altLang="en-US" dirty="0">
                <a:solidFill>
                  <a:schemeClr val="bg1"/>
                </a:solidFill>
                <a:latin typeface="Times New Roman" panose="02020603050405020304" pitchFamily="18" charset="0"/>
              </a:rPr>
              <a:t>判断正误</a:t>
            </a:r>
          </a:p>
        </p:txBody>
      </p:sp>
      <p:sp>
        <p:nvSpPr>
          <p:cNvPr id="2" name="文本框 1">
            <a:extLst>
              <a:ext uri="{FF2B5EF4-FFF2-40B4-BE49-F238E27FC236}">
                <a16:creationId xmlns:a16="http://schemas.microsoft.com/office/drawing/2014/main" id="{8D03CDBB-1881-B181-5EB4-C19A690B9ED4}"/>
              </a:ext>
            </a:extLst>
          </p:cNvPr>
          <p:cNvSpPr txBox="1"/>
          <p:nvPr/>
        </p:nvSpPr>
        <p:spPr>
          <a:xfrm>
            <a:off x="3298905" y="188640"/>
            <a:ext cx="4873495" cy="461665"/>
          </a:xfrm>
          <a:prstGeom prst="rect">
            <a:avLst/>
          </a:prstGeom>
          <a:noFill/>
        </p:spPr>
        <p:txBody>
          <a:bodyPr wrap="square" rtlCol="0">
            <a:spAutoFit/>
          </a:bodyPr>
          <a:lstStyle/>
          <a:p>
            <a:r>
              <a:rPr lang="zh-CN" altLang="en-US" sz="2400" b="1" dirty="0">
                <a:solidFill>
                  <a:schemeClr val="bg2">
                    <a:lumMod val="75000"/>
                  </a:schemeClr>
                </a:solidFill>
              </a:rPr>
              <a:t>内能改变看温度，做功正负看体积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djNWJlZTU1Zjc3ZWMxNjIwOGE1NTg5MDQwYWU3MWMifQ=="/>
</p:tagLst>
</file>

<file path=ppt/theme/theme1.xml><?xml version="1.0" encoding="utf-8"?>
<a:theme xmlns:a="http://schemas.openxmlformats.org/drawingml/2006/main" name="14_6简谐运动的合成">
  <a:themeElements>
    <a:clrScheme name="">
      <a:dk1>
        <a:srgbClr val="000000"/>
      </a:dk1>
      <a:lt1>
        <a:srgbClr val="FFFFFF"/>
      </a:lt1>
      <a:dk2>
        <a:srgbClr val="006666"/>
      </a:dk2>
      <a:lt2>
        <a:srgbClr val="FFFFCC"/>
      </a:lt2>
      <a:accent1>
        <a:srgbClr val="EDFAD2"/>
      </a:accent1>
      <a:accent2>
        <a:srgbClr val="EBF7FF"/>
      </a:accent2>
      <a:accent3>
        <a:srgbClr val="FFFFFF"/>
      </a:accent3>
      <a:accent4>
        <a:srgbClr val="000000"/>
      </a:accent4>
      <a:accent5>
        <a:srgbClr val="F4FCE5"/>
      </a:accent5>
      <a:accent6>
        <a:srgbClr val="D5E0E7"/>
      </a:accent6>
      <a:hlink>
        <a:srgbClr val="CC99FF"/>
      </a:hlink>
      <a:folHlink>
        <a:srgbClr val="F2DFFD"/>
      </a:folHlink>
    </a:clrScheme>
    <a:fontScheme name="14_6简谐运动的合成">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0"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0"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4_6简谐运动的合成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14_6简谐运动的合成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14_6简谐运动的合成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14_6简谐运动的合成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14_6简谐运动的合成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14_6简谐运动的合成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14_6简谐运动的合成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14_6简谐运动的合成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14_6简谐运动的合成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C:\My Documents\新课件\14(已改）\14_6简谐运动的合成.ppt</Template>
  <TotalTime>528</TotalTime>
  <Words>3371</Words>
  <Application>Microsoft Office PowerPoint</Application>
  <PresentationFormat>全屏显示(4:3)</PresentationFormat>
  <Paragraphs>772</Paragraphs>
  <Slides>55</Slides>
  <Notes>1</Notes>
  <HiddenSlides>0</HiddenSlides>
  <MMClips>0</MMClips>
  <ScaleCrop>false</ScaleCrop>
  <HeadingPairs>
    <vt:vector size="10"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55</vt:i4>
      </vt:variant>
      <vt:variant>
        <vt:lpstr>自定义放映</vt:lpstr>
      </vt:variant>
      <vt:variant>
        <vt:i4>1</vt:i4>
      </vt:variant>
    </vt:vector>
  </HeadingPairs>
  <TitlesOfParts>
    <vt:vector size="75" baseType="lpstr">
      <vt:lpstr>仿宋_GB2312</vt:lpstr>
      <vt:lpstr>黑体</vt:lpstr>
      <vt:lpstr>华文中宋</vt:lpstr>
      <vt:lpstr>楷体_GB2312</vt:lpstr>
      <vt:lpstr>宋体</vt:lpstr>
      <vt:lpstr>微软雅黑</vt:lpstr>
      <vt:lpstr>Arial</vt:lpstr>
      <vt:lpstr>Bookman Old Style</vt:lpstr>
      <vt:lpstr>Cambria Math</vt:lpstr>
      <vt:lpstr>Comic Sans MS</vt:lpstr>
      <vt:lpstr>Monotype Corsiva</vt:lpstr>
      <vt:lpstr>Symbol</vt:lpstr>
      <vt:lpstr>Times New Roman</vt:lpstr>
      <vt:lpstr>Verdana</vt:lpstr>
      <vt:lpstr>Wingdings</vt:lpstr>
      <vt:lpstr>14_6简谐运动的合成</vt:lpstr>
      <vt:lpstr>Equation.3</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 三种统计速率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9-1简谐运动.ppt</dc:title>
  <dc:creator/>
  <cp:lastModifiedBy>毅 刘</cp:lastModifiedBy>
  <cp:revision>223</cp:revision>
  <dcterms:created xsi:type="dcterms:W3CDTF">2000-08-14T12:58:35Z</dcterms:created>
  <dcterms:modified xsi:type="dcterms:W3CDTF">2024-01-01T10:02:42Z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E1FF0C8C09714360A702167961D0742B_13</vt:lpwstr>
  </property>
  <property fmtid="{D5CDD505-2E9C-101B-9397-08002B2CF9AE}" pid="3" name="KSOProductBuildVer">
    <vt:lpwstr>2052-12.1.0.16120</vt:lpwstr>
  </property>
</Properties>
</file>