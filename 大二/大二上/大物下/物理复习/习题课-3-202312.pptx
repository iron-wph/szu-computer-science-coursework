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5"/>
  </p:notesMasterIdLst>
  <p:sldIdLst>
    <p:sldId id="323" r:id="rId3"/>
    <p:sldId id="257" r:id="rId4"/>
    <p:sldId id="259" r:id="rId6"/>
    <p:sldId id="260" r:id="rId7"/>
    <p:sldId id="534" r:id="rId8"/>
    <p:sldId id="264" r:id="rId9"/>
    <p:sldId id="266" r:id="rId10"/>
    <p:sldId id="267" r:id="rId11"/>
    <p:sldId id="280" r:id="rId12"/>
    <p:sldId id="271" r:id="rId13"/>
    <p:sldId id="273" r:id="rId14"/>
    <p:sldId id="535" r:id="rId15"/>
    <p:sldId id="261" r:id="rId16"/>
    <p:sldId id="263" r:id="rId17"/>
    <p:sldId id="536" r:id="rId18"/>
    <p:sldId id="537" r:id="rId19"/>
    <p:sldId id="278" r:id="rId20"/>
    <p:sldId id="279" r:id="rId21"/>
    <p:sldId id="538" r:id="rId22"/>
    <p:sldId id="285" r:id="rId23"/>
    <p:sldId id="286" r:id="rId24"/>
    <p:sldId id="287" r:id="rId25"/>
    <p:sldId id="539" r:id="rId26"/>
    <p:sldId id="299" r:id="rId27"/>
    <p:sldId id="300" r:id="rId28"/>
    <p:sldId id="544" r:id="rId29"/>
    <p:sldId id="545" r:id="rId30"/>
    <p:sldId id="301" r:id="rId31"/>
    <p:sldId id="624" r:id="rId32"/>
    <p:sldId id="590" r:id="rId33"/>
    <p:sldId id="591" r:id="rId34"/>
    <p:sldId id="283" r:id="rId35"/>
    <p:sldId id="258" r:id="rId36"/>
    <p:sldId id="262" r:id="rId37"/>
    <p:sldId id="592" r:id="rId38"/>
    <p:sldId id="265" r:id="rId39"/>
    <p:sldId id="593" r:id="rId40"/>
    <p:sldId id="268" r:id="rId41"/>
    <p:sldId id="364" r:id="rId42"/>
    <p:sldId id="594" r:id="rId43"/>
    <p:sldId id="596" r:id="rId44"/>
    <p:sldId id="597" r:id="rId45"/>
    <p:sldId id="598" r:id="rId46"/>
    <p:sldId id="599" r:id="rId47"/>
    <p:sldId id="600" r:id="rId48"/>
    <p:sldId id="601" r:id="rId49"/>
    <p:sldId id="602" r:id="rId50"/>
    <p:sldId id="546" r:id="rId51"/>
    <p:sldId id="547" r:id="rId52"/>
    <p:sldId id="603" r:id="rId53"/>
    <p:sldId id="604" r:id="rId54"/>
    <p:sldId id="605" r:id="rId55"/>
    <p:sldId id="606" r:id="rId56"/>
    <p:sldId id="607" r:id="rId57"/>
    <p:sldId id="608" r:id="rId58"/>
    <p:sldId id="609" r:id="rId59"/>
    <p:sldId id="548" r:id="rId60"/>
    <p:sldId id="610" r:id="rId61"/>
    <p:sldId id="269" r:id="rId62"/>
    <p:sldId id="614" r:id="rId63"/>
    <p:sldId id="549" r:id="rId64"/>
    <p:sldId id="275" r:id="rId65"/>
    <p:sldId id="625" r:id="rId66"/>
  </p:sldIdLst>
  <p:sldSz cx="9144000" cy="6858000" type="screen4x3"/>
  <p:notesSz cx="6858000" cy="9144000"/>
  <p:custShowLst>
    <p:custShow name="自定义放映 1" id="0">
      <p:sldLst>
        <p:sld r:id="rId6"/>
        <p:sld r:id="rId7"/>
        <p:sld r:id="rId16"/>
        <p:sld r:id="rId37"/>
        <p:sld r:id="rId17"/>
        <p:sld r:id="rId9"/>
        <p:sld r:id="rId39"/>
        <p:sld r:id="rId10"/>
        <p:sld r:id="rId11"/>
        <p:sld r:id="rId41"/>
        <p:sld r:id="rId62"/>
        <p:sld r:id="rId13"/>
        <p:sld r:id="rId14"/>
        <p:sld r:id="rId65"/>
        <p:sld r:id="rId20"/>
        <p:sld r:id="rId21"/>
        <p:sld r:id="rId12"/>
        <p:sld r:id="rId35"/>
        <p:sld r:id="rId23"/>
        <p:sld r:id="rId24"/>
        <p:sld r:id="rId25"/>
      </p:sldLst>
    </p:custShow>
  </p:custShowLst>
  <p:custDataLst>
    <p:tags r:id="rId70"/>
  </p:custDataLst>
  <p:defaultTextStyle>
    <a:defPPr>
      <a:defRPr lang="en-US"/>
    </a:defPPr>
    <a:lvl1pPr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99"/>
    <a:srgbClr val="003399"/>
    <a:srgbClr val="CCFFCC"/>
    <a:srgbClr val="FF0000"/>
    <a:srgbClr val="FFFFFF"/>
    <a:srgbClr val="FFCCCC"/>
    <a:srgbClr val="CCCCFF"/>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2736" autoAdjust="0"/>
  </p:normalViewPr>
  <p:slideViewPr>
    <p:cSldViewPr showGuides="1">
      <p:cViewPr varScale="1">
        <p:scale>
          <a:sx n="79" d="100"/>
          <a:sy n="79" d="100"/>
        </p:scale>
        <p:origin x="1454" y="77"/>
      </p:cViewPr>
      <p:guideLst>
        <p:guide orient="horz" pos="2160"/>
        <p:guide pos="291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gs" Target="tags/tag1.xml"/><Relationship Id="rId7" Type="http://schemas.openxmlformats.org/officeDocument/2006/relationships/slide" Target="slides/slide4.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9.emf"/><Relationship Id="rId8" Type="http://schemas.openxmlformats.org/officeDocument/2006/relationships/image" Target="../media/image8.emf"/><Relationship Id="rId7" Type="http://schemas.openxmlformats.org/officeDocument/2006/relationships/image" Target="../media/image7.emf"/><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 Id="rId3" Type="http://schemas.openxmlformats.org/officeDocument/2006/relationships/image" Target="../media/image3.emf"/><Relationship Id="rId25" Type="http://schemas.openxmlformats.org/officeDocument/2006/relationships/image" Target="../media/image25.emf"/><Relationship Id="rId24" Type="http://schemas.openxmlformats.org/officeDocument/2006/relationships/image" Target="../media/image24.emf"/><Relationship Id="rId23" Type="http://schemas.openxmlformats.org/officeDocument/2006/relationships/image" Target="../media/image23.emf"/><Relationship Id="rId22" Type="http://schemas.openxmlformats.org/officeDocument/2006/relationships/image" Target="../media/image22.emf"/><Relationship Id="rId21" Type="http://schemas.openxmlformats.org/officeDocument/2006/relationships/image" Target="../media/image21.emf"/><Relationship Id="rId20" Type="http://schemas.openxmlformats.org/officeDocument/2006/relationships/image" Target="../media/image20.emf"/><Relationship Id="rId2" Type="http://schemas.openxmlformats.org/officeDocument/2006/relationships/image" Target="../media/image2.emf"/><Relationship Id="rId19" Type="http://schemas.openxmlformats.org/officeDocument/2006/relationships/image" Target="../media/image19.emf"/><Relationship Id="rId18" Type="http://schemas.openxmlformats.org/officeDocument/2006/relationships/image" Target="../media/image18.emf"/><Relationship Id="rId17" Type="http://schemas.openxmlformats.org/officeDocument/2006/relationships/image" Target="../media/image17.emf"/><Relationship Id="rId16" Type="http://schemas.openxmlformats.org/officeDocument/2006/relationships/image" Target="../media/image16.emf"/><Relationship Id="rId15" Type="http://schemas.openxmlformats.org/officeDocument/2006/relationships/image" Target="../media/image15.emf"/><Relationship Id="rId14" Type="http://schemas.openxmlformats.org/officeDocument/2006/relationships/image" Target="../media/image14.emf"/><Relationship Id="rId13" Type="http://schemas.openxmlformats.org/officeDocument/2006/relationships/image" Target="../media/image13.emf"/><Relationship Id="rId12" Type="http://schemas.openxmlformats.org/officeDocument/2006/relationships/image" Target="../media/image12.emf"/><Relationship Id="rId11" Type="http://schemas.openxmlformats.org/officeDocument/2006/relationships/image" Target="../media/image11.emf"/><Relationship Id="rId10" Type="http://schemas.openxmlformats.org/officeDocument/2006/relationships/image" Target="../media/image10.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34.emf"/><Relationship Id="rId8" Type="http://schemas.openxmlformats.org/officeDocument/2006/relationships/image" Target="../media/image33.emf"/><Relationship Id="rId7" Type="http://schemas.openxmlformats.org/officeDocument/2006/relationships/image" Target="../media/image32.emf"/><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29.emf"/><Relationship Id="rId3" Type="http://schemas.openxmlformats.org/officeDocument/2006/relationships/image" Target="../media/image28.emf"/><Relationship Id="rId22" Type="http://schemas.openxmlformats.org/officeDocument/2006/relationships/image" Target="../media/image47.emf"/><Relationship Id="rId21" Type="http://schemas.openxmlformats.org/officeDocument/2006/relationships/image" Target="../media/image46.emf"/><Relationship Id="rId20" Type="http://schemas.openxmlformats.org/officeDocument/2006/relationships/image" Target="../media/image45.emf"/><Relationship Id="rId2" Type="http://schemas.openxmlformats.org/officeDocument/2006/relationships/image" Target="../media/image27.emf"/><Relationship Id="rId19" Type="http://schemas.openxmlformats.org/officeDocument/2006/relationships/image" Target="../media/image44.emf"/><Relationship Id="rId18" Type="http://schemas.openxmlformats.org/officeDocument/2006/relationships/image" Target="../media/image43.emf"/><Relationship Id="rId17" Type="http://schemas.openxmlformats.org/officeDocument/2006/relationships/image" Target="../media/image42.emf"/><Relationship Id="rId16" Type="http://schemas.openxmlformats.org/officeDocument/2006/relationships/image" Target="../media/image41.emf"/><Relationship Id="rId15" Type="http://schemas.openxmlformats.org/officeDocument/2006/relationships/image" Target="../media/image40.emf"/><Relationship Id="rId14" Type="http://schemas.openxmlformats.org/officeDocument/2006/relationships/image" Target="../media/image39.emf"/><Relationship Id="rId13" Type="http://schemas.openxmlformats.org/officeDocument/2006/relationships/image" Target="../media/image38.emf"/><Relationship Id="rId12" Type="http://schemas.openxmlformats.org/officeDocument/2006/relationships/image" Target="../media/image37.emf"/><Relationship Id="rId11" Type="http://schemas.openxmlformats.org/officeDocument/2006/relationships/image" Target="../media/image36.emf"/><Relationship Id="rId10" Type="http://schemas.openxmlformats.org/officeDocument/2006/relationships/image" Target="../media/image35.emf"/><Relationship Id="rId1" Type="http://schemas.openxmlformats.org/officeDocument/2006/relationships/image" Target="../media/image26.e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56.emf"/><Relationship Id="rId8" Type="http://schemas.openxmlformats.org/officeDocument/2006/relationships/image" Target="../media/image55.emf"/><Relationship Id="rId7" Type="http://schemas.openxmlformats.org/officeDocument/2006/relationships/image" Target="../media/image54.emf"/><Relationship Id="rId6" Type="http://schemas.openxmlformats.org/officeDocument/2006/relationships/image" Target="../media/image53.emf"/><Relationship Id="rId5" Type="http://schemas.openxmlformats.org/officeDocument/2006/relationships/image" Target="../media/image52.emf"/><Relationship Id="rId4" Type="http://schemas.openxmlformats.org/officeDocument/2006/relationships/image" Target="../media/image51.emf"/><Relationship Id="rId3" Type="http://schemas.openxmlformats.org/officeDocument/2006/relationships/image" Target="../media/image50.emf"/><Relationship Id="rId25" Type="http://schemas.openxmlformats.org/officeDocument/2006/relationships/image" Target="../media/image72.emf"/><Relationship Id="rId24" Type="http://schemas.openxmlformats.org/officeDocument/2006/relationships/image" Target="../media/image71.emf"/><Relationship Id="rId23" Type="http://schemas.openxmlformats.org/officeDocument/2006/relationships/image" Target="../media/image70.emf"/><Relationship Id="rId22" Type="http://schemas.openxmlformats.org/officeDocument/2006/relationships/image" Target="../media/image69.emf"/><Relationship Id="rId21" Type="http://schemas.openxmlformats.org/officeDocument/2006/relationships/image" Target="../media/image68.emf"/><Relationship Id="rId20" Type="http://schemas.openxmlformats.org/officeDocument/2006/relationships/image" Target="../media/image67.emf"/><Relationship Id="rId2" Type="http://schemas.openxmlformats.org/officeDocument/2006/relationships/image" Target="../media/image49.emf"/><Relationship Id="rId19" Type="http://schemas.openxmlformats.org/officeDocument/2006/relationships/image" Target="../media/image66.emf"/><Relationship Id="rId18" Type="http://schemas.openxmlformats.org/officeDocument/2006/relationships/image" Target="../media/image65.emf"/><Relationship Id="rId17" Type="http://schemas.openxmlformats.org/officeDocument/2006/relationships/image" Target="../media/image64.emf"/><Relationship Id="rId16" Type="http://schemas.openxmlformats.org/officeDocument/2006/relationships/image" Target="../media/image63.emf"/><Relationship Id="rId15" Type="http://schemas.openxmlformats.org/officeDocument/2006/relationships/image" Target="../media/image62.emf"/><Relationship Id="rId14" Type="http://schemas.openxmlformats.org/officeDocument/2006/relationships/image" Target="../media/image61.emf"/><Relationship Id="rId13" Type="http://schemas.openxmlformats.org/officeDocument/2006/relationships/image" Target="../media/image60.emf"/><Relationship Id="rId12" Type="http://schemas.openxmlformats.org/officeDocument/2006/relationships/image" Target="../media/image59.emf"/><Relationship Id="rId11" Type="http://schemas.openxmlformats.org/officeDocument/2006/relationships/image" Target="../media/image58.emf"/><Relationship Id="rId10" Type="http://schemas.openxmlformats.org/officeDocument/2006/relationships/image" Target="../media/image57.emf"/><Relationship Id="rId1" Type="http://schemas.openxmlformats.org/officeDocument/2006/relationships/image" Target="../media/image48.e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82.emf"/><Relationship Id="rId8" Type="http://schemas.openxmlformats.org/officeDocument/2006/relationships/image" Target="../media/image81.emf"/><Relationship Id="rId7" Type="http://schemas.openxmlformats.org/officeDocument/2006/relationships/image" Target="../media/image80.emf"/><Relationship Id="rId6" Type="http://schemas.openxmlformats.org/officeDocument/2006/relationships/image" Target="../media/image79.emf"/><Relationship Id="rId5" Type="http://schemas.openxmlformats.org/officeDocument/2006/relationships/image" Target="../media/image78.emf"/><Relationship Id="rId4" Type="http://schemas.openxmlformats.org/officeDocument/2006/relationships/image" Target="../media/image77.emf"/><Relationship Id="rId3" Type="http://schemas.openxmlformats.org/officeDocument/2006/relationships/image" Target="../media/image76.emf"/><Relationship Id="rId2" Type="http://schemas.openxmlformats.org/officeDocument/2006/relationships/image" Target="../media/image75.emf"/><Relationship Id="rId15" Type="http://schemas.openxmlformats.org/officeDocument/2006/relationships/image" Target="../media/image88.emf"/><Relationship Id="rId14" Type="http://schemas.openxmlformats.org/officeDocument/2006/relationships/image" Target="../media/image87.emf"/><Relationship Id="rId13" Type="http://schemas.openxmlformats.org/officeDocument/2006/relationships/image" Target="../media/image86.emf"/><Relationship Id="rId12" Type="http://schemas.openxmlformats.org/officeDocument/2006/relationships/image" Target="../media/image85.emf"/><Relationship Id="rId11" Type="http://schemas.openxmlformats.org/officeDocument/2006/relationships/image" Target="../media/image84.emf"/><Relationship Id="rId10" Type="http://schemas.openxmlformats.org/officeDocument/2006/relationships/image" Target="../media/image83.emf"/><Relationship Id="rId1" Type="http://schemas.openxmlformats.org/officeDocument/2006/relationships/image" Target="../media/image74.e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94.emf"/><Relationship Id="rId5" Type="http://schemas.openxmlformats.org/officeDocument/2006/relationships/image" Target="../media/image93.emf"/><Relationship Id="rId4" Type="http://schemas.openxmlformats.org/officeDocument/2006/relationships/image" Target="../media/image92.emf"/><Relationship Id="rId3" Type="http://schemas.openxmlformats.org/officeDocument/2006/relationships/image" Target="../media/image91.emf"/><Relationship Id="rId2" Type="http://schemas.openxmlformats.org/officeDocument/2006/relationships/image" Target="../media/image90.emf"/><Relationship Id="rId1" Type="http://schemas.openxmlformats.org/officeDocument/2006/relationships/image" Target="../media/image89.e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103.emf"/><Relationship Id="rId8" Type="http://schemas.openxmlformats.org/officeDocument/2006/relationships/image" Target="../media/image102.emf"/><Relationship Id="rId7" Type="http://schemas.openxmlformats.org/officeDocument/2006/relationships/image" Target="../media/image101.emf"/><Relationship Id="rId6" Type="http://schemas.openxmlformats.org/officeDocument/2006/relationships/image" Target="../media/image100.emf"/><Relationship Id="rId5" Type="http://schemas.openxmlformats.org/officeDocument/2006/relationships/image" Target="../media/image99.emf"/><Relationship Id="rId4" Type="http://schemas.openxmlformats.org/officeDocument/2006/relationships/image" Target="../media/image98.emf"/><Relationship Id="rId3" Type="http://schemas.openxmlformats.org/officeDocument/2006/relationships/image" Target="../media/image97.emf"/><Relationship Id="rId2" Type="http://schemas.openxmlformats.org/officeDocument/2006/relationships/image" Target="../media/image96.emf"/><Relationship Id="rId10" Type="http://schemas.openxmlformats.org/officeDocument/2006/relationships/image" Target="../media/image104.emf"/><Relationship Id="rId1" Type="http://schemas.openxmlformats.org/officeDocument/2006/relationships/image" Target="../media/image95.e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113.emf"/><Relationship Id="rId8" Type="http://schemas.openxmlformats.org/officeDocument/2006/relationships/image" Target="../media/image112.emf"/><Relationship Id="rId7" Type="http://schemas.openxmlformats.org/officeDocument/2006/relationships/image" Target="../media/image111.emf"/><Relationship Id="rId6" Type="http://schemas.openxmlformats.org/officeDocument/2006/relationships/image" Target="../media/image110.emf"/><Relationship Id="rId5" Type="http://schemas.openxmlformats.org/officeDocument/2006/relationships/image" Target="../media/image109.emf"/><Relationship Id="rId4" Type="http://schemas.openxmlformats.org/officeDocument/2006/relationships/image" Target="../media/image108.emf"/><Relationship Id="rId3" Type="http://schemas.openxmlformats.org/officeDocument/2006/relationships/image" Target="../media/image107.emf"/><Relationship Id="rId2" Type="http://schemas.openxmlformats.org/officeDocument/2006/relationships/image" Target="../media/image106.emf"/><Relationship Id="rId11" Type="http://schemas.openxmlformats.org/officeDocument/2006/relationships/image" Target="../media/image115.emf"/><Relationship Id="rId10" Type="http://schemas.openxmlformats.org/officeDocument/2006/relationships/image" Target="../media/image114.emf"/><Relationship Id="rId1" Type="http://schemas.openxmlformats.org/officeDocument/2006/relationships/image" Target="../media/image105.wmf"/></Relationships>
</file>

<file path=ppt/drawings/_rels/vmlDrawing8.vml.rels><?xml version="1.0" encoding="UTF-8" standalone="yes"?>
<Relationships xmlns="http://schemas.openxmlformats.org/package/2006/relationships"><Relationship Id="rId6" Type="http://schemas.openxmlformats.org/officeDocument/2006/relationships/image" Target="../media/image121.emf"/><Relationship Id="rId5" Type="http://schemas.openxmlformats.org/officeDocument/2006/relationships/image" Target="../media/image120.emf"/><Relationship Id="rId4" Type="http://schemas.openxmlformats.org/officeDocument/2006/relationships/image" Target="../media/image119.emf"/><Relationship Id="rId3" Type="http://schemas.openxmlformats.org/officeDocument/2006/relationships/image" Target="../media/image118.emf"/><Relationship Id="rId2" Type="http://schemas.openxmlformats.org/officeDocument/2006/relationships/image" Target="../media/image117.emf"/><Relationship Id="rId1" Type="http://schemas.openxmlformats.org/officeDocument/2006/relationships/image" Target="../media/image11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2.e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128.emf"/><Relationship Id="rId5" Type="http://schemas.openxmlformats.org/officeDocument/2006/relationships/image" Target="../media/image127.emf"/><Relationship Id="rId4" Type="http://schemas.openxmlformats.org/officeDocument/2006/relationships/image" Target="../media/image126.emf"/><Relationship Id="rId3" Type="http://schemas.openxmlformats.org/officeDocument/2006/relationships/image" Target="../media/image125.emf"/><Relationship Id="rId2" Type="http://schemas.openxmlformats.org/officeDocument/2006/relationships/image" Target="../media/image124.emf"/><Relationship Id="rId1" Type="http://schemas.openxmlformats.org/officeDocument/2006/relationships/image" Target="../media/image123.e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137.wmf"/><Relationship Id="rId8" Type="http://schemas.openxmlformats.org/officeDocument/2006/relationships/image" Target="../media/image136.wmf"/><Relationship Id="rId7" Type="http://schemas.openxmlformats.org/officeDocument/2006/relationships/image" Target="../media/image135.wmf"/><Relationship Id="rId6" Type="http://schemas.openxmlformats.org/officeDocument/2006/relationships/image" Target="../media/image134.wmf"/><Relationship Id="rId5" Type="http://schemas.openxmlformats.org/officeDocument/2006/relationships/image" Target="../media/image133.wmf"/><Relationship Id="rId4" Type="http://schemas.openxmlformats.org/officeDocument/2006/relationships/image" Target="../media/image132.wmf"/><Relationship Id="rId3" Type="http://schemas.openxmlformats.org/officeDocument/2006/relationships/image" Target="../media/image131.wmf"/><Relationship Id="rId21" Type="http://schemas.openxmlformats.org/officeDocument/2006/relationships/image" Target="../media/image149.emf"/><Relationship Id="rId20" Type="http://schemas.openxmlformats.org/officeDocument/2006/relationships/image" Target="../media/image148.emf"/><Relationship Id="rId2" Type="http://schemas.openxmlformats.org/officeDocument/2006/relationships/image" Target="../media/image130.wmf"/><Relationship Id="rId19" Type="http://schemas.openxmlformats.org/officeDocument/2006/relationships/image" Target="../media/image147.emf"/><Relationship Id="rId18" Type="http://schemas.openxmlformats.org/officeDocument/2006/relationships/image" Target="../media/image146.emf"/><Relationship Id="rId17" Type="http://schemas.openxmlformats.org/officeDocument/2006/relationships/image" Target="../media/image145.emf"/><Relationship Id="rId16" Type="http://schemas.openxmlformats.org/officeDocument/2006/relationships/image" Target="../media/image144.wmf"/><Relationship Id="rId15" Type="http://schemas.openxmlformats.org/officeDocument/2006/relationships/image" Target="../media/image143.wmf"/><Relationship Id="rId14" Type="http://schemas.openxmlformats.org/officeDocument/2006/relationships/image" Target="../media/image142.wmf"/><Relationship Id="rId13" Type="http://schemas.openxmlformats.org/officeDocument/2006/relationships/image" Target="../media/image141.wmf"/><Relationship Id="rId12" Type="http://schemas.openxmlformats.org/officeDocument/2006/relationships/image" Target="../media/image140.wmf"/><Relationship Id="rId11" Type="http://schemas.openxmlformats.org/officeDocument/2006/relationships/image" Target="../media/image139.wmf"/><Relationship Id="rId10" Type="http://schemas.openxmlformats.org/officeDocument/2006/relationships/image" Target="../media/image138.wmf"/><Relationship Id="rId1" Type="http://schemas.openxmlformats.org/officeDocument/2006/relationships/image" Target="../media/image129.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137.wmf"/><Relationship Id="rId8" Type="http://schemas.openxmlformats.org/officeDocument/2006/relationships/image" Target="../media/image136.wmf"/><Relationship Id="rId7" Type="http://schemas.openxmlformats.org/officeDocument/2006/relationships/image" Target="../media/image135.wmf"/><Relationship Id="rId6" Type="http://schemas.openxmlformats.org/officeDocument/2006/relationships/image" Target="../media/image134.wmf"/><Relationship Id="rId5" Type="http://schemas.openxmlformats.org/officeDocument/2006/relationships/image" Target="../media/image133.wmf"/><Relationship Id="rId4" Type="http://schemas.openxmlformats.org/officeDocument/2006/relationships/image" Target="../media/image132.wmf"/><Relationship Id="rId3" Type="http://schemas.openxmlformats.org/officeDocument/2006/relationships/image" Target="../media/image131.wmf"/><Relationship Id="rId2" Type="http://schemas.openxmlformats.org/officeDocument/2006/relationships/image" Target="../media/image130.wmf"/><Relationship Id="rId16" Type="http://schemas.openxmlformats.org/officeDocument/2006/relationships/image" Target="../media/image144.wmf"/><Relationship Id="rId15" Type="http://schemas.openxmlformats.org/officeDocument/2006/relationships/image" Target="../media/image143.wmf"/><Relationship Id="rId14" Type="http://schemas.openxmlformats.org/officeDocument/2006/relationships/image" Target="../media/image142.wmf"/><Relationship Id="rId13" Type="http://schemas.openxmlformats.org/officeDocument/2006/relationships/image" Target="../media/image141.wmf"/><Relationship Id="rId12" Type="http://schemas.openxmlformats.org/officeDocument/2006/relationships/image" Target="../media/image140.wmf"/><Relationship Id="rId11" Type="http://schemas.openxmlformats.org/officeDocument/2006/relationships/image" Target="../media/image139.wmf"/><Relationship Id="rId10" Type="http://schemas.openxmlformats.org/officeDocument/2006/relationships/image" Target="../media/image138.wmf"/><Relationship Id="rId1" Type="http://schemas.openxmlformats.org/officeDocument/2006/relationships/image" Target="../media/image129.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53.emf"/><Relationship Id="rId2" Type="http://schemas.openxmlformats.org/officeDocument/2006/relationships/image" Target="../media/image152.emf"/><Relationship Id="rId1" Type="http://schemas.openxmlformats.org/officeDocument/2006/relationships/image" Target="../media/image151.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160.wmf"/><Relationship Id="rId8" Type="http://schemas.openxmlformats.org/officeDocument/2006/relationships/image" Target="../media/image159.wmf"/><Relationship Id="rId7" Type="http://schemas.openxmlformats.org/officeDocument/2006/relationships/image" Target="../media/image158.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 Id="rId3" Type="http://schemas.openxmlformats.org/officeDocument/2006/relationships/image" Target="../media/image154.wmf"/><Relationship Id="rId27" Type="http://schemas.openxmlformats.org/officeDocument/2006/relationships/image" Target="../media/image176.emf"/><Relationship Id="rId26" Type="http://schemas.openxmlformats.org/officeDocument/2006/relationships/image" Target="../media/image175.emf"/><Relationship Id="rId25" Type="http://schemas.openxmlformats.org/officeDocument/2006/relationships/image" Target="../media/image174.wmf"/><Relationship Id="rId24" Type="http://schemas.openxmlformats.org/officeDocument/2006/relationships/image" Target="../media/image173.wmf"/><Relationship Id="rId23" Type="http://schemas.openxmlformats.org/officeDocument/2006/relationships/image" Target="../media/image172.wmf"/><Relationship Id="rId22" Type="http://schemas.openxmlformats.org/officeDocument/2006/relationships/image" Target="../media/image171.wmf"/><Relationship Id="rId21" Type="http://schemas.openxmlformats.org/officeDocument/2006/relationships/image" Target="../media/image170.wmf"/><Relationship Id="rId20" Type="http://schemas.openxmlformats.org/officeDocument/2006/relationships/image" Target="../media/image169.wmf"/><Relationship Id="rId2" Type="http://schemas.openxmlformats.org/officeDocument/2006/relationships/image" Target="../media/image130.wmf"/><Relationship Id="rId19" Type="http://schemas.openxmlformats.org/officeDocument/2006/relationships/image" Target="../media/image168.wmf"/><Relationship Id="rId18" Type="http://schemas.openxmlformats.org/officeDocument/2006/relationships/image" Target="../media/image167.wmf"/><Relationship Id="rId17" Type="http://schemas.openxmlformats.org/officeDocument/2006/relationships/image" Target="../media/image166.wmf"/><Relationship Id="rId16" Type="http://schemas.openxmlformats.org/officeDocument/2006/relationships/image" Target="../media/image165.wmf"/><Relationship Id="rId15" Type="http://schemas.openxmlformats.org/officeDocument/2006/relationships/image" Target="../media/image144.wmf"/><Relationship Id="rId14" Type="http://schemas.openxmlformats.org/officeDocument/2006/relationships/image" Target="../media/image143.wmf"/><Relationship Id="rId13" Type="http://schemas.openxmlformats.org/officeDocument/2006/relationships/image" Target="../media/image164.wmf"/><Relationship Id="rId12" Type="http://schemas.openxmlformats.org/officeDocument/2006/relationships/image" Target="../media/image163.wmf"/><Relationship Id="rId11" Type="http://schemas.openxmlformats.org/officeDocument/2006/relationships/image" Target="../media/image162.wmf"/><Relationship Id="rId10" Type="http://schemas.openxmlformats.org/officeDocument/2006/relationships/image" Target="../media/image161.wmf"/><Relationship Id="rId1" Type="http://schemas.openxmlformats.org/officeDocument/2006/relationships/image" Target="../media/image12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78.emf"/><Relationship Id="rId1" Type="http://schemas.openxmlformats.org/officeDocument/2006/relationships/image" Target="../media/image177.e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86.emf"/><Relationship Id="rId7" Type="http://schemas.openxmlformats.org/officeDocument/2006/relationships/image" Target="../media/image185.emf"/><Relationship Id="rId6" Type="http://schemas.openxmlformats.org/officeDocument/2006/relationships/image" Target="../media/image184.emf"/><Relationship Id="rId5" Type="http://schemas.openxmlformats.org/officeDocument/2006/relationships/image" Target="../media/image183.emf"/><Relationship Id="rId4" Type="http://schemas.openxmlformats.org/officeDocument/2006/relationships/image" Target="../media/image182.emf"/><Relationship Id="rId3" Type="http://schemas.openxmlformats.org/officeDocument/2006/relationships/image" Target="../media/image181.emf"/><Relationship Id="rId2" Type="http://schemas.openxmlformats.org/officeDocument/2006/relationships/image" Target="../media/image180.emf"/><Relationship Id="rId1" Type="http://schemas.openxmlformats.org/officeDocument/2006/relationships/image" Target="../media/image179.emf"/></Relationships>
</file>

<file path=ppt/drawings/_rels/vmlDrawing17.vml.rels><?xml version="1.0" encoding="UTF-8" standalone="yes"?>
<Relationships xmlns="http://schemas.openxmlformats.org/package/2006/relationships"><Relationship Id="rId7" Type="http://schemas.openxmlformats.org/officeDocument/2006/relationships/image" Target="../media/image193.emf"/><Relationship Id="rId6" Type="http://schemas.openxmlformats.org/officeDocument/2006/relationships/image" Target="../media/image192.emf"/><Relationship Id="rId5" Type="http://schemas.openxmlformats.org/officeDocument/2006/relationships/image" Target="../media/image191.emf"/><Relationship Id="rId4" Type="http://schemas.openxmlformats.org/officeDocument/2006/relationships/image" Target="../media/image190.emf"/><Relationship Id="rId3" Type="http://schemas.openxmlformats.org/officeDocument/2006/relationships/image" Target="../media/image189.emf"/><Relationship Id="rId2" Type="http://schemas.openxmlformats.org/officeDocument/2006/relationships/image" Target="../media/image188.emf"/><Relationship Id="rId1" Type="http://schemas.openxmlformats.org/officeDocument/2006/relationships/image" Target="../media/image187.e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198.emf"/><Relationship Id="rId4" Type="http://schemas.openxmlformats.org/officeDocument/2006/relationships/image" Target="../media/image197.emf"/><Relationship Id="rId3" Type="http://schemas.openxmlformats.org/officeDocument/2006/relationships/image" Target="../media/image196.emf"/><Relationship Id="rId2" Type="http://schemas.openxmlformats.org/officeDocument/2006/relationships/image" Target="../media/image195.emf"/><Relationship Id="rId1" Type="http://schemas.openxmlformats.org/officeDocument/2006/relationships/image" Target="../media/image194.e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203.emf"/><Relationship Id="rId4" Type="http://schemas.openxmlformats.org/officeDocument/2006/relationships/image" Target="../media/image202.emf"/><Relationship Id="rId3" Type="http://schemas.openxmlformats.org/officeDocument/2006/relationships/image" Target="../media/image201.emf"/><Relationship Id="rId2" Type="http://schemas.openxmlformats.org/officeDocument/2006/relationships/image" Target="../media/image200.emf"/><Relationship Id="rId1" Type="http://schemas.openxmlformats.org/officeDocument/2006/relationships/image" Target="../media/image199.e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212.emf"/><Relationship Id="rId8" Type="http://schemas.openxmlformats.org/officeDocument/2006/relationships/image" Target="../media/image211.emf"/><Relationship Id="rId7" Type="http://schemas.openxmlformats.org/officeDocument/2006/relationships/image" Target="../media/image210.emf"/><Relationship Id="rId6" Type="http://schemas.openxmlformats.org/officeDocument/2006/relationships/image" Target="../media/image209.emf"/><Relationship Id="rId5" Type="http://schemas.openxmlformats.org/officeDocument/2006/relationships/image" Target="../media/image208.emf"/><Relationship Id="rId4" Type="http://schemas.openxmlformats.org/officeDocument/2006/relationships/image" Target="../media/image207.emf"/><Relationship Id="rId3" Type="http://schemas.openxmlformats.org/officeDocument/2006/relationships/image" Target="../media/image206.emf"/><Relationship Id="rId2" Type="http://schemas.openxmlformats.org/officeDocument/2006/relationships/image" Target="../media/image205.emf"/><Relationship Id="rId10" Type="http://schemas.openxmlformats.org/officeDocument/2006/relationships/image" Target="../media/image213.emf"/><Relationship Id="rId1" Type="http://schemas.openxmlformats.org/officeDocument/2006/relationships/image" Target="../media/image204.emf"/></Relationships>
</file>

<file path=ppt/drawings/_rels/vmlDrawing21.vml.rels><?xml version="1.0" encoding="UTF-8" standalone="yes"?>
<Relationships xmlns="http://schemas.openxmlformats.org/package/2006/relationships"><Relationship Id="rId7" Type="http://schemas.openxmlformats.org/officeDocument/2006/relationships/image" Target="../media/image220.emf"/><Relationship Id="rId6" Type="http://schemas.openxmlformats.org/officeDocument/2006/relationships/image" Target="../media/image219.emf"/><Relationship Id="rId5" Type="http://schemas.openxmlformats.org/officeDocument/2006/relationships/image" Target="../media/image218.emf"/><Relationship Id="rId4" Type="http://schemas.openxmlformats.org/officeDocument/2006/relationships/image" Target="../media/image217.emf"/><Relationship Id="rId3" Type="http://schemas.openxmlformats.org/officeDocument/2006/relationships/image" Target="../media/image216.emf"/><Relationship Id="rId2" Type="http://schemas.openxmlformats.org/officeDocument/2006/relationships/image" Target="../media/image215.emf"/><Relationship Id="rId1" Type="http://schemas.openxmlformats.org/officeDocument/2006/relationships/image" Target="../media/image214.e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227.emf"/><Relationship Id="rId3" Type="http://schemas.openxmlformats.org/officeDocument/2006/relationships/image" Target="../media/image226.emf"/><Relationship Id="rId2" Type="http://schemas.openxmlformats.org/officeDocument/2006/relationships/image" Target="../media/image225.wmf"/><Relationship Id="rId1" Type="http://schemas.openxmlformats.org/officeDocument/2006/relationships/image" Target="../media/image22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230.emf"/><Relationship Id="rId2" Type="http://schemas.openxmlformats.org/officeDocument/2006/relationships/image" Target="../media/image229.emf"/><Relationship Id="rId1" Type="http://schemas.openxmlformats.org/officeDocument/2006/relationships/image" Target="../media/image228.emf"/></Relationships>
</file>

<file path=ppt/drawings/_rels/vmlDrawing24.vml.rels><?xml version="1.0" encoding="UTF-8" standalone="yes"?>
<Relationships xmlns="http://schemas.openxmlformats.org/package/2006/relationships"><Relationship Id="rId6" Type="http://schemas.openxmlformats.org/officeDocument/2006/relationships/image" Target="../media/image236.emf"/><Relationship Id="rId5" Type="http://schemas.openxmlformats.org/officeDocument/2006/relationships/image" Target="../media/image235.emf"/><Relationship Id="rId4" Type="http://schemas.openxmlformats.org/officeDocument/2006/relationships/image" Target="../media/image234.emf"/><Relationship Id="rId3" Type="http://schemas.openxmlformats.org/officeDocument/2006/relationships/image" Target="../media/image233.emf"/><Relationship Id="rId2" Type="http://schemas.openxmlformats.org/officeDocument/2006/relationships/image" Target="../media/image232.emf"/><Relationship Id="rId1" Type="http://schemas.openxmlformats.org/officeDocument/2006/relationships/image" Target="../media/image231.e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44.wmf"/><Relationship Id="rId7" Type="http://schemas.openxmlformats.org/officeDocument/2006/relationships/image" Target="../media/image243.wmf"/><Relationship Id="rId6" Type="http://schemas.openxmlformats.org/officeDocument/2006/relationships/image" Target="../media/image242.wmf"/><Relationship Id="rId5" Type="http://schemas.openxmlformats.org/officeDocument/2006/relationships/image" Target="../media/image241.emf"/><Relationship Id="rId4" Type="http://schemas.openxmlformats.org/officeDocument/2006/relationships/image" Target="../media/image240.emf"/><Relationship Id="rId3" Type="http://schemas.openxmlformats.org/officeDocument/2006/relationships/image" Target="../media/image239.emf"/><Relationship Id="rId2" Type="http://schemas.openxmlformats.org/officeDocument/2006/relationships/image" Target="../media/image238.emf"/><Relationship Id="rId1" Type="http://schemas.openxmlformats.org/officeDocument/2006/relationships/image" Target="../media/image237.e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257.emf"/><Relationship Id="rId8" Type="http://schemas.openxmlformats.org/officeDocument/2006/relationships/image" Target="../media/image256.emf"/><Relationship Id="rId7" Type="http://schemas.openxmlformats.org/officeDocument/2006/relationships/image" Target="../media/image255.emf"/><Relationship Id="rId6" Type="http://schemas.openxmlformats.org/officeDocument/2006/relationships/image" Target="../media/image254.emf"/><Relationship Id="rId5" Type="http://schemas.openxmlformats.org/officeDocument/2006/relationships/image" Target="../media/image253.emf"/><Relationship Id="rId4" Type="http://schemas.openxmlformats.org/officeDocument/2006/relationships/image" Target="../media/image252.emf"/><Relationship Id="rId3" Type="http://schemas.openxmlformats.org/officeDocument/2006/relationships/image" Target="../media/image251.emf"/><Relationship Id="rId2" Type="http://schemas.openxmlformats.org/officeDocument/2006/relationships/image" Target="../media/image249.emf"/><Relationship Id="rId14" Type="http://schemas.openxmlformats.org/officeDocument/2006/relationships/image" Target="../media/image262.emf"/><Relationship Id="rId13" Type="http://schemas.openxmlformats.org/officeDocument/2006/relationships/image" Target="../media/image261.emf"/><Relationship Id="rId12" Type="http://schemas.openxmlformats.org/officeDocument/2006/relationships/image" Target="../media/image260.emf"/><Relationship Id="rId11" Type="http://schemas.openxmlformats.org/officeDocument/2006/relationships/image" Target="../media/image259.emf"/><Relationship Id="rId10" Type="http://schemas.openxmlformats.org/officeDocument/2006/relationships/image" Target="../media/image258.emf"/><Relationship Id="rId1" Type="http://schemas.openxmlformats.org/officeDocument/2006/relationships/image" Target="../media/image248.e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271.emf"/><Relationship Id="rId8" Type="http://schemas.openxmlformats.org/officeDocument/2006/relationships/image" Target="../media/image270.emf"/><Relationship Id="rId7" Type="http://schemas.openxmlformats.org/officeDocument/2006/relationships/image" Target="../media/image269.emf"/><Relationship Id="rId6" Type="http://schemas.openxmlformats.org/officeDocument/2006/relationships/image" Target="../media/image268.emf"/><Relationship Id="rId5" Type="http://schemas.openxmlformats.org/officeDocument/2006/relationships/image" Target="../media/image267.emf"/><Relationship Id="rId4" Type="http://schemas.openxmlformats.org/officeDocument/2006/relationships/image" Target="../media/image266.emf"/><Relationship Id="rId3" Type="http://schemas.openxmlformats.org/officeDocument/2006/relationships/image" Target="../media/image265.emf"/><Relationship Id="rId2" Type="http://schemas.openxmlformats.org/officeDocument/2006/relationships/image" Target="../media/image264.emf"/><Relationship Id="rId10" Type="http://schemas.openxmlformats.org/officeDocument/2006/relationships/image" Target="../media/image272.emf"/><Relationship Id="rId1" Type="http://schemas.openxmlformats.org/officeDocument/2006/relationships/image" Target="../media/image263.e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80.emf"/><Relationship Id="rId7" Type="http://schemas.openxmlformats.org/officeDocument/2006/relationships/image" Target="../media/image279.wmf"/><Relationship Id="rId6" Type="http://schemas.openxmlformats.org/officeDocument/2006/relationships/image" Target="../media/image278.emf"/><Relationship Id="rId5" Type="http://schemas.openxmlformats.org/officeDocument/2006/relationships/image" Target="../media/image277.emf"/><Relationship Id="rId4" Type="http://schemas.openxmlformats.org/officeDocument/2006/relationships/image" Target="../media/image276.emf"/><Relationship Id="rId3" Type="http://schemas.openxmlformats.org/officeDocument/2006/relationships/image" Target="../media/image275.emf"/><Relationship Id="rId2" Type="http://schemas.openxmlformats.org/officeDocument/2006/relationships/image" Target="../media/image274.emf"/><Relationship Id="rId1" Type="http://schemas.openxmlformats.org/officeDocument/2006/relationships/image" Target="../media/image273.emf"/></Relationships>
</file>

<file path=ppt/drawings/_rels/vmlDrawing29.vml.rels><?xml version="1.0" encoding="UTF-8" standalone="yes"?>
<Relationships xmlns="http://schemas.openxmlformats.org/package/2006/relationships"><Relationship Id="rId9" Type="http://schemas.openxmlformats.org/officeDocument/2006/relationships/image" Target="../media/image290.emf"/><Relationship Id="rId8" Type="http://schemas.openxmlformats.org/officeDocument/2006/relationships/image" Target="../media/image289.wmf"/><Relationship Id="rId7" Type="http://schemas.openxmlformats.org/officeDocument/2006/relationships/image" Target="../media/image287.emf"/><Relationship Id="rId6" Type="http://schemas.openxmlformats.org/officeDocument/2006/relationships/image" Target="../media/image286.emf"/><Relationship Id="rId5" Type="http://schemas.openxmlformats.org/officeDocument/2006/relationships/image" Target="../media/image285.emf"/><Relationship Id="rId4" Type="http://schemas.openxmlformats.org/officeDocument/2006/relationships/image" Target="../media/image284.emf"/><Relationship Id="rId3" Type="http://schemas.openxmlformats.org/officeDocument/2006/relationships/image" Target="../media/image283.emf"/><Relationship Id="rId2" Type="http://schemas.openxmlformats.org/officeDocument/2006/relationships/image" Target="../media/image282.emf"/><Relationship Id="rId18" Type="http://schemas.openxmlformats.org/officeDocument/2006/relationships/image" Target="../media/image299.emf"/><Relationship Id="rId17" Type="http://schemas.openxmlformats.org/officeDocument/2006/relationships/image" Target="../media/image298.emf"/><Relationship Id="rId16" Type="http://schemas.openxmlformats.org/officeDocument/2006/relationships/image" Target="../media/image297.emf"/><Relationship Id="rId15" Type="http://schemas.openxmlformats.org/officeDocument/2006/relationships/image" Target="../media/image296.emf"/><Relationship Id="rId14" Type="http://schemas.openxmlformats.org/officeDocument/2006/relationships/image" Target="../media/image295.emf"/><Relationship Id="rId13" Type="http://schemas.openxmlformats.org/officeDocument/2006/relationships/image" Target="../media/image294.emf"/><Relationship Id="rId12" Type="http://schemas.openxmlformats.org/officeDocument/2006/relationships/image" Target="../media/image293.emf"/><Relationship Id="rId11" Type="http://schemas.openxmlformats.org/officeDocument/2006/relationships/image" Target="../media/image292.emf"/><Relationship Id="rId10" Type="http://schemas.openxmlformats.org/officeDocument/2006/relationships/image" Target="../media/image291.emf"/><Relationship Id="rId1" Type="http://schemas.openxmlformats.org/officeDocument/2006/relationships/image" Target="../media/image281.e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308.emf"/><Relationship Id="rId8" Type="http://schemas.openxmlformats.org/officeDocument/2006/relationships/image" Target="../media/image307.emf"/><Relationship Id="rId7" Type="http://schemas.openxmlformats.org/officeDocument/2006/relationships/image" Target="../media/image306.emf"/><Relationship Id="rId6" Type="http://schemas.openxmlformats.org/officeDocument/2006/relationships/image" Target="../media/image305.emf"/><Relationship Id="rId5" Type="http://schemas.openxmlformats.org/officeDocument/2006/relationships/image" Target="../media/image304.emf"/><Relationship Id="rId4" Type="http://schemas.openxmlformats.org/officeDocument/2006/relationships/image" Target="../media/image303.emf"/><Relationship Id="rId3" Type="http://schemas.openxmlformats.org/officeDocument/2006/relationships/image" Target="../media/image302.emf"/><Relationship Id="rId2" Type="http://schemas.openxmlformats.org/officeDocument/2006/relationships/image" Target="../media/image301.emf"/><Relationship Id="rId13" Type="http://schemas.openxmlformats.org/officeDocument/2006/relationships/image" Target="../media/image312.emf"/><Relationship Id="rId12" Type="http://schemas.openxmlformats.org/officeDocument/2006/relationships/image" Target="../media/image311.emf"/><Relationship Id="rId11" Type="http://schemas.openxmlformats.org/officeDocument/2006/relationships/image" Target="../media/image310.emf"/><Relationship Id="rId10" Type="http://schemas.openxmlformats.org/officeDocument/2006/relationships/image" Target="../media/image309.emf"/><Relationship Id="rId1" Type="http://schemas.openxmlformats.org/officeDocument/2006/relationships/image" Target="../media/image300.emf"/></Relationships>
</file>

<file path=ppt/drawings/_rels/vmlDrawing31.vml.rels><?xml version="1.0" encoding="UTF-8" standalone="yes"?>
<Relationships xmlns="http://schemas.openxmlformats.org/package/2006/relationships"><Relationship Id="rId7" Type="http://schemas.openxmlformats.org/officeDocument/2006/relationships/image" Target="../media/image319.emf"/><Relationship Id="rId6" Type="http://schemas.openxmlformats.org/officeDocument/2006/relationships/image" Target="../media/image318.emf"/><Relationship Id="rId5" Type="http://schemas.openxmlformats.org/officeDocument/2006/relationships/image" Target="../media/image317.emf"/><Relationship Id="rId4" Type="http://schemas.openxmlformats.org/officeDocument/2006/relationships/image" Target="../media/image316.emf"/><Relationship Id="rId3" Type="http://schemas.openxmlformats.org/officeDocument/2006/relationships/image" Target="../media/image315.emf"/><Relationship Id="rId2" Type="http://schemas.openxmlformats.org/officeDocument/2006/relationships/image" Target="../media/image314.emf"/><Relationship Id="rId1" Type="http://schemas.openxmlformats.org/officeDocument/2006/relationships/image" Target="../media/image313.emf"/></Relationships>
</file>

<file path=ppt/drawings/_rels/vmlDrawing32.vml.rels><?xml version="1.0" encoding="UTF-8" standalone="yes"?>
<Relationships xmlns="http://schemas.openxmlformats.org/package/2006/relationships"><Relationship Id="rId9" Type="http://schemas.openxmlformats.org/officeDocument/2006/relationships/image" Target="../media/image329.emf"/><Relationship Id="rId8" Type="http://schemas.openxmlformats.org/officeDocument/2006/relationships/image" Target="../media/image328.emf"/><Relationship Id="rId7" Type="http://schemas.openxmlformats.org/officeDocument/2006/relationships/image" Target="../media/image327.emf"/><Relationship Id="rId6" Type="http://schemas.openxmlformats.org/officeDocument/2006/relationships/image" Target="../media/image326.emf"/><Relationship Id="rId5" Type="http://schemas.openxmlformats.org/officeDocument/2006/relationships/image" Target="../media/image325.emf"/><Relationship Id="rId4" Type="http://schemas.openxmlformats.org/officeDocument/2006/relationships/image" Target="../media/image324.emf"/><Relationship Id="rId3" Type="http://schemas.openxmlformats.org/officeDocument/2006/relationships/image" Target="../media/image323.emf"/><Relationship Id="rId2" Type="http://schemas.openxmlformats.org/officeDocument/2006/relationships/image" Target="../media/image322.emf"/><Relationship Id="rId14" Type="http://schemas.openxmlformats.org/officeDocument/2006/relationships/image" Target="../media/image334.emf"/><Relationship Id="rId13" Type="http://schemas.openxmlformats.org/officeDocument/2006/relationships/image" Target="../media/image333.emf"/><Relationship Id="rId12" Type="http://schemas.openxmlformats.org/officeDocument/2006/relationships/image" Target="../media/image332.emf"/><Relationship Id="rId11" Type="http://schemas.openxmlformats.org/officeDocument/2006/relationships/image" Target="../media/image331.emf"/><Relationship Id="rId10" Type="http://schemas.openxmlformats.org/officeDocument/2006/relationships/image" Target="../media/image330.emf"/><Relationship Id="rId1" Type="http://schemas.openxmlformats.org/officeDocument/2006/relationships/image" Target="../media/image321.emf"/></Relationships>
</file>

<file path=ppt/drawings/_rels/vmlDrawing33.vml.rels><?xml version="1.0" encoding="UTF-8" standalone="yes"?>
<Relationships xmlns="http://schemas.openxmlformats.org/package/2006/relationships"><Relationship Id="rId5" Type="http://schemas.openxmlformats.org/officeDocument/2006/relationships/image" Target="../media/image339.emf"/><Relationship Id="rId4" Type="http://schemas.openxmlformats.org/officeDocument/2006/relationships/image" Target="../media/image338.emf"/><Relationship Id="rId3" Type="http://schemas.openxmlformats.org/officeDocument/2006/relationships/image" Target="../media/image337.emf"/><Relationship Id="rId2" Type="http://schemas.openxmlformats.org/officeDocument/2006/relationships/image" Target="../media/image336.emf"/><Relationship Id="rId1" Type="http://schemas.openxmlformats.org/officeDocument/2006/relationships/image" Target="../media/image335.emf"/></Relationships>
</file>

<file path=ppt/drawings/_rels/vmlDrawing34.vml.rels><?xml version="1.0" encoding="UTF-8" standalone="yes"?>
<Relationships xmlns="http://schemas.openxmlformats.org/package/2006/relationships"><Relationship Id="rId6" Type="http://schemas.openxmlformats.org/officeDocument/2006/relationships/image" Target="../media/image345.emf"/><Relationship Id="rId5" Type="http://schemas.openxmlformats.org/officeDocument/2006/relationships/image" Target="../media/image344.emf"/><Relationship Id="rId4" Type="http://schemas.openxmlformats.org/officeDocument/2006/relationships/image" Target="../media/image343.emf"/><Relationship Id="rId3" Type="http://schemas.openxmlformats.org/officeDocument/2006/relationships/image" Target="../media/image342.emf"/><Relationship Id="rId2" Type="http://schemas.openxmlformats.org/officeDocument/2006/relationships/image" Target="../media/image341.emf"/><Relationship Id="rId1" Type="http://schemas.openxmlformats.org/officeDocument/2006/relationships/image" Target="../media/image340.emf"/></Relationships>
</file>

<file path=ppt/drawings/_rels/vmlDrawing35.vml.rels><?xml version="1.0" encoding="UTF-8" standalone="yes"?>
<Relationships xmlns="http://schemas.openxmlformats.org/package/2006/relationships"><Relationship Id="rId5" Type="http://schemas.openxmlformats.org/officeDocument/2006/relationships/image" Target="../media/image350.emf"/><Relationship Id="rId4" Type="http://schemas.openxmlformats.org/officeDocument/2006/relationships/image" Target="../media/image349.emf"/><Relationship Id="rId3" Type="http://schemas.openxmlformats.org/officeDocument/2006/relationships/image" Target="../media/image348.emf"/><Relationship Id="rId2" Type="http://schemas.openxmlformats.org/officeDocument/2006/relationships/image" Target="../media/image347.emf"/><Relationship Id="rId1" Type="http://schemas.openxmlformats.org/officeDocument/2006/relationships/image" Target="../media/image346.emf"/></Relationships>
</file>

<file path=ppt/drawings/_rels/vmlDrawing36.vml.rels><?xml version="1.0" encoding="UTF-8" standalone="yes"?>
<Relationships xmlns="http://schemas.openxmlformats.org/package/2006/relationships"><Relationship Id="rId7" Type="http://schemas.openxmlformats.org/officeDocument/2006/relationships/image" Target="../media/image357.emf"/><Relationship Id="rId6" Type="http://schemas.openxmlformats.org/officeDocument/2006/relationships/image" Target="../media/image356.emf"/><Relationship Id="rId5" Type="http://schemas.openxmlformats.org/officeDocument/2006/relationships/image" Target="../media/image355.emf"/><Relationship Id="rId4" Type="http://schemas.openxmlformats.org/officeDocument/2006/relationships/image" Target="../media/image354.emf"/><Relationship Id="rId3" Type="http://schemas.openxmlformats.org/officeDocument/2006/relationships/image" Target="../media/image353.emf"/><Relationship Id="rId2" Type="http://schemas.openxmlformats.org/officeDocument/2006/relationships/image" Target="../media/image352.emf"/><Relationship Id="rId1" Type="http://schemas.openxmlformats.org/officeDocument/2006/relationships/image" Target="../media/image351.emf"/></Relationships>
</file>

<file path=ppt/drawings/_rels/vmlDrawing37.vml.rels><?xml version="1.0" encoding="UTF-8" standalone="yes"?>
<Relationships xmlns="http://schemas.openxmlformats.org/package/2006/relationships"><Relationship Id="rId7" Type="http://schemas.openxmlformats.org/officeDocument/2006/relationships/image" Target="../media/image364.emf"/><Relationship Id="rId6" Type="http://schemas.openxmlformats.org/officeDocument/2006/relationships/image" Target="../media/image363.emf"/><Relationship Id="rId5" Type="http://schemas.openxmlformats.org/officeDocument/2006/relationships/image" Target="../media/image362.emf"/><Relationship Id="rId4" Type="http://schemas.openxmlformats.org/officeDocument/2006/relationships/image" Target="../media/image361.emf"/><Relationship Id="rId3" Type="http://schemas.openxmlformats.org/officeDocument/2006/relationships/image" Target="../media/image360.emf"/><Relationship Id="rId2" Type="http://schemas.openxmlformats.org/officeDocument/2006/relationships/image" Target="../media/image359.emf"/><Relationship Id="rId1" Type="http://schemas.openxmlformats.org/officeDocument/2006/relationships/image" Target="../media/image358.emf"/></Relationships>
</file>

<file path=ppt/drawings/_rels/vmlDrawing38.vml.rels><?xml version="1.0" encoding="UTF-8" standalone="yes"?>
<Relationships xmlns="http://schemas.openxmlformats.org/package/2006/relationships"><Relationship Id="rId5" Type="http://schemas.openxmlformats.org/officeDocument/2006/relationships/image" Target="../media/image369.emf"/><Relationship Id="rId4" Type="http://schemas.openxmlformats.org/officeDocument/2006/relationships/image" Target="../media/image368.emf"/><Relationship Id="rId3" Type="http://schemas.openxmlformats.org/officeDocument/2006/relationships/image" Target="../media/image367.emf"/><Relationship Id="rId2" Type="http://schemas.openxmlformats.org/officeDocument/2006/relationships/image" Target="../media/image366.emf"/><Relationship Id="rId1" Type="http://schemas.openxmlformats.org/officeDocument/2006/relationships/image" Target="../media/image365.emf"/></Relationships>
</file>

<file path=ppt/drawings/_rels/vmlDrawing39.vml.rels><?xml version="1.0" encoding="UTF-8" standalone="yes"?>
<Relationships xmlns="http://schemas.openxmlformats.org/package/2006/relationships"><Relationship Id="rId9" Type="http://schemas.openxmlformats.org/officeDocument/2006/relationships/image" Target="../media/image379.emf"/><Relationship Id="rId8" Type="http://schemas.openxmlformats.org/officeDocument/2006/relationships/image" Target="../media/image378.emf"/><Relationship Id="rId7" Type="http://schemas.openxmlformats.org/officeDocument/2006/relationships/image" Target="../media/image377.emf"/><Relationship Id="rId6" Type="http://schemas.openxmlformats.org/officeDocument/2006/relationships/image" Target="../media/image376.emf"/><Relationship Id="rId5" Type="http://schemas.openxmlformats.org/officeDocument/2006/relationships/image" Target="../media/image375.emf"/><Relationship Id="rId4" Type="http://schemas.openxmlformats.org/officeDocument/2006/relationships/image" Target="../media/image374.emf"/><Relationship Id="rId3" Type="http://schemas.openxmlformats.org/officeDocument/2006/relationships/image" Target="../media/image373.emf"/><Relationship Id="rId2" Type="http://schemas.openxmlformats.org/officeDocument/2006/relationships/image" Target="../media/image372.emf"/><Relationship Id="rId10" Type="http://schemas.openxmlformats.org/officeDocument/2006/relationships/image" Target="../media/image380.emf"/><Relationship Id="rId1" Type="http://schemas.openxmlformats.org/officeDocument/2006/relationships/image" Target="../media/image371.emf"/></Relationships>
</file>

<file path=ppt/drawings/_rels/vmlDrawing40.vml.rels><?xml version="1.0" encoding="UTF-8" standalone="yes"?>
<Relationships xmlns="http://schemas.openxmlformats.org/package/2006/relationships"><Relationship Id="rId9" Type="http://schemas.openxmlformats.org/officeDocument/2006/relationships/image" Target="../media/image389.emf"/><Relationship Id="rId8" Type="http://schemas.openxmlformats.org/officeDocument/2006/relationships/image" Target="../media/image388.emf"/><Relationship Id="rId7" Type="http://schemas.openxmlformats.org/officeDocument/2006/relationships/image" Target="../media/image387.emf"/><Relationship Id="rId6" Type="http://schemas.openxmlformats.org/officeDocument/2006/relationships/image" Target="../media/image386.emf"/><Relationship Id="rId5" Type="http://schemas.openxmlformats.org/officeDocument/2006/relationships/image" Target="../media/image385.emf"/><Relationship Id="rId4" Type="http://schemas.openxmlformats.org/officeDocument/2006/relationships/image" Target="../media/image384.emf"/><Relationship Id="rId3" Type="http://schemas.openxmlformats.org/officeDocument/2006/relationships/image" Target="../media/image383.emf"/><Relationship Id="rId2" Type="http://schemas.openxmlformats.org/officeDocument/2006/relationships/image" Target="../media/image382.emf"/><Relationship Id="rId14" Type="http://schemas.openxmlformats.org/officeDocument/2006/relationships/image" Target="../media/image394.emf"/><Relationship Id="rId13" Type="http://schemas.openxmlformats.org/officeDocument/2006/relationships/image" Target="../media/image393.emf"/><Relationship Id="rId12" Type="http://schemas.openxmlformats.org/officeDocument/2006/relationships/image" Target="../media/image392.emf"/><Relationship Id="rId11" Type="http://schemas.openxmlformats.org/officeDocument/2006/relationships/image" Target="../media/image391.emf"/><Relationship Id="rId10" Type="http://schemas.openxmlformats.org/officeDocument/2006/relationships/image" Target="../media/image390.emf"/><Relationship Id="rId1" Type="http://schemas.openxmlformats.org/officeDocument/2006/relationships/image" Target="../media/image381.emf"/></Relationships>
</file>

<file path=ppt/drawings/_rels/vmlDrawing41.vml.rels><?xml version="1.0" encoding="UTF-8" standalone="yes"?>
<Relationships xmlns="http://schemas.openxmlformats.org/package/2006/relationships"><Relationship Id="rId6" Type="http://schemas.openxmlformats.org/officeDocument/2006/relationships/image" Target="../media/image400.emf"/><Relationship Id="rId5" Type="http://schemas.openxmlformats.org/officeDocument/2006/relationships/image" Target="../media/image399.emf"/><Relationship Id="rId4" Type="http://schemas.openxmlformats.org/officeDocument/2006/relationships/image" Target="../media/image398.emf"/><Relationship Id="rId3" Type="http://schemas.openxmlformats.org/officeDocument/2006/relationships/image" Target="../media/image397.emf"/><Relationship Id="rId2" Type="http://schemas.openxmlformats.org/officeDocument/2006/relationships/image" Target="../media/image396.emf"/><Relationship Id="rId1" Type="http://schemas.openxmlformats.org/officeDocument/2006/relationships/image" Target="../media/image395.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40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0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spcBef>
                <a:spcPct val="50000"/>
              </a:spcBef>
              <a:defRPr sz="1200"/>
            </a:lvl1pPr>
          </a:lstStyle>
          <a:p>
            <a:pPr>
              <a:defRPr/>
            </a:pPr>
            <a:endParaRPr lang="zh-CN" altLang="en-US"/>
          </a:p>
        </p:txBody>
      </p:sp>
      <p:sp>
        <p:nvSpPr>
          <p:cNvPr id="204803"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spcBef>
                <a:spcPct val="50000"/>
              </a:spcBef>
              <a:defRPr sz="12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05"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4806"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eaLnBrk="1" hangingPunct="1">
              <a:spcBef>
                <a:spcPct val="50000"/>
              </a:spcBef>
              <a:defRPr sz="1200"/>
            </a:lvl1pPr>
          </a:lstStyle>
          <a:p>
            <a:pPr>
              <a:defRPr/>
            </a:pPr>
            <a:endParaRPr lang="en-US" altLang="zh-CN"/>
          </a:p>
        </p:txBody>
      </p:sp>
      <p:sp>
        <p:nvSpPr>
          <p:cNvPr id="204807"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eaLnBrk="1" hangingPunct="1">
              <a:spcBef>
                <a:spcPct val="50000"/>
              </a:spcBef>
              <a:defRPr sz="1200"/>
            </a:lvl1pPr>
          </a:lstStyle>
          <a:p>
            <a:pPr>
              <a:defRPr/>
            </a:pPr>
            <a:fld id="{5138FFF1-86B0-48E8-84C1-90A4084191AF}"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686B6F5-F73C-47AE-AC04-493BB266E857}" type="slidenum">
              <a:rPr lang="en-US" altLang="zh-CN"/>
            </a:fld>
            <a:endParaRPr lang="en-US" altLang="zh-CN"/>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68EB1AF-643F-46A5-9B25-14F46F941438}" type="slidenum">
              <a:rPr lang="en-US" altLang="zh-CN"/>
            </a:fld>
            <a:endParaRPr lang="en-US" altLang="zh-CN"/>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B3EF30C-C5FD-4F7A-BF68-0ED2D2458568}" type="slidenum">
              <a:rPr lang="en-US" altLang="zh-CN"/>
            </a:fld>
            <a:endParaRPr lang="en-US" altLang="zh-CN"/>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63722BE-096B-427E-9994-0F7B68A05D24}" type="slidenum">
              <a:rPr lang="en-US" altLang="zh-CN"/>
            </a:fld>
            <a:endParaRPr lang="en-US" altLang="zh-CN"/>
          </a:p>
        </p:txBody>
      </p:sp>
      <p:sp>
        <p:nvSpPr>
          <p:cNvPr id="106498" name="Rectangle 2"/>
          <p:cNvSpPr>
            <a:spLocks noGrp="1" noRot="1" noChangeAspect="1" noChangeArrowheads="1" noTextEdit="1"/>
          </p:cNvSpPr>
          <p:nvPr>
            <p:ph type="sldImg"/>
          </p:nvPr>
        </p:nvSpPr>
        <p:spPr/>
      </p:sp>
      <p:sp>
        <p:nvSpPr>
          <p:cNvPr id="1064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F4A926A-FA55-4C00-8348-E4AFA4E2CA3F}" type="slidenum">
              <a:rPr lang="en-US" altLang="zh-CN"/>
            </a:fld>
            <a:endParaRPr lang="en-US" altLang="zh-CN"/>
          </a:p>
        </p:txBody>
      </p:sp>
      <p:sp>
        <p:nvSpPr>
          <p:cNvPr id="108546" name="Rectangle 2"/>
          <p:cNvSpPr>
            <a:spLocks noGrp="1" noRot="1" noChangeAspect="1" noChangeArrowheads="1" noTextEdit="1"/>
          </p:cNvSpPr>
          <p:nvPr>
            <p:ph type="sldImg"/>
          </p:nvPr>
        </p:nvSpPr>
        <p:spPr/>
      </p:sp>
      <p:sp>
        <p:nvSpPr>
          <p:cNvPr id="1085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A501DF1-0B14-4AA7-9A77-F8B3D591FBA6}" type="slidenum">
              <a:rPr lang="en-US" altLang="zh-CN"/>
            </a:fld>
            <a:endParaRPr lang="en-US" altLang="zh-CN"/>
          </a:p>
        </p:txBody>
      </p:sp>
      <p:sp>
        <p:nvSpPr>
          <p:cNvPr id="109570" name="Rectangle 2"/>
          <p:cNvSpPr>
            <a:spLocks noGrp="1" noRot="1" noChangeAspect="1" noChangeArrowheads="1" noTextEdit="1"/>
          </p:cNvSpPr>
          <p:nvPr>
            <p:ph type="sldImg"/>
          </p:nvPr>
        </p:nvSpPr>
        <p:spPr/>
      </p:sp>
      <p:sp>
        <p:nvSpPr>
          <p:cNvPr id="1095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7D4169D-F69A-4B50-A641-B1A16F71E636}" type="slidenum">
              <a:rPr lang="en-US" altLang="zh-CN"/>
            </a:fld>
            <a:endParaRPr lang="en-US" altLang="zh-CN"/>
          </a:p>
        </p:txBody>
      </p:sp>
      <p:sp>
        <p:nvSpPr>
          <p:cNvPr id="110594" name="Rectangle 2"/>
          <p:cNvSpPr>
            <a:spLocks noGrp="1" noRot="1" noChangeAspect="1" noChangeArrowheads="1" noTextEdit="1"/>
          </p:cNvSpPr>
          <p:nvPr>
            <p:ph type="sldImg"/>
          </p:nvPr>
        </p:nvSpPr>
        <p:spPr/>
      </p:sp>
      <p:sp>
        <p:nvSpPr>
          <p:cNvPr id="1105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66E1AEA-4A50-4E48-BCEB-E0B58CFA6B47}" type="slidenum">
              <a:rPr lang="en-US" altLang="zh-CN"/>
            </a:fld>
            <a:endParaRPr lang="en-US" altLang="zh-CN"/>
          </a:p>
        </p:txBody>
      </p:sp>
      <p:sp>
        <p:nvSpPr>
          <p:cNvPr id="128002" name="Rectangle 2"/>
          <p:cNvSpPr>
            <a:spLocks noGrp="1" noRot="1" noChangeAspect="1" noChangeArrowheads="1" noTextEdit="1"/>
          </p:cNvSpPr>
          <p:nvPr>
            <p:ph type="sldImg"/>
          </p:nvPr>
        </p:nvSpPr>
        <p:spPr/>
      </p:sp>
      <p:sp>
        <p:nvSpPr>
          <p:cNvPr id="1280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E500760-874A-413E-992A-FACC494968E6}" type="slidenum">
              <a:rPr lang="en-US" altLang="zh-CN"/>
            </a:fld>
            <a:endParaRPr lang="en-US" altLang="zh-CN"/>
          </a:p>
        </p:txBody>
      </p:sp>
      <p:sp>
        <p:nvSpPr>
          <p:cNvPr id="111618" name="Rectangle 2"/>
          <p:cNvSpPr>
            <a:spLocks noGrp="1" noRot="1" noChangeAspect="1" noChangeArrowheads="1" noTextEdit="1"/>
          </p:cNvSpPr>
          <p:nvPr>
            <p:ph type="sldImg"/>
          </p:nvPr>
        </p:nvSpPr>
        <p:spPr/>
      </p:sp>
      <p:sp>
        <p:nvSpPr>
          <p:cNvPr id="1116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D2DAAD0-D0D6-4328-93A9-CDC201E770F9}" type="slidenum">
              <a:rPr lang="en-US" altLang="zh-CN"/>
            </a:fld>
            <a:endParaRPr lang="en-US" altLang="zh-CN"/>
          </a:p>
        </p:txBody>
      </p:sp>
      <p:sp>
        <p:nvSpPr>
          <p:cNvPr id="113666" name="Rectangle 2"/>
          <p:cNvSpPr>
            <a:spLocks noGrp="1" noRot="1" noChangeAspect="1" noChangeArrowheads="1" noTextEdit="1"/>
          </p:cNvSpPr>
          <p:nvPr>
            <p:ph type="sldImg"/>
          </p:nvPr>
        </p:nvSpPr>
        <p:spPr/>
      </p:sp>
      <p:sp>
        <p:nvSpPr>
          <p:cNvPr id="1136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01A5D28-AA25-4FE8-BC98-2BA8C2470AAF}" type="slidenum">
              <a:rPr lang="en-US" altLang="zh-CN"/>
            </a:fld>
            <a:endParaRPr lang="en-US" altLang="zh-CN"/>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1558C88-9893-4409-9A8A-B25E875FFAE2}" type="slidenum">
              <a:rPr lang="en-US" altLang="zh-CN"/>
            </a:fld>
            <a:endParaRPr lang="en-US" altLang="zh-CN"/>
          </a:p>
        </p:txBody>
      </p:sp>
      <p:sp>
        <p:nvSpPr>
          <p:cNvPr id="72706" name="Rectangle 2"/>
          <p:cNvSpPr>
            <a:spLocks noGrp="1" noRot="1" noChangeAspect="1" noChangeArrowheads="1" noTextEdit="1"/>
          </p:cNvSpPr>
          <p:nvPr>
            <p:ph type="sldImg"/>
          </p:nvPr>
        </p:nvSpPr>
        <p:spPr/>
      </p:sp>
      <p:sp>
        <p:nvSpPr>
          <p:cNvPr id="727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C0A498F-B07D-46BC-899D-3A38C5F119D5}" type="slidenum">
              <a:rPr lang="en-US" altLang="zh-CN"/>
            </a:fld>
            <a:endParaRPr lang="en-US" altLang="zh-CN"/>
          </a:p>
        </p:txBody>
      </p:sp>
      <p:sp>
        <p:nvSpPr>
          <p:cNvPr id="73730" name="Rectangle 2"/>
          <p:cNvSpPr>
            <a:spLocks noGrp="1" noRot="1" noChangeAspect="1" noChangeArrowheads="1" noTextEdit="1"/>
          </p:cNvSpPr>
          <p:nvPr>
            <p:ph type="sldImg"/>
          </p:nvPr>
        </p:nvSpPr>
        <p:spPr/>
      </p:sp>
      <p:sp>
        <p:nvSpPr>
          <p:cNvPr id="73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B655E78-76DE-4673-B6DE-E6030175D7A0}" type="slidenum">
              <a:rPr lang="en-US" altLang="zh-CN"/>
            </a:fld>
            <a:endParaRPr lang="en-US" altLang="zh-CN"/>
          </a:p>
        </p:txBody>
      </p:sp>
      <p:sp>
        <p:nvSpPr>
          <p:cNvPr id="74754" name="Rectangle 2"/>
          <p:cNvSpPr>
            <a:spLocks noGrp="1" noRot="1" noChangeAspect="1" noChangeArrowheads="1" noTextEdit="1"/>
          </p:cNvSpPr>
          <p:nvPr>
            <p:ph type="sldImg"/>
          </p:nvPr>
        </p:nvSpPr>
        <p:spPr/>
      </p:sp>
      <p:sp>
        <p:nvSpPr>
          <p:cNvPr id="747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FF7D5D9-AC9E-414A-B750-6018CD2EF23C}" type="slidenum">
              <a:rPr lang="en-US" altLang="zh-CN"/>
            </a:fld>
            <a:endParaRPr lang="en-US" altLang="zh-CN"/>
          </a:p>
        </p:txBody>
      </p:sp>
      <p:sp>
        <p:nvSpPr>
          <p:cNvPr id="76802" name="Rectangle 2"/>
          <p:cNvSpPr>
            <a:spLocks noGrp="1" noRot="1" noChangeAspect="1" noChangeArrowheads="1" noTextEdit="1"/>
          </p:cNvSpPr>
          <p:nvPr>
            <p:ph type="sldImg"/>
          </p:nvPr>
        </p:nvSpPr>
        <p:spPr/>
      </p:sp>
      <p:sp>
        <p:nvSpPr>
          <p:cNvPr id="768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A6E3DC6-3D87-49A8-8629-34D3E1CB6D9E}" type="slidenum">
              <a:rPr lang="en-US" altLang="zh-CN"/>
            </a:fld>
            <a:endParaRPr lang="en-US" altLang="zh-CN"/>
          </a:p>
        </p:txBody>
      </p:sp>
      <p:sp>
        <p:nvSpPr>
          <p:cNvPr id="84994" name="Rectangle 2"/>
          <p:cNvSpPr>
            <a:spLocks noGrp="1" noRot="1" noChangeAspect="1" noChangeArrowheads="1" noTextEdit="1"/>
          </p:cNvSpPr>
          <p:nvPr>
            <p:ph type="sldImg"/>
          </p:nvPr>
        </p:nvSpPr>
        <p:spPr/>
      </p:sp>
      <p:sp>
        <p:nvSpPr>
          <p:cNvPr id="849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99A1D9E-4C1A-4DB0-B65F-14B3C51A1472}" type="slidenum">
              <a:rPr lang="en-US" altLang="zh-CN"/>
            </a:fld>
            <a:endParaRPr lang="en-US" altLang="zh-CN"/>
          </a:p>
        </p:txBody>
      </p:sp>
      <p:sp>
        <p:nvSpPr>
          <p:cNvPr id="86018" name="Rectangle 2"/>
          <p:cNvSpPr>
            <a:spLocks noGrp="1" noRot="1" noChangeAspect="1" noChangeArrowheads="1" noTextEdit="1"/>
          </p:cNvSpPr>
          <p:nvPr>
            <p:ph type="sldImg"/>
          </p:nvPr>
        </p:nvSpPr>
        <p:spPr/>
      </p:sp>
      <p:sp>
        <p:nvSpPr>
          <p:cNvPr id="86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9F2C3E5-8CA7-4EB3-858C-5994357F5A4B}" type="slidenum">
              <a:rPr lang="en-US" altLang="zh-CN"/>
            </a:fld>
            <a:endParaRPr lang="en-US" altLang="zh-CN"/>
          </a:p>
        </p:txBody>
      </p:sp>
      <p:sp>
        <p:nvSpPr>
          <p:cNvPr id="87042" name="Rectangle 2"/>
          <p:cNvSpPr>
            <a:spLocks noGrp="1" noRot="1" noChangeAspect="1" noChangeArrowheads="1" noTextEdit="1"/>
          </p:cNvSpPr>
          <p:nvPr>
            <p:ph type="sldImg"/>
          </p:nvPr>
        </p:nvSpPr>
        <p:spPr/>
      </p:sp>
      <p:sp>
        <p:nvSpPr>
          <p:cNvPr id="870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BCD4B83C-45D3-41F4-A13E-AEAA8659B537}" type="slidenum">
              <a:rPr lang="en-US" altLang="zh-CN"/>
            </a:fld>
            <a:endParaRPr lang="en-US" altLang="zh-CN"/>
          </a:p>
        </p:txBody>
      </p:sp>
      <p:sp>
        <p:nvSpPr>
          <p:cNvPr id="100354" name="Rectangle 2"/>
          <p:cNvSpPr>
            <a:spLocks noGrp="1" noRot="1" noChangeAspect="1" noChangeArrowheads="1" noTextEdit="1"/>
          </p:cNvSpPr>
          <p:nvPr>
            <p:ph type="sldImg"/>
          </p:nvPr>
        </p:nvSpPr>
        <p:spPr/>
      </p:sp>
      <p:sp>
        <p:nvSpPr>
          <p:cNvPr id="1003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8D91C64E-89C9-4079-BF40-F6D2F9B14CE5}" type="slidenum">
              <a:rPr lang="en-US" altLang="zh-CN"/>
            </a:fld>
            <a:endParaRPr lang="en-US" altLang="zh-CN"/>
          </a:p>
        </p:txBody>
      </p:sp>
      <p:sp>
        <p:nvSpPr>
          <p:cNvPr id="101378" name="Rectangle 2"/>
          <p:cNvSpPr>
            <a:spLocks noGrp="1" noRot="1" noChangeAspect="1" noChangeArrowheads="1" noTextEdit="1"/>
          </p:cNvSpPr>
          <p:nvPr>
            <p:ph type="sldImg"/>
          </p:nvPr>
        </p:nvSpPr>
        <p:spPr/>
      </p:sp>
      <p:sp>
        <p:nvSpPr>
          <p:cNvPr id="1013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64486934-F71A-48CE-A7C9-2CF9FD1E0B8F}" type="slidenum">
              <a:rPr lang="en-US" altLang="zh-CN"/>
            </a:fld>
            <a:endParaRPr lang="en-US" altLang="zh-CN"/>
          </a:p>
        </p:txBody>
      </p:sp>
      <p:sp>
        <p:nvSpPr>
          <p:cNvPr id="102402" name="Rectangle 2"/>
          <p:cNvSpPr>
            <a:spLocks noGrp="1" noRot="1" noChangeAspect="1" noChangeArrowheads="1" noTextEdit="1"/>
          </p:cNvSpPr>
          <p:nvPr>
            <p:ph type="sldImg"/>
          </p:nvPr>
        </p:nvSpPr>
        <p:spPr/>
      </p:sp>
      <p:sp>
        <p:nvSpPr>
          <p:cNvPr id="1024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99E50DEB-D942-42E5-9EB8-8624B952C084}" type="slidenum">
              <a:rPr lang="en-US" altLang="zh-CN"/>
            </a:fld>
            <a:endParaRPr lang="en-US" altLang="zh-CN"/>
          </a:p>
        </p:txBody>
      </p:sp>
      <p:sp>
        <p:nvSpPr>
          <p:cNvPr id="83970" name="Rectangle 2"/>
          <p:cNvSpPr>
            <a:spLocks noGrp="1" noRot="1" noChangeAspect="1" noChangeArrowheads="1" noTextEdit="1"/>
          </p:cNvSpPr>
          <p:nvPr>
            <p:ph type="sldImg"/>
          </p:nvPr>
        </p:nvSpPr>
        <p:spPr/>
      </p:sp>
      <p:sp>
        <p:nvSpPr>
          <p:cNvPr id="839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663D867B-78D2-4875-8AC3-7A6E3695D42E}" type="slidenum">
              <a:rPr lang="en-US" altLang="zh-CN"/>
            </a:fld>
            <a:endParaRPr lang="en-US" altLang="zh-CN"/>
          </a:p>
        </p:txBody>
      </p:sp>
      <p:sp>
        <p:nvSpPr>
          <p:cNvPr id="126978" name="Rectangle 2"/>
          <p:cNvSpPr>
            <a:spLocks noGrp="1" noRot="1" noChangeAspect="1" noChangeArrowheads="1" noTextEdit="1"/>
          </p:cNvSpPr>
          <p:nvPr>
            <p:ph type="sldImg"/>
          </p:nvPr>
        </p:nvSpPr>
        <p:spPr/>
      </p:sp>
      <p:sp>
        <p:nvSpPr>
          <p:cNvPr id="1269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15C23E5D-925E-4640-9895-D3ED3D2C4407}" type="slidenum">
              <a:rPr lang="en-US" altLang="zh-CN"/>
            </a:fld>
            <a:endParaRPr lang="en-US" altLang="zh-CN"/>
          </a:p>
        </p:txBody>
      </p:sp>
      <p:sp>
        <p:nvSpPr>
          <p:cNvPr id="129026" name="Rectangle 2"/>
          <p:cNvSpPr>
            <a:spLocks noGrp="1" noRot="1" noChangeAspect="1" noChangeArrowheads="1" noTextEdit="1"/>
          </p:cNvSpPr>
          <p:nvPr>
            <p:ph type="sldImg"/>
          </p:nvPr>
        </p:nvSpPr>
        <p:spPr/>
      </p:sp>
      <p:sp>
        <p:nvSpPr>
          <p:cNvPr id="1290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D369586-0595-4E67-B3DF-072E6B25D998}" type="slidenum">
              <a:rPr lang="en-US" altLang="zh-CN"/>
            </a:fld>
            <a:endParaRPr lang="en-US" altLang="zh-CN"/>
          </a:p>
        </p:txBody>
      </p:sp>
      <p:sp>
        <p:nvSpPr>
          <p:cNvPr id="18435" name="Rectangle 2"/>
          <p:cNvSpPr>
            <a:spLocks noGrp="1" noRot="1" noChangeAspect="1" noChangeArrowheads="1" noTextEdit="1"/>
          </p:cNvSpPr>
          <p:nvPr>
            <p:ph type="sldImg" idx="4294967295"/>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436" name="Rectangle 3"/>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2" name="Group 2"/>
          <p:cNvGrpSpPr/>
          <p:nvPr/>
        </p:nvGrpSpPr>
        <p:grpSpPr bwMode="auto">
          <a:xfrm>
            <a:off x="0" y="0"/>
            <a:ext cx="8805863" cy="6858000"/>
            <a:chOff x="0" y="0"/>
            <a:chExt cx="5547" cy="4320"/>
          </a:xfrm>
        </p:grpSpPr>
        <p:grpSp>
          <p:nvGrpSpPr>
            <p:cNvPr id="3" name="Group 3"/>
            <p:cNvGrpSpPr/>
            <p:nvPr userDrawn="1"/>
          </p:nvGrpSpPr>
          <p:grpSpPr bwMode="auto">
            <a:xfrm rot="-215207">
              <a:off x="3690" y="234"/>
              <a:ext cx="1857" cy="3625"/>
              <a:chOff x="3010" y="778"/>
              <a:chExt cx="1857" cy="3625"/>
            </a:xfrm>
          </p:grpSpPr>
          <p:sp>
            <p:nvSpPr>
              <p:cNvPr id="37" name="Freeform 4"/>
              <p:cNvSpPr/>
              <p:nvPr userDrawn="1"/>
            </p:nvSpPr>
            <p:spPr bwMode="ltGray">
              <a:xfrm rot="12185230" flipV="1">
                <a:off x="3534" y="778"/>
                <a:ext cx="1333" cy="1485"/>
              </a:xfrm>
              <a:custGeom>
                <a:avLst/>
                <a:gdLst>
                  <a:gd name="T0" fmla="*/ 10134 w 596"/>
                  <a:gd name="T1" fmla="*/ 226141 h 666"/>
                  <a:gd name="T2" fmla="*/ 3628 w 596"/>
                  <a:gd name="T3" fmla="*/ 208275 h 666"/>
                  <a:gd name="T4" fmla="*/ 0 w 596"/>
                  <a:gd name="T5" fmla="*/ 176481 h 666"/>
                  <a:gd name="T6" fmla="*/ 2525 w 596"/>
                  <a:gd name="T7" fmla="*/ 135697 h 666"/>
                  <a:gd name="T8" fmla="*/ 15663 w 596"/>
                  <a:gd name="T9" fmla="*/ 92320 h 666"/>
                  <a:gd name="T10" fmla="*/ 43041 w 596"/>
                  <a:gd name="T11" fmla="*/ 51259 h 666"/>
                  <a:gd name="T12" fmla="*/ 88976 w 596"/>
                  <a:gd name="T13" fmla="*/ 18913 h 666"/>
                  <a:gd name="T14" fmla="*/ 154561 w 596"/>
                  <a:gd name="T15" fmla="*/ 1108 h 666"/>
                  <a:gd name="T16" fmla="*/ 237967 w 596"/>
                  <a:gd name="T17" fmla="*/ 5510 h 666"/>
                  <a:gd name="T18" fmla="*/ 303173 w 596"/>
                  <a:gd name="T19" fmla="*/ 41674 h 666"/>
                  <a:gd name="T20" fmla="*/ 346862 w 596"/>
                  <a:gd name="T21" fmla="*/ 100920 h 666"/>
                  <a:gd name="T22" fmla="*/ 370162 w 596"/>
                  <a:gd name="T23" fmla="*/ 173397 h 666"/>
                  <a:gd name="T24" fmla="*/ 372614 w 596"/>
                  <a:gd name="T25" fmla="*/ 249946 h 666"/>
                  <a:gd name="T26" fmla="*/ 354466 w 596"/>
                  <a:gd name="T27" fmla="*/ 320858 h 666"/>
                  <a:gd name="T28" fmla="*/ 317435 w 596"/>
                  <a:gd name="T29" fmla="*/ 375656 h 666"/>
                  <a:gd name="T30" fmla="*/ 261239 w 596"/>
                  <a:gd name="T31" fmla="*/ 405019 h 666"/>
                  <a:gd name="T32" fmla="*/ 243577 w 596"/>
                  <a:gd name="T33" fmla="*/ 402428 h 666"/>
                  <a:gd name="T34" fmla="*/ 276032 w 596"/>
                  <a:gd name="T35" fmla="*/ 377043 h 666"/>
                  <a:gd name="T36" fmla="*/ 301772 w 596"/>
                  <a:gd name="T37" fmla="*/ 332397 h 666"/>
                  <a:gd name="T38" fmla="*/ 318565 w 596"/>
                  <a:gd name="T39" fmla="*/ 277236 h 666"/>
                  <a:gd name="T40" fmla="*/ 325547 w 596"/>
                  <a:gd name="T41" fmla="*/ 217044 h 666"/>
                  <a:gd name="T42" fmla="*/ 321922 w 596"/>
                  <a:gd name="T43" fmla="*/ 157584 h 666"/>
                  <a:gd name="T44" fmla="*/ 303779 w 596"/>
                  <a:gd name="T45" fmla="*/ 106309 h 666"/>
                  <a:gd name="T46" fmla="*/ 270993 w 596"/>
                  <a:gd name="T47" fmla="*/ 68439 h 666"/>
                  <a:gd name="T48" fmla="*/ 213667 w 596"/>
                  <a:gd name="T49" fmla="*/ 45685 h 666"/>
                  <a:gd name="T50" fmla="*/ 153970 w 596"/>
                  <a:gd name="T51" fmla="*/ 37248 h 666"/>
                  <a:gd name="T52" fmla="*/ 108906 w 596"/>
                  <a:gd name="T53" fmla="*/ 43255 h 666"/>
                  <a:gd name="T54" fmla="*/ 75845 w 596"/>
                  <a:gd name="T55" fmla="*/ 61670 h 666"/>
                  <a:gd name="T56" fmla="*/ 52548 w 596"/>
                  <a:gd name="T57" fmla="*/ 90933 h 666"/>
                  <a:gd name="T58" fmla="*/ 35530 w 596"/>
                  <a:gd name="T59" fmla="*/ 125710 h 666"/>
                  <a:gd name="T60" fmla="*/ 24891 w 596"/>
                  <a:gd name="T61" fmla="*/ 166006 h 666"/>
                  <a:gd name="T62" fmla="*/ 17642 w 596"/>
                  <a:gd name="T63" fmla="*/ 207191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 name="Freeform 5"/>
              <p:cNvSpPr/>
              <p:nvPr userDrawn="1"/>
            </p:nvSpPr>
            <p:spPr bwMode="ltGray">
              <a:xfrm rot="12185230" flipV="1">
                <a:off x="4029" y="1802"/>
                <a:ext cx="571" cy="531"/>
              </a:xfrm>
              <a:custGeom>
                <a:avLst/>
                <a:gdLst>
                  <a:gd name="T0" fmla="*/ 0 w 257"/>
                  <a:gd name="T1" fmla="*/ 0 h 237"/>
                  <a:gd name="T2" fmla="*/ 0 w 257"/>
                  <a:gd name="T3" fmla="*/ 15802 h 237"/>
                  <a:gd name="T4" fmla="*/ 1951 w 257"/>
                  <a:gd name="T5" fmla="*/ 31726 h 237"/>
                  <a:gd name="T6" fmla="*/ 3455 w 257"/>
                  <a:gd name="T7" fmla="*/ 47553 h 237"/>
                  <a:gd name="T8" fmla="*/ 6383 w 257"/>
                  <a:gd name="T9" fmla="*/ 62387 h 237"/>
                  <a:gd name="T10" fmla="*/ 10727 w 257"/>
                  <a:gd name="T11" fmla="*/ 75648 h 237"/>
                  <a:gd name="T12" fmla="*/ 15959 w 257"/>
                  <a:gd name="T13" fmla="*/ 89540 h 237"/>
                  <a:gd name="T14" fmla="*/ 22460 w 257"/>
                  <a:gd name="T15" fmla="*/ 102360 h 237"/>
                  <a:gd name="T16" fmla="*/ 30216 w 257"/>
                  <a:gd name="T17" fmla="*/ 113087 h 237"/>
                  <a:gd name="T18" fmla="*/ 39792 w 257"/>
                  <a:gd name="T19" fmla="*/ 123304 h 237"/>
                  <a:gd name="T20" fmla="*/ 50997 w 257"/>
                  <a:gd name="T21" fmla="*/ 132062 h 237"/>
                  <a:gd name="T22" fmla="*/ 63017 w 257"/>
                  <a:gd name="T23" fmla="*/ 139171 h 237"/>
                  <a:gd name="T24" fmla="*/ 77803 w 257"/>
                  <a:gd name="T25" fmla="*/ 144817 h 237"/>
                  <a:gd name="T26" fmla="*/ 93815 w 257"/>
                  <a:gd name="T27" fmla="*/ 148492 h 237"/>
                  <a:gd name="T28" fmla="*/ 111749 w 257"/>
                  <a:gd name="T29" fmla="*/ 150522 h 237"/>
                  <a:gd name="T30" fmla="*/ 130635 w 257"/>
                  <a:gd name="T31" fmla="*/ 149912 h 237"/>
                  <a:gd name="T32" fmla="*/ 152613 w 257"/>
                  <a:gd name="T33" fmla="*/ 147358 h 237"/>
                  <a:gd name="T34" fmla="*/ 133025 w 257"/>
                  <a:gd name="T35" fmla="*/ 144186 h 237"/>
                  <a:gd name="T36" fmla="*/ 115697 w 257"/>
                  <a:gd name="T37" fmla="*/ 139778 h 237"/>
                  <a:gd name="T38" fmla="*/ 101031 w 257"/>
                  <a:gd name="T39" fmla="*/ 134592 h 237"/>
                  <a:gd name="T40" fmla="*/ 87916 w 257"/>
                  <a:gd name="T41" fmla="*/ 129524 h 237"/>
                  <a:gd name="T42" fmla="*/ 75905 w 257"/>
                  <a:gd name="T43" fmla="*/ 122471 h 237"/>
                  <a:gd name="T44" fmla="*/ 66551 w 257"/>
                  <a:gd name="T45" fmla="*/ 115644 h 237"/>
                  <a:gd name="T46" fmla="*/ 57702 w 257"/>
                  <a:gd name="T47" fmla="*/ 107374 h 237"/>
                  <a:gd name="T48" fmla="*/ 49901 w 257"/>
                  <a:gd name="T49" fmla="*/ 98300 h 237"/>
                  <a:gd name="T50" fmla="*/ 42718 w 257"/>
                  <a:gd name="T51" fmla="*/ 89540 h 237"/>
                  <a:gd name="T52" fmla="*/ 36337 w 257"/>
                  <a:gd name="T53" fmla="*/ 79323 h 237"/>
                  <a:gd name="T54" fmla="*/ 31016 w 257"/>
                  <a:gd name="T55" fmla="*/ 68035 h 237"/>
                  <a:gd name="T56" fmla="*/ 25611 w 257"/>
                  <a:gd name="T57" fmla="*/ 55786 h 237"/>
                  <a:gd name="T58" fmla="*/ 19490 w 257"/>
                  <a:gd name="T59" fmla="*/ 43874 h 237"/>
                  <a:gd name="T60" fmla="*/ 13600 w 257"/>
                  <a:gd name="T61" fmla="*/ 29758 h 237"/>
                  <a:gd name="T62" fmla="*/ 7183 w 257"/>
                  <a:gd name="T63" fmla="*/ 15296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 name="Freeform 6"/>
              <p:cNvSpPr/>
              <p:nvPr userDrawn="1"/>
            </p:nvSpPr>
            <p:spPr bwMode="ltGray">
              <a:xfrm rot="12185230" flipV="1">
                <a:off x="3639" y="2167"/>
                <a:ext cx="277" cy="249"/>
              </a:xfrm>
              <a:custGeom>
                <a:avLst/>
                <a:gdLst>
                  <a:gd name="T0" fmla="*/ 47731 w 124"/>
                  <a:gd name="T1" fmla="*/ 0 h 110"/>
                  <a:gd name="T2" fmla="*/ 76919 w 124"/>
                  <a:gd name="T3" fmla="*/ 74304 h 110"/>
                  <a:gd name="T4" fmla="*/ 74433 w 124"/>
                  <a:gd name="T5" fmla="*/ 73699 h 110"/>
                  <a:gd name="T6" fmla="*/ 66359 w 124"/>
                  <a:gd name="T7" fmla="*/ 72516 h 110"/>
                  <a:gd name="T8" fmla="*/ 55282 w 124"/>
                  <a:gd name="T9" fmla="*/ 69709 h 110"/>
                  <a:gd name="T10" fmla="*/ 42283 w 124"/>
                  <a:gd name="T11" fmla="*/ 68237 h 110"/>
                  <a:gd name="T12" fmla="*/ 28089 w 124"/>
                  <a:gd name="T13" fmla="*/ 66988 h 110"/>
                  <a:gd name="T14" fmla="*/ 15519 w 124"/>
                  <a:gd name="T15" fmla="*/ 67694 h 110"/>
                  <a:gd name="T16" fmla="*/ 5629 w 124"/>
                  <a:gd name="T17" fmla="*/ 70370 h 110"/>
                  <a:gd name="T18" fmla="*/ 0 w 124"/>
                  <a:gd name="T19" fmla="*/ 75902 h 110"/>
                  <a:gd name="T20" fmla="*/ 2520 w 124"/>
                  <a:gd name="T21" fmla="*/ 67694 h 110"/>
                  <a:gd name="T22" fmla="*/ 4959 w 124"/>
                  <a:gd name="T23" fmla="*/ 61231 h 110"/>
                  <a:gd name="T24" fmla="*/ 9965 w 124"/>
                  <a:gd name="T25" fmla="*/ 56636 h 110"/>
                  <a:gd name="T26" fmla="*/ 15519 w 124"/>
                  <a:gd name="T27" fmla="*/ 52358 h 110"/>
                  <a:gd name="T28" fmla="*/ 22261 w 124"/>
                  <a:gd name="T29" fmla="*/ 49621 h 110"/>
                  <a:gd name="T30" fmla="*/ 29208 w 124"/>
                  <a:gd name="T31" fmla="*/ 48972 h 110"/>
                  <a:gd name="T32" fmla="*/ 36653 w 124"/>
                  <a:gd name="T33" fmla="*/ 48972 h 110"/>
                  <a:gd name="T34" fmla="*/ 44722 w 124"/>
                  <a:gd name="T35" fmla="*/ 51117 h 110"/>
                  <a:gd name="T36" fmla="*/ 45227 w 124"/>
                  <a:gd name="T37" fmla="*/ 48972 h 110"/>
                  <a:gd name="T38" fmla="*/ 43230 w 124"/>
                  <a:gd name="T39" fmla="*/ 38624 h 110"/>
                  <a:gd name="T40" fmla="*/ 41613 w 124"/>
                  <a:gd name="T41" fmla="*/ 26204 h 110"/>
                  <a:gd name="T42" fmla="*/ 40266 w 124"/>
                  <a:gd name="T43" fmla="*/ 20737 h 110"/>
                  <a:gd name="T44" fmla="*/ 39173 w 124"/>
                  <a:gd name="T45" fmla="*/ 20737 h 110"/>
                  <a:gd name="T46" fmla="*/ 37781 w 124"/>
                  <a:gd name="T47" fmla="*/ 20031 h 110"/>
                  <a:gd name="T48" fmla="*/ 36653 w 124"/>
                  <a:gd name="T49" fmla="*/ 18012 h 110"/>
                  <a:gd name="T50" fmla="*/ 35262 w 124"/>
                  <a:gd name="T51" fmla="*/ 15855 h 110"/>
                  <a:gd name="T52" fmla="*/ 35262 w 124"/>
                  <a:gd name="T53" fmla="*/ 13073 h 110"/>
                  <a:gd name="T54" fmla="*/ 36653 w 124"/>
                  <a:gd name="T55" fmla="*/ 9684 h 110"/>
                  <a:gd name="T56" fmla="*/ 40764 w 124"/>
                  <a:gd name="T57" fmla="*/ 5544 h 110"/>
                  <a:gd name="T58" fmla="*/ 47731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 name="Freeform 7"/>
              <p:cNvSpPr/>
              <p:nvPr userDrawn="1"/>
            </p:nvSpPr>
            <p:spPr bwMode="ltGray">
              <a:xfrm rot="12185230" flipV="1">
                <a:off x="3979" y="977"/>
                <a:ext cx="245" cy="347"/>
              </a:xfrm>
              <a:custGeom>
                <a:avLst/>
                <a:gdLst>
                  <a:gd name="T0" fmla="*/ 0 w 109"/>
                  <a:gd name="T1" fmla="*/ 0 h 156"/>
                  <a:gd name="T2" fmla="*/ 3214 w 109"/>
                  <a:gd name="T3" fmla="*/ 485 h 156"/>
                  <a:gd name="T4" fmla="*/ 11585 w 109"/>
                  <a:gd name="T5" fmla="*/ 2885 h 156"/>
                  <a:gd name="T6" fmla="*/ 24100 w 109"/>
                  <a:gd name="T7" fmla="*/ 7243 h 156"/>
                  <a:gd name="T8" fmla="*/ 37624 w 109"/>
                  <a:gd name="T9" fmla="*/ 14274 h 156"/>
                  <a:gd name="T10" fmla="*/ 50668 w 109"/>
                  <a:gd name="T11" fmla="*/ 26412 h 156"/>
                  <a:gd name="T12" fmla="*/ 62637 w 109"/>
                  <a:gd name="T13" fmla="*/ 42525 h 156"/>
                  <a:gd name="T14" fmla="*/ 69881 w 109"/>
                  <a:gd name="T15" fmla="*/ 64702 h 156"/>
                  <a:gd name="T16" fmla="*/ 71030 w 109"/>
                  <a:gd name="T17" fmla="*/ 93492 h 156"/>
                  <a:gd name="T18" fmla="*/ 68326 w 109"/>
                  <a:gd name="T19" fmla="*/ 93492 h 156"/>
                  <a:gd name="T20" fmla="*/ 64601 w 109"/>
                  <a:gd name="T21" fmla="*/ 93492 h 156"/>
                  <a:gd name="T22" fmla="*/ 60596 w 109"/>
                  <a:gd name="T23" fmla="*/ 93492 h 156"/>
                  <a:gd name="T24" fmla="*/ 56847 w 109"/>
                  <a:gd name="T25" fmla="*/ 92415 h 156"/>
                  <a:gd name="T26" fmla="*/ 52736 w 109"/>
                  <a:gd name="T27" fmla="*/ 91579 h 156"/>
                  <a:gd name="T28" fmla="*/ 48092 w 109"/>
                  <a:gd name="T29" fmla="*/ 90015 h 156"/>
                  <a:gd name="T30" fmla="*/ 42904 w 109"/>
                  <a:gd name="T31" fmla="*/ 86957 h 156"/>
                  <a:gd name="T32" fmla="*/ 37624 w 109"/>
                  <a:gd name="T33" fmla="*/ 83211 h 156"/>
                  <a:gd name="T34" fmla="*/ 34430 w 109"/>
                  <a:gd name="T35" fmla="*/ 75479 h 156"/>
                  <a:gd name="T36" fmla="*/ 34430 w 109"/>
                  <a:gd name="T37" fmla="*/ 66484 h 156"/>
                  <a:gd name="T38" fmla="*/ 36496 w 109"/>
                  <a:gd name="T39" fmla="*/ 57682 h 156"/>
                  <a:gd name="T40" fmla="*/ 38544 w 109"/>
                  <a:gd name="T41" fmla="*/ 47984 h 156"/>
                  <a:gd name="T42" fmla="*/ 36496 w 109"/>
                  <a:gd name="T43" fmla="*/ 37187 h 156"/>
                  <a:gd name="T44" fmla="*/ 31320 w 109"/>
                  <a:gd name="T45" fmla="*/ 25932 h 156"/>
                  <a:gd name="T46" fmla="*/ 20234 w 109"/>
                  <a:gd name="T47" fmla="*/ 13655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 name="Freeform 8"/>
              <p:cNvSpPr/>
              <p:nvPr userDrawn="1"/>
            </p:nvSpPr>
            <p:spPr bwMode="ltGray">
              <a:xfrm rot="12185230" flipV="1">
                <a:off x="3845" y="2207"/>
                <a:ext cx="103" cy="209"/>
              </a:xfrm>
              <a:custGeom>
                <a:avLst/>
                <a:gdLst>
                  <a:gd name="T0" fmla="*/ 19534 w 46"/>
                  <a:gd name="T1" fmla="*/ 0 h 94"/>
                  <a:gd name="T2" fmla="*/ 12721 w 46"/>
                  <a:gd name="T3" fmla="*/ 22612 h 94"/>
                  <a:gd name="T4" fmla="*/ 9577 w 46"/>
                  <a:gd name="T5" fmla="*/ 37115 h 94"/>
                  <a:gd name="T6" fmla="*/ 7040 w 46"/>
                  <a:gd name="T7" fmla="*/ 47221 h 94"/>
                  <a:gd name="T8" fmla="*/ 0 w 46"/>
                  <a:gd name="T9" fmla="*/ 56188 h 94"/>
                  <a:gd name="T10" fmla="*/ 7546 w 46"/>
                  <a:gd name="T11" fmla="*/ 52639 h 94"/>
                  <a:gd name="T12" fmla="*/ 14630 w 46"/>
                  <a:gd name="T13" fmla="*/ 47823 h 94"/>
                  <a:gd name="T14" fmla="*/ 20311 w 46"/>
                  <a:gd name="T15" fmla="*/ 41086 h 94"/>
                  <a:gd name="T16" fmla="*/ 25439 w 46"/>
                  <a:gd name="T17" fmla="*/ 34060 h 94"/>
                  <a:gd name="T18" fmla="*/ 28484 w 46"/>
                  <a:gd name="T19" fmla="*/ 26350 h 94"/>
                  <a:gd name="T20" fmla="*/ 29109 w 46"/>
                  <a:gd name="T21" fmla="*/ 17981 h 94"/>
                  <a:gd name="T22" fmla="*/ 26446 w 46"/>
                  <a:gd name="T23" fmla="*/ 8794 h 94"/>
                  <a:gd name="T24" fmla="*/ 19534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 name="Freeform 9"/>
              <p:cNvSpPr/>
              <p:nvPr userDrawn="1"/>
            </p:nvSpPr>
            <p:spPr bwMode="ltGray">
              <a:xfrm rot="12185230" flipV="1">
                <a:off x="3895" y="1325"/>
                <a:ext cx="120" cy="90"/>
              </a:xfrm>
              <a:custGeom>
                <a:avLst/>
                <a:gdLst>
                  <a:gd name="T0" fmla="*/ 0 w 54"/>
                  <a:gd name="T1" fmla="*/ 0 h 40"/>
                  <a:gd name="T2" fmla="*/ 484 w 54"/>
                  <a:gd name="T3" fmla="*/ 639 h 40"/>
                  <a:gd name="T4" fmla="*/ 3467 w 54"/>
                  <a:gd name="T5" fmla="*/ 2077 h 40"/>
                  <a:gd name="T6" fmla="*/ 7704 w 54"/>
                  <a:gd name="T7" fmla="*/ 5310 h 40"/>
                  <a:gd name="T8" fmla="*/ 12509 w 54"/>
                  <a:gd name="T9" fmla="*/ 7893 h 40"/>
                  <a:gd name="T10" fmla="*/ 17120 w 54"/>
                  <a:gd name="T11" fmla="*/ 9968 h 40"/>
                  <a:gd name="T12" fmla="*/ 22529 w 54"/>
                  <a:gd name="T13" fmla="*/ 11198 h 40"/>
                  <a:gd name="T14" fmla="*/ 27313 w 54"/>
                  <a:gd name="T15" fmla="*/ 11948 h 40"/>
                  <a:gd name="T16" fmla="*/ 32142 w 54"/>
                  <a:gd name="T17" fmla="*/ 10514 h 40"/>
                  <a:gd name="T18" fmla="*/ 31527 w 54"/>
                  <a:gd name="T19" fmla="*/ 16382 h 40"/>
                  <a:gd name="T20" fmla="*/ 29749 w 54"/>
                  <a:gd name="T21" fmla="*/ 21688 h 40"/>
                  <a:gd name="T22" fmla="*/ 26238 w 54"/>
                  <a:gd name="T23" fmla="*/ 25196 h 40"/>
                  <a:gd name="T24" fmla="*/ 21907 w 54"/>
                  <a:gd name="T25" fmla="*/ 26345 h 40"/>
                  <a:gd name="T26" fmla="*/ 16638 w 54"/>
                  <a:gd name="T27" fmla="*/ 25733 h 40"/>
                  <a:gd name="T28" fmla="*/ 11216 w 54"/>
                  <a:gd name="T29" fmla="*/ 21040 h 40"/>
                  <a:gd name="T30" fmla="*/ 5907 w 54"/>
                  <a:gd name="T31" fmla="*/ 13102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 name="Freeform 10"/>
              <p:cNvSpPr/>
              <p:nvPr userDrawn="1"/>
            </p:nvSpPr>
            <p:spPr bwMode="ltGray">
              <a:xfrm rot="12185230" flipV="1">
                <a:off x="3010" y="2344"/>
                <a:ext cx="330" cy="2059"/>
              </a:xfrm>
              <a:custGeom>
                <a:avLst/>
                <a:gdLst>
                  <a:gd name="T0" fmla="*/ 0 w 149"/>
                  <a:gd name="T1" fmla="*/ 0 h 704"/>
                  <a:gd name="T2" fmla="*/ 3409 w 149"/>
                  <a:gd name="T3" fmla="*/ 33146 h 704"/>
                  <a:gd name="T4" fmla="*/ 9211 w 149"/>
                  <a:gd name="T5" fmla="*/ 75156 h 704"/>
                  <a:gd name="T6" fmla="*/ 16143 w 149"/>
                  <a:gd name="T7" fmla="*/ 128421 h 704"/>
                  <a:gd name="T8" fmla="*/ 23824 w 149"/>
                  <a:gd name="T9" fmla="*/ 197717 h 704"/>
                  <a:gd name="T10" fmla="*/ 33419 w 149"/>
                  <a:gd name="T11" fmla="*/ 283531 h 704"/>
                  <a:gd name="T12" fmla="*/ 42371 w 149"/>
                  <a:gd name="T13" fmla="*/ 375595 h 704"/>
                  <a:gd name="T14" fmla="*/ 51004 w 149"/>
                  <a:gd name="T15" fmla="*/ 481323 h 704"/>
                  <a:gd name="T16" fmla="*/ 57719 w 149"/>
                  <a:gd name="T17" fmla="*/ 603960 h 704"/>
                  <a:gd name="T18" fmla="*/ 64793 w 149"/>
                  <a:gd name="T19" fmla="*/ 734273 h 704"/>
                  <a:gd name="T20" fmla="*/ 69486 w 149"/>
                  <a:gd name="T21" fmla="*/ 884481 h 704"/>
                  <a:gd name="T22" fmla="*/ 71896 w 149"/>
                  <a:gd name="T23" fmla="*/ 1049049 h 704"/>
                  <a:gd name="T24" fmla="*/ 72950 w 149"/>
                  <a:gd name="T25" fmla="*/ 1221078 h 704"/>
                  <a:gd name="T26" fmla="*/ 69486 w 149"/>
                  <a:gd name="T27" fmla="*/ 1413287 h 704"/>
                  <a:gd name="T28" fmla="*/ 63041 w 149"/>
                  <a:gd name="T29" fmla="*/ 1616786 h 704"/>
                  <a:gd name="T30" fmla="*/ 53338 w 149"/>
                  <a:gd name="T31" fmla="*/ 1830787 h 704"/>
                  <a:gd name="T32" fmla="*/ 38688 w 149"/>
                  <a:gd name="T33" fmla="*/ 2066628 h 704"/>
                  <a:gd name="T34" fmla="*/ 22422 w 149"/>
                  <a:gd name="T35" fmla="*/ 2333923 h 704"/>
                  <a:gd name="T36" fmla="*/ 12243 w 149"/>
                  <a:gd name="T37" fmla="*/ 2581296 h 704"/>
                  <a:gd name="T38" fmla="*/ 5803 w 149"/>
                  <a:gd name="T39" fmla="*/ 2809661 h 704"/>
                  <a:gd name="T40" fmla="*/ 3409 w 149"/>
                  <a:gd name="T41" fmla="*/ 3029394 h 704"/>
                  <a:gd name="T42" fmla="*/ 3409 w 149"/>
                  <a:gd name="T43" fmla="*/ 3238292 h 704"/>
                  <a:gd name="T44" fmla="*/ 4737 w 149"/>
                  <a:gd name="T45" fmla="*/ 3432406 h 704"/>
                  <a:gd name="T46" fmla="*/ 7094 w 149"/>
                  <a:gd name="T47" fmla="*/ 3602759 h 704"/>
                  <a:gd name="T48" fmla="*/ 8157 w 149"/>
                  <a:gd name="T49" fmla="*/ 3769228 h 704"/>
                  <a:gd name="T50" fmla="*/ 23824 w 149"/>
                  <a:gd name="T51" fmla="*/ 3683387 h 704"/>
                  <a:gd name="T52" fmla="*/ 22422 w 149"/>
                  <a:gd name="T53" fmla="*/ 3640806 h 704"/>
                  <a:gd name="T54" fmla="*/ 20881 w 149"/>
                  <a:gd name="T55" fmla="*/ 3518167 h 704"/>
                  <a:gd name="T56" fmla="*/ 19131 w 149"/>
                  <a:gd name="T57" fmla="*/ 3329681 h 704"/>
                  <a:gd name="T58" fmla="*/ 20400 w 149"/>
                  <a:gd name="T59" fmla="*/ 3078854 h 704"/>
                  <a:gd name="T60" fmla="*/ 23824 w 149"/>
                  <a:gd name="T61" fmla="*/ 2779012 h 704"/>
                  <a:gd name="T62" fmla="*/ 33419 w 149"/>
                  <a:gd name="T63" fmla="*/ 2436648 h 704"/>
                  <a:gd name="T64" fmla="*/ 49659 w 149"/>
                  <a:gd name="T65" fmla="*/ 2066628 h 704"/>
                  <a:gd name="T66" fmla="*/ 74711 w 149"/>
                  <a:gd name="T67" fmla="*/ 1675029 h 704"/>
                  <a:gd name="T68" fmla="*/ 82868 w 149"/>
                  <a:gd name="T69" fmla="*/ 1493916 h 704"/>
                  <a:gd name="T70" fmla="*/ 86283 w 149"/>
                  <a:gd name="T71" fmla="*/ 1257502 h 704"/>
                  <a:gd name="T72" fmla="*/ 83448 w 149"/>
                  <a:gd name="T73" fmla="*/ 984655 h 704"/>
                  <a:gd name="T74" fmla="*/ 75765 w 149"/>
                  <a:gd name="T75" fmla="*/ 717360 h 704"/>
                  <a:gd name="T76" fmla="*/ 63041 w 149"/>
                  <a:gd name="T77" fmla="*/ 455627 h 704"/>
                  <a:gd name="T78" fmla="*/ 46727 w 149"/>
                  <a:gd name="T79" fmla="*/ 236048 h 704"/>
                  <a:gd name="T80" fmla="*/ 25355 w 149"/>
                  <a:gd name="T81" fmla="*/ 75156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4" name="Freeform 11"/>
            <p:cNvSpPr/>
            <p:nvPr userDrawn="1"/>
          </p:nvSpPr>
          <p:spPr bwMode="ltGray">
            <a:xfrm rot="373331" flipH="1">
              <a:off x="22" y="1957"/>
              <a:ext cx="323" cy="649"/>
            </a:xfrm>
            <a:custGeom>
              <a:avLst/>
              <a:gdLst>
                <a:gd name="T0" fmla="*/ 154404 w 128"/>
                <a:gd name="T1" fmla="*/ 0 h 217"/>
                <a:gd name="T2" fmla="*/ 172737 w 128"/>
                <a:gd name="T3" fmla="*/ 57917 h 217"/>
                <a:gd name="T4" fmla="*/ 189000 w 128"/>
                <a:gd name="T5" fmla="*/ 173217 h 217"/>
                <a:gd name="T6" fmla="*/ 201883 w 128"/>
                <a:gd name="T7" fmla="*/ 321396 h 217"/>
                <a:gd name="T8" fmla="*/ 210485 w 128"/>
                <a:gd name="T9" fmla="*/ 498949 h 217"/>
                <a:gd name="T10" fmla="*/ 208620 w 128"/>
                <a:gd name="T11" fmla="*/ 710718 h 217"/>
                <a:gd name="T12" fmla="*/ 190815 w 128"/>
                <a:gd name="T13" fmla="*/ 928907 h 217"/>
                <a:gd name="T14" fmla="*/ 154404 w 128"/>
                <a:gd name="T15" fmla="*/ 1157903 h 217"/>
                <a:gd name="T16" fmla="*/ 98323 w 128"/>
                <a:gd name="T17" fmla="*/ 1389036 h 217"/>
                <a:gd name="T18" fmla="*/ 80859 w 128"/>
                <a:gd name="T19" fmla="*/ 1363193 h 217"/>
                <a:gd name="T20" fmla="*/ 62526 w 128"/>
                <a:gd name="T21" fmla="*/ 1344070 h 217"/>
                <a:gd name="T22" fmla="*/ 43065 w 128"/>
                <a:gd name="T23" fmla="*/ 1311752 h 217"/>
                <a:gd name="T24" fmla="*/ 26082 w 128"/>
                <a:gd name="T25" fmla="*/ 1285911 h 217"/>
                <a:gd name="T26" fmla="*/ 12887 w 128"/>
                <a:gd name="T27" fmla="*/ 1254613 h 217"/>
                <a:gd name="T28" fmla="*/ 3356 w 128"/>
                <a:gd name="T29" fmla="*/ 1215819 h 217"/>
                <a:gd name="T30" fmla="*/ 0 w 128"/>
                <a:gd name="T31" fmla="*/ 1170856 h 217"/>
                <a:gd name="T32" fmla="*/ 2024 w 128"/>
                <a:gd name="T33" fmla="*/ 1138537 h 217"/>
                <a:gd name="T34" fmla="*/ 21371 w 128"/>
                <a:gd name="T35" fmla="*/ 1093562 h 217"/>
                <a:gd name="T36" fmla="*/ 47484 w 128"/>
                <a:gd name="T37" fmla="*/ 1032033 h 217"/>
                <a:gd name="T38" fmla="*/ 75617 w 128"/>
                <a:gd name="T39" fmla="*/ 961226 h 217"/>
                <a:gd name="T40" fmla="*/ 103564 w 128"/>
                <a:gd name="T41" fmla="*/ 858092 h 217"/>
                <a:gd name="T42" fmla="*/ 129629 w 128"/>
                <a:gd name="T43" fmla="*/ 717112 h 217"/>
                <a:gd name="T44" fmla="*/ 149789 w 128"/>
                <a:gd name="T45" fmla="*/ 531026 h 217"/>
                <a:gd name="T46" fmla="*/ 159512 w 128"/>
                <a:gd name="T47" fmla="*/ 295552 h 217"/>
                <a:gd name="T48" fmla="*/ 154404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 name="Freeform 12"/>
            <p:cNvSpPr/>
            <p:nvPr userDrawn="1"/>
          </p:nvSpPr>
          <p:spPr bwMode="ltGray">
            <a:xfrm>
              <a:off x="168" y="1260"/>
              <a:ext cx="1259" cy="1532"/>
            </a:xfrm>
            <a:custGeom>
              <a:avLst/>
              <a:gdLst>
                <a:gd name="T0" fmla="*/ 891 w 1259"/>
                <a:gd name="T1" fmla="*/ 1532 h 1532"/>
                <a:gd name="T2" fmla="*/ 954 w 1259"/>
                <a:gd name="T3" fmla="*/ 1452 h 1532"/>
                <a:gd name="T4" fmla="*/ 1032 w 1259"/>
                <a:gd name="T5" fmla="*/ 1338 h 1532"/>
                <a:gd name="T6" fmla="*/ 1115 w 1259"/>
                <a:gd name="T7" fmla="*/ 1188 h 1532"/>
                <a:gd name="T8" fmla="*/ 1194 w 1259"/>
                <a:gd name="T9" fmla="*/ 1023 h 1532"/>
                <a:gd name="T10" fmla="*/ 1244 w 1259"/>
                <a:gd name="T11" fmla="*/ 841 h 1532"/>
                <a:gd name="T12" fmla="*/ 1259 w 1259"/>
                <a:gd name="T13" fmla="*/ 647 h 1532"/>
                <a:gd name="T14" fmla="*/ 1230 w 1259"/>
                <a:gd name="T15" fmla="*/ 463 h 1532"/>
                <a:gd name="T16" fmla="*/ 1140 w 1259"/>
                <a:gd name="T17" fmla="*/ 294 h 1532"/>
                <a:gd name="T18" fmla="*/ 1043 w 1259"/>
                <a:gd name="T19" fmla="*/ 190 h 1532"/>
                <a:gd name="T20" fmla="*/ 961 w 1259"/>
                <a:gd name="T21" fmla="*/ 109 h 1532"/>
                <a:gd name="T22" fmla="*/ 894 w 1259"/>
                <a:gd name="T23" fmla="*/ 65 h 1532"/>
                <a:gd name="T24" fmla="*/ 786 w 1259"/>
                <a:gd name="T25" fmla="*/ 18 h 1532"/>
                <a:gd name="T26" fmla="*/ 642 w 1259"/>
                <a:gd name="T27" fmla="*/ 0 h 1532"/>
                <a:gd name="T28" fmla="*/ 440 w 1259"/>
                <a:gd name="T29" fmla="*/ 23 h 1532"/>
                <a:gd name="T30" fmla="*/ 366 w 1259"/>
                <a:gd name="T31" fmla="*/ 44 h 1532"/>
                <a:gd name="T32" fmla="*/ 292 w 1259"/>
                <a:gd name="T33" fmla="*/ 58 h 1532"/>
                <a:gd name="T34" fmla="*/ 229 w 1259"/>
                <a:gd name="T35" fmla="*/ 79 h 1532"/>
                <a:gd name="T36" fmla="*/ 178 w 1259"/>
                <a:gd name="T37" fmla="*/ 103 h 1532"/>
                <a:gd name="T38" fmla="*/ 127 w 1259"/>
                <a:gd name="T39" fmla="*/ 127 h 1532"/>
                <a:gd name="T40" fmla="*/ 82 w 1259"/>
                <a:gd name="T41" fmla="*/ 158 h 1532"/>
                <a:gd name="T42" fmla="*/ 41 w 1259"/>
                <a:gd name="T43" fmla="*/ 197 h 1532"/>
                <a:gd name="T44" fmla="*/ 0 w 1259"/>
                <a:gd name="T45" fmla="*/ 243 h 1532"/>
                <a:gd name="T46" fmla="*/ 76 w 1259"/>
                <a:gd name="T47" fmla="*/ 215 h 1532"/>
                <a:gd name="T48" fmla="*/ 144 w 1259"/>
                <a:gd name="T49" fmla="*/ 194 h 1532"/>
                <a:gd name="T50" fmla="*/ 212 w 1259"/>
                <a:gd name="T51" fmla="*/ 179 h 1532"/>
                <a:gd name="T52" fmla="*/ 280 w 1259"/>
                <a:gd name="T53" fmla="*/ 164 h 1532"/>
                <a:gd name="T54" fmla="*/ 336 w 1259"/>
                <a:gd name="T55" fmla="*/ 149 h 1532"/>
                <a:gd name="T56" fmla="*/ 397 w 1259"/>
                <a:gd name="T57" fmla="*/ 149 h 1532"/>
                <a:gd name="T58" fmla="*/ 458 w 1259"/>
                <a:gd name="T59" fmla="*/ 141 h 1532"/>
                <a:gd name="T60" fmla="*/ 511 w 1259"/>
                <a:gd name="T61" fmla="*/ 146 h 1532"/>
                <a:gd name="T62" fmla="*/ 565 w 1259"/>
                <a:gd name="T63" fmla="*/ 152 h 1532"/>
                <a:gd name="T64" fmla="*/ 618 w 1259"/>
                <a:gd name="T65" fmla="*/ 166 h 1532"/>
                <a:gd name="T66" fmla="*/ 669 w 1259"/>
                <a:gd name="T67" fmla="*/ 186 h 1532"/>
                <a:gd name="T68" fmla="*/ 715 w 1259"/>
                <a:gd name="T69" fmla="*/ 205 h 1532"/>
                <a:gd name="T70" fmla="*/ 760 w 1259"/>
                <a:gd name="T71" fmla="*/ 239 h 1532"/>
                <a:gd name="T72" fmla="*/ 811 w 1259"/>
                <a:gd name="T73" fmla="*/ 267 h 1532"/>
                <a:gd name="T74" fmla="*/ 855 w 1259"/>
                <a:gd name="T75" fmla="*/ 307 h 1532"/>
                <a:gd name="T76" fmla="*/ 899 w 1259"/>
                <a:gd name="T77" fmla="*/ 348 h 1532"/>
                <a:gd name="T78" fmla="*/ 971 w 1259"/>
                <a:gd name="T79" fmla="*/ 464 h 1532"/>
                <a:gd name="T80" fmla="*/ 1016 w 1259"/>
                <a:gd name="T81" fmla="*/ 606 h 1532"/>
                <a:gd name="T82" fmla="*/ 1027 w 1259"/>
                <a:gd name="T83" fmla="*/ 774 h 1532"/>
                <a:gd name="T84" fmla="*/ 1022 w 1259"/>
                <a:gd name="T85" fmla="*/ 939 h 1532"/>
                <a:gd name="T86" fmla="*/ 1002 w 1259"/>
                <a:gd name="T87" fmla="*/ 1117 h 1532"/>
                <a:gd name="T88" fmla="*/ 966 w 1259"/>
                <a:gd name="T89" fmla="*/ 1279 h 1532"/>
                <a:gd name="T90" fmla="*/ 933 w 1259"/>
                <a:gd name="T91" fmla="*/ 1421 h 1532"/>
                <a:gd name="T92" fmla="*/ 891 w 1259"/>
                <a:gd name="T93" fmla="*/ 1532 h 15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Freeform 13"/>
            <p:cNvSpPr/>
            <p:nvPr userDrawn="1"/>
          </p:nvSpPr>
          <p:spPr bwMode="ltGray">
            <a:xfrm>
              <a:off x="0" y="2610"/>
              <a:ext cx="801" cy="459"/>
            </a:xfrm>
            <a:custGeom>
              <a:avLst/>
              <a:gdLst>
                <a:gd name="T0" fmla="*/ 0 w 801"/>
                <a:gd name="T1" fmla="*/ 0 h 459"/>
                <a:gd name="T2" fmla="*/ 37 w 801"/>
                <a:gd name="T3" fmla="*/ 69 h 459"/>
                <a:gd name="T4" fmla="*/ 68 w 801"/>
                <a:gd name="T5" fmla="*/ 132 h 459"/>
                <a:gd name="T6" fmla="*/ 110 w 801"/>
                <a:gd name="T7" fmla="*/ 188 h 459"/>
                <a:gd name="T8" fmla="*/ 149 w 801"/>
                <a:gd name="T9" fmla="*/ 229 h 459"/>
                <a:gd name="T10" fmla="*/ 192 w 801"/>
                <a:gd name="T11" fmla="*/ 278 h 459"/>
                <a:gd name="T12" fmla="*/ 250 w 801"/>
                <a:gd name="T13" fmla="*/ 314 h 459"/>
                <a:gd name="T14" fmla="*/ 308 w 801"/>
                <a:gd name="T15" fmla="*/ 336 h 459"/>
                <a:gd name="T16" fmla="*/ 365 w 801"/>
                <a:gd name="T17" fmla="*/ 365 h 459"/>
                <a:gd name="T18" fmla="*/ 430 w 801"/>
                <a:gd name="T19" fmla="*/ 381 h 459"/>
                <a:gd name="T20" fmla="*/ 501 w 801"/>
                <a:gd name="T21" fmla="*/ 390 h 459"/>
                <a:gd name="T22" fmla="*/ 573 w 801"/>
                <a:gd name="T23" fmla="*/ 392 h 459"/>
                <a:gd name="T24" fmla="*/ 646 w 801"/>
                <a:gd name="T25" fmla="*/ 381 h 459"/>
                <a:gd name="T26" fmla="*/ 726 w 801"/>
                <a:gd name="T27" fmla="*/ 362 h 459"/>
                <a:gd name="T28" fmla="*/ 801 w 801"/>
                <a:gd name="T29" fmla="*/ 335 h 459"/>
                <a:gd name="T30" fmla="*/ 731 w 801"/>
                <a:gd name="T31" fmla="*/ 377 h 459"/>
                <a:gd name="T32" fmla="*/ 662 w 801"/>
                <a:gd name="T33" fmla="*/ 404 h 459"/>
                <a:gd name="T34" fmla="*/ 594 w 801"/>
                <a:gd name="T35" fmla="*/ 432 h 459"/>
                <a:gd name="T36" fmla="*/ 532 w 801"/>
                <a:gd name="T37" fmla="*/ 445 h 459"/>
                <a:gd name="T38" fmla="*/ 471 w 801"/>
                <a:gd name="T39" fmla="*/ 459 h 459"/>
                <a:gd name="T40" fmla="*/ 411 w 801"/>
                <a:gd name="T41" fmla="*/ 458 h 459"/>
                <a:gd name="T42" fmla="*/ 350 w 801"/>
                <a:gd name="T43" fmla="*/ 458 h 459"/>
                <a:gd name="T44" fmla="*/ 291 w 801"/>
                <a:gd name="T45" fmla="*/ 450 h 459"/>
                <a:gd name="T46" fmla="*/ 244 w 801"/>
                <a:gd name="T47" fmla="*/ 436 h 459"/>
                <a:gd name="T48" fmla="*/ 192 w 801"/>
                <a:gd name="T49" fmla="*/ 415 h 459"/>
                <a:gd name="T50" fmla="*/ 145 w 801"/>
                <a:gd name="T51" fmla="*/ 394 h 459"/>
                <a:gd name="T52" fmla="*/ 100 w 801"/>
                <a:gd name="T53" fmla="*/ 373 h 459"/>
                <a:gd name="T54" fmla="*/ 60 w 801"/>
                <a:gd name="T55" fmla="*/ 347 h 459"/>
                <a:gd name="T56" fmla="*/ 0 w 801"/>
                <a:gd name="T57" fmla="*/ 294 h 459"/>
                <a:gd name="T58" fmla="*/ 0 w 801"/>
                <a:gd name="T59" fmla="*/ 0 h 4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 name="Freeform 14"/>
            <p:cNvSpPr/>
            <p:nvPr userDrawn="1"/>
          </p:nvSpPr>
          <p:spPr bwMode="ltGray">
            <a:xfrm rot="373331" flipH="1">
              <a:off x="898" y="2855"/>
              <a:ext cx="354" cy="464"/>
            </a:xfrm>
            <a:custGeom>
              <a:avLst/>
              <a:gdLst>
                <a:gd name="T0" fmla="*/ 527124 w 117"/>
                <a:gd name="T1" fmla="*/ 0 h 132"/>
                <a:gd name="T2" fmla="*/ 0 w 117"/>
                <a:gd name="T3" fmla="*/ 582759 h 132"/>
                <a:gd name="T4" fmla="*/ 20771 w 117"/>
                <a:gd name="T5" fmla="*/ 603826 h 132"/>
                <a:gd name="T6" fmla="*/ 97386 w 117"/>
                <a:gd name="T7" fmla="*/ 677271 h 132"/>
                <a:gd name="T8" fmla="*/ 204137 w 117"/>
                <a:gd name="T9" fmla="*/ 841587 h 132"/>
                <a:gd name="T10" fmla="*/ 323072 w 117"/>
                <a:gd name="T11" fmla="*/ 1094235 h 132"/>
                <a:gd name="T12" fmla="*/ 464279 w 117"/>
                <a:gd name="T13" fmla="*/ 1445230 h 132"/>
                <a:gd name="T14" fmla="*/ 590082 w 117"/>
                <a:gd name="T15" fmla="*/ 1863899 h 132"/>
                <a:gd name="T16" fmla="*/ 717355 w 117"/>
                <a:gd name="T17" fmla="*/ 2399481 h 132"/>
                <a:gd name="T18" fmla="*/ 814660 w 117"/>
                <a:gd name="T19" fmla="*/ 3076752 h 132"/>
                <a:gd name="T20" fmla="*/ 821534 w 117"/>
                <a:gd name="T21" fmla="*/ 2797688 h 132"/>
                <a:gd name="T22" fmla="*/ 807876 w 117"/>
                <a:gd name="T23" fmla="*/ 2493993 h 132"/>
                <a:gd name="T24" fmla="*/ 758679 w 117"/>
                <a:gd name="T25" fmla="*/ 2095786 h 132"/>
                <a:gd name="T26" fmla="*/ 696503 w 117"/>
                <a:gd name="T27" fmla="*/ 1724344 h 132"/>
                <a:gd name="T28" fmla="*/ 624510 w 117"/>
                <a:gd name="T29" fmla="*/ 1352409 h 132"/>
                <a:gd name="T30" fmla="*/ 547677 w 117"/>
                <a:gd name="T31" fmla="*/ 1047072 h 132"/>
                <a:gd name="T32" fmla="*/ 471147 w 117"/>
                <a:gd name="T33" fmla="*/ 841587 h 132"/>
                <a:gd name="T34" fmla="*/ 405947 w 117"/>
                <a:gd name="T35" fmla="*/ 743244 h 132"/>
                <a:gd name="T36" fmla="*/ 484805 w 117"/>
                <a:gd name="T37" fmla="*/ 677271 h 132"/>
                <a:gd name="T38" fmla="*/ 554800 w 117"/>
                <a:gd name="T39" fmla="*/ 648865 h 132"/>
                <a:gd name="T40" fmla="*/ 624510 w 117"/>
                <a:gd name="T41" fmla="*/ 603826 h 132"/>
                <a:gd name="T42" fmla="*/ 689710 w 117"/>
                <a:gd name="T43" fmla="*/ 582759 h 132"/>
                <a:gd name="T44" fmla="*/ 738157 w 117"/>
                <a:gd name="T45" fmla="*/ 556526 h 132"/>
                <a:gd name="T46" fmla="*/ 765720 w 117"/>
                <a:gd name="T47" fmla="*/ 511476 h 132"/>
                <a:gd name="T48" fmla="*/ 794134 w 117"/>
                <a:gd name="T49" fmla="*/ 490546 h 132"/>
                <a:gd name="T50" fmla="*/ 801011 w 117"/>
                <a:gd name="T51" fmla="*/ 490546 h 132"/>
                <a:gd name="T52" fmla="*/ 527124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 name="Freeform 15"/>
            <p:cNvSpPr/>
            <p:nvPr userDrawn="1"/>
          </p:nvSpPr>
          <p:spPr bwMode="ltGray">
            <a:xfrm rot="373331" flipH="1">
              <a:off x="799" y="2979"/>
              <a:ext cx="87" cy="274"/>
            </a:xfrm>
            <a:custGeom>
              <a:avLst/>
              <a:gdLst>
                <a:gd name="T0" fmla="*/ 190269 w 29"/>
                <a:gd name="T1" fmla="*/ 0 h 77"/>
                <a:gd name="T2" fmla="*/ 150903 w 29"/>
                <a:gd name="T3" fmla="*/ 0 h 77"/>
                <a:gd name="T4" fmla="*/ 104976 w 29"/>
                <a:gd name="T5" fmla="*/ 101476 h 77"/>
                <a:gd name="T6" fmla="*/ 59049 w 29"/>
                <a:gd name="T7" fmla="*/ 231697 h 77"/>
                <a:gd name="T8" fmla="*/ 26244 w 29"/>
                <a:gd name="T9" fmla="*/ 491278 h 77"/>
                <a:gd name="T10" fmla="*/ 6561 w 29"/>
                <a:gd name="T11" fmla="*/ 773616 h 77"/>
                <a:gd name="T12" fmla="*/ 0 w 29"/>
                <a:gd name="T13" fmla="*/ 1134890 h 77"/>
                <a:gd name="T14" fmla="*/ 19683 w 29"/>
                <a:gd name="T15" fmla="*/ 1547271 h 77"/>
                <a:gd name="T16" fmla="*/ 72171 w 29"/>
                <a:gd name="T17" fmla="*/ 1979212 h 77"/>
                <a:gd name="T18" fmla="*/ 98415 w 29"/>
                <a:gd name="T19" fmla="*/ 1366410 h 77"/>
                <a:gd name="T20" fmla="*/ 124659 w 29"/>
                <a:gd name="T21" fmla="*/ 954032 h 77"/>
                <a:gd name="T22" fmla="*/ 150903 w 29"/>
                <a:gd name="T23" fmla="*/ 564230 h 77"/>
                <a:gd name="T24" fmla="*/ 190269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 name="Freeform 16"/>
            <p:cNvSpPr/>
            <p:nvPr userDrawn="1"/>
          </p:nvSpPr>
          <p:spPr bwMode="ltGray">
            <a:xfrm>
              <a:off x="1190" y="3273"/>
              <a:ext cx="1108" cy="1047"/>
            </a:xfrm>
            <a:custGeom>
              <a:avLst/>
              <a:gdLst>
                <a:gd name="T0" fmla="*/ 784 w 1108"/>
                <a:gd name="T1" fmla="*/ 1047 h 1047"/>
                <a:gd name="T2" fmla="*/ 692 w 1108"/>
                <a:gd name="T3" fmla="*/ 1011 h 1047"/>
                <a:gd name="T4" fmla="*/ 607 w 1108"/>
                <a:gd name="T5" fmla="*/ 945 h 1047"/>
                <a:gd name="T6" fmla="*/ 517 w 1108"/>
                <a:gd name="T7" fmla="*/ 861 h 1047"/>
                <a:gd name="T8" fmla="*/ 432 w 1108"/>
                <a:gd name="T9" fmla="*/ 776 h 1047"/>
                <a:gd name="T10" fmla="*/ 350 w 1108"/>
                <a:gd name="T11" fmla="*/ 677 h 1047"/>
                <a:gd name="T12" fmla="*/ 266 w 1108"/>
                <a:gd name="T13" fmla="*/ 563 h 1047"/>
                <a:gd name="T14" fmla="*/ 188 w 1108"/>
                <a:gd name="T15" fmla="*/ 447 h 1047"/>
                <a:gd name="T16" fmla="*/ 122 w 1108"/>
                <a:gd name="T17" fmla="*/ 325 h 1047"/>
                <a:gd name="T18" fmla="*/ 65 w 1108"/>
                <a:gd name="T19" fmla="*/ 211 h 1047"/>
                <a:gd name="T20" fmla="*/ 21 w 1108"/>
                <a:gd name="T21" fmla="*/ 101 h 1047"/>
                <a:gd name="T22" fmla="*/ 0 w 1108"/>
                <a:gd name="T23" fmla="*/ 0 h 1047"/>
                <a:gd name="T24" fmla="*/ 109 w 1108"/>
                <a:gd name="T25" fmla="*/ 217 h 1047"/>
                <a:gd name="T26" fmla="*/ 209 w 1108"/>
                <a:gd name="T27" fmla="*/ 378 h 1047"/>
                <a:gd name="T28" fmla="*/ 294 w 1108"/>
                <a:gd name="T29" fmla="*/ 500 h 1047"/>
                <a:gd name="T30" fmla="*/ 373 w 1108"/>
                <a:gd name="T31" fmla="*/ 590 h 1047"/>
                <a:gd name="T32" fmla="*/ 441 w 1108"/>
                <a:gd name="T33" fmla="*/ 661 h 1047"/>
                <a:gd name="T34" fmla="*/ 506 w 1108"/>
                <a:gd name="T35" fmla="*/ 713 h 1047"/>
                <a:gd name="T36" fmla="*/ 564 w 1108"/>
                <a:gd name="T37" fmla="*/ 754 h 1047"/>
                <a:gd name="T38" fmla="*/ 620 w 1108"/>
                <a:gd name="T39" fmla="*/ 801 h 1047"/>
                <a:gd name="T40" fmla="*/ 754 w 1108"/>
                <a:gd name="T41" fmla="*/ 899 h 1047"/>
                <a:gd name="T42" fmla="*/ 925 w 1108"/>
                <a:gd name="T43" fmla="*/ 977 h 1047"/>
                <a:gd name="T44" fmla="*/ 1108 w 1108"/>
                <a:gd name="T45" fmla="*/ 1047 h 1047"/>
                <a:gd name="T46" fmla="*/ 784 w 1108"/>
                <a:gd name="T47" fmla="*/ 1047 h 10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0" name="Group 17"/>
            <p:cNvGrpSpPr/>
            <p:nvPr userDrawn="1"/>
          </p:nvGrpSpPr>
          <p:grpSpPr bwMode="auto">
            <a:xfrm rot="3220060">
              <a:off x="2631" y="754"/>
              <a:ext cx="569" cy="637"/>
              <a:chOff x="1727" y="866"/>
              <a:chExt cx="129" cy="157"/>
            </a:xfrm>
          </p:grpSpPr>
          <p:sp>
            <p:nvSpPr>
              <p:cNvPr id="34" name="Freeform 18"/>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 name="Freeform 19"/>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 name="Freeform 20"/>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1" name="Group 21"/>
            <p:cNvGrpSpPr/>
            <p:nvPr userDrawn="1"/>
          </p:nvGrpSpPr>
          <p:grpSpPr bwMode="auto">
            <a:xfrm rot="-6691250">
              <a:off x="3637" y="132"/>
              <a:ext cx="356" cy="607"/>
              <a:chOff x="1727" y="866"/>
              <a:chExt cx="129" cy="157"/>
            </a:xfrm>
          </p:grpSpPr>
          <p:sp>
            <p:nvSpPr>
              <p:cNvPr id="31" name="Freeform 22"/>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 name="Freeform 23"/>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 name="Freeform 24"/>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2" name="Group 25"/>
            <p:cNvGrpSpPr/>
            <p:nvPr userDrawn="1"/>
          </p:nvGrpSpPr>
          <p:grpSpPr bwMode="auto">
            <a:xfrm rot="8524840">
              <a:off x="668" y="3321"/>
              <a:ext cx="501" cy="502"/>
              <a:chOff x="1727" y="866"/>
              <a:chExt cx="129" cy="157"/>
            </a:xfrm>
          </p:grpSpPr>
          <p:sp>
            <p:nvSpPr>
              <p:cNvPr id="28" name="Freeform 26"/>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9" name="Freeform 27"/>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 name="Freeform 28"/>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3" name="Group 29"/>
            <p:cNvGrpSpPr/>
            <p:nvPr userDrawn="1"/>
          </p:nvGrpSpPr>
          <p:grpSpPr bwMode="auto">
            <a:xfrm rot="4106450" flipH="1">
              <a:off x="393" y="262"/>
              <a:ext cx="709" cy="892"/>
              <a:chOff x="1727" y="866"/>
              <a:chExt cx="129" cy="157"/>
            </a:xfrm>
          </p:grpSpPr>
          <p:sp>
            <p:nvSpPr>
              <p:cNvPr id="25" name="Freeform 30"/>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6" name="Freeform 31"/>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 name="Freeform 32"/>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 name="Group 33"/>
            <p:cNvGrpSpPr/>
            <p:nvPr userDrawn="1"/>
          </p:nvGrpSpPr>
          <p:grpSpPr bwMode="auto">
            <a:xfrm rot="10015322" flipH="1">
              <a:off x="4625" y="2382"/>
              <a:ext cx="709" cy="892"/>
              <a:chOff x="1727" y="866"/>
              <a:chExt cx="129" cy="157"/>
            </a:xfrm>
          </p:grpSpPr>
          <p:sp>
            <p:nvSpPr>
              <p:cNvPr id="22" name="Freeform 34"/>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 name="Freeform 35"/>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4" name="Freeform 36"/>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5" name="Freeform 37"/>
            <p:cNvSpPr/>
            <p:nvPr userDrawn="1"/>
          </p:nvSpPr>
          <p:spPr bwMode="ltGray">
            <a:xfrm>
              <a:off x="1217" y="2"/>
              <a:ext cx="862" cy="886"/>
            </a:xfrm>
            <a:custGeom>
              <a:avLst/>
              <a:gdLst>
                <a:gd name="T0" fmla="*/ 0 w 862"/>
                <a:gd name="T1" fmla="*/ 0 h 886"/>
                <a:gd name="T2" fmla="*/ 6 w 862"/>
                <a:gd name="T3" fmla="*/ 107 h 886"/>
                <a:gd name="T4" fmla="*/ 37 w 862"/>
                <a:gd name="T5" fmla="*/ 262 h 886"/>
                <a:gd name="T6" fmla="*/ 83 w 862"/>
                <a:gd name="T7" fmla="*/ 410 h 886"/>
                <a:gd name="T8" fmla="*/ 149 w 862"/>
                <a:gd name="T9" fmla="*/ 546 h 886"/>
                <a:gd name="T10" fmla="*/ 237 w 862"/>
                <a:gd name="T11" fmla="*/ 666 h 886"/>
                <a:gd name="T12" fmla="*/ 338 w 862"/>
                <a:gd name="T13" fmla="*/ 764 h 886"/>
                <a:gd name="T14" fmla="*/ 450 w 862"/>
                <a:gd name="T15" fmla="*/ 838 h 886"/>
                <a:gd name="T16" fmla="*/ 579 w 862"/>
                <a:gd name="T17" fmla="*/ 879 h 886"/>
                <a:gd name="T18" fmla="*/ 714 w 862"/>
                <a:gd name="T19" fmla="*/ 886 h 886"/>
                <a:gd name="T20" fmla="*/ 862 w 862"/>
                <a:gd name="T21" fmla="*/ 851 h 886"/>
                <a:gd name="T22" fmla="*/ 784 w 862"/>
                <a:gd name="T23" fmla="*/ 856 h 886"/>
                <a:gd name="T24" fmla="*/ 700 w 862"/>
                <a:gd name="T25" fmla="*/ 835 h 886"/>
                <a:gd name="T26" fmla="*/ 621 w 862"/>
                <a:gd name="T27" fmla="*/ 794 h 886"/>
                <a:gd name="T28" fmla="*/ 542 w 862"/>
                <a:gd name="T29" fmla="*/ 728 h 886"/>
                <a:gd name="T30" fmla="*/ 466 w 862"/>
                <a:gd name="T31" fmla="*/ 649 h 886"/>
                <a:gd name="T32" fmla="*/ 397 w 862"/>
                <a:gd name="T33" fmla="*/ 557 h 886"/>
                <a:gd name="T34" fmla="*/ 334 w 862"/>
                <a:gd name="T35" fmla="*/ 454 h 886"/>
                <a:gd name="T36" fmla="*/ 279 w 862"/>
                <a:gd name="T37" fmla="*/ 339 h 886"/>
                <a:gd name="T38" fmla="*/ 238 w 862"/>
                <a:gd name="T39" fmla="*/ 225 h 886"/>
                <a:gd name="T40" fmla="*/ 205 w 862"/>
                <a:gd name="T41" fmla="*/ 105 h 886"/>
                <a:gd name="T42" fmla="*/ 184 w 862"/>
                <a:gd name="T43" fmla="*/ 3 h 8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 name="Freeform 38"/>
            <p:cNvSpPr/>
            <p:nvPr userDrawn="1"/>
          </p:nvSpPr>
          <p:spPr bwMode="ltGray">
            <a:xfrm rot="9832527" flipV="1">
              <a:off x="2158" y="102"/>
              <a:ext cx="681" cy="593"/>
            </a:xfrm>
            <a:custGeom>
              <a:avLst/>
              <a:gdLst>
                <a:gd name="T0" fmla="*/ 0 w 257"/>
                <a:gd name="T1" fmla="*/ 0 h 237"/>
                <a:gd name="T2" fmla="*/ 0 w 257"/>
                <a:gd name="T3" fmla="*/ 38723 h 237"/>
                <a:gd name="T4" fmla="*/ 7295 w 257"/>
                <a:gd name="T5" fmla="*/ 76785 h 237"/>
                <a:gd name="T6" fmla="*/ 14492 w 257"/>
                <a:gd name="T7" fmla="*/ 115307 h 237"/>
                <a:gd name="T8" fmla="*/ 26681 w 257"/>
                <a:gd name="T9" fmla="*/ 150429 h 237"/>
                <a:gd name="T10" fmla="*/ 44019 w 257"/>
                <a:gd name="T11" fmla="*/ 183072 h 237"/>
                <a:gd name="T12" fmla="*/ 66107 w 257"/>
                <a:gd name="T13" fmla="*/ 216628 h 237"/>
                <a:gd name="T14" fmla="*/ 92733 w 257"/>
                <a:gd name="T15" fmla="*/ 247311 h 237"/>
                <a:gd name="T16" fmla="*/ 123984 w 257"/>
                <a:gd name="T17" fmla="*/ 273110 h 237"/>
                <a:gd name="T18" fmla="*/ 163432 w 257"/>
                <a:gd name="T19" fmla="*/ 297926 h 237"/>
                <a:gd name="T20" fmla="*/ 209035 w 257"/>
                <a:gd name="T21" fmla="*/ 319194 h 237"/>
                <a:gd name="T22" fmla="*/ 257892 w 257"/>
                <a:gd name="T23" fmla="*/ 336366 h 237"/>
                <a:gd name="T24" fmla="*/ 318101 w 257"/>
                <a:gd name="T25" fmla="*/ 349933 h 237"/>
                <a:gd name="T26" fmla="*/ 384201 w 257"/>
                <a:gd name="T27" fmla="*/ 359218 h 237"/>
                <a:gd name="T28" fmla="*/ 456972 w 257"/>
                <a:gd name="T29" fmla="*/ 364127 h 237"/>
                <a:gd name="T30" fmla="*/ 534818 w 257"/>
                <a:gd name="T31" fmla="*/ 362148 h 237"/>
                <a:gd name="T32" fmla="*/ 624848 w 257"/>
                <a:gd name="T33" fmla="*/ 356088 h 237"/>
                <a:gd name="T34" fmla="*/ 544879 w 257"/>
                <a:gd name="T35" fmla="*/ 348631 h 237"/>
                <a:gd name="T36" fmla="*/ 474217 w 257"/>
                <a:gd name="T37" fmla="*/ 337662 h 237"/>
                <a:gd name="T38" fmla="*/ 412707 w 257"/>
                <a:gd name="T39" fmla="*/ 325399 h 237"/>
                <a:gd name="T40" fmla="*/ 359647 w 257"/>
                <a:gd name="T41" fmla="*/ 313122 h 237"/>
                <a:gd name="T42" fmla="*/ 310939 w 257"/>
                <a:gd name="T43" fmla="*/ 296655 h 237"/>
                <a:gd name="T44" fmla="*/ 272384 w 257"/>
                <a:gd name="T45" fmla="*/ 279220 h 237"/>
                <a:gd name="T46" fmla="*/ 235809 w 257"/>
                <a:gd name="T47" fmla="*/ 259574 h 237"/>
                <a:gd name="T48" fmla="*/ 204605 w 257"/>
                <a:gd name="T49" fmla="*/ 238308 h 237"/>
                <a:gd name="T50" fmla="*/ 175171 w 257"/>
                <a:gd name="T51" fmla="*/ 216628 h 237"/>
                <a:gd name="T52" fmla="*/ 148545 w 257"/>
                <a:gd name="T53" fmla="*/ 192124 h 237"/>
                <a:gd name="T54" fmla="*/ 126703 w 257"/>
                <a:gd name="T55" fmla="*/ 164651 h 237"/>
                <a:gd name="T56" fmla="*/ 104530 w 257"/>
                <a:gd name="T57" fmla="*/ 134951 h 237"/>
                <a:gd name="T58" fmla="*/ 79968 w 257"/>
                <a:gd name="T59" fmla="*/ 106222 h 237"/>
                <a:gd name="T60" fmla="*/ 56059 w 257"/>
                <a:gd name="T61" fmla="*/ 72384 h 237"/>
                <a:gd name="T62" fmla="*/ 29378 w 257"/>
                <a:gd name="T63" fmla="*/ 36761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 name="Freeform 39"/>
            <p:cNvSpPr/>
            <p:nvPr userDrawn="1"/>
          </p:nvSpPr>
          <p:spPr bwMode="ltGray">
            <a:xfrm rot="9832527" flipV="1">
              <a:off x="1997" y="858"/>
              <a:ext cx="330" cy="278"/>
            </a:xfrm>
            <a:custGeom>
              <a:avLst/>
              <a:gdLst>
                <a:gd name="T0" fmla="*/ 193968 w 124"/>
                <a:gd name="T1" fmla="*/ 0 h 110"/>
                <a:gd name="T2" fmla="*/ 311962 w 124"/>
                <a:gd name="T3" fmla="*/ 179823 h 110"/>
                <a:gd name="T4" fmla="*/ 301577 w 124"/>
                <a:gd name="T5" fmla="*/ 177741 h 110"/>
                <a:gd name="T6" fmla="*/ 269269 w 124"/>
                <a:gd name="T7" fmla="*/ 174559 h 110"/>
                <a:gd name="T8" fmla="*/ 224126 w 124"/>
                <a:gd name="T9" fmla="*/ 167829 h 110"/>
                <a:gd name="T10" fmla="*/ 171254 w 124"/>
                <a:gd name="T11" fmla="*/ 164647 h 110"/>
                <a:gd name="T12" fmla="*/ 113320 w 124"/>
                <a:gd name="T13" fmla="*/ 161255 h 110"/>
                <a:gd name="T14" fmla="*/ 63254 w 124"/>
                <a:gd name="T15" fmla="*/ 163421 h 110"/>
                <a:gd name="T16" fmla="*/ 22677 w 124"/>
                <a:gd name="T17" fmla="*/ 169911 h 110"/>
                <a:gd name="T18" fmla="*/ 0 w 124"/>
                <a:gd name="T19" fmla="*/ 183215 h 110"/>
                <a:gd name="T20" fmla="*/ 10291 w 124"/>
                <a:gd name="T21" fmla="*/ 163421 h 110"/>
                <a:gd name="T22" fmla="*/ 19922 w 124"/>
                <a:gd name="T23" fmla="*/ 148245 h 110"/>
                <a:gd name="T24" fmla="*/ 40428 w 124"/>
                <a:gd name="T25" fmla="*/ 136301 h 110"/>
                <a:gd name="T26" fmla="*/ 63254 w 124"/>
                <a:gd name="T27" fmla="*/ 126376 h 110"/>
                <a:gd name="T28" fmla="*/ 90641 w 124"/>
                <a:gd name="T29" fmla="*/ 119904 h 110"/>
                <a:gd name="T30" fmla="*/ 118278 w 124"/>
                <a:gd name="T31" fmla="*/ 117741 h 110"/>
                <a:gd name="T32" fmla="*/ 148433 w 124"/>
                <a:gd name="T33" fmla="*/ 117741 h 110"/>
                <a:gd name="T34" fmla="*/ 181532 w 124"/>
                <a:gd name="T35" fmla="*/ 123194 h 110"/>
                <a:gd name="T36" fmla="*/ 183280 w 124"/>
                <a:gd name="T37" fmla="*/ 117741 h 110"/>
                <a:gd name="T38" fmla="*/ 175823 w 124"/>
                <a:gd name="T39" fmla="*/ 93507 h 110"/>
                <a:gd name="T40" fmla="*/ 168337 w 124"/>
                <a:gd name="T41" fmla="*/ 63308 h 110"/>
                <a:gd name="T42" fmla="*/ 163379 w 124"/>
                <a:gd name="T43" fmla="*/ 50005 h 110"/>
                <a:gd name="T44" fmla="*/ 158852 w 124"/>
                <a:gd name="T45" fmla="*/ 50005 h 110"/>
                <a:gd name="T46" fmla="*/ 153144 w 124"/>
                <a:gd name="T47" fmla="*/ 47942 h 110"/>
                <a:gd name="T48" fmla="*/ 148433 w 124"/>
                <a:gd name="T49" fmla="*/ 43535 h 110"/>
                <a:gd name="T50" fmla="*/ 143909 w 124"/>
                <a:gd name="T51" fmla="*/ 38354 h 110"/>
                <a:gd name="T52" fmla="*/ 143909 w 124"/>
                <a:gd name="T53" fmla="*/ 31540 h 110"/>
                <a:gd name="T54" fmla="*/ 148433 w 124"/>
                <a:gd name="T55" fmla="*/ 22892 h 110"/>
                <a:gd name="T56" fmla="*/ 166190 w 124"/>
                <a:gd name="T57" fmla="*/ 13299 h 110"/>
                <a:gd name="T58" fmla="*/ 193968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 name="Freeform 40"/>
            <p:cNvSpPr/>
            <p:nvPr userDrawn="1"/>
          </p:nvSpPr>
          <p:spPr bwMode="ltGray">
            <a:xfrm rot="9832527" flipV="1">
              <a:off x="2224" y="808"/>
              <a:ext cx="123" cy="233"/>
            </a:xfrm>
            <a:custGeom>
              <a:avLst/>
              <a:gdLst>
                <a:gd name="T0" fmla="*/ 81172 w 46"/>
                <a:gd name="T1" fmla="*/ 0 h 94"/>
                <a:gd name="T2" fmla="*/ 51943 w 46"/>
                <a:gd name="T3" fmla="*/ 54093 h 94"/>
                <a:gd name="T4" fmla="*/ 39117 w 46"/>
                <a:gd name="T5" fmla="*/ 88604 h 94"/>
                <a:gd name="T6" fmla="*/ 28584 w 46"/>
                <a:gd name="T7" fmla="*/ 112757 h 94"/>
                <a:gd name="T8" fmla="*/ 0 w 46"/>
                <a:gd name="T9" fmla="*/ 134082 h 94"/>
                <a:gd name="T10" fmla="*/ 31432 w 46"/>
                <a:gd name="T11" fmla="*/ 125290 h 94"/>
                <a:gd name="T12" fmla="*/ 60682 w 46"/>
                <a:gd name="T13" fmla="*/ 113887 h 94"/>
                <a:gd name="T14" fmla="*/ 84046 w 46"/>
                <a:gd name="T15" fmla="*/ 98336 h 94"/>
                <a:gd name="T16" fmla="*/ 104595 w 46"/>
                <a:gd name="T17" fmla="*/ 81238 h 94"/>
                <a:gd name="T18" fmla="*/ 117272 w 46"/>
                <a:gd name="T19" fmla="*/ 62595 h 94"/>
                <a:gd name="T20" fmla="*/ 120289 w 46"/>
                <a:gd name="T21" fmla="*/ 42473 h 94"/>
                <a:gd name="T22" fmla="*/ 109358 w 46"/>
                <a:gd name="T23" fmla="*/ 21320 h 94"/>
                <a:gd name="T24" fmla="*/ 81172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9" name="Freeform 41"/>
            <p:cNvSpPr/>
            <p:nvPr userDrawn="1"/>
          </p:nvSpPr>
          <p:spPr bwMode="ltGray">
            <a:xfrm>
              <a:off x="1603" y="0"/>
              <a:ext cx="124" cy="121"/>
            </a:xfrm>
            <a:custGeom>
              <a:avLst/>
              <a:gdLst>
                <a:gd name="T0" fmla="*/ 124 w 124"/>
                <a:gd name="T1" fmla="*/ 0 h 121"/>
                <a:gd name="T2" fmla="*/ 113 w 124"/>
                <a:gd name="T3" fmla="*/ 9 h 121"/>
                <a:gd name="T4" fmla="*/ 99 w 124"/>
                <a:gd name="T5" fmla="*/ 25 h 121"/>
                <a:gd name="T6" fmla="*/ 81 w 124"/>
                <a:gd name="T7" fmla="*/ 41 h 121"/>
                <a:gd name="T8" fmla="*/ 63 w 124"/>
                <a:gd name="T9" fmla="*/ 54 h 121"/>
                <a:gd name="T10" fmla="*/ 41 w 124"/>
                <a:gd name="T11" fmla="*/ 66 h 121"/>
                <a:gd name="T12" fmla="*/ 22 w 124"/>
                <a:gd name="T13" fmla="*/ 74 h 121"/>
                <a:gd name="T14" fmla="*/ 0 w 124"/>
                <a:gd name="T15" fmla="*/ 75 h 121"/>
                <a:gd name="T16" fmla="*/ 10 w 124"/>
                <a:gd name="T17" fmla="*/ 96 h 121"/>
                <a:gd name="T18" fmla="*/ 23 w 124"/>
                <a:gd name="T19" fmla="*/ 113 h 121"/>
                <a:gd name="T20" fmla="*/ 41 w 124"/>
                <a:gd name="T21" fmla="*/ 121 h 121"/>
                <a:gd name="T22" fmla="*/ 60 w 124"/>
                <a:gd name="T23" fmla="*/ 121 h 121"/>
                <a:gd name="T24" fmla="*/ 83 w 124"/>
                <a:gd name="T25" fmla="*/ 111 h 121"/>
                <a:gd name="T26" fmla="*/ 101 w 124"/>
                <a:gd name="T27" fmla="*/ 88 h 121"/>
                <a:gd name="T28" fmla="*/ 116 w 124"/>
                <a:gd name="T29" fmla="*/ 53 h 121"/>
                <a:gd name="T30" fmla="*/ 124 w 124"/>
                <a:gd name="T31" fmla="*/ 0 h 1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0" name="Freeform 42"/>
            <p:cNvSpPr/>
            <p:nvPr userDrawn="1"/>
          </p:nvSpPr>
          <p:spPr bwMode="ltGray">
            <a:xfrm rot="9832527" flipV="1">
              <a:off x="2173" y="1238"/>
              <a:ext cx="393" cy="2300"/>
            </a:xfrm>
            <a:custGeom>
              <a:avLst/>
              <a:gdLst>
                <a:gd name="T0" fmla="*/ 0 w 149"/>
                <a:gd name="T1" fmla="*/ 0 h 704"/>
                <a:gd name="T2" fmla="*/ 14185 w 149"/>
                <a:gd name="T3" fmla="*/ 78951 h 704"/>
                <a:gd name="T4" fmla="*/ 37414 w 149"/>
                <a:gd name="T5" fmla="*/ 182412 h 704"/>
                <a:gd name="T6" fmla="*/ 65639 w 149"/>
                <a:gd name="T7" fmla="*/ 310003 h 704"/>
                <a:gd name="T8" fmla="*/ 95968 w 149"/>
                <a:gd name="T9" fmla="*/ 480066 h 704"/>
                <a:gd name="T10" fmla="*/ 136097 w 149"/>
                <a:gd name="T11" fmla="*/ 687102 h 704"/>
                <a:gd name="T12" fmla="*/ 171417 w 149"/>
                <a:gd name="T13" fmla="*/ 909676 h 704"/>
                <a:gd name="T14" fmla="*/ 206027 w 149"/>
                <a:gd name="T15" fmla="*/ 1168779 h 704"/>
                <a:gd name="T16" fmla="*/ 234389 w 149"/>
                <a:gd name="T17" fmla="*/ 1466433 h 704"/>
                <a:gd name="T18" fmla="*/ 261938 w 149"/>
                <a:gd name="T19" fmla="*/ 1780203 h 704"/>
                <a:gd name="T20" fmla="*/ 281480 w 149"/>
                <a:gd name="T21" fmla="*/ 2141228 h 704"/>
                <a:gd name="T22" fmla="*/ 290287 w 149"/>
                <a:gd name="T23" fmla="*/ 2542490 h 704"/>
                <a:gd name="T24" fmla="*/ 294985 w 149"/>
                <a:gd name="T25" fmla="*/ 2959786 h 704"/>
                <a:gd name="T26" fmla="*/ 281480 w 149"/>
                <a:gd name="T27" fmla="*/ 3427898 h 704"/>
                <a:gd name="T28" fmla="*/ 254907 w 149"/>
                <a:gd name="T29" fmla="*/ 3921529 h 704"/>
                <a:gd name="T30" fmla="*/ 215865 w 149"/>
                <a:gd name="T31" fmla="*/ 4436925 h 704"/>
                <a:gd name="T32" fmla="*/ 157287 w 149"/>
                <a:gd name="T33" fmla="*/ 5009753 h 704"/>
                <a:gd name="T34" fmla="*/ 91524 w 149"/>
                <a:gd name="T35" fmla="*/ 5656755 h 704"/>
                <a:gd name="T36" fmla="*/ 48787 w 149"/>
                <a:gd name="T37" fmla="*/ 6257477 h 704"/>
                <a:gd name="T38" fmla="*/ 23229 w 149"/>
                <a:gd name="T39" fmla="*/ 6813077 h 704"/>
                <a:gd name="T40" fmla="*/ 14185 w 149"/>
                <a:gd name="T41" fmla="*/ 7345700 h 704"/>
                <a:gd name="T42" fmla="*/ 14185 w 149"/>
                <a:gd name="T43" fmla="*/ 7854114 h 704"/>
                <a:gd name="T44" fmla="*/ 18497 w 149"/>
                <a:gd name="T45" fmla="*/ 8318597 h 704"/>
                <a:gd name="T46" fmla="*/ 28370 w 149"/>
                <a:gd name="T47" fmla="*/ 8735593 h 704"/>
                <a:gd name="T48" fmla="*/ 32920 w 149"/>
                <a:gd name="T49" fmla="*/ 9137165 h 704"/>
                <a:gd name="T50" fmla="*/ 95968 w 149"/>
                <a:gd name="T51" fmla="*/ 8930175 h 704"/>
                <a:gd name="T52" fmla="*/ 91524 w 149"/>
                <a:gd name="T53" fmla="*/ 8826714 h 704"/>
                <a:gd name="T54" fmla="*/ 84498 w 149"/>
                <a:gd name="T55" fmla="*/ 8525280 h 704"/>
                <a:gd name="T56" fmla="*/ 77102 w 149"/>
                <a:gd name="T57" fmla="*/ 8072967 h 704"/>
                <a:gd name="T58" fmla="*/ 81842 w 149"/>
                <a:gd name="T59" fmla="*/ 7464849 h 704"/>
                <a:gd name="T60" fmla="*/ 95968 w 149"/>
                <a:gd name="T61" fmla="*/ 6737892 h 704"/>
                <a:gd name="T62" fmla="*/ 136097 w 149"/>
                <a:gd name="T63" fmla="*/ 5907168 h 704"/>
                <a:gd name="T64" fmla="*/ 201680 w 149"/>
                <a:gd name="T65" fmla="*/ 5009753 h 704"/>
                <a:gd name="T66" fmla="*/ 302046 w 149"/>
                <a:gd name="T67" fmla="*/ 4063734 h 704"/>
                <a:gd name="T68" fmla="*/ 334728 w 149"/>
                <a:gd name="T69" fmla="*/ 3623735 h 704"/>
                <a:gd name="T70" fmla="*/ 349150 w 149"/>
                <a:gd name="T71" fmla="*/ 3050904 h 704"/>
                <a:gd name="T72" fmla="*/ 337387 w 149"/>
                <a:gd name="T73" fmla="*/ 2386965 h 704"/>
                <a:gd name="T74" fmla="*/ 307368 w 149"/>
                <a:gd name="T75" fmla="*/ 1739996 h 704"/>
                <a:gd name="T76" fmla="*/ 254907 w 149"/>
                <a:gd name="T77" fmla="*/ 1103948 h 704"/>
                <a:gd name="T78" fmla="*/ 189972 w 149"/>
                <a:gd name="T79" fmla="*/ 571677 h 704"/>
                <a:gd name="T80" fmla="*/ 103032 w 149"/>
                <a:gd name="T81" fmla="*/ 182412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1" name="Freeform 43"/>
            <p:cNvSpPr/>
            <p:nvPr userDrawn="1"/>
          </p:nvSpPr>
          <p:spPr bwMode="ltGray">
            <a:xfrm>
              <a:off x="0" y="1848"/>
              <a:ext cx="36" cy="132"/>
            </a:xfrm>
            <a:custGeom>
              <a:avLst/>
              <a:gdLst>
                <a:gd name="T0" fmla="*/ 0 w 36"/>
                <a:gd name="T1" fmla="*/ 0 h 132"/>
                <a:gd name="T2" fmla="*/ 36 w 36"/>
                <a:gd name="T3" fmla="*/ 12 h 132"/>
                <a:gd name="T4" fmla="*/ 0 w 36"/>
                <a:gd name="T5" fmla="*/ 132 h 132"/>
                <a:gd name="T6" fmla="*/ 0 w 36"/>
                <a:gd name="T7" fmla="*/ 0 h 1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132">
                  <a:moveTo>
                    <a:pt x="0" y="0"/>
                  </a:moveTo>
                  <a:lnTo>
                    <a:pt x="36" y="12"/>
                  </a:lnTo>
                  <a:lnTo>
                    <a:pt x="0" y="132"/>
                  </a:lnTo>
                  <a:lnTo>
                    <a:pt x="0" y="0"/>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1295" name="Rectangle 47"/>
          <p:cNvSpPr>
            <a:spLocks noGrp="1" noChangeArrowheads="1"/>
          </p:cNvSpPr>
          <p:nvPr>
            <p:ph type="ctrTitle"/>
          </p:nvPr>
        </p:nvSpPr>
        <p:spPr bwMode="auto">
          <a:xfrm>
            <a:off x="2455863" y="596900"/>
            <a:ext cx="6192837" cy="3581400"/>
          </a:xfrm>
          <a:prstGeom prst="rect">
            <a:avLst/>
          </a:prstGeom>
          <a:noFill/>
        </p:spPr>
        <p:txBody>
          <a:bodyPr vert="horz" wrap="square" lIns="91440" tIns="45720" rIns="91440" bIns="45720" numCol="1" anchor="b" anchorCtr="0" compatLnSpc="1"/>
          <a:lstStyle>
            <a:lvl1pPr>
              <a:defRPr sz="5200" b="1"/>
            </a:lvl1pPr>
          </a:lstStyle>
          <a:p>
            <a:pPr lvl="0"/>
            <a:r>
              <a:rPr lang="zh-CN" altLang="en-US" noProof="0"/>
              <a:t>单击此处编辑母版标题样式</a:t>
            </a:r>
            <a:endParaRPr lang="zh-CN" altLang="en-US" noProof="0"/>
          </a:p>
        </p:txBody>
      </p:sp>
      <p:sp>
        <p:nvSpPr>
          <p:cNvPr id="181296" name="Rectangle 48"/>
          <p:cNvSpPr>
            <a:spLocks noGrp="1" noChangeArrowheads="1"/>
          </p:cNvSpPr>
          <p:nvPr>
            <p:ph type="subTitle" idx="1"/>
          </p:nvPr>
        </p:nvSpPr>
        <p:spPr bwMode="auto">
          <a:xfrm>
            <a:off x="2489200" y="4279900"/>
            <a:ext cx="6146800" cy="1485900"/>
          </a:xfrm>
          <a:prstGeom prst="rect">
            <a:avLst/>
          </a:prstGeom>
          <a:noFill/>
        </p:spPr>
        <p:txBody>
          <a:bodyPr vert="horz" wrap="square" lIns="91440" tIns="45720" rIns="91440" bIns="45720" numCol="1" anchor="t" anchorCtr="0" compatLnSpc="1"/>
          <a:lstStyle>
            <a:lvl1pPr marL="0" indent="0" algn="ctr">
              <a:buFontTx/>
              <a:buNone/>
              <a:defRPr b="1">
                <a:effectLst>
                  <a:outerShdw blurRad="38100" dist="38100" dir="2700000" algn="tl">
                    <a:srgbClr val="C0C0C0"/>
                  </a:outerShdw>
                </a:effectLst>
              </a:defRPr>
            </a:lvl1pPr>
          </a:lstStyle>
          <a:p>
            <a:pPr lvl="0"/>
            <a:r>
              <a:rPr lang="zh-CN" altLang="en-US" noProof="0"/>
              <a:t>单击此处编辑母版副标题样式</a:t>
            </a:r>
            <a:endParaRPr lang="zh-CN" altLang="en-US" noProof="0"/>
          </a:p>
        </p:txBody>
      </p:sp>
      <p:sp>
        <p:nvSpPr>
          <p:cNvPr id="44" name="Rectangle 44"/>
          <p:cNvSpPr>
            <a:spLocks noGrp="1" noChangeArrowheads="1"/>
          </p:cNvSpPr>
          <p:nvPr>
            <p:ph type="dt" sz="half" idx="10"/>
          </p:nvPr>
        </p:nvSpPr>
        <p:spPr bwMode="auto">
          <a:xfrm>
            <a:off x="457200" y="6248400"/>
            <a:ext cx="2133600" cy="457200"/>
          </a:xfrm>
          <a:prstGeom prst="rect">
            <a:avLst/>
          </a:prstGeom>
        </p:spPr>
        <p:txBody>
          <a:bodyPr vert="horz" wrap="square" lIns="91440" tIns="45720" rIns="91440" bIns="45720" numCol="1" anchor="t" anchorCtr="0" compatLnSpc="1"/>
          <a:lstStyle>
            <a:lvl1pPr algn="l" eaLnBrk="1" hangingPunct="1">
              <a:spcBef>
                <a:spcPct val="0"/>
              </a:spcBef>
              <a:defRPr sz="1400" b="0">
                <a:latin typeface="+mn-lt"/>
              </a:defRPr>
            </a:lvl1pPr>
          </a:lstStyle>
          <a:p>
            <a:pPr>
              <a:defRPr/>
            </a:pPr>
            <a:endParaRPr lang="en-US" altLang="zh-CN"/>
          </a:p>
        </p:txBody>
      </p:sp>
      <p:sp>
        <p:nvSpPr>
          <p:cNvPr id="45" name="Rectangle 45"/>
          <p:cNvSpPr>
            <a:spLocks noGrp="1" noChangeArrowheads="1"/>
          </p:cNvSpPr>
          <p:nvPr>
            <p:ph type="ftr" sz="quarter" idx="11"/>
          </p:nvPr>
        </p:nvSpPr>
        <p:spPr bwMode="auto">
          <a:xfrm>
            <a:off x="3124200" y="6248400"/>
            <a:ext cx="2895600" cy="457200"/>
          </a:xfrm>
          <a:prstGeom prst="rect">
            <a:avLst/>
          </a:prstGeom>
        </p:spPr>
        <p:txBody>
          <a:bodyPr vert="horz" wrap="square" lIns="91440" tIns="45720" rIns="91440" bIns="45720" numCol="1" anchor="t" anchorCtr="0" compatLnSpc="1"/>
          <a:lstStyle>
            <a:lvl1pPr algn="ctr" eaLnBrk="1" hangingPunct="1">
              <a:spcBef>
                <a:spcPct val="0"/>
              </a:spcBef>
              <a:defRPr sz="1400" b="0">
                <a:latin typeface="+mn-lt"/>
              </a:defRPr>
            </a:lvl1pPr>
          </a:lstStyle>
          <a:p>
            <a:pPr>
              <a:defRPr/>
            </a:pPr>
            <a:endParaRPr lang="en-US" altLang="zh-CN"/>
          </a:p>
        </p:txBody>
      </p:sp>
      <p:sp>
        <p:nvSpPr>
          <p:cNvPr id="46" name="Rectangle 46"/>
          <p:cNvSpPr>
            <a:spLocks noGrp="1" noChangeArrowheads="1"/>
          </p:cNvSpPr>
          <p:nvPr>
            <p:ph type="sldNum" sz="quarter" idx="12"/>
          </p:nvPr>
        </p:nvSpPr>
        <p:spPr bwMode="auto">
          <a:xfrm>
            <a:off x="6553200" y="6243638"/>
            <a:ext cx="2133600" cy="457200"/>
          </a:xfrm>
          <a:prstGeom prst="rect">
            <a:avLst/>
          </a:prstGeom>
        </p:spPr>
        <p:txBody>
          <a:bodyPr vert="horz" wrap="square" lIns="91440" tIns="45720" rIns="91440" bIns="45720" numCol="1" anchor="t" anchorCtr="0" compatLnSpc="1"/>
          <a:lstStyle>
            <a:lvl1pPr algn="r" eaLnBrk="1" hangingPunct="1">
              <a:spcBef>
                <a:spcPct val="0"/>
              </a:spcBef>
              <a:defRPr sz="1400" b="0">
                <a:latin typeface="+mn-lt"/>
              </a:defRPr>
            </a:lvl1pPr>
          </a:lstStyle>
          <a:p>
            <a:pPr>
              <a:defRPr/>
            </a:pPr>
            <a:fld id="{95DD404F-7497-40AF-AF59-599192535A8C}"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4"/>
          <p:cNvGrpSpPr/>
          <p:nvPr userDrawn="1"/>
        </p:nvGrpSpPr>
        <p:grpSpPr bwMode="auto">
          <a:xfrm>
            <a:off x="0" y="0"/>
            <a:ext cx="9144000" cy="795338"/>
            <a:chOff x="0" y="0"/>
            <a:chExt cx="5760" cy="501"/>
          </a:xfrm>
        </p:grpSpPr>
        <p:sp>
          <p:nvSpPr>
            <p:cNvPr id="180317" name="Rectangle 5"/>
            <p:cNvSpPr>
              <a:spLocks noChangeArrowheads="1"/>
            </p:cNvSpPr>
            <p:nvPr/>
          </p:nvSpPr>
          <p:spPr bwMode="auto">
            <a:xfrm>
              <a:off x="0" y="453"/>
              <a:ext cx="5760" cy="48"/>
            </a:xfrm>
            <a:prstGeom prst="rect">
              <a:avLst/>
            </a:prstGeom>
            <a:solidFill>
              <a:srgbClr val="CC3300"/>
            </a:solidFill>
            <a:ln>
              <a:noFill/>
            </a:ln>
          </p:spPr>
          <p:txBody>
            <a:bodyPr wrap="none" anchor="ctr"/>
            <a:lstStyle>
              <a:lvl1pPr algn="l">
                <a:spcBef>
                  <a:spcPct val="0"/>
                </a:spcBef>
                <a:defRPr sz="2400">
                  <a:solidFill>
                    <a:schemeClr val="tx1"/>
                  </a:solidFill>
                  <a:latin typeface="Arial" panose="020B0604020202020204" pitchFamily="34" charset="0"/>
                  <a:ea typeface="宋体" panose="02010600030101010101" pitchFamily="2" charset="-122"/>
                </a:defRPr>
              </a:lvl1pPr>
              <a:lvl2pPr marL="742950" indent="-285750" algn="l">
                <a:spcBef>
                  <a:spcPct val="0"/>
                </a:spcBef>
                <a:defRPr sz="2400">
                  <a:solidFill>
                    <a:schemeClr val="tx1"/>
                  </a:solidFill>
                  <a:latin typeface="Arial" panose="020B0604020202020204" pitchFamily="34" charset="0"/>
                  <a:ea typeface="宋体" panose="02010600030101010101" pitchFamily="2" charset="-122"/>
                </a:defRPr>
              </a:lvl2pPr>
              <a:lvl3pPr marL="1143000" indent="-228600" algn="l">
                <a:spcBef>
                  <a:spcPct val="0"/>
                </a:spcBef>
                <a:defRPr sz="2400">
                  <a:solidFill>
                    <a:schemeClr val="tx1"/>
                  </a:solidFill>
                  <a:latin typeface="Arial" panose="020B0604020202020204" pitchFamily="34" charset="0"/>
                  <a:ea typeface="宋体" panose="02010600030101010101" pitchFamily="2" charset="-122"/>
                </a:defRPr>
              </a:lvl3pPr>
              <a:lvl4pPr marL="1600200" indent="-228600" algn="l">
                <a:spcBef>
                  <a:spcPct val="0"/>
                </a:spcBef>
                <a:defRPr sz="2400">
                  <a:solidFill>
                    <a:schemeClr val="tx1"/>
                  </a:solidFill>
                  <a:latin typeface="Arial" panose="020B0604020202020204" pitchFamily="34" charset="0"/>
                  <a:ea typeface="宋体" panose="02010600030101010101" pitchFamily="2" charset="-122"/>
                </a:defRPr>
              </a:lvl4pPr>
              <a:lvl5pPr marL="2057400" indent="-228600" algn="l">
                <a:spcBef>
                  <a:spcPct val="0"/>
                </a:spcBef>
                <a:defRPr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defRPr/>
              </a:pPr>
              <a:endParaRPr kumimoji="1" lang="zh-CN" altLang="en-US" sz="2800">
                <a:solidFill>
                  <a:srgbClr val="020844"/>
                </a:solidFill>
                <a:latin typeface="Times New Roman" panose="02020603050405020304" pitchFamily="18" charset="0"/>
              </a:endParaRPr>
            </a:p>
          </p:txBody>
        </p:sp>
        <p:sp>
          <p:nvSpPr>
            <p:cNvPr id="180318" name="Rectangle 6"/>
            <p:cNvSpPr>
              <a:spLocks noChangeArrowheads="1"/>
            </p:cNvSpPr>
            <p:nvPr/>
          </p:nvSpPr>
          <p:spPr bwMode="gray">
            <a:xfrm>
              <a:off x="0" y="0"/>
              <a:ext cx="5760" cy="480"/>
            </a:xfrm>
            <a:prstGeom prst="rect">
              <a:avLst/>
            </a:prstGeom>
            <a:solidFill>
              <a:srgbClr val="00467A"/>
            </a:solidFill>
            <a:ln>
              <a:noFill/>
            </a:ln>
          </p:spPr>
          <p:txBody>
            <a:bodyPr wrap="none" anchor="ctr"/>
            <a:lstStyle>
              <a:lvl1pPr algn="l">
                <a:spcBef>
                  <a:spcPct val="0"/>
                </a:spcBef>
                <a:defRPr sz="2400">
                  <a:solidFill>
                    <a:schemeClr val="tx1"/>
                  </a:solidFill>
                  <a:latin typeface="Arial" panose="020B0604020202020204" pitchFamily="34" charset="0"/>
                  <a:ea typeface="宋体" panose="02010600030101010101" pitchFamily="2" charset="-122"/>
                </a:defRPr>
              </a:lvl1pPr>
              <a:lvl2pPr marL="742950" indent="-285750" algn="l">
                <a:spcBef>
                  <a:spcPct val="0"/>
                </a:spcBef>
                <a:defRPr sz="2400">
                  <a:solidFill>
                    <a:schemeClr val="tx1"/>
                  </a:solidFill>
                  <a:latin typeface="Arial" panose="020B0604020202020204" pitchFamily="34" charset="0"/>
                  <a:ea typeface="宋体" panose="02010600030101010101" pitchFamily="2" charset="-122"/>
                </a:defRPr>
              </a:lvl2pPr>
              <a:lvl3pPr marL="1143000" indent="-228600" algn="l">
                <a:spcBef>
                  <a:spcPct val="0"/>
                </a:spcBef>
                <a:defRPr sz="2400">
                  <a:solidFill>
                    <a:schemeClr val="tx1"/>
                  </a:solidFill>
                  <a:latin typeface="Arial" panose="020B0604020202020204" pitchFamily="34" charset="0"/>
                  <a:ea typeface="宋体" panose="02010600030101010101" pitchFamily="2" charset="-122"/>
                </a:defRPr>
              </a:lvl3pPr>
              <a:lvl4pPr marL="1600200" indent="-228600" algn="l">
                <a:spcBef>
                  <a:spcPct val="0"/>
                </a:spcBef>
                <a:defRPr sz="2400">
                  <a:solidFill>
                    <a:schemeClr val="tx1"/>
                  </a:solidFill>
                  <a:latin typeface="Arial" panose="020B0604020202020204" pitchFamily="34" charset="0"/>
                  <a:ea typeface="宋体" panose="02010600030101010101" pitchFamily="2" charset="-122"/>
                </a:defRPr>
              </a:lvl4pPr>
              <a:lvl5pPr marL="2057400" indent="-228600" algn="l">
                <a:spcBef>
                  <a:spcPct val="0"/>
                </a:spcBef>
                <a:defRPr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defRPr/>
              </a:pPr>
              <a:endParaRPr kumimoji="1" lang="zh-CN" altLang="en-US" sz="2800">
                <a:solidFill>
                  <a:srgbClr val="020844"/>
                </a:solidFill>
                <a:latin typeface="Times New Roman" panose="02020603050405020304" pitchFamily="18"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lnSpc>
          <a:spcPct val="90000"/>
        </a:lnSpc>
        <a:spcBef>
          <a:spcPct val="0"/>
        </a:spcBef>
        <a:spcAft>
          <a:spcPct val="0"/>
        </a:spcAft>
        <a:defRPr sz="4400" kern="12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9-4&#31616;&#35856;&#36816;&#21160;&#33021;&#37327;.ppt" TargetMode="External"/><Relationship Id="rId2" Type="http://schemas.openxmlformats.org/officeDocument/2006/relationships/hyperlink" Target="9-2&#26059;&#36716;&#30690;&#37327;.ppt" TargetMode="External"/><Relationship Id="rId1" Type="http://schemas.openxmlformats.org/officeDocument/2006/relationships/hyperlink" Target="9-1&#31616;&#35856;&#36816;&#21160;%20&#25391;&#24133;%20&#21608;&#26399;&#21644;&#39057;&#29575;%20&#30456;&#20301;.ppt" TargetMode="External"/></Relationships>
</file>

<file path=ppt/slides/_rels/slide2.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4.emf"/><Relationship Id="rId7" Type="http://schemas.openxmlformats.org/officeDocument/2006/relationships/oleObject" Target="../embeddings/oleObject4.bin"/><Relationship Id="rId6" Type="http://schemas.openxmlformats.org/officeDocument/2006/relationships/image" Target="../media/image3.emf"/><Relationship Id="rId53" Type="http://schemas.openxmlformats.org/officeDocument/2006/relationships/notesSlide" Target="../notesSlides/notesSlide1.xml"/><Relationship Id="rId52" Type="http://schemas.openxmlformats.org/officeDocument/2006/relationships/vmlDrawing" Target="../drawings/vmlDrawing1.vml"/><Relationship Id="rId51" Type="http://schemas.openxmlformats.org/officeDocument/2006/relationships/slideLayout" Target="../slideLayouts/slideLayout4.xml"/><Relationship Id="rId50" Type="http://schemas.openxmlformats.org/officeDocument/2006/relationships/image" Target="../media/image25.emf"/><Relationship Id="rId5" Type="http://schemas.openxmlformats.org/officeDocument/2006/relationships/oleObject" Target="../embeddings/oleObject3.bin"/><Relationship Id="rId49" Type="http://schemas.openxmlformats.org/officeDocument/2006/relationships/oleObject" Target="../embeddings/oleObject25.bin"/><Relationship Id="rId48" Type="http://schemas.openxmlformats.org/officeDocument/2006/relationships/image" Target="../media/image24.emf"/><Relationship Id="rId47" Type="http://schemas.openxmlformats.org/officeDocument/2006/relationships/oleObject" Target="../embeddings/oleObject24.bin"/><Relationship Id="rId46" Type="http://schemas.openxmlformats.org/officeDocument/2006/relationships/image" Target="../media/image23.emf"/><Relationship Id="rId45" Type="http://schemas.openxmlformats.org/officeDocument/2006/relationships/oleObject" Target="../embeddings/oleObject23.bin"/><Relationship Id="rId44" Type="http://schemas.openxmlformats.org/officeDocument/2006/relationships/image" Target="../media/image22.emf"/><Relationship Id="rId43" Type="http://schemas.openxmlformats.org/officeDocument/2006/relationships/oleObject" Target="../embeddings/oleObject22.bin"/><Relationship Id="rId42" Type="http://schemas.openxmlformats.org/officeDocument/2006/relationships/image" Target="../media/image21.emf"/><Relationship Id="rId41" Type="http://schemas.openxmlformats.org/officeDocument/2006/relationships/oleObject" Target="../embeddings/oleObject21.bin"/><Relationship Id="rId40" Type="http://schemas.openxmlformats.org/officeDocument/2006/relationships/image" Target="../media/image20.emf"/><Relationship Id="rId4" Type="http://schemas.openxmlformats.org/officeDocument/2006/relationships/image" Target="../media/image2.emf"/><Relationship Id="rId39" Type="http://schemas.openxmlformats.org/officeDocument/2006/relationships/oleObject" Target="../embeddings/oleObject20.bin"/><Relationship Id="rId38" Type="http://schemas.openxmlformats.org/officeDocument/2006/relationships/image" Target="../media/image19.emf"/><Relationship Id="rId37" Type="http://schemas.openxmlformats.org/officeDocument/2006/relationships/oleObject" Target="../embeddings/oleObject19.bin"/><Relationship Id="rId36" Type="http://schemas.openxmlformats.org/officeDocument/2006/relationships/image" Target="../media/image18.emf"/><Relationship Id="rId35" Type="http://schemas.openxmlformats.org/officeDocument/2006/relationships/oleObject" Target="../embeddings/oleObject18.bin"/><Relationship Id="rId34" Type="http://schemas.openxmlformats.org/officeDocument/2006/relationships/image" Target="../media/image17.emf"/><Relationship Id="rId33" Type="http://schemas.openxmlformats.org/officeDocument/2006/relationships/oleObject" Target="../embeddings/oleObject17.bin"/><Relationship Id="rId32" Type="http://schemas.openxmlformats.org/officeDocument/2006/relationships/image" Target="../media/image16.emf"/><Relationship Id="rId31" Type="http://schemas.openxmlformats.org/officeDocument/2006/relationships/oleObject" Target="../embeddings/oleObject16.bin"/><Relationship Id="rId30" Type="http://schemas.openxmlformats.org/officeDocument/2006/relationships/image" Target="../media/image15.emf"/><Relationship Id="rId3" Type="http://schemas.openxmlformats.org/officeDocument/2006/relationships/oleObject" Target="../embeddings/oleObject2.bin"/><Relationship Id="rId29" Type="http://schemas.openxmlformats.org/officeDocument/2006/relationships/oleObject" Target="../embeddings/oleObject15.bin"/><Relationship Id="rId28" Type="http://schemas.openxmlformats.org/officeDocument/2006/relationships/image" Target="../media/image14.emf"/><Relationship Id="rId27" Type="http://schemas.openxmlformats.org/officeDocument/2006/relationships/oleObject" Target="../embeddings/oleObject14.bin"/><Relationship Id="rId26" Type="http://schemas.openxmlformats.org/officeDocument/2006/relationships/image" Target="../media/image13.emf"/><Relationship Id="rId25" Type="http://schemas.openxmlformats.org/officeDocument/2006/relationships/oleObject" Target="../embeddings/oleObject13.bin"/><Relationship Id="rId24" Type="http://schemas.openxmlformats.org/officeDocument/2006/relationships/image" Target="../media/image12.emf"/><Relationship Id="rId23" Type="http://schemas.openxmlformats.org/officeDocument/2006/relationships/oleObject" Target="../embeddings/oleObject12.bin"/><Relationship Id="rId22" Type="http://schemas.openxmlformats.org/officeDocument/2006/relationships/image" Target="../media/image11.emf"/><Relationship Id="rId21" Type="http://schemas.openxmlformats.org/officeDocument/2006/relationships/oleObject" Target="../embeddings/oleObject11.bin"/><Relationship Id="rId20" Type="http://schemas.openxmlformats.org/officeDocument/2006/relationships/image" Target="../media/image10.emf"/><Relationship Id="rId2" Type="http://schemas.openxmlformats.org/officeDocument/2006/relationships/image" Target="../media/image1.emf"/><Relationship Id="rId19" Type="http://schemas.openxmlformats.org/officeDocument/2006/relationships/oleObject" Target="../embeddings/oleObject10.bin"/><Relationship Id="rId18" Type="http://schemas.openxmlformats.org/officeDocument/2006/relationships/image" Target="../media/image9.emf"/><Relationship Id="rId17" Type="http://schemas.openxmlformats.org/officeDocument/2006/relationships/oleObject" Target="../embeddings/oleObject9.bin"/><Relationship Id="rId16" Type="http://schemas.openxmlformats.org/officeDocument/2006/relationships/image" Target="../media/image8.emf"/><Relationship Id="rId15" Type="http://schemas.openxmlformats.org/officeDocument/2006/relationships/oleObject" Target="../embeddings/oleObject8.bin"/><Relationship Id="rId14" Type="http://schemas.openxmlformats.org/officeDocument/2006/relationships/image" Target="../media/image7.emf"/><Relationship Id="rId13" Type="http://schemas.openxmlformats.org/officeDocument/2006/relationships/oleObject" Target="../embeddings/oleObject7.bin"/><Relationship Id="rId12" Type="http://schemas.openxmlformats.org/officeDocument/2006/relationships/image" Target="../media/image6.emf"/><Relationship Id="rId11" Type="http://schemas.openxmlformats.org/officeDocument/2006/relationships/oleObject" Target="../embeddings/oleObject6.bin"/><Relationship Id="rId10" Type="http://schemas.openxmlformats.org/officeDocument/2006/relationships/image" Target="../media/image5.e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29.emf"/><Relationship Id="rId7" Type="http://schemas.openxmlformats.org/officeDocument/2006/relationships/oleObject" Target="../embeddings/oleObject29.bin"/><Relationship Id="rId6" Type="http://schemas.openxmlformats.org/officeDocument/2006/relationships/image" Target="../media/image28.emf"/><Relationship Id="rId5" Type="http://schemas.openxmlformats.org/officeDocument/2006/relationships/oleObject" Target="../embeddings/oleObject28.bin"/><Relationship Id="rId47" Type="http://schemas.openxmlformats.org/officeDocument/2006/relationships/notesSlide" Target="../notesSlides/notesSlide2.xml"/><Relationship Id="rId46" Type="http://schemas.openxmlformats.org/officeDocument/2006/relationships/vmlDrawing" Target="../drawings/vmlDrawing2.vml"/><Relationship Id="rId45" Type="http://schemas.openxmlformats.org/officeDocument/2006/relationships/slideLayout" Target="../slideLayouts/slideLayout7.xml"/><Relationship Id="rId44" Type="http://schemas.openxmlformats.org/officeDocument/2006/relationships/image" Target="../media/image47.emf"/><Relationship Id="rId43" Type="http://schemas.openxmlformats.org/officeDocument/2006/relationships/oleObject" Target="../embeddings/oleObject47.bin"/><Relationship Id="rId42" Type="http://schemas.openxmlformats.org/officeDocument/2006/relationships/image" Target="../media/image46.emf"/><Relationship Id="rId41" Type="http://schemas.openxmlformats.org/officeDocument/2006/relationships/oleObject" Target="../embeddings/oleObject46.bin"/><Relationship Id="rId40" Type="http://schemas.openxmlformats.org/officeDocument/2006/relationships/image" Target="../media/image45.emf"/><Relationship Id="rId4" Type="http://schemas.openxmlformats.org/officeDocument/2006/relationships/image" Target="../media/image27.emf"/><Relationship Id="rId39" Type="http://schemas.openxmlformats.org/officeDocument/2006/relationships/oleObject" Target="../embeddings/oleObject45.bin"/><Relationship Id="rId38" Type="http://schemas.openxmlformats.org/officeDocument/2006/relationships/image" Target="../media/image44.emf"/><Relationship Id="rId37" Type="http://schemas.openxmlformats.org/officeDocument/2006/relationships/oleObject" Target="../embeddings/oleObject44.bin"/><Relationship Id="rId36" Type="http://schemas.openxmlformats.org/officeDocument/2006/relationships/image" Target="../media/image43.emf"/><Relationship Id="rId35" Type="http://schemas.openxmlformats.org/officeDocument/2006/relationships/oleObject" Target="../embeddings/oleObject43.bin"/><Relationship Id="rId34" Type="http://schemas.openxmlformats.org/officeDocument/2006/relationships/image" Target="../media/image42.emf"/><Relationship Id="rId33" Type="http://schemas.openxmlformats.org/officeDocument/2006/relationships/oleObject" Target="../embeddings/oleObject42.bin"/><Relationship Id="rId32" Type="http://schemas.openxmlformats.org/officeDocument/2006/relationships/image" Target="../media/image41.emf"/><Relationship Id="rId31" Type="http://schemas.openxmlformats.org/officeDocument/2006/relationships/oleObject" Target="../embeddings/oleObject41.bin"/><Relationship Id="rId30" Type="http://schemas.openxmlformats.org/officeDocument/2006/relationships/image" Target="../media/image40.emf"/><Relationship Id="rId3" Type="http://schemas.openxmlformats.org/officeDocument/2006/relationships/oleObject" Target="../embeddings/oleObject27.bin"/><Relationship Id="rId29" Type="http://schemas.openxmlformats.org/officeDocument/2006/relationships/oleObject" Target="../embeddings/oleObject40.bin"/><Relationship Id="rId28" Type="http://schemas.openxmlformats.org/officeDocument/2006/relationships/image" Target="../media/image39.emf"/><Relationship Id="rId27" Type="http://schemas.openxmlformats.org/officeDocument/2006/relationships/oleObject" Target="../embeddings/oleObject39.bin"/><Relationship Id="rId26" Type="http://schemas.openxmlformats.org/officeDocument/2006/relationships/image" Target="../media/image38.emf"/><Relationship Id="rId25" Type="http://schemas.openxmlformats.org/officeDocument/2006/relationships/oleObject" Target="../embeddings/oleObject38.bin"/><Relationship Id="rId24" Type="http://schemas.openxmlformats.org/officeDocument/2006/relationships/image" Target="../media/image37.emf"/><Relationship Id="rId23" Type="http://schemas.openxmlformats.org/officeDocument/2006/relationships/oleObject" Target="../embeddings/oleObject37.bin"/><Relationship Id="rId22" Type="http://schemas.openxmlformats.org/officeDocument/2006/relationships/image" Target="../media/image36.emf"/><Relationship Id="rId21" Type="http://schemas.openxmlformats.org/officeDocument/2006/relationships/oleObject" Target="../embeddings/oleObject36.bin"/><Relationship Id="rId20" Type="http://schemas.openxmlformats.org/officeDocument/2006/relationships/image" Target="../media/image35.emf"/><Relationship Id="rId2" Type="http://schemas.openxmlformats.org/officeDocument/2006/relationships/image" Target="../media/image26.emf"/><Relationship Id="rId19" Type="http://schemas.openxmlformats.org/officeDocument/2006/relationships/oleObject" Target="../embeddings/oleObject35.bin"/><Relationship Id="rId18" Type="http://schemas.openxmlformats.org/officeDocument/2006/relationships/image" Target="../media/image34.emf"/><Relationship Id="rId17" Type="http://schemas.openxmlformats.org/officeDocument/2006/relationships/oleObject" Target="../embeddings/oleObject34.bin"/><Relationship Id="rId16" Type="http://schemas.openxmlformats.org/officeDocument/2006/relationships/image" Target="../media/image33.emf"/><Relationship Id="rId15" Type="http://schemas.openxmlformats.org/officeDocument/2006/relationships/oleObject" Target="../embeddings/oleObject33.bin"/><Relationship Id="rId14" Type="http://schemas.openxmlformats.org/officeDocument/2006/relationships/image" Target="../media/image32.emf"/><Relationship Id="rId13" Type="http://schemas.openxmlformats.org/officeDocument/2006/relationships/oleObject" Target="../embeddings/oleObject32.bin"/><Relationship Id="rId12" Type="http://schemas.openxmlformats.org/officeDocument/2006/relationships/image" Target="../media/image31.emf"/><Relationship Id="rId11" Type="http://schemas.openxmlformats.org/officeDocument/2006/relationships/oleObject" Target="../embeddings/oleObject31.bin"/><Relationship Id="rId10" Type="http://schemas.openxmlformats.org/officeDocument/2006/relationships/image" Target="../media/image30.emf"/><Relationship Id="rId1" Type="http://schemas.openxmlformats.org/officeDocument/2006/relationships/oleObject" Target="../embeddings/oleObject26.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52.bin"/><Relationship Id="rId8" Type="http://schemas.openxmlformats.org/officeDocument/2006/relationships/image" Target="../media/image51.emf"/><Relationship Id="rId7" Type="http://schemas.openxmlformats.org/officeDocument/2006/relationships/oleObject" Target="../embeddings/oleObject51.bin"/><Relationship Id="rId6" Type="http://schemas.openxmlformats.org/officeDocument/2006/relationships/image" Target="../media/image50.emf"/><Relationship Id="rId53" Type="http://schemas.openxmlformats.org/officeDocument/2006/relationships/notesSlide" Target="../notesSlides/notesSlide3.xml"/><Relationship Id="rId52" Type="http://schemas.openxmlformats.org/officeDocument/2006/relationships/vmlDrawing" Target="../drawings/vmlDrawing3.vml"/><Relationship Id="rId51" Type="http://schemas.openxmlformats.org/officeDocument/2006/relationships/slideLayout" Target="../slideLayouts/slideLayout7.xml"/><Relationship Id="rId50" Type="http://schemas.openxmlformats.org/officeDocument/2006/relationships/image" Target="../media/image72.emf"/><Relationship Id="rId5" Type="http://schemas.openxmlformats.org/officeDocument/2006/relationships/oleObject" Target="../embeddings/oleObject50.bin"/><Relationship Id="rId49" Type="http://schemas.openxmlformats.org/officeDocument/2006/relationships/oleObject" Target="../embeddings/oleObject72.bin"/><Relationship Id="rId48" Type="http://schemas.openxmlformats.org/officeDocument/2006/relationships/image" Target="../media/image71.emf"/><Relationship Id="rId47" Type="http://schemas.openxmlformats.org/officeDocument/2006/relationships/oleObject" Target="../embeddings/oleObject71.bin"/><Relationship Id="rId46" Type="http://schemas.openxmlformats.org/officeDocument/2006/relationships/image" Target="../media/image70.emf"/><Relationship Id="rId45" Type="http://schemas.openxmlformats.org/officeDocument/2006/relationships/oleObject" Target="../embeddings/oleObject70.bin"/><Relationship Id="rId44" Type="http://schemas.openxmlformats.org/officeDocument/2006/relationships/image" Target="../media/image69.emf"/><Relationship Id="rId43" Type="http://schemas.openxmlformats.org/officeDocument/2006/relationships/oleObject" Target="../embeddings/oleObject69.bin"/><Relationship Id="rId42" Type="http://schemas.openxmlformats.org/officeDocument/2006/relationships/image" Target="../media/image68.emf"/><Relationship Id="rId41" Type="http://schemas.openxmlformats.org/officeDocument/2006/relationships/oleObject" Target="../embeddings/oleObject68.bin"/><Relationship Id="rId40" Type="http://schemas.openxmlformats.org/officeDocument/2006/relationships/image" Target="../media/image67.emf"/><Relationship Id="rId4" Type="http://schemas.openxmlformats.org/officeDocument/2006/relationships/image" Target="../media/image49.emf"/><Relationship Id="rId39" Type="http://schemas.openxmlformats.org/officeDocument/2006/relationships/oleObject" Target="../embeddings/oleObject67.bin"/><Relationship Id="rId38" Type="http://schemas.openxmlformats.org/officeDocument/2006/relationships/image" Target="../media/image66.emf"/><Relationship Id="rId37" Type="http://schemas.openxmlformats.org/officeDocument/2006/relationships/oleObject" Target="../embeddings/oleObject66.bin"/><Relationship Id="rId36" Type="http://schemas.openxmlformats.org/officeDocument/2006/relationships/image" Target="../media/image65.emf"/><Relationship Id="rId35" Type="http://schemas.openxmlformats.org/officeDocument/2006/relationships/oleObject" Target="../embeddings/oleObject65.bin"/><Relationship Id="rId34" Type="http://schemas.openxmlformats.org/officeDocument/2006/relationships/image" Target="../media/image64.emf"/><Relationship Id="rId33" Type="http://schemas.openxmlformats.org/officeDocument/2006/relationships/oleObject" Target="../embeddings/oleObject64.bin"/><Relationship Id="rId32" Type="http://schemas.openxmlformats.org/officeDocument/2006/relationships/image" Target="../media/image63.emf"/><Relationship Id="rId31" Type="http://schemas.openxmlformats.org/officeDocument/2006/relationships/oleObject" Target="../embeddings/oleObject63.bin"/><Relationship Id="rId30" Type="http://schemas.openxmlformats.org/officeDocument/2006/relationships/image" Target="../media/image62.emf"/><Relationship Id="rId3" Type="http://schemas.openxmlformats.org/officeDocument/2006/relationships/oleObject" Target="../embeddings/oleObject49.bin"/><Relationship Id="rId29" Type="http://schemas.openxmlformats.org/officeDocument/2006/relationships/oleObject" Target="../embeddings/oleObject62.bin"/><Relationship Id="rId28" Type="http://schemas.openxmlformats.org/officeDocument/2006/relationships/image" Target="../media/image61.emf"/><Relationship Id="rId27" Type="http://schemas.openxmlformats.org/officeDocument/2006/relationships/oleObject" Target="../embeddings/oleObject61.bin"/><Relationship Id="rId26" Type="http://schemas.openxmlformats.org/officeDocument/2006/relationships/image" Target="../media/image60.emf"/><Relationship Id="rId25" Type="http://schemas.openxmlformats.org/officeDocument/2006/relationships/oleObject" Target="../embeddings/oleObject60.bin"/><Relationship Id="rId24" Type="http://schemas.openxmlformats.org/officeDocument/2006/relationships/image" Target="../media/image59.emf"/><Relationship Id="rId23" Type="http://schemas.openxmlformats.org/officeDocument/2006/relationships/oleObject" Target="../embeddings/oleObject59.bin"/><Relationship Id="rId22" Type="http://schemas.openxmlformats.org/officeDocument/2006/relationships/image" Target="../media/image58.emf"/><Relationship Id="rId21" Type="http://schemas.openxmlformats.org/officeDocument/2006/relationships/oleObject" Target="../embeddings/oleObject58.bin"/><Relationship Id="rId20" Type="http://schemas.openxmlformats.org/officeDocument/2006/relationships/image" Target="../media/image57.emf"/><Relationship Id="rId2" Type="http://schemas.openxmlformats.org/officeDocument/2006/relationships/image" Target="../media/image48.emf"/><Relationship Id="rId19" Type="http://schemas.openxmlformats.org/officeDocument/2006/relationships/oleObject" Target="../embeddings/oleObject57.bin"/><Relationship Id="rId18" Type="http://schemas.openxmlformats.org/officeDocument/2006/relationships/image" Target="../media/image56.emf"/><Relationship Id="rId17" Type="http://schemas.openxmlformats.org/officeDocument/2006/relationships/oleObject" Target="../embeddings/oleObject56.bin"/><Relationship Id="rId16" Type="http://schemas.openxmlformats.org/officeDocument/2006/relationships/image" Target="../media/image55.emf"/><Relationship Id="rId15" Type="http://schemas.openxmlformats.org/officeDocument/2006/relationships/oleObject" Target="../embeddings/oleObject55.bin"/><Relationship Id="rId14" Type="http://schemas.openxmlformats.org/officeDocument/2006/relationships/image" Target="../media/image54.emf"/><Relationship Id="rId13" Type="http://schemas.openxmlformats.org/officeDocument/2006/relationships/oleObject" Target="../embeddings/oleObject54.bin"/><Relationship Id="rId12" Type="http://schemas.openxmlformats.org/officeDocument/2006/relationships/image" Target="../media/image53.emf"/><Relationship Id="rId11" Type="http://schemas.openxmlformats.org/officeDocument/2006/relationships/oleObject" Target="../embeddings/oleObject53.bin"/><Relationship Id="rId10" Type="http://schemas.openxmlformats.org/officeDocument/2006/relationships/image" Target="../media/image52.emf"/><Relationship Id="rId1" Type="http://schemas.openxmlformats.org/officeDocument/2006/relationships/oleObject" Target="../embeddings/oleObject48.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77.bin"/><Relationship Id="rId8" Type="http://schemas.openxmlformats.org/officeDocument/2006/relationships/image" Target="../media/image77.emf"/><Relationship Id="rId7" Type="http://schemas.openxmlformats.org/officeDocument/2006/relationships/oleObject" Target="../embeddings/oleObject76.bin"/><Relationship Id="rId6" Type="http://schemas.openxmlformats.org/officeDocument/2006/relationships/image" Target="../media/image76.emf"/><Relationship Id="rId5" Type="http://schemas.openxmlformats.org/officeDocument/2006/relationships/oleObject" Target="../embeddings/oleObject75.bin"/><Relationship Id="rId4" Type="http://schemas.openxmlformats.org/officeDocument/2006/relationships/image" Target="../media/image75.emf"/><Relationship Id="rId33" Type="http://schemas.openxmlformats.org/officeDocument/2006/relationships/notesSlide" Target="../notesSlides/notesSlide5.xml"/><Relationship Id="rId32" Type="http://schemas.openxmlformats.org/officeDocument/2006/relationships/vmlDrawing" Target="../drawings/vmlDrawing4.vml"/><Relationship Id="rId31" Type="http://schemas.openxmlformats.org/officeDocument/2006/relationships/slideLayout" Target="../slideLayouts/slideLayout7.xml"/><Relationship Id="rId30" Type="http://schemas.openxmlformats.org/officeDocument/2006/relationships/image" Target="../media/image88.emf"/><Relationship Id="rId3" Type="http://schemas.openxmlformats.org/officeDocument/2006/relationships/oleObject" Target="../embeddings/oleObject74.bin"/><Relationship Id="rId29" Type="http://schemas.openxmlformats.org/officeDocument/2006/relationships/oleObject" Target="../embeddings/oleObject87.bin"/><Relationship Id="rId28" Type="http://schemas.openxmlformats.org/officeDocument/2006/relationships/image" Target="../media/image87.emf"/><Relationship Id="rId27" Type="http://schemas.openxmlformats.org/officeDocument/2006/relationships/oleObject" Target="../embeddings/oleObject86.bin"/><Relationship Id="rId26" Type="http://schemas.openxmlformats.org/officeDocument/2006/relationships/image" Target="../media/image86.emf"/><Relationship Id="rId25" Type="http://schemas.openxmlformats.org/officeDocument/2006/relationships/oleObject" Target="../embeddings/oleObject85.bin"/><Relationship Id="rId24" Type="http://schemas.openxmlformats.org/officeDocument/2006/relationships/image" Target="../media/image85.emf"/><Relationship Id="rId23" Type="http://schemas.openxmlformats.org/officeDocument/2006/relationships/oleObject" Target="../embeddings/oleObject84.bin"/><Relationship Id="rId22" Type="http://schemas.openxmlformats.org/officeDocument/2006/relationships/image" Target="../media/image84.emf"/><Relationship Id="rId21" Type="http://schemas.openxmlformats.org/officeDocument/2006/relationships/oleObject" Target="../embeddings/oleObject83.bin"/><Relationship Id="rId20" Type="http://schemas.openxmlformats.org/officeDocument/2006/relationships/image" Target="../media/image83.emf"/><Relationship Id="rId2" Type="http://schemas.openxmlformats.org/officeDocument/2006/relationships/image" Target="../media/image74.emf"/><Relationship Id="rId19" Type="http://schemas.openxmlformats.org/officeDocument/2006/relationships/oleObject" Target="../embeddings/oleObject82.bin"/><Relationship Id="rId18" Type="http://schemas.openxmlformats.org/officeDocument/2006/relationships/image" Target="../media/image82.emf"/><Relationship Id="rId17" Type="http://schemas.openxmlformats.org/officeDocument/2006/relationships/oleObject" Target="../embeddings/oleObject81.bin"/><Relationship Id="rId16" Type="http://schemas.openxmlformats.org/officeDocument/2006/relationships/image" Target="../media/image81.emf"/><Relationship Id="rId15" Type="http://schemas.openxmlformats.org/officeDocument/2006/relationships/oleObject" Target="../embeddings/oleObject80.bin"/><Relationship Id="rId14" Type="http://schemas.openxmlformats.org/officeDocument/2006/relationships/image" Target="../media/image80.emf"/><Relationship Id="rId13" Type="http://schemas.openxmlformats.org/officeDocument/2006/relationships/oleObject" Target="../embeddings/oleObject79.bin"/><Relationship Id="rId12" Type="http://schemas.openxmlformats.org/officeDocument/2006/relationships/image" Target="../media/image79.emf"/><Relationship Id="rId11" Type="http://schemas.openxmlformats.org/officeDocument/2006/relationships/oleObject" Target="../embeddings/oleObject78.bin"/><Relationship Id="rId10" Type="http://schemas.openxmlformats.org/officeDocument/2006/relationships/image" Target="../media/image78.emf"/><Relationship Id="rId1" Type="http://schemas.openxmlformats.org/officeDocument/2006/relationships/oleObject" Target="../embeddings/oleObject73.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92.bin"/><Relationship Id="rId8" Type="http://schemas.openxmlformats.org/officeDocument/2006/relationships/image" Target="../media/image92.emf"/><Relationship Id="rId7" Type="http://schemas.openxmlformats.org/officeDocument/2006/relationships/oleObject" Target="../embeddings/oleObject91.bin"/><Relationship Id="rId6" Type="http://schemas.openxmlformats.org/officeDocument/2006/relationships/image" Target="../media/image91.emf"/><Relationship Id="rId5" Type="http://schemas.openxmlformats.org/officeDocument/2006/relationships/oleObject" Target="../embeddings/oleObject90.bin"/><Relationship Id="rId4" Type="http://schemas.openxmlformats.org/officeDocument/2006/relationships/image" Target="../media/image90.emf"/><Relationship Id="rId3" Type="http://schemas.openxmlformats.org/officeDocument/2006/relationships/oleObject" Target="../embeddings/oleObject89.bin"/><Relationship Id="rId2" Type="http://schemas.openxmlformats.org/officeDocument/2006/relationships/image" Target="../media/image89.emf"/><Relationship Id="rId15" Type="http://schemas.openxmlformats.org/officeDocument/2006/relationships/notesSlide" Target="../notesSlides/notesSlide6.xml"/><Relationship Id="rId14" Type="http://schemas.openxmlformats.org/officeDocument/2006/relationships/vmlDrawing" Target="../drawings/vmlDrawing5.vml"/><Relationship Id="rId13" Type="http://schemas.openxmlformats.org/officeDocument/2006/relationships/slideLayout" Target="../slideLayouts/slideLayout7.xml"/><Relationship Id="rId12" Type="http://schemas.openxmlformats.org/officeDocument/2006/relationships/image" Target="../media/image94.emf"/><Relationship Id="rId11" Type="http://schemas.openxmlformats.org/officeDocument/2006/relationships/oleObject" Target="../embeddings/oleObject93.bin"/><Relationship Id="rId10" Type="http://schemas.openxmlformats.org/officeDocument/2006/relationships/image" Target="../media/image93.emf"/><Relationship Id="rId1" Type="http://schemas.openxmlformats.org/officeDocument/2006/relationships/oleObject" Target="../embeddings/oleObject88.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98.bin"/><Relationship Id="rId8" Type="http://schemas.openxmlformats.org/officeDocument/2006/relationships/image" Target="../media/image98.emf"/><Relationship Id="rId7" Type="http://schemas.openxmlformats.org/officeDocument/2006/relationships/oleObject" Target="../embeddings/oleObject97.bin"/><Relationship Id="rId6" Type="http://schemas.openxmlformats.org/officeDocument/2006/relationships/image" Target="../media/image97.emf"/><Relationship Id="rId5" Type="http://schemas.openxmlformats.org/officeDocument/2006/relationships/oleObject" Target="../embeddings/oleObject96.bin"/><Relationship Id="rId4" Type="http://schemas.openxmlformats.org/officeDocument/2006/relationships/image" Target="../media/image96.emf"/><Relationship Id="rId3" Type="http://schemas.openxmlformats.org/officeDocument/2006/relationships/oleObject" Target="../embeddings/oleObject95.bin"/><Relationship Id="rId23" Type="http://schemas.openxmlformats.org/officeDocument/2006/relationships/notesSlide" Target="../notesSlides/notesSlide7.xml"/><Relationship Id="rId22" Type="http://schemas.openxmlformats.org/officeDocument/2006/relationships/vmlDrawing" Target="../drawings/vmlDrawing6.vml"/><Relationship Id="rId21" Type="http://schemas.openxmlformats.org/officeDocument/2006/relationships/slideLayout" Target="../slideLayouts/slideLayout7.xml"/><Relationship Id="rId20" Type="http://schemas.openxmlformats.org/officeDocument/2006/relationships/image" Target="../media/image104.emf"/><Relationship Id="rId2" Type="http://schemas.openxmlformats.org/officeDocument/2006/relationships/image" Target="../media/image95.emf"/><Relationship Id="rId19" Type="http://schemas.openxmlformats.org/officeDocument/2006/relationships/oleObject" Target="../embeddings/oleObject103.bin"/><Relationship Id="rId18" Type="http://schemas.openxmlformats.org/officeDocument/2006/relationships/image" Target="../media/image103.emf"/><Relationship Id="rId17" Type="http://schemas.openxmlformats.org/officeDocument/2006/relationships/oleObject" Target="../embeddings/oleObject102.bin"/><Relationship Id="rId16" Type="http://schemas.openxmlformats.org/officeDocument/2006/relationships/image" Target="../media/image102.emf"/><Relationship Id="rId15" Type="http://schemas.openxmlformats.org/officeDocument/2006/relationships/oleObject" Target="../embeddings/oleObject101.bin"/><Relationship Id="rId14" Type="http://schemas.openxmlformats.org/officeDocument/2006/relationships/image" Target="../media/image101.emf"/><Relationship Id="rId13" Type="http://schemas.openxmlformats.org/officeDocument/2006/relationships/oleObject" Target="../embeddings/oleObject100.bin"/><Relationship Id="rId12" Type="http://schemas.openxmlformats.org/officeDocument/2006/relationships/image" Target="../media/image100.emf"/><Relationship Id="rId11" Type="http://schemas.openxmlformats.org/officeDocument/2006/relationships/oleObject" Target="../embeddings/oleObject99.bin"/><Relationship Id="rId10" Type="http://schemas.openxmlformats.org/officeDocument/2006/relationships/image" Target="../media/image99.emf"/><Relationship Id="rId1" Type="http://schemas.openxmlformats.org/officeDocument/2006/relationships/oleObject" Target="../embeddings/oleObject94.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08.bin"/><Relationship Id="rId8" Type="http://schemas.openxmlformats.org/officeDocument/2006/relationships/image" Target="../media/image108.emf"/><Relationship Id="rId7" Type="http://schemas.openxmlformats.org/officeDocument/2006/relationships/oleObject" Target="../embeddings/oleObject107.bin"/><Relationship Id="rId6" Type="http://schemas.openxmlformats.org/officeDocument/2006/relationships/image" Target="../media/image107.emf"/><Relationship Id="rId5" Type="http://schemas.openxmlformats.org/officeDocument/2006/relationships/oleObject" Target="../embeddings/oleObject106.bin"/><Relationship Id="rId4" Type="http://schemas.openxmlformats.org/officeDocument/2006/relationships/image" Target="../media/image106.emf"/><Relationship Id="rId3" Type="http://schemas.openxmlformats.org/officeDocument/2006/relationships/oleObject" Target="../embeddings/oleObject105.bin"/><Relationship Id="rId25" Type="http://schemas.openxmlformats.org/officeDocument/2006/relationships/notesSlide" Target="../notesSlides/notesSlide8.xml"/><Relationship Id="rId24" Type="http://schemas.openxmlformats.org/officeDocument/2006/relationships/vmlDrawing" Target="../drawings/vmlDrawing7.vml"/><Relationship Id="rId23" Type="http://schemas.openxmlformats.org/officeDocument/2006/relationships/slideLayout" Target="../slideLayouts/slideLayout7.xml"/><Relationship Id="rId22" Type="http://schemas.openxmlformats.org/officeDocument/2006/relationships/image" Target="../media/image115.emf"/><Relationship Id="rId21" Type="http://schemas.openxmlformats.org/officeDocument/2006/relationships/oleObject" Target="../embeddings/oleObject114.bin"/><Relationship Id="rId20" Type="http://schemas.openxmlformats.org/officeDocument/2006/relationships/image" Target="../media/image114.emf"/><Relationship Id="rId2" Type="http://schemas.openxmlformats.org/officeDocument/2006/relationships/image" Target="../media/image105.wmf"/><Relationship Id="rId19" Type="http://schemas.openxmlformats.org/officeDocument/2006/relationships/oleObject" Target="../embeddings/oleObject113.bin"/><Relationship Id="rId18" Type="http://schemas.openxmlformats.org/officeDocument/2006/relationships/image" Target="../media/image113.emf"/><Relationship Id="rId17" Type="http://schemas.openxmlformats.org/officeDocument/2006/relationships/oleObject" Target="../embeddings/oleObject112.bin"/><Relationship Id="rId16" Type="http://schemas.openxmlformats.org/officeDocument/2006/relationships/image" Target="../media/image112.emf"/><Relationship Id="rId15" Type="http://schemas.openxmlformats.org/officeDocument/2006/relationships/oleObject" Target="../embeddings/oleObject111.bin"/><Relationship Id="rId14" Type="http://schemas.openxmlformats.org/officeDocument/2006/relationships/image" Target="../media/image111.emf"/><Relationship Id="rId13" Type="http://schemas.openxmlformats.org/officeDocument/2006/relationships/oleObject" Target="../embeddings/oleObject110.bin"/><Relationship Id="rId12" Type="http://schemas.openxmlformats.org/officeDocument/2006/relationships/image" Target="../media/image110.emf"/><Relationship Id="rId11" Type="http://schemas.openxmlformats.org/officeDocument/2006/relationships/oleObject" Target="../embeddings/oleObject109.bin"/><Relationship Id="rId10" Type="http://schemas.openxmlformats.org/officeDocument/2006/relationships/image" Target="../media/image109.emf"/><Relationship Id="rId1" Type="http://schemas.openxmlformats.org/officeDocument/2006/relationships/oleObject" Target="../embeddings/oleObject104.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19.bin"/><Relationship Id="rId8" Type="http://schemas.openxmlformats.org/officeDocument/2006/relationships/image" Target="../media/image119.emf"/><Relationship Id="rId7" Type="http://schemas.openxmlformats.org/officeDocument/2006/relationships/oleObject" Target="../embeddings/oleObject118.bin"/><Relationship Id="rId6" Type="http://schemas.openxmlformats.org/officeDocument/2006/relationships/image" Target="../media/image118.emf"/><Relationship Id="rId5" Type="http://schemas.openxmlformats.org/officeDocument/2006/relationships/oleObject" Target="../embeddings/oleObject117.bin"/><Relationship Id="rId4" Type="http://schemas.openxmlformats.org/officeDocument/2006/relationships/image" Target="../media/image117.emf"/><Relationship Id="rId3" Type="http://schemas.openxmlformats.org/officeDocument/2006/relationships/oleObject" Target="../embeddings/oleObject116.bin"/><Relationship Id="rId2" Type="http://schemas.openxmlformats.org/officeDocument/2006/relationships/image" Target="../media/image116.emf"/><Relationship Id="rId15" Type="http://schemas.openxmlformats.org/officeDocument/2006/relationships/notesSlide" Target="../notesSlides/notesSlide9.xml"/><Relationship Id="rId14" Type="http://schemas.openxmlformats.org/officeDocument/2006/relationships/vmlDrawing" Target="../drawings/vmlDrawing8.vml"/><Relationship Id="rId13" Type="http://schemas.openxmlformats.org/officeDocument/2006/relationships/slideLayout" Target="../slideLayouts/slideLayout7.xml"/><Relationship Id="rId12" Type="http://schemas.openxmlformats.org/officeDocument/2006/relationships/image" Target="../media/image121.emf"/><Relationship Id="rId11" Type="http://schemas.openxmlformats.org/officeDocument/2006/relationships/oleObject" Target="../embeddings/oleObject120.bin"/><Relationship Id="rId10" Type="http://schemas.openxmlformats.org/officeDocument/2006/relationships/image" Target="../media/image120.emf"/><Relationship Id="rId1" Type="http://schemas.openxmlformats.org/officeDocument/2006/relationships/oleObject" Target="../embeddings/oleObject115.bin"/></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122.emf"/><Relationship Id="rId1" Type="http://schemas.openxmlformats.org/officeDocument/2006/relationships/oleObject" Target="../embeddings/oleObject121.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126.bin"/><Relationship Id="rId8" Type="http://schemas.openxmlformats.org/officeDocument/2006/relationships/image" Target="../media/image126.emf"/><Relationship Id="rId7" Type="http://schemas.openxmlformats.org/officeDocument/2006/relationships/oleObject" Target="../embeddings/oleObject125.bin"/><Relationship Id="rId6" Type="http://schemas.openxmlformats.org/officeDocument/2006/relationships/image" Target="../media/image125.emf"/><Relationship Id="rId5" Type="http://schemas.openxmlformats.org/officeDocument/2006/relationships/oleObject" Target="../embeddings/oleObject124.bin"/><Relationship Id="rId4" Type="http://schemas.openxmlformats.org/officeDocument/2006/relationships/image" Target="../media/image124.emf"/><Relationship Id="rId3" Type="http://schemas.openxmlformats.org/officeDocument/2006/relationships/oleObject" Target="../embeddings/oleObject123.bin"/><Relationship Id="rId2" Type="http://schemas.openxmlformats.org/officeDocument/2006/relationships/image" Target="../media/image123.emf"/><Relationship Id="rId15" Type="http://schemas.openxmlformats.org/officeDocument/2006/relationships/notesSlide" Target="../notesSlides/notesSlide11.xml"/><Relationship Id="rId14" Type="http://schemas.openxmlformats.org/officeDocument/2006/relationships/vmlDrawing" Target="../drawings/vmlDrawing10.vml"/><Relationship Id="rId13" Type="http://schemas.openxmlformats.org/officeDocument/2006/relationships/slideLayout" Target="../slideLayouts/slideLayout7.xml"/><Relationship Id="rId12" Type="http://schemas.openxmlformats.org/officeDocument/2006/relationships/image" Target="../media/image128.emf"/><Relationship Id="rId11" Type="http://schemas.openxmlformats.org/officeDocument/2006/relationships/oleObject" Target="../embeddings/oleObject127.bin"/><Relationship Id="rId10" Type="http://schemas.openxmlformats.org/officeDocument/2006/relationships/image" Target="../media/image127.emf"/><Relationship Id="rId1" Type="http://schemas.openxmlformats.org/officeDocument/2006/relationships/oleObject" Target="../embeddings/oleObject122.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132.bin"/><Relationship Id="rId8" Type="http://schemas.openxmlformats.org/officeDocument/2006/relationships/image" Target="../media/image132.wmf"/><Relationship Id="rId7" Type="http://schemas.openxmlformats.org/officeDocument/2006/relationships/oleObject" Target="../embeddings/oleObject131.bin"/><Relationship Id="rId6" Type="http://schemas.openxmlformats.org/officeDocument/2006/relationships/image" Target="../media/image131.wmf"/><Relationship Id="rId5" Type="http://schemas.openxmlformats.org/officeDocument/2006/relationships/oleObject" Target="../embeddings/oleObject130.bin"/><Relationship Id="rId46" Type="http://schemas.openxmlformats.org/officeDocument/2006/relationships/notesSlide" Target="../notesSlides/notesSlide13.xml"/><Relationship Id="rId45" Type="http://schemas.openxmlformats.org/officeDocument/2006/relationships/vmlDrawing" Target="../drawings/vmlDrawing11.vml"/><Relationship Id="rId44" Type="http://schemas.openxmlformats.org/officeDocument/2006/relationships/slideLayout" Target="../slideLayouts/slideLayout7.xml"/><Relationship Id="rId43" Type="http://schemas.openxmlformats.org/officeDocument/2006/relationships/image" Target="../media/image150.png"/><Relationship Id="rId42" Type="http://schemas.openxmlformats.org/officeDocument/2006/relationships/image" Target="../media/image149.emf"/><Relationship Id="rId41" Type="http://schemas.openxmlformats.org/officeDocument/2006/relationships/oleObject" Target="../embeddings/oleObject148.bin"/><Relationship Id="rId40" Type="http://schemas.openxmlformats.org/officeDocument/2006/relationships/image" Target="../media/image148.emf"/><Relationship Id="rId4" Type="http://schemas.openxmlformats.org/officeDocument/2006/relationships/image" Target="../media/image130.wmf"/><Relationship Id="rId39" Type="http://schemas.openxmlformats.org/officeDocument/2006/relationships/oleObject" Target="../embeddings/oleObject147.bin"/><Relationship Id="rId38" Type="http://schemas.openxmlformats.org/officeDocument/2006/relationships/image" Target="../media/image147.emf"/><Relationship Id="rId37" Type="http://schemas.openxmlformats.org/officeDocument/2006/relationships/oleObject" Target="../embeddings/oleObject146.bin"/><Relationship Id="rId36" Type="http://schemas.openxmlformats.org/officeDocument/2006/relationships/image" Target="../media/image146.emf"/><Relationship Id="rId35" Type="http://schemas.openxmlformats.org/officeDocument/2006/relationships/oleObject" Target="../embeddings/oleObject145.bin"/><Relationship Id="rId34" Type="http://schemas.openxmlformats.org/officeDocument/2006/relationships/image" Target="../media/image145.emf"/><Relationship Id="rId33" Type="http://schemas.openxmlformats.org/officeDocument/2006/relationships/oleObject" Target="../embeddings/oleObject144.bin"/><Relationship Id="rId32" Type="http://schemas.openxmlformats.org/officeDocument/2006/relationships/image" Target="../media/image144.wmf"/><Relationship Id="rId31" Type="http://schemas.openxmlformats.org/officeDocument/2006/relationships/oleObject" Target="../embeddings/oleObject143.bin"/><Relationship Id="rId30" Type="http://schemas.openxmlformats.org/officeDocument/2006/relationships/image" Target="../media/image143.wmf"/><Relationship Id="rId3" Type="http://schemas.openxmlformats.org/officeDocument/2006/relationships/oleObject" Target="../embeddings/oleObject129.bin"/><Relationship Id="rId29" Type="http://schemas.openxmlformats.org/officeDocument/2006/relationships/oleObject" Target="../embeddings/oleObject142.bin"/><Relationship Id="rId28" Type="http://schemas.openxmlformats.org/officeDocument/2006/relationships/image" Target="../media/image142.wmf"/><Relationship Id="rId27" Type="http://schemas.openxmlformats.org/officeDocument/2006/relationships/oleObject" Target="../embeddings/oleObject141.bin"/><Relationship Id="rId26" Type="http://schemas.openxmlformats.org/officeDocument/2006/relationships/image" Target="../media/image141.wmf"/><Relationship Id="rId25" Type="http://schemas.openxmlformats.org/officeDocument/2006/relationships/oleObject" Target="../embeddings/oleObject140.bin"/><Relationship Id="rId24" Type="http://schemas.openxmlformats.org/officeDocument/2006/relationships/image" Target="../media/image140.wmf"/><Relationship Id="rId23" Type="http://schemas.openxmlformats.org/officeDocument/2006/relationships/oleObject" Target="../embeddings/oleObject139.bin"/><Relationship Id="rId22" Type="http://schemas.openxmlformats.org/officeDocument/2006/relationships/image" Target="../media/image139.wmf"/><Relationship Id="rId21" Type="http://schemas.openxmlformats.org/officeDocument/2006/relationships/oleObject" Target="../embeddings/oleObject138.bin"/><Relationship Id="rId20" Type="http://schemas.openxmlformats.org/officeDocument/2006/relationships/image" Target="../media/image138.wmf"/><Relationship Id="rId2" Type="http://schemas.openxmlformats.org/officeDocument/2006/relationships/image" Target="../media/image129.wmf"/><Relationship Id="rId19" Type="http://schemas.openxmlformats.org/officeDocument/2006/relationships/oleObject" Target="../embeddings/oleObject137.bin"/><Relationship Id="rId18" Type="http://schemas.openxmlformats.org/officeDocument/2006/relationships/image" Target="../media/image137.wmf"/><Relationship Id="rId17" Type="http://schemas.openxmlformats.org/officeDocument/2006/relationships/oleObject" Target="../embeddings/oleObject136.bin"/><Relationship Id="rId16" Type="http://schemas.openxmlformats.org/officeDocument/2006/relationships/image" Target="../media/image136.wmf"/><Relationship Id="rId15" Type="http://schemas.openxmlformats.org/officeDocument/2006/relationships/oleObject" Target="../embeddings/oleObject135.bin"/><Relationship Id="rId14" Type="http://schemas.openxmlformats.org/officeDocument/2006/relationships/image" Target="../media/image135.wmf"/><Relationship Id="rId13" Type="http://schemas.openxmlformats.org/officeDocument/2006/relationships/oleObject" Target="../embeddings/oleObject134.bin"/><Relationship Id="rId12" Type="http://schemas.openxmlformats.org/officeDocument/2006/relationships/image" Target="../media/image134.wmf"/><Relationship Id="rId11" Type="http://schemas.openxmlformats.org/officeDocument/2006/relationships/oleObject" Target="../embeddings/oleObject133.bin"/><Relationship Id="rId10" Type="http://schemas.openxmlformats.org/officeDocument/2006/relationships/image" Target="../media/image133.wmf"/><Relationship Id="rId1" Type="http://schemas.openxmlformats.org/officeDocument/2006/relationships/oleObject" Target="../embeddings/oleObject128.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153.bin"/><Relationship Id="rId8" Type="http://schemas.openxmlformats.org/officeDocument/2006/relationships/image" Target="../media/image132.wmf"/><Relationship Id="rId7" Type="http://schemas.openxmlformats.org/officeDocument/2006/relationships/oleObject" Target="../embeddings/oleObject152.bin"/><Relationship Id="rId6" Type="http://schemas.openxmlformats.org/officeDocument/2006/relationships/image" Target="../media/image131.wmf"/><Relationship Id="rId5" Type="http://schemas.openxmlformats.org/officeDocument/2006/relationships/oleObject" Target="../embeddings/oleObject151.bin"/><Relationship Id="rId4" Type="http://schemas.openxmlformats.org/officeDocument/2006/relationships/image" Target="../media/image130.wmf"/><Relationship Id="rId35" Type="http://schemas.openxmlformats.org/officeDocument/2006/relationships/notesSlide" Target="../notesSlides/notesSlide14.xml"/><Relationship Id="rId34" Type="http://schemas.openxmlformats.org/officeDocument/2006/relationships/vmlDrawing" Target="../drawings/vmlDrawing12.vml"/><Relationship Id="rId33" Type="http://schemas.openxmlformats.org/officeDocument/2006/relationships/slideLayout" Target="../slideLayouts/slideLayout7.xml"/><Relationship Id="rId32" Type="http://schemas.openxmlformats.org/officeDocument/2006/relationships/image" Target="../media/image144.wmf"/><Relationship Id="rId31" Type="http://schemas.openxmlformats.org/officeDocument/2006/relationships/oleObject" Target="../embeddings/oleObject164.bin"/><Relationship Id="rId30" Type="http://schemas.openxmlformats.org/officeDocument/2006/relationships/image" Target="../media/image143.wmf"/><Relationship Id="rId3" Type="http://schemas.openxmlformats.org/officeDocument/2006/relationships/oleObject" Target="../embeddings/oleObject150.bin"/><Relationship Id="rId29" Type="http://schemas.openxmlformats.org/officeDocument/2006/relationships/oleObject" Target="../embeddings/oleObject163.bin"/><Relationship Id="rId28" Type="http://schemas.openxmlformats.org/officeDocument/2006/relationships/image" Target="../media/image142.wmf"/><Relationship Id="rId27" Type="http://schemas.openxmlformats.org/officeDocument/2006/relationships/oleObject" Target="../embeddings/oleObject162.bin"/><Relationship Id="rId26" Type="http://schemas.openxmlformats.org/officeDocument/2006/relationships/image" Target="../media/image141.wmf"/><Relationship Id="rId25" Type="http://schemas.openxmlformats.org/officeDocument/2006/relationships/oleObject" Target="../embeddings/oleObject161.bin"/><Relationship Id="rId24" Type="http://schemas.openxmlformats.org/officeDocument/2006/relationships/image" Target="../media/image140.wmf"/><Relationship Id="rId23" Type="http://schemas.openxmlformats.org/officeDocument/2006/relationships/oleObject" Target="../embeddings/oleObject160.bin"/><Relationship Id="rId22" Type="http://schemas.openxmlformats.org/officeDocument/2006/relationships/image" Target="../media/image139.wmf"/><Relationship Id="rId21" Type="http://schemas.openxmlformats.org/officeDocument/2006/relationships/oleObject" Target="../embeddings/oleObject159.bin"/><Relationship Id="rId20" Type="http://schemas.openxmlformats.org/officeDocument/2006/relationships/image" Target="../media/image138.wmf"/><Relationship Id="rId2" Type="http://schemas.openxmlformats.org/officeDocument/2006/relationships/image" Target="../media/image129.wmf"/><Relationship Id="rId19" Type="http://schemas.openxmlformats.org/officeDocument/2006/relationships/oleObject" Target="../embeddings/oleObject158.bin"/><Relationship Id="rId18" Type="http://schemas.openxmlformats.org/officeDocument/2006/relationships/image" Target="../media/image137.wmf"/><Relationship Id="rId17" Type="http://schemas.openxmlformats.org/officeDocument/2006/relationships/oleObject" Target="../embeddings/oleObject157.bin"/><Relationship Id="rId16" Type="http://schemas.openxmlformats.org/officeDocument/2006/relationships/image" Target="../media/image136.wmf"/><Relationship Id="rId15" Type="http://schemas.openxmlformats.org/officeDocument/2006/relationships/oleObject" Target="../embeddings/oleObject156.bin"/><Relationship Id="rId14" Type="http://schemas.openxmlformats.org/officeDocument/2006/relationships/image" Target="../media/image135.wmf"/><Relationship Id="rId13" Type="http://schemas.openxmlformats.org/officeDocument/2006/relationships/oleObject" Target="../embeddings/oleObject155.bin"/><Relationship Id="rId12" Type="http://schemas.openxmlformats.org/officeDocument/2006/relationships/image" Target="../media/image134.wmf"/><Relationship Id="rId11" Type="http://schemas.openxmlformats.org/officeDocument/2006/relationships/oleObject" Target="../embeddings/oleObject154.bin"/><Relationship Id="rId10" Type="http://schemas.openxmlformats.org/officeDocument/2006/relationships/image" Target="../media/image133.wmf"/><Relationship Id="rId1" Type="http://schemas.openxmlformats.org/officeDocument/2006/relationships/oleObject" Target="../embeddings/oleObject149.bin"/></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vmlDrawing" Target="../drawings/vmlDrawing13.vml"/><Relationship Id="rId7" Type="http://schemas.openxmlformats.org/officeDocument/2006/relationships/slideLayout" Target="../slideLayouts/slideLayout7.xml"/><Relationship Id="rId6" Type="http://schemas.openxmlformats.org/officeDocument/2006/relationships/image" Target="../media/image153.emf"/><Relationship Id="rId5" Type="http://schemas.openxmlformats.org/officeDocument/2006/relationships/oleObject" Target="../embeddings/oleObject167.bin"/><Relationship Id="rId4" Type="http://schemas.openxmlformats.org/officeDocument/2006/relationships/image" Target="../media/image152.emf"/><Relationship Id="rId3" Type="http://schemas.openxmlformats.org/officeDocument/2006/relationships/oleObject" Target="../embeddings/oleObject166.bin"/><Relationship Id="rId2" Type="http://schemas.openxmlformats.org/officeDocument/2006/relationships/image" Target="../media/image151.wmf"/><Relationship Id="rId1" Type="http://schemas.openxmlformats.org/officeDocument/2006/relationships/oleObject" Target="../embeddings/oleObject165.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172.bin"/><Relationship Id="rId8" Type="http://schemas.openxmlformats.org/officeDocument/2006/relationships/image" Target="../media/image155.wmf"/><Relationship Id="rId7" Type="http://schemas.openxmlformats.org/officeDocument/2006/relationships/oleObject" Target="../embeddings/oleObject171.bin"/><Relationship Id="rId65" Type="http://schemas.openxmlformats.org/officeDocument/2006/relationships/notesSlide" Target="../notesSlides/notesSlide16.xml"/><Relationship Id="rId64" Type="http://schemas.openxmlformats.org/officeDocument/2006/relationships/vmlDrawing" Target="../drawings/vmlDrawing14.vml"/><Relationship Id="rId63" Type="http://schemas.openxmlformats.org/officeDocument/2006/relationships/slideLayout" Target="../slideLayouts/slideLayout7.xml"/><Relationship Id="rId62" Type="http://schemas.openxmlformats.org/officeDocument/2006/relationships/image" Target="../media/image176.emf"/><Relationship Id="rId61" Type="http://schemas.openxmlformats.org/officeDocument/2006/relationships/oleObject" Target="../embeddings/oleObject202.bin"/><Relationship Id="rId60" Type="http://schemas.openxmlformats.org/officeDocument/2006/relationships/image" Target="../media/image175.emf"/><Relationship Id="rId6" Type="http://schemas.openxmlformats.org/officeDocument/2006/relationships/image" Target="../media/image154.wmf"/><Relationship Id="rId59" Type="http://schemas.openxmlformats.org/officeDocument/2006/relationships/oleObject" Target="../embeddings/oleObject201.bin"/><Relationship Id="rId58" Type="http://schemas.openxmlformats.org/officeDocument/2006/relationships/oleObject" Target="../embeddings/oleObject200.bin"/><Relationship Id="rId57" Type="http://schemas.openxmlformats.org/officeDocument/2006/relationships/oleObject" Target="../embeddings/oleObject199.bin"/><Relationship Id="rId56" Type="http://schemas.openxmlformats.org/officeDocument/2006/relationships/oleObject" Target="../embeddings/oleObject198.bin"/><Relationship Id="rId55" Type="http://schemas.openxmlformats.org/officeDocument/2006/relationships/oleObject" Target="../embeddings/oleObject197.bin"/><Relationship Id="rId54" Type="http://schemas.openxmlformats.org/officeDocument/2006/relationships/image" Target="../media/image174.wmf"/><Relationship Id="rId53" Type="http://schemas.openxmlformats.org/officeDocument/2006/relationships/oleObject" Target="../embeddings/oleObject196.bin"/><Relationship Id="rId52" Type="http://schemas.openxmlformats.org/officeDocument/2006/relationships/image" Target="../media/image173.wmf"/><Relationship Id="rId51" Type="http://schemas.openxmlformats.org/officeDocument/2006/relationships/oleObject" Target="../embeddings/oleObject195.bin"/><Relationship Id="rId50" Type="http://schemas.openxmlformats.org/officeDocument/2006/relationships/image" Target="../media/image172.wmf"/><Relationship Id="rId5" Type="http://schemas.openxmlformats.org/officeDocument/2006/relationships/oleObject" Target="../embeddings/oleObject170.bin"/><Relationship Id="rId49" Type="http://schemas.openxmlformats.org/officeDocument/2006/relationships/oleObject" Target="../embeddings/oleObject194.bin"/><Relationship Id="rId48" Type="http://schemas.openxmlformats.org/officeDocument/2006/relationships/image" Target="../media/image171.wmf"/><Relationship Id="rId47" Type="http://schemas.openxmlformats.org/officeDocument/2006/relationships/oleObject" Target="../embeddings/oleObject193.bin"/><Relationship Id="rId46" Type="http://schemas.openxmlformats.org/officeDocument/2006/relationships/image" Target="../media/image170.wmf"/><Relationship Id="rId45" Type="http://schemas.openxmlformats.org/officeDocument/2006/relationships/oleObject" Target="../embeddings/oleObject192.bin"/><Relationship Id="rId44" Type="http://schemas.openxmlformats.org/officeDocument/2006/relationships/image" Target="../media/image169.wmf"/><Relationship Id="rId43" Type="http://schemas.openxmlformats.org/officeDocument/2006/relationships/oleObject" Target="../embeddings/oleObject191.bin"/><Relationship Id="rId42" Type="http://schemas.openxmlformats.org/officeDocument/2006/relationships/image" Target="../media/image168.wmf"/><Relationship Id="rId41" Type="http://schemas.openxmlformats.org/officeDocument/2006/relationships/oleObject" Target="../embeddings/oleObject190.bin"/><Relationship Id="rId40" Type="http://schemas.openxmlformats.org/officeDocument/2006/relationships/image" Target="../media/image167.wmf"/><Relationship Id="rId4" Type="http://schemas.openxmlformats.org/officeDocument/2006/relationships/image" Target="../media/image130.wmf"/><Relationship Id="rId39" Type="http://schemas.openxmlformats.org/officeDocument/2006/relationships/oleObject" Target="../embeddings/oleObject189.bin"/><Relationship Id="rId38" Type="http://schemas.openxmlformats.org/officeDocument/2006/relationships/image" Target="../media/image166.wmf"/><Relationship Id="rId37" Type="http://schemas.openxmlformats.org/officeDocument/2006/relationships/oleObject" Target="../embeddings/oleObject188.bin"/><Relationship Id="rId36" Type="http://schemas.openxmlformats.org/officeDocument/2006/relationships/image" Target="../media/image165.wmf"/><Relationship Id="rId35" Type="http://schemas.openxmlformats.org/officeDocument/2006/relationships/oleObject" Target="../embeddings/oleObject187.bin"/><Relationship Id="rId34" Type="http://schemas.openxmlformats.org/officeDocument/2006/relationships/oleObject" Target="../embeddings/oleObject186.bin"/><Relationship Id="rId33" Type="http://schemas.openxmlformats.org/officeDocument/2006/relationships/oleObject" Target="../embeddings/oleObject185.bin"/><Relationship Id="rId32" Type="http://schemas.openxmlformats.org/officeDocument/2006/relationships/oleObject" Target="../embeddings/oleObject184.bin"/><Relationship Id="rId31" Type="http://schemas.openxmlformats.org/officeDocument/2006/relationships/oleObject" Target="../embeddings/oleObject183.bin"/><Relationship Id="rId30" Type="http://schemas.openxmlformats.org/officeDocument/2006/relationships/image" Target="../media/image144.wmf"/><Relationship Id="rId3" Type="http://schemas.openxmlformats.org/officeDocument/2006/relationships/oleObject" Target="../embeddings/oleObject169.bin"/><Relationship Id="rId29" Type="http://schemas.openxmlformats.org/officeDocument/2006/relationships/oleObject" Target="../embeddings/oleObject182.bin"/><Relationship Id="rId28" Type="http://schemas.openxmlformats.org/officeDocument/2006/relationships/image" Target="../media/image143.wmf"/><Relationship Id="rId27" Type="http://schemas.openxmlformats.org/officeDocument/2006/relationships/oleObject" Target="../embeddings/oleObject181.bin"/><Relationship Id="rId26" Type="http://schemas.openxmlformats.org/officeDocument/2006/relationships/image" Target="../media/image164.wmf"/><Relationship Id="rId25" Type="http://schemas.openxmlformats.org/officeDocument/2006/relationships/oleObject" Target="../embeddings/oleObject180.bin"/><Relationship Id="rId24" Type="http://schemas.openxmlformats.org/officeDocument/2006/relationships/image" Target="../media/image163.wmf"/><Relationship Id="rId23" Type="http://schemas.openxmlformats.org/officeDocument/2006/relationships/oleObject" Target="../embeddings/oleObject179.bin"/><Relationship Id="rId22" Type="http://schemas.openxmlformats.org/officeDocument/2006/relationships/image" Target="../media/image162.wmf"/><Relationship Id="rId21" Type="http://schemas.openxmlformats.org/officeDocument/2006/relationships/oleObject" Target="../embeddings/oleObject178.bin"/><Relationship Id="rId20" Type="http://schemas.openxmlformats.org/officeDocument/2006/relationships/image" Target="../media/image161.wmf"/><Relationship Id="rId2" Type="http://schemas.openxmlformats.org/officeDocument/2006/relationships/image" Target="../media/image129.wmf"/><Relationship Id="rId19" Type="http://schemas.openxmlformats.org/officeDocument/2006/relationships/oleObject" Target="../embeddings/oleObject177.bin"/><Relationship Id="rId18" Type="http://schemas.openxmlformats.org/officeDocument/2006/relationships/image" Target="../media/image160.wmf"/><Relationship Id="rId17" Type="http://schemas.openxmlformats.org/officeDocument/2006/relationships/oleObject" Target="../embeddings/oleObject176.bin"/><Relationship Id="rId16" Type="http://schemas.openxmlformats.org/officeDocument/2006/relationships/image" Target="../media/image159.wmf"/><Relationship Id="rId15" Type="http://schemas.openxmlformats.org/officeDocument/2006/relationships/oleObject" Target="../embeddings/oleObject175.bin"/><Relationship Id="rId14" Type="http://schemas.openxmlformats.org/officeDocument/2006/relationships/image" Target="../media/image158.wmf"/><Relationship Id="rId13" Type="http://schemas.openxmlformats.org/officeDocument/2006/relationships/oleObject" Target="../embeddings/oleObject174.bin"/><Relationship Id="rId12" Type="http://schemas.openxmlformats.org/officeDocument/2006/relationships/image" Target="../media/image157.wmf"/><Relationship Id="rId11" Type="http://schemas.openxmlformats.org/officeDocument/2006/relationships/oleObject" Target="../embeddings/oleObject173.bin"/><Relationship Id="rId10" Type="http://schemas.openxmlformats.org/officeDocument/2006/relationships/image" Target="../media/image156.wmf"/><Relationship Id="rId1" Type="http://schemas.openxmlformats.org/officeDocument/2006/relationships/oleObject" Target="../embeddings/oleObject168.bin"/></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vmlDrawing" Target="../drawings/vmlDrawing15.vml"/><Relationship Id="rId5" Type="http://schemas.openxmlformats.org/officeDocument/2006/relationships/slideLayout" Target="../slideLayouts/slideLayout7.xml"/><Relationship Id="rId4" Type="http://schemas.openxmlformats.org/officeDocument/2006/relationships/image" Target="../media/image178.emf"/><Relationship Id="rId3" Type="http://schemas.openxmlformats.org/officeDocument/2006/relationships/oleObject" Target="../embeddings/oleObject204.bin"/><Relationship Id="rId2" Type="http://schemas.openxmlformats.org/officeDocument/2006/relationships/image" Target="../media/image177.emf"/><Relationship Id="rId1" Type="http://schemas.openxmlformats.org/officeDocument/2006/relationships/oleObject" Target="../embeddings/oleObject203.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209.bin"/><Relationship Id="rId8" Type="http://schemas.openxmlformats.org/officeDocument/2006/relationships/image" Target="../media/image182.emf"/><Relationship Id="rId7" Type="http://schemas.openxmlformats.org/officeDocument/2006/relationships/oleObject" Target="../embeddings/oleObject208.bin"/><Relationship Id="rId6" Type="http://schemas.openxmlformats.org/officeDocument/2006/relationships/image" Target="../media/image181.emf"/><Relationship Id="rId5" Type="http://schemas.openxmlformats.org/officeDocument/2006/relationships/oleObject" Target="../embeddings/oleObject207.bin"/><Relationship Id="rId4" Type="http://schemas.openxmlformats.org/officeDocument/2006/relationships/image" Target="../media/image180.emf"/><Relationship Id="rId3" Type="http://schemas.openxmlformats.org/officeDocument/2006/relationships/oleObject" Target="../embeddings/oleObject206.bin"/><Relationship Id="rId2" Type="http://schemas.openxmlformats.org/officeDocument/2006/relationships/image" Target="../media/image179.emf"/><Relationship Id="rId19" Type="http://schemas.openxmlformats.org/officeDocument/2006/relationships/notesSlide" Target="../notesSlides/notesSlide19.xml"/><Relationship Id="rId18" Type="http://schemas.openxmlformats.org/officeDocument/2006/relationships/vmlDrawing" Target="../drawings/vmlDrawing16.vml"/><Relationship Id="rId17" Type="http://schemas.openxmlformats.org/officeDocument/2006/relationships/slideLayout" Target="../slideLayouts/slideLayout7.xml"/><Relationship Id="rId16" Type="http://schemas.openxmlformats.org/officeDocument/2006/relationships/image" Target="../media/image186.emf"/><Relationship Id="rId15" Type="http://schemas.openxmlformats.org/officeDocument/2006/relationships/oleObject" Target="../embeddings/oleObject212.bin"/><Relationship Id="rId14" Type="http://schemas.openxmlformats.org/officeDocument/2006/relationships/image" Target="../media/image185.emf"/><Relationship Id="rId13" Type="http://schemas.openxmlformats.org/officeDocument/2006/relationships/oleObject" Target="../embeddings/oleObject211.bin"/><Relationship Id="rId12" Type="http://schemas.openxmlformats.org/officeDocument/2006/relationships/image" Target="../media/image184.emf"/><Relationship Id="rId11" Type="http://schemas.openxmlformats.org/officeDocument/2006/relationships/oleObject" Target="../embeddings/oleObject210.bin"/><Relationship Id="rId10" Type="http://schemas.openxmlformats.org/officeDocument/2006/relationships/image" Target="../media/image183.emf"/><Relationship Id="rId1" Type="http://schemas.openxmlformats.org/officeDocument/2006/relationships/oleObject" Target="../embeddings/oleObject205.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217.bin"/><Relationship Id="rId8" Type="http://schemas.openxmlformats.org/officeDocument/2006/relationships/image" Target="../media/image190.emf"/><Relationship Id="rId7" Type="http://schemas.openxmlformats.org/officeDocument/2006/relationships/oleObject" Target="../embeddings/oleObject216.bin"/><Relationship Id="rId6" Type="http://schemas.openxmlformats.org/officeDocument/2006/relationships/image" Target="../media/image189.emf"/><Relationship Id="rId5" Type="http://schemas.openxmlformats.org/officeDocument/2006/relationships/oleObject" Target="../embeddings/oleObject215.bin"/><Relationship Id="rId4" Type="http://schemas.openxmlformats.org/officeDocument/2006/relationships/image" Target="../media/image188.emf"/><Relationship Id="rId3" Type="http://schemas.openxmlformats.org/officeDocument/2006/relationships/oleObject" Target="../embeddings/oleObject214.bin"/><Relationship Id="rId2" Type="http://schemas.openxmlformats.org/officeDocument/2006/relationships/image" Target="../media/image187.emf"/><Relationship Id="rId17" Type="http://schemas.openxmlformats.org/officeDocument/2006/relationships/notesSlide" Target="../notesSlides/notesSlide20.xml"/><Relationship Id="rId16" Type="http://schemas.openxmlformats.org/officeDocument/2006/relationships/vmlDrawing" Target="../drawings/vmlDrawing17.vml"/><Relationship Id="rId15" Type="http://schemas.openxmlformats.org/officeDocument/2006/relationships/slideLayout" Target="../slideLayouts/slideLayout2.xml"/><Relationship Id="rId14" Type="http://schemas.openxmlformats.org/officeDocument/2006/relationships/image" Target="../media/image193.emf"/><Relationship Id="rId13" Type="http://schemas.openxmlformats.org/officeDocument/2006/relationships/oleObject" Target="../embeddings/oleObject219.bin"/><Relationship Id="rId12" Type="http://schemas.openxmlformats.org/officeDocument/2006/relationships/image" Target="../media/image192.emf"/><Relationship Id="rId11" Type="http://schemas.openxmlformats.org/officeDocument/2006/relationships/oleObject" Target="../embeddings/oleObject218.bin"/><Relationship Id="rId10" Type="http://schemas.openxmlformats.org/officeDocument/2006/relationships/image" Target="../media/image191.emf"/><Relationship Id="rId1" Type="http://schemas.openxmlformats.org/officeDocument/2006/relationships/oleObject" Target="../embeddings/oleObject213.bin"/></Relationships>
</file>

<file path=ppt/slides/_rels/slide22.xml.rels><?xml version="1.0" encoding="UTF-8" standalone="yes"?>
<Relationships xmlns="http://schemas.openxmlformats.org/package/2006/relationships"><Relationship Id="rId9" Type="http://schemas.openxmlformats.org/officeDocument/2006/relationships/image" Target="../media/image197.emf"/><Relationship Id="rId8" Type="http://schemas.openxmlformats.org/officeDocument/2006/relationships/oleObject" Target="../embeddings/oleObject223.bin"/><Relationship Id="rId7" Type="http://schemas.openxmlformats.org/officeDocument/2006/relationships/image" Target="../media/image196.emf"/><Relationship Id="rId6" Type="http://schemas.openxmlformats.org/officeDocument/2006/relationships/oleObject" Target="../embeddings/oleObject222.bin"/><Relationship Id="rId5" Type="http://schemas.openxmlformats.org/officeDocument/2006/relationships/image" Target="../media/image195.emf"/><Relationship Id="rId4" Type="http://schemas.openxmlformats.org/officeDocument/2006/relationships/oleObject" Target="../embeddings/oleObject221.bin"/><Relationship Id="rId3" Type="http://schemas.openxmlformats.org/officeDocument/2006/relationships/image" Target="../media/image73.png"/><Relationship Id="rId2" Type="http://schemas.openxmlformats.org/officeDocument/2006/relationships/image" Target="../media/image194.emf"/><Relationship Id="rId14" Type="http://schemas.openxmlformats.org/officeDocument/2006/relationships/notesSlide" Target="../notesSlides/notesSlide21.xml"/><Relationship Id="rId13" Type="http://schemas.openxmlformats.org/officeDocument/2006/relationships/vmlDrawing" Target="../drawings/vmlDrawing18.vml"/><Relationship Id="rId12" Type="http://schemas.openxmlformats.org/officeDocument/2006/relationships/slideLayout" Target="../slideLayouts/slideLayout7.xml"/><Relationship Id="rId11" Type="http://schemas.openxmlformats.org/officeDocument/2006/relationships/image" Target="../media/image198.emf"/><Relationship Id="rId10" Type="http://schemas.openxmlformats.org/officeDocument/2006/relationships/oleObject" Target="../embeddings/oleObject224.bin"/><Relationship Id="rId1" Type="http://schemas.openxmlformats.org/officeDocument/2006/relationships/oleObject" Target="../embeddings/oleObject220.bin"/></Relationships>
</file>

<file path=ppt/slides/_rels/slide23.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image" Target="../media/image202.emf"/><Relationship Id="rId7" Type="http://schemas.openxmlformats.org/officeDocument/2006/relationships/oleObject" Target="../embeddings/oleObject228.bin"/><Relationship Id="rId6" Type="http://schemas.openxmlformats.org/officeDocument/2006/relationships/image" Target="../media/image201.emf"/><Relationship Id="rId5" Type="http://schemas.openxmlformats.org/officeDocument/2006/relationships/oleObject" Target="../embeddings/oleObject227.bin"/><Relationship Id="rId4" Type="http://schemas.openxmlformats.org/officeDocument/2006/relationships/image" Target="../media/image200.emf"/><Relationship Id="rId3" Type="http://schemas.openxmlformats.org/officeDocument/2006/relationships/oleObject" Target="../embeddings/oleObject226.bin"/><Relationship Id="rId2" Type="http://schemas.openxmlformats.org/officeDocument/2006/relationships/image" Target="../media/image199.emf"/><Relationship Id="rId14" Type="http://schemas.openxmlformats.org/officeDocument/2006/relationships/notesSlide" Target="../notesSlides/notesSlide22.xml"/><Relationship Id="rId13" Type="http://schemas.openxmlformats.org/officeDocument/2006/relationships/vmlDrawing" Target="../drawings/vmlDrawing19.vml"/><Relationship Id="rId12" Type="http://schemas.openxmlformats.org/officeDocument/2006/relationships/slideLayout" Target="../slideLayouts/slideLayout7.xml"/><Relationship Id="rId11" Type="http://schemas.openxmlformats.org/officeDocument/2006/relationships/image" Target="../media/image203.emf"/><Relationship Id="rId10" Type="http://schemas.openxmlformats.org/officeDocument/2006/relationships/oleObject" Target="../embeddings/oleObject229.bin"/><Relationship Id="rId1" Type="http://schemas.openxmlformats.org/officeDocument/2006/relationships/oleObject" Target="../embeddings/oleObject225.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234.bin"/><Relationship Id="rId8" Type="http://schemas.openxmlformats.org/officeDocument/2006/relationships/image" Target="../media/image207.emf"/><Relationship Id="rId7" Type="http://schemas.openxmlformats.org/officeDocument/2006/relationships/oleObject" Target="../embeddings/oleObject233.bin"/><Relationship Id="rId6" Type="http://schemas.openxmlformats.org/officeDocument/2006/relationships/image" Target="../media/image206.emf"/><Relationship Id="rId5" Type="http://schemas.openxmlformats.org/officeDocument/2006/relationships/oleObject" Target="../embeddings/oleObject232.bin"/><Relationship Id="rId4" Type="http://schemas.openxmlformats.org/officeDocument/2006/relationships/image" Target="../media/image205.emf"/><Relationship Id="rId3" Type="http://schemas.openxmlformats.org/officeDocument/2006/relationships/oleObject" Target="../embeddings/oleObject231.bin"/><Relationship Id="rId23" Type="http://schemas.openxmlformats.org/officeDocument/2006/relationships/notesSlide" Target="../notesSlides/notesSlide23.xml"/><Relationship Id="rId22" Type="http://schemas.openxmlformats.org/officeDocument/2006/relationships/vmlDrawing" Target="../drawings/vmlDrawing20.vml"/><Relationship Id="rId21" Type="http://schemas.openxmlformats.org/officeDocument/2006/relationships/slideLayout" Target="../slideLayouts/slideLayout7.xml"/><Relationship Id="rId20" Type="http://schemas.openxmlformats.org/officeDocument/2006/relationships/image" Target="../media/image213.emf"/><Relationship Id="rId2" Type="http://schemas.openxmlformats.org/officeDocument/2006/relationships/image" Target="../media/image204.emf"/><Relationship Id="rId19" Type="http://schemas.openxmlformats.org/officeDocument/2006/relationships/oleObject" Target="../embeddings/oleObject239.bin"/><Relationship Id="rId18" Type="http://schemas.openxmlformats.org/officeDocument/2006/relationships/image" Target="../media/image212.emf"/><Relationship Id="rId17" Type="http://schemas.openxmlformats.org/officeDocument/2006/relationships/oleObject" Target="../embeddings/oleObject238.bin"/><Relationship Id="rId16" Type="http://schemas.openxmlformats.org/officeDocument/2006/relationships/image" Target="../media/image211.emf"/><Relationship Id="rId15" Type="http://schemas.openxmlformats.org/officeDocument/2006/relationships/oleObject" Target="../embeddings/oleObject237.bin"/><Relationship Id="rId14" Type="http://schemas.openxmlformats.org/officeDocument/2006/relationships/image" Target="../media/image210.emf"/><Relationship Id="rId13" Type="http://schemas.openxmlformats.org/officeDocument/2006/relationships/oleObject" Target="../embeddings/oleObject236.bin"/><Relationship Id="rId12" Type="http://schemas.openxmlformats.org/officeDocument/2006/relationships/image" Target="../media/image209.emf"/><Relationship Id="rId11" Type="http://schemas.openxmlformats.org/officeDocument/2006/relationships/oleObject" Target="../embeddings/oleObject235.bin"/><Relationship Id="rId10" Type="http://schemas.openxmlformats.org/officeDocument/2006/relationships/image" Target="../media/image208.emf"/><Relationship Id="rId1" Type="http://schemas.openxmlformats.org/officeDocument/2006/relationships/oleObject" Target="../embeddings/oleObject230.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244.bin"/><Relationship Id="rId8" Type="http://schemas.openxmlformats.org/officeDocument/2006/relationships/image" Target="../media/image217.emf"/><Relationship Id="rId7" Type="http://schemas.openxmlformats.org/officeDocument/2006/relationships/oleObject" Target="../embeddings/oleObject243.bin"/><Relationship Id="rId6" Type="http://schemas.openxmlformats.org/officeDocument/2006/relationships/image" Target="../media/image216.emf"/><Relationship Id="rId5" Type="http://schemas.openxmlformats.org/officeDocument/2006/relationships/oleObject" Target="../embeddings/oleObject242.bin"/><Relationship Id="rId4" Type="http://schemas.openxmlformats.org/officeDocument/2006/relationships/image" Target="../media/image215.emf"/><Relationship Id="rId3" Type="http://schemas.openxmlformats.org/officeDocument/2006/relationships/oleObject" Target="../embeddings/oleObject241.bin"/><Relationship Id="rId2" Type="http://schemas.openxmlformats.org/officeDocument/2006/relationships/image" Target="../media/image214.emf"/><Relationship Id="rId17" Type="http://schemas.openxmlformats.org/officeDocument/2006/relationships/notesSlide" Target="../notesSlides/notesSlide24.xml"/><Relationship Id="rId16" Type="http://schemas.openxmlformats.org/officeDocument/2006/relationships/vmlDrawing" Target="../drawings/vmlDrawing21.vml"/><Relationship Id="rId15" Type="http://schemas.openxmlformats.org/officeDocument/2006/relationships/slideLayout" Target="../slideLayouts/slideLayout7.xml"/><Relationship Id="rId14" Type="http://schemas.openxmlformats.org/officeDocument/2006/relationships/image" Target="../media/image220.emf"/><Relationship Id="rId13" Type="http://schemas.openxmlformats.org/officeDocument/2006/relationships/oleObject" Target="../embeddings/oleObject246.bin"/><Relationship Id="rId12" Type="http://schemas.openxmlformats.org/officeDocument/2006/relationships/image" Target="../media/image219.emf"/><Relationship Id="rId11" Type="http://schemas.openxmlformats.org/officeDocument/2006/relationships/oleObject" Target="../embeddings/oleObject245.bin"/><Relationship Id="rId10" Type="http://schemas.openxmlformats.org/officeDocument/2006/relationships/image" Target="../media/image218.emf"/><Relationship Id="rId1" Type="http://schemas.openxmlformats.org/officeDocument/2006/relationships/oleObject" Target="../embeddings/oleObject240.bin"/></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hyperlink" Target="../../&#31532;15&#31456;%20&#37327;&#23376;&#29289;&#29702;/15-8%20&#37327;&#23376;&#21147;&#23398;&#31616;&#20171;%20.ppt#-1,1,PowerPoint &#28436;&#31034;&#25991;&#31295;" TargetMode="External"/><Relationship Id="rId6" Type="http://schemas.openxmlformats.org/officeDocument/2006/relationships/hyperlink" Target="../../&#31532;15&#31456;%20&#37327;&#23376;&#29289;&#29702;/15-7%20%20&#19981;&#30830;&#23450;&#20851;&#31995;.ppt#-1,1,PowerPoint &#28436;&#31034;&#25991;&#31295;" TargetMode="External"/><Relationship Id="rId5" Type="http://schemas.openxmlformats.org/officeDocument/2006/relationships/hyperlink" Target="../../&#31532;15&#31456;%20&#37327;&#23376;&#29289;&#29702;/15-6%20%20&#24503;&#24067;&#32599;&#24847;&#27874;%20%20&#23454;&#29289;&#31890;&#23376;&#30340;&#20108;&#35937;&#24615;.ppt#-1,1,PowerPoint &#28436;&#31034;&#25991;&#31295;" TargetMode="External"/><Relationship Id="rId4" Type="http://schemas.openxmlformats.org/officeDocument/2006/relationships/hyperlink" Target="../../&#31532;15&#31456;%20&#37327;&#23376;&#29289;&#29702;/15-2%20%20&#20809;&#30005;&#25928;&#24212;%20%20&#20809;&#30340;&#27874;&#31890;&#20108;&#35937;&#24615;.ppt#-1,1,PowerPoint &#28436;&#31034;&#25991;&#31295;" TargetMode="External"/><Relationship Id="rId3" Type="http://schemas.openxmlformats.org/officeDocument/2006/relationships/hyperlink" Target="../../&#31532;15&#31456;%20&#37327;&#23376;&#29289;&#29702;/15-3%20%20&#24247;&#26222;&#39039;&#25928;&#24212;.ppt#-1,1,PowerPoint &#28436;&#31034;&#25991;&#31295;" TargetMode="External"/><Relationship Id="rId2" Type="http://schemas.openxmlformats.org/officeDocument/2006/relationships/hyperlink" Target="../../&#31532;15&#31456;%20&#37327;&#23376;&#29289;&#29702;/15-4%20%20&#27682;&#21407;&#23376;&#30340;&#29627;&#23572;&#29702;&#35770;.ppt#-1,1,PowerPoint &#28436;&#31034;&#25991;&#31295;" TargetMode="External"/><Relationship Id="rId1" Type="http://schemas.openxmlformats.org/officeDocument/2006/relationships/hyperlink" Target="../../&#31532;15&#31456;%20&#37327;&#23376;&#29289;&#29702;/15-1%20%20%20&#40657;&#20307;&#36752;&#23556;%20&#26222;&#26391;&#20811;&#33021;&#37327;&#23376;&#20551;&#35774;%20.ppt#-1,1,PowerPoint &#28436;&#31034;&#25991;&#31295;" TargetMode="Externa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27.emf"/><Relationship Id="rId7" Type="http://schemas.openxmlformats.org/officeDocument/2006/relationships/oleObject" Target="../embeddings/oleObject250.bin"/><Relationship Id="rId6" Type="http://schemas.openxmlformats.org/officeDocument/2006/relationships/image" Target="../media/image226.emf"/><Relationship Id="rId5" Type="http://schemas.openxmlformats.org/officeDocument/2006/relationships/oleObject" Target="../embeddings/oleObject249.bin"/><Relationship Id="rId4" Type="http://schemas.openxmlformats.org/officeDocument/2006/relationships/image" Target="../media/image225.wmf"/><Relationship Id="rId3" Type="http://schemas.openxmlformats.org/officeDocument/2006/relationships/oleObject" Target="../embeddings/oleObject248.bin"/><Relationship Id="rId2" Type="http://schemas.openxmlformats.org/officeDocument/2006/relationships/image" Target="../media/image224.wmf"/><Relationship Id="rId10" Type="http://schemas.openxmlformats.org/officeDocument/2006/relationships/vmlDrawing" Target="../drawings/vmlDrawing22.vml"/><Relationship Id="rId1" Type="http://schemas.openxmlformats.org/officeDocument/2006/relationships/oleObject" Target="../embeddings/oleObject247.bin"/></Relationships>
</file>

<file path=ppt/slides/_rels/slide36.xml.rels><?xml version="1.0" encoding="UTF-8" standalone="yes"?>
<Relationships xmlns="http://schemas.openxmlformats.org/package/2006/relationships"><Relationship Id="rId9" Type="http://schemas.openxmlformats.org/officeDocument/2006/relationships/vmlDrawing" Target="../drawings/vmlDrawing23.vml"/><Relationship Id="rId8" Type="http://schemas.openxmlformats.org/officeDocument/2006/relationships/slideLayout" Target="../slideLayouts/slideLayout7.xml"/><Relationship Id="rId7" Type="http://schemas.openxmlformats.org/officeDocument/2006/relationships/image" Target="../media/image230.emf"/><Relationship Id="rId6" Type="http://schemas.openxmlformats.org/officeDocument/2006/relationships/oleObject" Target="../embeddings/oleObject253.bin"/><Relationship Id="rId5" Type="http://schemas.openxmlformats.org/officeDocument/2006/relationships/image" Target="../media/image229.emf"/><Relationship Id="rId4" Type="http://schemas.openxmlformats.org/officeDocument/2006/relationships/oleObject" Target="../embeddings/oleObject252.bin"/><Relationship Id="rId3" Type="http://schemas.openxmlformats.org/officeDocument/2006/relationships/slide" Target="slide38.xml"/><Relationship Id="rId2" Type="http://schemas.openxmlformats.org/officeDocument/2006/relationships/image" Target="../media/image228.emf"/><Relationship Id="rId1" Type="http://schemas.openxmlformats.org/officeDocument/2006/relationships/oleObject" Target="../embeddings/oleObject251.bin"/></Relationships>
</file>

<file path=ppt/slides/_rels/slide37.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image" Target="../media/image234.emf"/><Relationship Id="rId7" Type="http://schemas.openxmlformats.org/officeDocument/2006/relationships/oleObject" Target="../embeddings/oleObject257.bin"/><Relationship Id="rId6" Type="http://schemas.openxmlformats.org/officeDocument/2006/relationships/image" Target="../media/image233.emf"/><Relationship Id="rId5" Type="http://schemas.openxmlformats.org/officeDocument/2006/relationships/oleObject" Target="../embeddings/oleObject256.bin"/><Relationship Id="rId4" Type="http://schemas.openxmlformats.org/officeDocument/2006/relationships/image" Target="../media/image232.emf"/><Relationship Id="rId3" Type="http://schemas.openxmlformats.org/officeDocument/2006/relationships/oleObject" Target="../embeddings/oleObject255.bin"/><Relationship Id="rId2" Type="http://schemas.openxmlformats.org/officeDocument/2006/relationships/image" Target="../media/image231.emf"/><Relationship Id="rId15" Type="http://schemas.openxmlformats.org/officeDocument/2006/relationships/vmlDrawing" Target="../drawings/vmlDrawing24.vml"/><Relationship Id="rId14" Type="http://schemas.openxmlformats.org/officeDocument/2006/relationships/slideLayout" Target="../slideLayouts/slideLayout7.xml"/><Relationship Id="rId13" Type="http://schemas.openxmlformats.org/officeDocument/2006/relationships/image" Target="../media/image236.emf"/><Relationship Id="rId12" Type="http://schemas.openxmlformats.org/officeDocument/2006/relationships/oleObject" Target="../embeddings/oleObject259.bin"/><Relationship Id="rId11" Type="http://schemas.openxmlformats.org/officeDocument/2006/relationships/image" Target="../media/image235.emf"/><Relationship Id="rId10" Type="http://schemas.openxmlformats.org/officeDocument/2006/relationships/oleObject" Target="../embeddings/oleObject258.bin"/><Relationship Id="rId1" Type="http://schemas.openxmlformats.org/officeDocument/2006/relationships/oleObject" Target="../embeddings/oleObject254.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264.bin"/><Relationship Id="rId8" Type="http://schemas.openxmlformats.org/officeDocument/2006/relationships/image" Target="../media/image240.emf"/><Relationship Id="rId7" Type="http://schemas.openxmlformats.org/officeDocument/2006/relationships/oleObject" Target="../embeddings/oleObject263.bin"/><Relationship Id="rId6" Type="http://schemas.openxmlformats.org/officeDocument/2006/relationships/image" Target="../media/image239.emf"/><Relationship Id="rId5" Type="http://schemas.openxmlformats.org/officeDocument/2006/relationships/oleObject" Target="../embeddings/oleObject262.bin"/><Relationship Id="rId4" Type="http://schemas.openxmlformats.org/officeDocument/2006/relationships/image" Target="../media/image238.emf"/><Relationship Id="rId3" Type="http://schemas.openxmlformats.org/officeDocument/2006/relationships/oleObject" Target="../embeddings/oleObject261.bin"/><Relationship Id="rId2" Type="http://schemas.openxmlformats.org/officeDocument/2006/relationships/image" Target="../media/image237.emf"/><Relationship Id="rId18" Type="http://schemas.openxmlformats.org/officeDocument/2006/relationships/vmlDrawing" Target="../drawings/vmlDrawing25.vml"/><Relationship Id="rId17" Type="http://schemas.openxmlformats.org/officeDocument/2006/relationships/slideLayout" Target="../slideLayouts/slideLayout7.xml"/><Relationship Id="rId16" Type="http://schemas.openxmlformats.org/officeDocument/2006/relationships/image" Target="../media/image244.wmf"/><Relationship Id="rId15" Type="http://schemas.openxmlformats.org/officeDocument/2006/relationships/oleObject" Target="../embeddings/oleObject267.bin"/><Relationship Id="rId14" Type="http://schemas.openxmlformats.org/officeDocument/2006/relationships/image" Target="../media/image243.wmf"/><Relationship Id="rId13" Type="http://schemas.openxmlformats.org/officeDocument/2006/relationships/oleObject" Target="../embeddings/oleObject266.bin"/><Relationship Id="rId12" Type="http://schemas.openxmlformats.org/officeDocument/2006/relationships/image" Target="../media/image242.wmf"/><Relationship Id="rId11" Type="http://schemas.openxmlformats.org/officeDocument/2006/relationships/oleObject" Target="../embeddings/oleObject265.bin"/><Relationship Id="rId10" Type="http://schemas.openxmlformats.org/officeDocument/2006/relationships/image" Target="../media/image241.emf"/><Relationship Id="rId1" Type="http://schemas.openxmlformats.org/officeDocument/2006/relationships/oleObject" Target="../embeddings/oleObject260.bin"/></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46.png"/><Relationship Id="rId1" Type="http://schemas.openxmlformats.org/officeDocument/2006/relationships/image" Target="../media/image2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271.bin"/><Relationship Id="rId8" Type="http://schemas.openxmlformats.org/officeDocument/2006/relationships/image" Target="../media/image251.emf"/><Relationship Id="rId7" Type="http://schemas.openxmlformats.org/officeDocument/2006/relationships/oleObject" Target="../embeddings/oleObject270.bin"/><Relationship Id="rId6" Type="http://schemas.openxmlformats.org/officeDocument/2006/relationships/image" Target="../media/image250.jpeg"/><Relationship Id="rId5" Type="http://schemas.openxmlformats.org/officeDocument/2006/relationships/image" Target="../media/image249.emf"/><Relationship Id="rId4" Type="http://schemas.openxmlformats.org/officeDocument/2006/relationships/oleObject" Target="../embeddings/oleObject269.bin"/><Relationship Id="rId33" Type="http://schemas.openxmlformats.org/officeDocument/2006/relationships/vmlDrawing" Target="../drawings/vmlDrawing26.vml"/><Relationship Id="rId32" Type="http://schemas.openxmlformats.org/officeDocument/2006/relationships/slideLayout" Target="../slideLayouts/slideLayout7.xml"/><Relationship Id="rId31" Type="http://schemas.openxmlformats.org/officeDocument/2006/relationships/audio" Target="../media/audio1.wav"/><Relationship Id="rId30" Type="http://schemas.openxmlformats.org/officeDocument/2006/relationships/image" Target="../media/image262.emf"/><Relationship Id="rId3" Type="http://schemas.openxmlformats.org/officeDocument/2006/relationships/image" Target="../media/image248.emf"/><Relationship Id="rId29" Type="http://schemas.openxmlformats.org/officeDocument/2006/relationships/oleObject" Target="../embeddings/oleObject281.bin"/><Relationship Id="rId28" Type="http://schemas.openxmlformats.org/officeDocument/2006/relationships/image" Target="../media/image261.emf"/><Relationship Id="rId27" Type="http://schemas.openxmlformats.org/officeDocument/2006/relationships/oleObject" Target="../embeddings/oleObject280.bin"/><Relationship Id="rId26" Type="http://schemas.openxmlformats.org/officeDocument/2006/relationships/image" Target="../media/image260.emf"/><Relationship Id="rId25" Type="http://schemas.openxmlformats.org/officeDocument/2006/relationships/oleObject" Target="../embeddings/oleObject279.bin"/><Relationship Id="rId24" Type="http://schemas.openxmlformats.org/officeDocument/2006/relationships/image" Target="../media/image259.emf"/><Relationship Id="rId23" Type="http://schemas.openxmlformats.org/officeDocument/2006/relationships/oleObject" Target="../embeddings/oleObject278.bin"/><Relationship Id="rId22" Type="http://schemas.openxmlformats.org/officeDocument/2006/relationships/image" Target="../media/image258.emf"/><Relationship Id="rId21" Type="http://schemas.openxmlformats.org/officeDocument/2006/relationships/oleObject" Target="../embeddings/oleObject277.bin"/><Relationship Id="rId20" Type="http://schemas.openxmlformats.org/officeDocument/2006/relationships/image" Target="../media/image257.emf"/><Relationship Id="rId2" Type="http://schemas.openxmlformats.org/officeDocument/2006/relationships/oleObject" Target="../embeddings/oleObject268.bin"/><Relationship Id="rId19" Type="http://schemas.openxmlformats.org/officeDocument/2006/relationships/oleObject" Target="../embeddings/oleObject276.bin"/><Relationship Id="rId18" Type="http://schemas.openxmlformats.org/officeDocument/2006/relationships/image" Target="../media/image256.emf"/><Relationship Id="rId17" Type="http://schemas.openxmlformats.org/officeDocument/2006/relationships/oleObject" Target="../embeddings/oleObject275.bin"/><Relationship Id="rId16" Type="http://schemas.openxmlformats.org/officeDocument/2006/relationships/image" Target="../media/image255.emf"/><Relationship Id="rId15" Type="http://schemas.openxmlformats.org/officeDocument/2006/relationships/oleObject" Target="../embeddings/oleObject274.bin"/><Relationship Id="rId14" Type="http://schemas.openxmlformats.org/officeDocument/2006/relationships/image" Target="../media/image254.emf"/><Relationship Id="rId13" Type="http://schemas.openxmlformats.org/officeDocument/2006/relationships/oleObject" Target="../embeddings/oleObject273.bin"/><Relationship Id="rId12" Type="http://schemas.openxmlformats.org/officeDocument/2006/relationships/image" Target="../media/image253.emf"/><Relationship Id="rId11" Type="http://schemas.openxmlformats.org/officeDocument/2006/relationships/oleObject" Target="../embeddings/oleObject272.bin"/><Relationship Id="rId10" Type="http://schemas.openxmlformats.org/officeDocument/2006/relationships/image" Target="../media/image252.emf"/><Relationship Id="rId1" Type="http://schemas.openxmlformats.org/officeDocument/2006/relationships/image" Target="../media/image247.jpeg"/></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286.bin"/><Relationship Id="rId8" Type="http://schemas.openxmlformats.org/officeDocument/2006/relationships/image" Target="../media/image266.emf"/><Relationship Id="rId7" Type="http://schemas.openxmlformats.org/officeDocument/2006/relationships/oleObject" Target="../embeddings/oleObject285.bin"/><Relationship Id="rId6" Type="http://schemas.openxmlformats.org/officeDocument/2006/relationships/image" Target="../media/image265.emf"/><Relationship Id="rId5" Type="http://schemas.openxmlformats.org/officeDocument/2006/relationships/oleObject" Target="../embeddings/oleObject284.bin"/><Relationship Id="rId4" Type="http://schemas.openxmlformats.org/officeDocument/2006/relationships/image" Target="../media/image264.emf"/><Relationship Id="rId3" Type="http://schemas.openxmlformats.org/officeDocument/2006/relationships/oleObject" Target="../embeddings/oleObject283.bin"/><Relationship Id="rId22" Type="http://schemas.openxmlformats.org/officeDocument/2006/relationships/vmlDrawing" Target="../drawings/vmlDrawing27.vml"/><Relationship Id="rId21" Type="http://schemas.openxmlformats.org/officeDocument/2006/relationships/slideLayout" Target="../slideLayouts/slideLayout7.xml"/><Relationship Id="rId20" Type="http://schemas.openxmlformats.org/officeDocument/2006/relationships/image" Target="../media/image272.emf"/><Relationship Id="rId2" Type="http://schemas.openxmlformats.org/officeDocument/2006/relationships/image" Target="../media/image263.emf"/><Relationship Id="rId19" Type="http://schemas.openxmlformats.org/officeDocument/2006/relationships/oleObject" Target="../embeddings/oleObject291.bin"/><Relationship Id="rId18" Type="http://schemas.openxmlformats.org/officeDocument/2006/relationships/image" Target="../media/image271.emf"/><Relationship Id="rId17" Type="http://schemas.openxmlformats.org/officeDocument/2006/relationships/oleObject" Target="../embeddings/oleObject290.bin"/><Relationship Id="rId16" Type="http://schemas.openxmlformats.org/officeDocument/2006/relationships/image" Target="../media/image270.emf"/><Relationship Id="rId15" Type="http://schemas.openxmlformats.org/officeDocument/2006/relationships/oleObject" Target="../embeddings/oleObject289.bin"/><Relationship Id="rId14" Type="http://schemas.openxmlformats.org/officeDocument/2006/relationships/image" Target="../media/image269.emf"/><Relationship Id="rId13" Type="http://schemas.openxmlformats.org/officeDocument/2006/relationships/oleObject" Target="../embeddings/oleObject288.bin"/><Relationship Id="rId12" Type="http://schemas.openxmlformats.org/officeDocument/2006/relationships/image" Target="../media/image268.emf"/><Relationship Id="rId11" Type="http://schemas.openxmlformats.org/officeDocument/2006/relationships/oleObject" Target="../embeddings/oleObject287.bin"/><Relationship Id="rId10" Type="http://schemas.openxmlformats.org/officeDocument/2006/relationships/image" Target="../media/image267.emf"/><Relationship Id="rId1" Type="http://schemas.openxmlformats.org/officeDocument/2006/relationships/oleObject" Target="../embeddings/oleObject282.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296.bin"/><Relationship Id="rId8" Type="http://schemas.openxmlformats.org/officeDocument/2006/relationships/image" Target="../media/image276.emf"/><Relationship Id="rId7" Type="http://schemas.openxmlformats.org/officeDocument/2006/relationships/oleObject" Target="../embeddings/oleObject295.bin"/><Relationship Id="rId6" Type="http://schemas.openxmlformats.org/officeDocument/2006/relationships/image" Target="../media/image275.emf"/><Relationship Id="rId5" Type="http://schemas.openxmlformats.org/officeDocument/2006/relationships/oleObject" Target="../embeddings/oleObject294.bin"/><Relationship Id="rId4" Type="http://schemas.openxmlformats.org/officeDocument/2006/relationships/image" Target="../media/image274.emf"/><Relationship Id="rId3" Type="http://schemas.openxmlformats.org/officeDocument/2006/relationships/oleObject" Target="../embeddings/oleObject293.bin"/><Relationship Id="rId2" Type="http://schemas.openxmlformats.org/officeDocument/2006/relationships/image" Target="../media/image273.emf"/><Relationship Id="rId18" Type="http://schemas.openxmlformats.org/officeDocument/2006/relationships/vmlDrawing" Target="../drawings/vmlDrawing28.vml"/><Relationship Id="rId17" Type="http://schemas.openxmlformats.org/officeDocument/2006/relationships/slideLayout" Target="../slideLayouts/slideLayout7.xml"/><Relationship Id="rId16" Type="http://schemas.openxmlformats.org/officeDocument/2006/relationships/image" Target="../media/image280.emf"/><Relationship Id="rId15" Type="http://schemas.openxmlformats.org/officeDocument/2006/relationships/oleObject" Target="../embeddings/oleObject299.bin"/><Relationship Id="rId14" Type="http://schemas.openxmlformats.org/officeDocument/2006/relationships/image" Target="../media/image279.wmf"/><Relationship Id="rId13" Type="http://schemas.openxmlformats.org/officeDocument/2006/relationships/oleObject" Target="../embeddings/oleObject298.bin"/><Relationship Id="rId12" Type="http://schemas.openxmlformats.org/officeDocument/2006/relationships/image" Target="../media/image278.emf"/><Relationship Id="rId11" Type="http://schemas.openxmlformats.org/officeDocument/2006/relationships/oleObject" Target="../embeddings/oleObject297.bin"/><Relationship Id="rId10" Type="http://schemas.openxmlformats.org/officeDocument/2006/relationships/image" Target="../media/image277.emf"/><Relationship Id="rId1" Type="http://schemas.openxmlformats.org/officeDocument/2006/relationships/oleObject" Target="../embeddings/oleObject292.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304.bin"/><Relationship Id="rId8" Type="http://schemas.openxmlformats.org/officeDocument/2006/relationships/image" Target="../media/image284.emf"/><Relationship Id="rId7" Type="http://schemas.openxmlformats.org/officeDocument/2006/relationships/oleObject" Target="../embeddings/oleObject303.bin"/><Relationship Id="rId6" Type="http://schemas.openxmlformats.org/officeDocument/2006/relationships/image" Target="../media/image283.emf"/><Relationship Id="rId5" Type="http://schemas.openxmlformats.org/officeDocument/2006/relationships/oleObject" Target="../embeddings/oleObject302.bin"/><Relationship Id="rId4" Type="http://schemas.openxmlformats.org/officeDocument/2006/relationships/image" Target="../media/image282.emf"/><Relationship Id="rId39" Type="http://schemas.openxmlformats.org/officeDocument/2006/relationships/vmlDrawing" Target="../drawings/vmlDrawing29.vml"/><Relationship Id="rId38" Type="http://schemas.openxmlformats.org/officeDocument/2006/relationships/slideLayout" Target="../slideLayouts/slideLayout7.xml"/><Relationship Id="rId37" Type="http://schemas.openxmlformats.org/officeDocument/2006/relationships/image" Target="../media/image299.emf"/><Relationship Id="rId36" Type="http://schemas.openxmlformats.org/officeDocument/2006/relationships/oleObject" Target="../embeddings/oleObject317.bin"/><Relationship Id="rId35" Type="http://schemas.openxmlformats.org/officeDocument/2006/relationships/image" Target="../media/image298.emf"/><Relationship Id="rId34" Type="http://schemas.openxmlformats.org/officeDocument/2006/relationships/oleObject" Target="../embeddings/oleObject316.bin"/><Relationship Id="rId33" Type="http://schemas.openxmlformats.org/officeDocument/2006/relationships/image" Target="../media/image297.emf"/><Relationship Id="rId32" Type="http://schemas.openxmlformats.org/officeDocument/2006/relationships/oleObject" Target="../embeddings/oleObject315.bin"/><Relationship Id="rId31" Type="http://schemas.openxmlformats.org/officeDocument/2006/relationships/image" Target="../media/image296.emf"/><Relationship Id="rId30" Type="http://schemas.openxmlformats.org/officeDocument/2006/relationships/oleObject" Target="../embeddings/oleObject314.bin"/><Relationship Id="rId3" Type="http://schemas.openxmlformats.org/officeDocument/2006/relationships/oleObject" Target="../embeddings/oleObject301.bin"/><Relationship Id="rId29" Type="http://schemas.openxmlformats.org/officeDocument/2006/relationships/image" Target="../media/image295.emf"/><Relationship Id="rId28" Type="http://schemas.openxmlformats.org/officeDocument/2006/relationships/oleObject" Target="../embeddings/oleObject313.bin"/><Relationship Id="rId27" Type="http://schemas.openxmlformats.org/officeDocument/2006/relationships/image" Target="../media/image294.emf"/><Relationship Id="rId26" Type="http://schemas.openxmlformats.org/officeDocument/2006/relationships/oleObject" Target="../embeddings/oleObject312.bin"/><Relationship Id="rId25" Type="http://schemas.openxmlformats.org/officeDocument/2006/relationships/image" Target="../media/image293.emf"/><Relationship Id="rId24" Type="http://schemas.openxmlformats.org/officeDocument/2006/relationships/oleObject" Target="../embeddings/oleObject311.bin"/><Relationship Id="rId23" Type="http://schemas.openxmlformats.org/officeDocument/2006/relationships/image" Target="../media/image292.emf"/><Relationship Id="rId22" Type="http://schemas.openxmlformats.org/officeDocument/2006/relationships/oleObject" Target="../embeddings/oleObject310.bin"/><Relationship Id="rId21" Type="http://schemas.openxmlformats.org/officeDocument/2006/relationships/image" Target="../media/image291.emf"/><Relationship Id="rId20" Type="http://schemas.openxmlformats.org/officeDocument/2006/relationships/oleObject" Target="../embeddings/oleObject309.bin"/><Relationship Id="rId2" Type="http://schemas.openxmlformats.org/officeDocument/2006/relationships/image" Target="../media/image281.emf"/><Relationship Id="rId19" Type="http://schemas.openxmlformats.org/officeDocument/2006/relationships/image" Target="../media/image290.emf"/><Relationship Id="rId18" Type="http://schemas.openxmlformats.org/officeDocument/2006/relationships/oleObject" Target="../embeddings/oleObject308.bin"/><Relationship Id="rId17" Type="http://schemas.openxmlformats.org/officeDocument/2006/relationships/image" Target="../media/image289.wmf"/><Relationship Id="rId16" Type="http://schemas.openxmlformats.org/officeDocument/2006/relationships/oleObject" Target="../embeddings/oleObject307.bin"/><Relationship Id="rId15" Type="http://schemas.openxmlformats.org/officeDocument/2006/relationships/image" Target="../media/image288.png"/><Relationship Id="rId14" Type="http://schemas.openxmlformats.org/officeDocument/2006/relationships/image" Target="../media/image287.emf"/><Relationship Id="rId13" Type="http://schemas.openxmlformats.org/officeDocument/2006/relationships/oleObject" Target="../embeddings/oleObject306.bin"/><Relationship Id="rId12" Type="http://schemas.openxmlformats.org/officeDocument/2006/relationships/image" Target="../media/image286.emf"/><Relationship Id="rId11" Type="http://schemas.openxmlformats.org/officeDocument/2006/relationships/oleObject" Target="../embeddings/oleObject305.bin"/><Relationship Id="rId10" Type="http://schemas.openxmlformats.org/officeDocument/2006/relationships/image" Target="../media/image285.emf"/><Relationship Id="rId1" Type="http://schemas.openxmlformats.org/officeDocument/2006/relationships/oleObject" Target="../embeddings/oleObject300.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322.bin"/><Relationship Id="rId8" Type="http://schemas.openxmlformats.org/officeDocument/2006/relationships/image" Target="../media/image303.emf"/><Relationship Id="rId7" Type="http://schemas.openxmlformats.org/officeDocument/2006/relationships/oleObject" Target="../embeddings/oleObject321.bin"/><Relationship Id="rId6" Type="http://schemas.openxmlformats.org/officeDocument/2006/relationships/image" Target="../media/image302.emf"/><Relationship Id="rId5" Type="http://schemas.openxmlformats.org/officeDocument/2006/relationships/oleObject" Target="../embeddings/oleObject320.bin"/><Relationship Id="rId4" Type="http://schemas.openxmlformats.org/officeDocument/2006/relationships/image" Target="../media/image301.emf"/><Relationship Id="rId3" Type="http://schemas.openxmlformats.org/officeDocument/2006/relationships/oleObject" Target="../embeddings/oleObject319.bin"/><Relationship Id="rId28" Type="http://schemas.openxmlformats.org/officeDocument/2006/relationships/vmlDrawing" Target="../drawings/vmlDrawing30.vml"/><Relationship Id="rId27" Type="http://schemas.openxmlformats.org/officeDocument/2006/relationships/slideLayout" Target="../slideLayouts/slideLayout7.xml"/><Relationship Id="rId26" Type="http://schemas.openxmlformats.org/officeDocument/2006/relationships/image" Target="../media/image312.emf"/><Relationship Id="rId25" Type="http://schemas.openxmlformats.org/officeDocument/2006/relationships/oleObject" Target="../embeddings/oleObject330.bin"/><Relationship Id="rId24" Type="http://schemas.openxmlformats.org/officeDocument/2006/relationships/image" Target="../media/image311.emf"/><Relationship Id="rId23" Type="http://schemas.openxmlformats.org/officeDocument/2006/relationships/oleObject" Target="../embeddings/oleObject329.bin"/><Relationship Id="rId22" Type="http://schemas.openxmlformats.org/officeDocument/2006/relationships/image" Target="../media/image310.emf"/><Relationship Id="rId21" Type="http://schemas.openxmlformats.org/officeDocument/2006/relationships/oleObject" Target="../embeddings/oleObject328.bin"/><Relationship Id="rId20" Type="http://schemas.openxmlformats.org/officeDocument/2006/relationships/image" Target="../media/image309.emf"/><Relationship Id="rId2" Type="http://schemas.openxmlformats.org/officeDocument/2006/relationships/image" Target="../media/image300.emf"/><Relationship Id="rId19" Type="http://schemas.openxmlformats.org/officeDocument/2006/relationships/oleObject" Target="../embeddings/oleObject327.bin"/><Relationship Id="rId18" Type="http://schemas.openxmlformats.org/officeDocument/2006/relationships/image" Target="../media/image308.emf"/><Relationship Id="rId17" Type="http://schemas.openxmlformats.org/officeDocument/2006/relationships/oleObject" Target="../embeddings/oleObject326.bin"/><Relationship Id="rId16" Type="http://schemas.openxmlformats.org/officeDocument/2006/relationships/image" Target="../media/image307.emf"/><Relationship Id="rId15" Type="http://schemas.openxmlformats.org/officeDocument/2006/relationships/oleObject" Target="../embeddings/oleObject325.bin"/><Relationship Id="rId14" Type="http://schemas.openxmlformats.org/officeDocument/2006/relationships/image" Target="../media/image306.emf"/><Relationship Id="rId13" Type="http://schemas.openxmlformats.org/officeDocument/2006/relationships/oleObject" Target="../embeddings/oleObject324.bin"/><Relationship Id="rId12" Type="http://schemas.openxmlformats.org/officeDocument/2006/relationships/image" Target="../media/image305.emf"/><Relationship Id="rId11" Type="http://schemas.openxmlformats.org/officeDocument/2006/relationships/oleObject" Target="../embeddings/oleObject323.bin"/><Relationship Id="rId10" Type="http://schemas.openxmlformats.org/officeDocument/2006/relationships/image" Target="../media/image304.emf"/><Relationship Id="rId1" Type="http://schemas.openxmlformats.org/officeDocument/2006/relationships/oleObject" Target="../embeddings/oleObject318.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image" Target="../media/image316.emf"/><Relationship Id="rId7" Type="http://schemas.openxmlformats.org/officeDocument/2006/relationships/oleObject" Target="../embeddings/oleObject334.bin"/><Relationship Id="rId6" Type="http://schemas.openxmlformats.org/officeDocument/2006/relationships/image" Target="../media/image315.emf"/><Relationship Id="rId5" Type="http://schemas.openxmlformats.org/officeDocument/2006/relationships/oleObject" Target="../embeddings/oleObject333.bin"/><Relationship Id="rId4" Type="http://schemas.openxmlformats.org/officeDocument/2006/relationships/image" Target="../media/image314.emf"/><Relationship Id="rId3" Type="http://schemas.openxmlformats.org/officeDocument/2006/relationships/oleObject" Target="../embeddings/oleObject332.bin"/><Relationship Id="rId2" Type="http://schemas.openxmlformats.org/officeDocument/2006/relationships/image" Target="../media/image313.emf"/><Relationship Id="rId17" Type="http://schemas.openxmlformats.org/officeDocument/2006/relationships/vmlDrawing" Target="../drawings/vmlDrawing31.vml"/><Relationship Id="rId16" Type="http://schemas.openxmlformats.org/officeDocument/2006/relationships/slideLayout" Target="../slideLayouts/slideLayout7.xml"/><Relationship Id="rId15" Type="http://schemas.openxmlformats.org/officeDocument/2006/relationships/image" Target="../media/image319.emf"/><Relationship Id="rId14" Type="http://schemas.openxmlformats.org/officeDocument/2006/relationships/oleObject" Target="../embeddings/oleObject337.bin"/><Relationship Id="rId13" Type="http://schemas.openxmlformats.org/officeDocument/2006/relationships/image" Target="../media/image318.emf"/><Relationship Id="rId12" Type="http://schemas.openxmlformats.org/officeDocument/2006/relationships/oleObject" Target="../embeddings/oleObject336.bin"/><Relationship Id="rId11" Type="http://schemas.openxmlformats.org/officeDocument/2006/relationships/image" Target="../media/image317.emf"/><Relationship Id="rId10" Type="http://schemas.openxmlformats.org/officeDocument/2006/relationships/oleObject" Target="../embeddings/oleObject335.bin"/><Relationship Id="rId1" Type="http://schemas.openxmlformats.org/officeDocument/2006/relationships/oleObject" Target="../embeddings/oleObject331.bin"/></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0.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0.png"/></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342.bin"/><Relationship Id="rId8" Type="http://schemas.openxmlformats.org/officeDocument/2006/relationships/image" Target="../media/image324.emf"/><Relationship Id="rId7" Type="http://schemas.openxmlformats.org/officeDocument/2006/relationships/oleObject" Target="../embeddings/oleObject341.bin"/><Relationship Id="rId6" Type="http://schemas.openxmlformats.org/officeDocument/2006/relationships/image" Target="../media/image323.emf"/><Relationship Id="rId5" Type="http://schemas.openxmlformats.org/officeDocument/2006/relationships/oleObject" Target="../embeddings/oleObject340.bin"/><Relationship Id="rId4" Type="http://schemas.openxmlformats.org/officeDocument/2006/relationships/image" Target="../media/image322.emf"/><Relationship Id="rId30" Type="http://schemas.openxmlformats.org/officeDocument/2006/relationships/vmlDrawing" Target="../drawings/vmlDrawing32.vml"/><Relationship Id="rId3" Type="http://schemas.openxmlformats.org/officeDocument/2006/relationships/oleObject" Target="../embeddings/oleObject339.bin"/><Relationship Id="rId29" Type="http://schemas.openxmlformats.org/officeDocument/2006/relationships/slideLayout" Target="../slideLayouts/slideLayout7.xml"/><Relationship Id="rId28" Type="http://schemas.openxmlformats.org/officeDocument/2006/relationships/image" Target="../media/image334.emf"/><Relationship Id="rId27" Type="http://schemas.openxmlformats.org/officeDocument/2006/relationships/oleObject" Target="../embeddings/oleObject351.bin"/><Relationship Id="rId26" Type="http://schemas.openxmlformats.org/officeDocument/2006/relationships/image" Target="../media/image333.emf"/><Relationship Id="rId25" Type="http://schemas.openxmlformats.org/officeDocument/2006/relationships/oleObject" Target="../embeddings/oleObject350.bin"/><Relationship Id="rId24" Type="http://schemas.openxmlformats.org/officeDocument/2006/relationships/image" Target="../media/image332.emf"/><Relationship Id="rId23" Type="http://schemas.openxmlformats.org/officeDocument/2006/relationships/oleObject" Target="../embeddings/oleObject349.bin"/><Relationship Id="rId22" Type="http://schemas.openxmlformats.org/officeDocument/2006/relationships/image" Target="../media/image331.emf"/><Relationship Id="rId21" Type="http://schemas.openxmlformats.org/officeDocument/2006/relationships/oleObject" Target="../embeddings/oleObject348.bin"/><Relationship Id="rId20" Type="http://schemas.openxmlformats.org/officeDocument/2006/relationships/image" Target="../media/image330.emf"/><Relationship Id="rId2" Type="http://schemas.openxmlformats.org/officeDocument/2006/relationships/image" Target="../media/image321.emf"/><Relationship Id="rId19" Type="http://schemas.openxmlformats.org/officeDocument/2006/relationships/oleObject" Target="../embeddings/oleObject347.bin"/><Relationship Id="rId18" Type="http://schemas.openxmlformats.org/officeDocument/2006/relationships/image" Target="../media/image329.emf"/><Relationship Id="rId17" Type="http://schemas.openxmlformats.org/officeDocument/2006/relationships/oleObject" Target="../embeddings/oleObject346.bin"/><Relationship Id="rId16" Type="http://schemas.openxmlformats.org/officeDocument/2006/relationships/image" Target="../media/image328.emf"/><Relationship Id="rId15" Type="http://schemas.openxmlformats.org/officeDocument/2006/relationships/oleObject" Target="../embeddings/oleObject345.bin"/><Relationship Id="rId14" Type="http://schemas.openxmlformats.org/officeDocument/2006/relationships/image" Target="../media/image327.emf"/><Relationship Id="rId13" Type="http://schemas.openxmlformats.org/officeDocument/2006/relationships/oleObject" Target="../embeddings/oleObject344.bin"/><Relationship Id="rId12" Type="http://schemas.openxmlformats.org/officeDocument/2006/relationships/image" Target="../media/image326.emf"/><Relationship Id="rId11" Type="http://schemas.openxmlformats.org/officeDocument/2006/relationships/oleObject" Target="../embeddings/oleObject343.bin"/><Relationship Id="rId10" Type="http://schemas.openxmlformats.org/officeDocument/2006/relationships/image" Target="../media/image325.emf"/><Relationship Id="rId1" Type="http://schemas.openxmlformats.org/officeDocument/2006/relationships/oleObject" Target="../embeddings/oleObject338.bin"/></Relationships>
</file>

<file path=ppt/slides/_rels/slide51.xml.rels><?xml version="1.0" encoding="UTF-8" standalone="yes"?>
<Relationships xmlns="http://schemas.openxmlformats.org/package/2006/relationships"><Relationship Id="rId9" Type="http://schemas.openxmlformats.org/officeDocument/2006/relationships/image" Target="../media/image338.emf"/><Relationship Id="rId8" Type="http://schemas.openxmlformats.org/officeDocument/2006/relationships/oleObject" Target="../embeddings/oleObject355.bin"/><Relationship Id="rId7" Type="http://schemas.openxmlformats.org/officeDocument/2006/relationships/image" Target="../media/image337.emf"/><Relationship Id="rId6" Type="http://schemas.openxmlformats.org/officeDocument/2006/relationships/oleObject" Target="../embeddings/oleObject354.bin"/><Relationship Id="rId5" Type="http://schemas.openxmlformats.org/officeDocument/2006/relationships/image" Target="../media/image336.emf"/><Relationship Id="rId4" Type="http://schemas.openxmlformats.org/officeDocument/2006/relationships/oleObject" Target="../embeddings/oleObject353.bin"/><Relationship Id="rId3" Type="http://schemas.openxmlformats.org/officeDocument/2006/relationships/image" Target="../media/image335.emf"/><Relationship Id="rId2" Type="http://schemas.openxmlformats.org/officeDocument/2006/relationships/oleObject" Target="../embeddings/oleObject352.bin"/><Relationship Id="rId13" Type="http://schemas.openxmlformats.org/officeDocument/2006/relationships/vmlDrawing" Target="../drawings/vmlDrawing33.vml"/><Relationship Id="rId12" Type="http://schemas.openxmlformats.org/officeDocument/2006/relationships/slideLayout" Target="../slideLayouts/slideLayout7.xml"/><Relationship Id="rId11" Type="http://schemas.openxmlformats.org/officeDocument/2006/relationships/image" Target="../media/image339.emf"/><Relationship Id="rId10" Type="http://schemas.openxmlformats.org/officeDocument/2006/relationships/oleObject" Target="../embeddings/oleObject356.bin"/><Relationship Id="rId1" Type="http://schemas.openxmlformats.org/officeDocument/2006/relationships/image" Target="../media/image73.png"/></Relationships>
</file>

<file path=ppt/slides/_rels/slide52.xml.rels><?xml version="1.0" encoding="UTF-8" standalone="yes"?>
<Relationships xmlns="http://schemas.openxmlformats.org/package/2006/relationships"><Relationship Id="rId9" Type="http://schemas.openxmlformats.org/officeDocument/2006/relationships/image" Target="../media/image343.emf"/><Relationship Id="rId8" Type="http://schemas.openxmlformats.org/officeDocument/2006/relationships/oleObject" Target="../embeddings/oleObject360.bin"/><Relationship Id="rId7" Type="http://schemas.openxmlformats.org/officeDocument/2006/relationships/image" Target="../media/image342.emf"/><Relationship Id="rId6" Type="http://schemas.openxmlformats.org/officeDocument/2006/relationships/oleObject" Target="../embeddings/oleObject359.bin"/><Relationship Id="rId5" Type="http://schemas.openxmlformats.org/officeDocument/2006/relationships/image" Target="../media/image341.emf"/><Relationship Id="rId4" Type="http://schemas.openxmlformats.org/officeDocument/2006/relationships/oleObject" Target="../embeddings/oleObject358.bin"/><Relationship Id="rId3" Type="http://schemas.openxmlformats.org/officeDocument/2006/relationships/image" Target="../media/image340.emf"/><Relationship Id="rId2" Type="http://schemas.openxmlformats.org/officeDocument/2006/relationships/oleObject" Target="../embeddings/oleObject357.bin"/><Relationship Id="rId15" Type="http://schemas.openxmlformats.org/officeDocument/2006/relationships/vmlDrawing" Target="../drawings/vmlDrawing34.vml"/><Relationship Id="rId14" Type="http://schemas.openxmlformats.org/officeDocument/2006/relationships/slideLayout" Target="../slideLayouts/slideLayout7.xml"/><Relationship Id="rId13" Type="http://schemas.openxmlformats.org/officeDocument/2006/relationships/image" Target="../media/image345.emf"/><Relationship Id="rId12" Type="http://schemas.openxmlformats.org/officeDocument/2006/relationships/oleObject" Target="../embeddings/oleObject362.bin"/><Relationship Id="rId11" Type="http://schemas.openxmlformats.org/officeDocument/2006/relationships/image" Target="../media/image344.emf"/><Relationship Id="rId10" Type="http://schemas.openxmlformats.org/officeDocument/2006/relationships/oleObject" Target="../embeddings/oleObject361.bin"/><Relationship Id="rId1" Type="http://schemas.openxmlformats.org/officeDocument/2006/relationships/image" Target="../media/image73.png"/></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367.bin"/><Relationship Id="rId8" Type="http://schemas.openxmlformats.org/officeDocument/2006/relationships/image" Target="../media/image349.emf"/><Relationship Id="rId7" Type="http://schemas.openxmlformats.org/officeDocument/2006/relationships/oleObject" Target="../embeddings/oleObject366.bin"/><Relationship Id="rId6" Type="http://schemas.openxmlformats.org/officeDocument/2006/relationships/image" Target="../media/image348.emf"/><Relationship Id="rId5" Type="http://schemas.openxmlformats.org/officeDocument/2006/relationships/oleObject" Target="../embeddings/oleObject365.bin"/><Relationship Id="rId4" Type="http://schemas.openxmlformats.org/officeDocument/2006/relationships/image" Target="../media/image347.emf"/><Relationship Id="rId3" Type="http://schemas.openxmlformats.org/officeDocument/2006/relationships/oleObject" Target="../embeddings/oleObject364.bin"/><Relationship Id="rId2" Type="http://schemas.openxmlformats.org/officeDocument/2006/relationships/image" Target="../media/image346.emf"/><Relationship Id="rId12" Type="http://schemas.openxmlformats.org/officeDocument/2006/relationships/vmlDrawing" Target="../drawings/vmlDrawing35.vml"/><Relationship Id="rId11" Type="http://schemas.openxmlformats.org/officeDocument/2006/relationships/slideLayout" Target="../slideLayouts/slideLayout7.xml"/><Relationship Id="rId10" Type="http://schemas.openxmlformats.org/officeDocument/2006/relationships/image" Target="../media/image350.emf"/><Relationship Id="rId1" Type="http://schemas.openxmlformats.org/officeDocument/2006/relationships/oleObject" Target="../embeddings/oleObject363.bin"/></Relationships>
</file>

<file path=ppt/slides/_rels/slide54.xml.rels><?xml version="1.0" encoding="UTF-8" standalone="yes"?>
<Relationships xmlns="http://schemas.openxmlformats.org/package/2006/relationships"><Relationship Id="rId9" Type="http://schemas.openxmlformats.org/officeDocument/2006/relationships/image" Target="../media/image354.emf"/><Relationship Id="rId8" Type="http://schemas.openxmlformats.org/officeDocument/2006/relationships/oleObject" Target="../embeddings/oleObject371.bin"/><Relationship Id="rId7" Type="http://schemas.openxmlformats.org/officeDocument/2006/relationships/image" Target="../media/image353.emf"/><Relationship Id="rId6" Type="http://schemas.openxmlformats.org/officeDocument/2006/relationships/oleObject" Target="../embeddings/oleObject370.bin"/><Relationship Id="rId5" Type="http://schemas.openxmlformats.org/officeDocument/2006/relationships/image" Target="../media/image352.emf"/><Relationship Id="rId4" Type="http://schemas.openxmlformats.org/officeDocument/2006/relationships/oleObject" Target="../embeddings/oleObject369.bin"/><Relationship Id="rId3" Type="http://schemas.openxmlformats.org/officeDocument/2006/relationships/image" Target="../media/image351.emf"/><Relationship Id="rId2" Type="http://schemas.openxmlformats.org/officeDocument/2006/relationships/oleObject" Target="../embeddings/oleObject368.bin"/><Relationship Id="rId17" Type="http://schemas.openxmlformats.org/officeDocument/2006/relationships/vmlDrawing" Target="../drawings/vmlDrawing36.vml"/><Relationship Id="rId16" Type="http://schemas.openxmlformats.org/officeDocument/2006/relationships/slideLayout" Target="../slideLayouts/slideLayout7.xml"/><Relationship Id="rId15" Type="http://schemas.openxmlformats.org/officeDocument/2006/relationships/image" Target="../media/image357.emf"/><Relationship Id="rId14" Type="http://schemas.openxmlformats.org/officeDocument/2006/relationships/oleObject" Target="../embeddings/oleObject374.bin"/><Relationship Id="rId13" Type="http://schemas.openxmlformats.org/officeDocument/2006/relationships/image" Target="../media/image356.emf"/><Relationship Id="rId12" Type="http://schemas.openxmlformats.org/officeDocument/2006/relationships/oleObject" Target="../embeddings/oleObject373.bin"/><Relationship Id="rId11" Type="http://schemas.openxmlformats.org/officeDocument/2006/relationships/image" Target="../media/image355.emf"/><Relationship Id="rId10" Type="http://schemas.openxmlformats.org/officeDocument/2006/relationships/oleObject" Target="../embeddings/oleObject372.bin"/><Relationship Id="rId1" Type="http://schemas.openxmlformats.org/officeDocument/2006/relationships/image" Target="../media/image73.png"/></Relationships>
</file>

<file path=ppt/slides/_rels/slide55.xml.rels><?xml version="1.0" encoding="UTF-8" standalone="yes"?>
<Relationships xmlns="http://schemas.openxmlformats.org/package/2006/relationships"><Relationship Id="rId9" Type="http://schemas.openxmlformats.org/officeDocument/2006/relationships/image" Target="../media/image361.emf"/><Relationship Id="rId8" Type="http://schemas.openxmlformats.org/officeDocument/2006/relationships/oleObject" Target="../embeddings/oleObject378.bin"/><Relationship Id="rId7" Type="http://schemas.openxmlformats.org/officeDocument/2006/relationships/image" Target="../media/image360.emf"/><Relationship Id="rId6" Type="http://schemas.openxmlformats.org/officeDocument/2006/relationships/oleObject" Target="../embeddings/oleObject377.bin"/><Relationship Id="rId5" Type="http://schemas.openxmlformats.org/officeDocument/2006/relationships/image" Target="../media/image359.emf"/><Relationship Id="rId4" Type="http://schemas.openxmlformats.org/officeDocument/2006/relationships/oleObject" Target="../embeddings/oleObject376.bin"/><Relationship Id="rId3" Type="http://schemas.openxmlformats.org/officeDocument/2006/relationships/image" Target="../media/image73.png"/><Relationship Id="rId2" Type="http://schemas.openxmlformats.org/officeDocument/2006/relationships/image" Target="../media/image358.emf"/><Relationship Id="rId17" Type="http://schemas.openxmlformats.org/officeDocument/2006/relationships/vmlDrawing" Target="../drawings/vmlDrawing37.vml"/><Relationship Id="rId16" Type="http://schemas.openxmlformats.org/officeDocument/2006/relationships/slideLayout" Target="../slideLayouts/slideLayout7.xml"/><Relationship Id="rId15" Type="http://schemas.openxmlformats.org/officeDocument/2006/relationships/image" Target="../media/image364.emf"/><Relationship Id="rId14" Type="http://schemas.openxmlformats.org/officeDocument/2006/relationships/oleObject" Target="../embeddings/oleObject381.bin"/><Relationship Id="rId13" Type="http://schemas.openxmlformats.org/officeDocument/2006/relationships/image" Target="../media/image363.emf"/><Relationship Id="rId12" Type="http://schemas.openxmlformats.org/officeDocument/2006/relationships/oleObject" Target="../embeddings/oleObject380.bin"/><Relationship Id="rId11" Type="http://schemas.openxmlformats.org/officeDocument/2006/relationships/image" Target="../media/image362.emf"/><Relationship Id="rId10" Type="http://schemas.openxmlformats.org/officeDocument/2006/relationships/oleObject" Target="../embeddings/oleObject379.bin"/><Relationship Id="rId1" Type="http://schemas.openxmlformats.org/officeDocument/2006/relationships/oleObject" Target="../embeddings/oleObject375.bin"/></Relationships>
</file>

<file path=ppt/slides/_rels/slide56.xml.rels><?xml version="1.0" encoding="UTF-8" standalone="yes"?>
<Relationships xmlns="http://schemas.openxmlformats.org/package/2006/relationships"><Relationship Id="rId9" Type="http://schemas.openxmlformats.org/officeDocument/2006/relationships/image" Target="../media/image368.emf"/><Relationship Id="rId8" Type="http://schemas.openxmlformats.org/officeDocument/2006/relationships/oleObject" Target="../embeddings/oleObject385.bin"/><Relationship Id="rId7" Type="http://schemas.openxmlformats.org/officeDocument/2006/relationships/image" Target="../media/image367.emf"/><Relationship Id="rId6" Type="http://schemas.openxmlformats.org/officeDocument/2006/relationships/oleObject" Target="../embeddings/oleObject384.bin"/><Relationship Id="rId5" Type="http://schemas.openxmlformats.org/officeDocument/2006/relationships/image" Target="../media/image366.emf"/><Relationship Id="rId4" Type="http://schemas.openxmlformats.org/officeDocument/2006/relationships/oleObject" Target="../embeddings/oleObject383.bin"/><Relationship Id="rId3" Type="http://schemas.openxmlformats.org/officeDocument/2006/relationships/image" Target="../media/image365.emf"/><Relationship Id="rId2" Type="http://schemas.openxmlformats.org/officeDocument/2006/relationships/oleObject" Target="../embeddings/oleObject382.bin"/><Relationship Id="rId13" Type="http://schemas.openxmlformats.org/officeDocument/2006/relationships/vmlDrawing" Target="../drawings/vmlDrawing38.vml"/><Relationship Id="rId12" Type="http://schemas.openxmlformats.org/officeDocument/2006/relationships/slideLayout" Target="../slideLayouts/slideLayout7.xml"/><Relationship Id="rId11" Type="http://schemas.openxmlformats.org/officeDocument/2006/relationships/image" Target="../media/image369.emf"/><Relationship Id="rId10" Type="http://schemas.openxmlformats.org/officeDocument/2006/relationships/oleObject" Target="../embeddings/oleObject386.bin"/><Relationship Id="rId1" Type="http://schemas.openxmlformats.org/officeDocument/2006/relationships/image" Target="../media/image73.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0.png"/></Relationships>
</file>

<file path=ppt/slides/_rels/slide58.xml.rels><?xml version="1.0" encoding="UTF-8" standalone="yes"?>
<Relationships xmlns="http://schemas.openxmlformats.org/package/2006/relationships"><Relationship Id="rId9" Type="http://schemas.openxmlformats.org/officeDocument/2006/relationships/oleObject" Target="../embeddings/oleObject391.bin"/><Relationship Id="rId8" Type="http://schemas.openxmlformats.org/officeDocument/2006/relationships/image" Target="../media/image374.emf"/><Relationship Id="rId7" Type="http://schemas.openxmlformats.org/officeDocument/2006/relationships/oleObject" Target="../embeddings/oleObject390.bin"/><Relationship Id="rId6" Type="http://schemas.openxmlformats.org/officeDocument/2006/relationships/image" Target="../media/image373.emf"/><Relationship Id="rId5" Type="http://schemas.openxmlformats.org/officeDocument/2006/relationships/oleObject" Target="../embeddings/oleObject389.bin"/><Relationship Id="rId4" Type="http://schemas.openxmlformats.org/officeDocument/2006/relationships/image" Target="../media/image372.emf"/><Relationship Id="rId3" Type="http://schemas.openxmlformats.org/officeDocument/2006/relationships/oleObject" Target="../embeddings/oleObject388.bin"/><Relationship Id="rId22" Type="http://schemas.openxmlformats.org/officeDocument/2006/relationships/vmlDrawing" Target="../drawings/vmlDrawing39.vml"/><Relationship Id="rId21" Type="http://schemas.openxmlformats.org/officeDocument/2006/relationships/slideLayout" Target="../slideLayouts/slideLayout7.xml"/><Relationship Id="rId20" Type="http://schemas.openxmlformats.org/officeDocument/2006/relationships/image" Target="../media/image380.emf"/><Relationship Id="rId2" Type="http://schemas.openxmlformats.org/officeDocument/2006/relationships/image" Target="../media/image371.emf"/><Relationship Id="rId19" Type="http://schemas.openxmlformats.org/officeDocument/2006/relationships/oleObject" Target="../embeddings/oleObject396.bin"/><Relationship Id="rId18" Type="http://schemas.openxmlformats.org/officeDocument/2006/relationships/image" Target="../media/image379.emf"/><Relationship Id="rId17" Type="http://schemas.openxmlformats.org/officeDocument/2006/relationships/oleObject" Target="../embeddings/oleObject395.bin"/><Relationship Id="rId16" Type="http://schemas.openxmlformats.org/officeDocument/2006/relationships/image" Target="../media/image378.emf"/><Relationship Id="rId15" Type="http://schemas.openxmlformats.org/officeDocument/2006/relationships/oleObject" Target="../embeddings/oleObject394.bin"/><Relationship Id="rId14" Type="http://schemas.openxmlformats.org/officeDocument/2006/relationships/image" Target="../media/image377.emf"/><Relationship Id="rId13" Type="http://schemas.openxmlformats.org/officeDocument/2006/relationships/oleObject" Target="../embeddings/oleObject393.bin"/><Relationship Id="rId12" Type="http://schemas.openxmlformats.org/officeDocument/2006/relationships/image" Target="../media/image376.emf"/><Relationship Id="rId11" Type="http://schemas.openxmlformats.org/officeDocument/2006/relationships/oleObject" Target="../embeddings/oleObject392.bin"/><Relationship Id="rId10" Type="http://schemas.openxmlformats.org/officeDocument/2006/relationships/image" Target="../media/image375.emf"/><Relationship Id="rId1" Type="http://schemas.openxmlformats.org/officeDocument/2006/relationships/oleObject" Target="../embeddings/oleObject387.bin"/></Relationships>
</file>

<file path=ppt/slides/_rels/slide59.xml.rels><?xml version="1.0" encoding="UTF-8" standalone="yes"?>
<Relationships xmlns="http://schemas.openxmlformats.org/package/2006/relationships"><Relationship Id="rId9" Type="http://schemas.openxmlformats.org/officeDocument/2006/relationships/image" Target="../media/image384.emf"/><Relationship Id="rId8" Type="http://schemas.openxmlformats.org/officeDocument/2006/relationships/oleObject" Target="../embeddings/oleObject400.bin"/><Relationship Id="rId7" Type="http://schemas.openxmlformats.org/officeDocument/2006/relationships/image" Target="../media/image383.emf"/><Relationship Id="rId6" Type="http://schemas.openxmlformats.org/officeDocument/2006/relationships/oleObject" Target="../embeddings/oleObject399.bin"/><Relationship Id="rId5" Type="http://schemas.openxmlformats.org/officeDocument/2006/relationships/image" Target="../media/image382.emf"/><Relationship Id="rId4" Type="http://schemas.openxmlformats.org/officeDocument/2006/relationships/oleObject" Target="../embeddings/oleObject398.bin"/><Relationship Id="rId31" Type="http://schemas.openxmlformats.org/officeDocument/2006/relationships/vmlDrawing" Target="../drawings/vmlDrawing40.vml"/><Relationship Id="rId30" Type="http://schemas.openxmlformats.org/officeDocument/2006/relationships/slideLayout" Target="../slideLayouts/slideLayout7.xml"/><Relationship Id="rId3" Type="http://schemas.openxmlformats.org/officeDocument/2006/relationships/image" Target="../media/image73.png"/><Relationship Id="rId29" Type="http://schemas.openxmlformats.org/officeDocument/2006/relationships/image" Target="../media/image394.emf"/><Relationship Id="rId28" Type="http://schemas.openxmlformats.org/officeDocument/2006/relationships/oleObject" Target="../embeddings/oleObject410.bin"/><Relationship Id="rId27" Type="http://schemas.openxmlformats.org/officeDocument/2006/relationships/image" Target="../media/image393.emf"/><Relationship Id="rId26" Type="http://schemas.openxmlformats.org/officeDocument/2006/relationships/oleObject" Target="../embeddings/oleObject409.bin"/><Relationship Id="rId25" Type="http://schemas.openxmlformats.org/officeDocument/2006/relationships/image" Target="../media/image392.emf"/><Relationship Id="rId24" Type="http://schemas.openxmlformats.org/officeDocument/2006/relationships/oleObject" Target="../embeddings/oleObject408.bin"/><Relationship Id="rId23" Type="http://schemas.openxmlformats.org/officeDocument/2006/relationships/image" Target="../media/image391.emf"/><Relationship Id="rId22" Type="http://schemas.openxmlformats.org/officeDocument/2006/relationships/oleObject" Target="../embeddings/oleObject407.bin"/><Relationship Id="rId21" Type="http://schemas.openxmlformats.org/officeDocument/2006/relationships/image" Target="../media/image390.emf"/><Relationship Id="rId20" Type="http://schemas.openxmlformats.org/officeDocument/2006/relationships/oleObject" Target="../embeddings/oleObject406.bin"/><Relationship Id="rId2" Type="http://schemas.openxmlformats.org/officeDocument/2006/relationships/image" Target="../media/image381.emf"/><Relationship Id="rId19" Type="http://schemas.openxmlformats.org/officeDocument/2006/relationships/image" Target="../media/image389.emf"/><Relationship Id="rId18" Type="http://schemas.openxmlformats.org/officeDocument/2006/relationships/oleObject" Target="../embeddings/oleObject405.bin"/><Relationship Id="rId17" Type="http://schemas.openxmlformats.org/officeDocument/2006/relationships/image" Target="../media/image388.emf"/><Relationship Id="rId16" Type="http://schemas.openxmlformats.org/officeDocument/2006/relationships/oleObject" Target="../embeddings/oleObject404.bin"/><Relationship Id="rId15" Type="http://schemas.openxmlformats.org/officeDocument/2006/relationships/image" Target="../media/image387.emf"/><Relationship Id="rId14" Type="http://schemas.openxmlformats.org/officeDocument/2006/relationships/oleObject" Target="../embeddings/oleObject403.bin"/><Relationship Id="rId13" Type="http://schemas.openxmlformats.org/officeDocument/2006/relationships/image" Target="../media/image386.emf"/><Relationship Id="rId12" Type="http://schemas.openxmlformats.org/officeDocument/2006/relationships/oleObject" Target="../embeddings/oleObject402.bin"/><Relationship Id="rId11" Type="http://schemas.openxmlformats.org/officeDocument/2006/relationships/image" Target="../media/image385.emf"/><Relationship Id="rId10" Type="http://schemas.openxmlformats.org/officeDocument/2006/relationships/oleObject" Target="../embeddings/oleObject401.bin"/><Relationship Id="rId1" Type="http://schemas.openxmlformats.org/officeDocument/2006/relationships/oleObject" Target="../embeddings/oleObject397.bin"/></Relationships>
</file>

<file path=ppt/slides/_rels/slide60.xml.rels><?xml version="1.0" encoding="UTF-8" standalone="yes"?>
<Relationships xmlns="http://schemas.openxmlformats.org/package/2006/relationships"><Relationship Id="rId9" Type="http://schemas.openxmlformats.org/officeDocument/2006/relationships/image" Target="../media/image398.emf"/><Relationship Id="rId8" Type="http://schemas.openxmlformats.org/officeDocument/2006/relationships/oleObject" Target="../embeddings/oleObject414.bin"/><Relationship Id="rId7" Type="http://schemas.openxmlformats.org/officeDocument/2006/relationships/image" Target="../media/image397.emf"/><Relationship Id="rId6" Type="http://schemas.openxmlformats.org/officeDocument/2006/relationships/oleObject" Target="../embeddings/oleObject413.bin"/><Relationship Id="rId5" Type="http://schemas.openxmlformats.org/officeDocument/2006/relationships/image" Target="../media/image396.emf"/><Relationship Id="rId4" Type="http://schemas.openxmlformats.org/officeDocument/2006/relationships/oleObject" Target="../embeddings/oleObject412.bin"/><Relationship Id="rId3" Type="http://schemas.openxmlformats.org/officeDocument/2006/relationships/image" Target="../media/image73.png"/><Relationship Id="rId2" Type="http://schemas.openxmlformats.org/officeDocument/2006/relationships/image" Target="../media/image395.emf"/><Relationship Id="rId15" Type="http://schemas.openxmlformats.org/officeDocument/2006/relationships/vmlDrawing" Target="../drawings/vmlDrawing41.vml"/><Relationship Id="rId14" Type="http://schemas.openxmlformats.org/officeDocument/2006/relationships/slideLayout" Target="../slideLayouts/slideLayout7.xml"/><Relationship Id="rId13" Type="http://schemas.openxmlformats.org/officeDocument/2006/relationships/image" Target="../media/image400.emf"/><Relationship Id="rId12" Type="http://schemas.openxmlformats.org/officeDocument/2006/relationships/oleObject" Target="../embeddings/oleObject416.bin"/><Relationship Id="rId11" Type="http://schemas.openxmlformats.org/officeDocument/2006/relationships/image" Target="../media/image399.emf"/><Relationship Id="rId10" Type="http://schemas.openxmlformats.org/officeDocument/2006/relationships/oleObject" Target="../embeddings/oleObject415.bin"/><Relationship Id="rId1" Type="http://schemas.openxmlformats.org/officeDocument/2006/relationships/oleObject" Target="../embeddings/oleObject411.bin"/></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1.png"/></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42.vml"/><Relationship Id="rId3" Type="http://schemas.openxmlformats.org/officeDocument/2006/relationships/slideLayout" Target="../slideLayouts/slideLayout7.xml"/><Relationship Id="rId2" Type="http://schemas.openxmlformats.org/officeDocument/2006/relationships/image" Target="../media/image402.emf"/><Relationship Id="rId1" Type="http://schemas.openxmlformats.org/officeDocument/2006/relationships/oleObject" Target="../embeddings/oleObject417.bin"/></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a:hlinkClick r:id="rId1"/>
          </p:cNvPr>
          <p:cNvSpPr>
            <a:spLocks noChangeArrowheads="1"/>
          </p:cNvSpPr>
          <p:nvPr/>
        </p:nvSpPr>
        <p:spPr bwMode="auto">
          <a:xfrm>
            <a:off x="754062" y="1625600"/>
            <a:ext cx="78503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buClr>
                <a:schemeClr val="hlink"/>
              </a:buClr>
              <a:buFont typeface="Wingdings" panose="05000000000000000000" pitchFamily="2" charset="2"/>
              <a:buChar char="u"/>
            </a:pPr>
            <a:r>
              <a:rPr kumimoji="1" lang="zh-CN" altLang="en-US" dirty="0">
                <a:solidFill>
                  <a:srgbClr val="336699"/>
                </a:solidFill>
                <a:latin typeface="楷体_GB2312" pitchFamily="49" charset="-122"/>
                <a:ea typeface="楷体_GB2312" pitchFamily="49" charset="-122"/>
              </a:rPr>
              <a:t>狭义相对论的基本原理  洛伦兹变换式</a:t>
            </a:r>
            <a:endParaRPr lang="zh-CN" altLang="en-US" dirty="0">
              <a:solidFill>
                <a:srgbClr val="336699"/>
              </a:solidFill>
              <a:latin typeface="楷体_GB2312" pitchFamily="49" charset="-122"/>
              <a:ea typeface="楷体_GB2312" pitchFamily="49" charset="-122"/>
            </a:endParaRPr>
          </a:p>
        </p:txBody>
      </p:sp>
      <p:sp>
        <p:nvSpPr>
          <p:cNvPr id="4099" name="Rectangle 6">
            <a:hlinkClick r:id="rId2"/>
          </p:cNvPr>
          <p:cNvSpPr>
            <a:spLocks noChangeArrowheads="1"/>
          </p:cNvSpPr>
          <p:nvPr/>
        </p:nvSpPr>
        <p:spPr bwMode="auto">
          <a:xfrm>
            <a:off x="754062" y="2960330"/>
            <a:ext cx="554613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buClr>
                <a:srgbClr val="FF99FF"/>
              </a:buClr>
              <a:buFont typeface="Wingdings" panose="05000000000000000000" pitchFamily="2" charset="2"/>
              <a:buChar char="u"/>
            </a:pPr>
            <a:r>
              <a:rPr kumimoji="1" lang="zh-CN" altLang="en-US" dirty="0">
                <a:solidFill>
                  <a:srgbClr val="336699"/>
                </a:solidFill>
                <a:latin typeface="楷体_GB2312" pitchFamily="49" charset="-122"/>
                <a:ea typeface="楷体_GB2312" pitchFamily="49" charset="-122"/>
              </a:rPr>
              <a:t>狭义相对论的时空观</a:t>
            </a:r>
            <a:endParaRPr kumimoji="1" lang="zh-CN" altLang="en-US" dirty="0">
              <a:solidFill>
                <a:srgbClr val="336699"/>
              </a:solidFill>
              <a:latin typeface="楷体_GB2312" pitchFamily="49" charset="-122"/>
              <a:ea typeface="楷体_GB2312" pitchFamily="49" charset="-122"/>
            </a:endParaRPr>
          </a:p>
        </p:txBody>
      </p:sp>
      <p:sp>
        <p:nvSpPr>
          <p:cNvPr id="4100" name="Rectangle 8">
            <a:hlinkClick r:id="rId3"/>
          </p:cNvPr>
          <p:cNvSpPr>
            <a:spLocks noChangeArrowheads="1"/>
          </p:cNvSpPr>
          <p:nvPr/>
        </p:nvSpPr>
        <p:spPr bwMode="auto">
          <a:xfrm>
            <a:off x="755650" y="4289723"/>
            <a:ext cx="71326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buClr>
                <a:srgbClr val="FF99FF"/>
              </a:buClr>
              <a:buFont typeface="Wingdings" panose="05000000000000000000" pitchFamily="2" charset="2"/>
              <a:buChar char="u"/>
            </a:pPr>
            <a:r>
              <a:rPr kumimoji="1" lang="zh-CN" altLang="en-US" dirty="0">
                <a:solidFill>
                  <a:srgbClr val="336699"/>
                </a:solidFill>
                <a:latin typeface="楷体_GB2312" pitchFamily="49" charset="-122"/>
                <a:ea typeface="楷体_GB2312" pitchFamily="49" charset="-122"/>
              </a:rPr>
              <a:t>相对论性动量和能量</a:t>
            </a:r>
            <a:endParaRPr kumimoji="1" lang="zh-CN" altLang="en-US" dirty="0">
              <a:solidFill>
                <a:srgbClr val="336699"/>
              </a:solidFill>
              <a:latin typeface="楷体_GB2312" pitchFamily="49" charset="-122"/>
              <a:ea typeface="楷体_GB2312" pitchFamily="49" charset="-122"/>
            </a:endParaRPr>
          </a:p>
        </p:txBody>
      </p:sp>
      <p:sp>
        <p:nvSpPr>
          <p:cNvPr id="4102" name="Rectangle 12">
            <a:hlinkClick r:id="rId2"/>
          </p:cNvPr>
          <p:cNvSpPr>
            <a:spLocks noChangeArrowheads="1"/>
          </p:cNvSpPr>
          <p:nvPr/>
        </p:nvSpPr>
        <p:spPr bwMode="auto">
          <a:xfrm>
            <a:off x="2670175" y="50800"/>
            <a:ext cx="3917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3600" dirty="0">
                <a:solidFill>
                  <a:schemeClr val="bg1"/>
                </a:solidFill>
              </a:rPr>
              <a:t>第十四章主要内容</a:t>
            </a:r>
            <a:endParaRPr kumimoji="1" lang="zh-CN" altLang="en-US" sz="3600" dirty="0">
              <a:solidFill>
                <a:srgbClr val="336699"/>
              </a:solidFill>
              <a:latin typeface="楷体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4"/>
          <p:cNvGrpSpPr>
            <a:grpSpLocks noChangeAspect="1"/>
          </p:cNvGrpSpPr>
          <p:nvPr/>
        </p:nvGrpSpPr>
        <p:grpSpPr bwMode="auto">
          <a:xfrm>
            <a:off x="311150" y="2924175"/>
            <a:ext cx="4908550" cy="3238500"/>
            <a:chOff x="1844" y="1889"/>
            <a:chExt cx="3436" cy="2047"/>
          </a:xfrm>
        </p:grpSpPr>
        <p:sp>
          <p:nvSpPr>
            <p:cNvPr id="6158" name="Line 5"/>
            <p:cNvSpPr>
              <a:spLocks noChangeAspect="1" noChangeShapeType="1"/>
            </p:cNvSpPr>
            <p:nvPr/>
          </p:nvSpPr>
          <p:spPr bwMode="auto">
            <a:xfrm>
              <a:off x="2311" y="3354"/>
              <a:ext cx="2965" cy="0"/>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 name="Line 6"/>
            <p:cNvSpPr>
              <a:spLocks noChangeAspect="1" noChangeShapeType="1"/>
            </p:cNvSpPr>
            <p:nvPr/>
          </p:nvSpPr>
          <p:spPr bwMode="auto">
            <a:xfrm flipV="1">
              <a:off x="2311" y="2010"/>
              <a:ext cx="0" cy="1344"/>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0" name="Line 7"/>
            <p:cNvSpPr>
              <a:spLocks noChangeAspect="1" noChangeShapeType="1"/>
            </p:cNvSpPr>
            <p:nvPr/>
          </p:nvSpPr>
          <p:spPr bwMode="auto">
            <a:xfrm flipV="1">
              <a:off x="3080" y="2010"/>
              <a:ext cx="0" cy="1344"/>
            </a:xfrm>
            <a:prstGeom prst="line">
              <a:avLst/>
            </a:prstGeom>
            <a:noFill/>
            <a:ln w="19050">
              <a:solidFill>
                <a:srgbClr val="008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1" name="Line 8"/>
            <p:cNvSpPr>
              <a:spLocks noChangeAspect="1" noChangeShapeType="1"/>
            </p:cNvSpPr>
            <p:nvPr/>
          </p:nvSpPr>
          <p:spPr bwMode="auto">
            <a:xfrm flipH="1">
              <a:off x="1872" y="3354"/>
              <a:ext cx="439" cy="528"/>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2" name="Line 9"/>
            <p:cNvSpPr>
              <a:spLocks noChangeAspect="1" noChangeShapeType="1"/>
            </p:cNvSpPr>
            <p:nvPr/>
          </p:nvSpPr>
          <p:spPr bwMode="auto">
            <a:xfrm flipH="1">
              <a:off x="2696" y="3354"/>
              <a:ext cx="384" cy="576"/>
            </a:xfrm>
            <a:prstGeom prst="line">
              <a:avLst/>
            </a:prstGeom>
            <a:noFill/>
            <a:ln w="19050">
              <a:solidFill>
                <a:srgbClr val="008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3" name="Line 10"/>
            <p:cNvSpPr>
              <a:spLocks noChangeAspect="1" noChangeShapeType="1"/>
            </p:cNvSpPr>
            <p:nvPr/>
          </p:nvSpPr>
          <p:spPr bwMode="auto">
            <a:xfrm>
              <a:off x="3080" y="2586"/>
              <a:ext cx="439" cy="0"/>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164" name="Object 11"/>
            <p:cNvGraphicFramePr>
              <a:graphicFrameLocks noChangeAspect="1"/>
            </p:cNvGraphicFramePr>
            <p:nvPr/>
          </p:nvGraphicFramePr>
          <p:xfrm>
            <a:off x="4956" y="3402"/>
            <a:ext cx="255" cy="240"/>
          </p:xfrm>
          <a:graphic>
            <a:graphicData uri="http://schemas.openxmlformats.org/presentationml/2006/ole">
              <mc:AlternateContent xmlns:mc="http://schemas.openxmlformats.org/markup-compatibility/2006">
                <mc:Choice xmlns:v="urn:schemas-microsoft-com:vml" Requires="v">
                  <p:oleObj spid="_x0000_s0" name="公式" r:id="rId1" imgW="115570" imgH="126365" progId="Equation.3">
                    <p:embed/>
                  </p:oleObj>
                </mc:Choice>
                <mc:Fallback>
                  <p:oleObj name="公式" r:id="rId1" imgW="115570" imgH="126365" progId="Equation.3">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6" y="3402"/>
                          <a:ext cx="255"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5" name="Object 12"/>
            <p:cNvGraphicFramePr>
              <a:graphicFrameLocks noChangeAspect="1"/>
            </p:cNvGraphicFramePr>
            <p:nvPr/>
          </p:nvGraphicFramePr>
          <p:xfrm>
            <a:off x="4962" y="3042"/>
            <a:ext cx="303" cy="297"/>
          </p:xfrm>
          <a:graphic>
            <a:graphicData uri="http://schemas.openxmlformats.org/presentationml/2006/ole">
              <mc:AlternateContent xmlns:mc="http://schemas.openxmlformats.org/markup-compatibility/2006">
                <mc:Choice xmlns:v="urn:schemas-microsoft-com:vml" Requires="v">
                  <p:oleObj spid="_x0000_s2" name="Equation" r:id="rId3" imgW="141605" imgH="163195" progId="Equation.3">
                    <p:embed/>
                  </p:oleObj>
                </mc:Choice>
                <mc:Fallback>
                  <p:oleObj name="Equation" r:id="rId3" imgW="141605" imgH="163195"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2" y="3042"/>
                          <a:ext cx="303"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6" name="Object 13"/>
            <p:cNvGraphicFramePr>
              <a:graphicFrameLocks noChangeAspect="1"/>
            </p:cNvGraphicFramePr>
            <p:nvPr/>
          </p:nvGraphicFramePr>
          <p:xfrm>
            <a:off x="2366" y="1962"/>
            <a:ext cx="258" cy="281"/>
          </p:xfrm>
          <a:graphic>
            <a:graphicData uri="http://schemas.openxmlformats.org/presentationml/2006/ole">
              <mc:AlternateContent xmlns:mc="http://schemas.openxmlformats.org/markup-compatibility/2006">
                <mc:Choice xmlns:v="urn:schemas-microsoft-com:vml" Requires="v">
                  <p:oleObj spid="_x0000_s3" name="公式" r:id="rId5" imgW="126365" imgH="163195" progId="Equation.3">
                    <p:embed/>
                  </p:oleObj>
                </mc:Choice>
                <mc:Fallback>
                  <p:oleObj name="公式" r:id="rId5" imgW="126365" imgH="163195"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6" y="1962"/>
                          <a:ext cx="258"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7" name="Object 14"/>
            <p:cNvGraphicFramePr>
              <a:graphicFrameLocks noChangeAspect="1"/>
            </p:cNvGraphicFramePr>
            <p:nvPr/>
          </p:nvGraphicFramePr>
          <p:xfrm>
            <a:off x="3126" y="1889"/>
            <a:ext cx="321" cy="359"/>
          </p:xfrm>
          <a:graphic>
            <a:graphicData uri="http://schemas.openxmlformats.org/presentationml/2006/ole">
              <mc:AlternateContent xmlns:mc="http://schemas.openxmlformats.org/markup-compatibility/2006">
                <mc:Choice xmlns:v="urn:schemas-microsoft-com:vml" Requires="v">
                  <p:oleObj spid="_x0000_s4" name="Equation" r:id="rId7" imgW="152400" imgH="194310" progId="Equation.3">
                    <p:embed/>
                  </p:oleObj>
                </mc:Choice>
                <mc:Fallback>
                  <p:oleObj name="Equation" r:id="rId7" imgW="152400" imgH="19431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6" y="1889"/>
                          <a:ext cx="321"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8" name="Object 15"/>
            <p:cNvGraphicFramePr>
              <a:graphicFrameLocks noChangeAspect="1"/>
            </p:cNvGraphicFramePr>
            <p:nvPr/>
          </p:nvGraphicFramePr>
          <p:xfrm>
            <a:off x="3519" y="2442"/>
            <a:ext cx="277" cy="313"/>
          </p:xfrm>
          <a:graphic>
            <a:graphicData uri="http://schemas.openxmlformats.org/presentationml/2006/ole">
              <mc:AlternateContent xmlns:mc="http://schemas.openxmlformats.org/markup-compatibility/2006">
                <mc:Choice xmlns:v="urn:schemas-microsoft-com:vml" Requires="v">
                  <p:oleObj spid="_x0000_s5" name="Equation" r:id="rId9" imgW="115570" imgH="152400" progId="Equation.3">
                    <p:embed/>
                  </p:oleObj>
                </mc:Choice>
                <mc:Fallback>
                  <p:oleObj name="Equation" r:id="rId9" imgW="115570" imgH="1524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19" y="2442"/>
                          <a:ext cx="277"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9" name="Object 16"/>
            <p:cNvGraphicFramePr>
              <a:graphicFrameLocks noChangeAspect="1"/>
            </p:cNvGraphicFramePr>
            <p:nvPr/>
          </p:nvGraphicFramePr>
          <p:xfrm>
            <a:off x="2114" y="3216"/>
            <a:ext cx="238" cy="228"/>
          </p:xfrm>
          <a:graphic>
            <a:graphicData uri="http://schemas.openxmlformats.org/presentationml/2006/ole">
              <mc:AlternateContent xmlns:mc="http://schemas.openxmlformats.org/markup-compatibility/2006">
                <mc:Choice xmlns:v="urn:schemas-microsoft-com:vml" Requires="v">
                  <p:oleObj spid="_x0000_s6" name="Equation" r:id="rId11" imgW="83820" imgH="89535" progId="Equation.3">
                    <p:embed/>
                  </p:oleObj>
                </mc:Choice>
                <mc:Fallback>
                  <p:oleObj name="Equation" r:id="rId11" imgW="83820" imgH="89535"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14" y="3216"/>
                          <a:ext cx="238"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0" name="Object 17"/>
            <p:cNvGraphicFramePr>
              <a:graphicFrameLocks noChangeAspect="1"/>
            </p:cNvGraphicFramePr>
            <p:nvPr/>
          </p:nvGraphicFramePr>
          <p:xfrm>
            <a:off x="3120" y="3168"/>
            <a:ext cx="315" cy="320"/>
          </p:xfrm>
          <a:graphic>
            <a:graphicData uri="http://schemas.openxmlformats.org/presentationml/2006/ole">
              <mc:AlternateContent xmlns:mc="http://schemas.openxmlformats.org/markup-compatibility/2006">
                <mc:Choice xmlns:v="urn:schemas-microsoft-com:vml" Requires="v">
                  <p:oleObj spid="_x0000_s7" name="Equation" r:id="rId13" imgW="99695" imgH="115570" progId="Equation.3">
                    <p:embed/>
                  </p:oleObj>
                </mc:Choice>
                <mc:Fallback>
                  <p:oleObj name="Equation" r:id="rId13" imgW="99695" imgH="11557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0" y="3168"/>
                          <a:ext cx="315" cy="320"/>
                        </a:xfrm>
                        <a:prstGeom prst="rect">
                          <a:avLst/>
                        </a:prstGeom>
                        <a:solidFill>
                          <a:schemeClr val="bg1">
                            <a:alpha val="50195"/>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1" name="Object 18"/>
            <p:cNvGraphicFramePr>
              <a:graphicFrameLocks noChangeAspect="1"/>
            </p:cNvGraphicFramePr>
            <p:nvPr/>
          </p:nvGraphicFramePr>
          <p:xfrm>
            <a:off x="1927" y="3737"/>
            <a:ext cx="220" cy="191"/>
          </p:xfrm>
          <a:graphic>
            <a:graphicData uri="http://schemas.openxmlformats.org/presentationml/2006/ole">
              <mc:AlternateContent xmlns:mc="http://schemas.openxmlformats.org/markup-compatibility/2006">
                <mc:Choice xmlns:v="urn:schemas-microsoft-com:vml" Requires="v">
                  <p:oleObj spid="_x0000_s8" name="公式" r:id="rId15" imgW="110490" imgH="110490" progId="Equation.3">
                    <p:embed/>
                  </p:oleObj>
                </mc:Choice>
                <mc:Fallback>
                  <p:oleObj name="公式" r:id="rId15" imgW="110490" imgH="110490"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27" y="3737"/>
                          <a:ext cx="220"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2" name="Object 19"/>
            <p:cNvGraphicFramePr>
              <a:graphicFrameLocks noChangeAspect="1"/>
            </p:cNvGraphicFramePr>
            <p:nvPr/>
          </p:nvGraphicFramePr>
          <p:xfrm>
            <a:off x="2805" y="3684"/>
            <a:ext cx="259" cy="252"/>
          </p:xfrm>
          <a:graphic>
            <a:graphicData uri="http://schemas.openxmlformats.org/presentationml/2006/ole">
              <mc:AlternateContent xmlns:mc="http://schemas.openxmlformats.org/markup-compatibility/2006">
                <mc:Choice xmlns:v="urn:schemas-microsoft-com:vml" Requires="v">
                  <p:oleObj spid="_x0000_s9" name="Equation" r:id="rId17" imgW="136525" imgH="152400" progId="Equation.3">
                    <p:embed/>
                  </p:oleObj>
                </mc:Choice>
                <mc:Fallback>
                  <p:oleObj name="Equation" r:id="rId17" imgW="136525" imgH="152400" progId="Equation.3">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05" y="3684"/>
                          <a:ext cx="259"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3" name="Object 20"/>
            <p:cNvGraphicFramePr>
              <a:graphicFrameLocks noChangeAspect="1"/>
            </p:cNvGraphicFramePr>
            <p:nvPr/>
          </p:nvGraphicFramePr>
          <p:xfrm>
            <a:off x="2784" y="1967"/>
            <a:ext cx="281" cy="337"/>
          </p:xfrm>
          <a:graphic>
            <a:graphicData uri="http://schemas.openxmlformats.org/presentationml/2006/ole">
              <mc:AlternateContent xmlns:mc="http://schemas.openxmlformats.org/markup-compatibility/2006">
                <mc:Choice xmlns:v="urn:schemas-microsoft-com:vml" Requires="v">
                  <p:oleObj spid="_x0000_s10" name="Equation" r:id="rId19" imgW="136525" imgH="189230" progId="Equation.3">
                    <p:embed/>
                  </p:oleObj>
                </mc:Choice>
                <mc:Fallback>
                  <p:oleObj name="Equation" r:id="rId19" imgW="136525" imgH="189230" progId="Equation.3">
                    <p:embed/>
                    <p:pic>
                      <p:nvPicPr>
                        <p:cNvPr id="0"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84" y="1967"/>
                          <a:ext cx="281"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4" name="Object 21"/>
            <p:cNvGraphicFramePr>
              <a:graphicFrameLocks noChangeAspect="1"/>
            </p:cNvGraphicFramePr>
            <p:nvPr/>
          </p:nvGraphicFramePr>
          <p:xfrm>
            <a:off x="2021" y="2055"/>
            <a:ext cx="194" cy="243"/>
          </p:xfrm>
          <a:graphic>
            <a:graphicData uri="http://schemas.openxmlformats.org/presentationml/2006/ole">
              <mc:AlternateContent xmlns:mc="http://schemas.openxmlformats.org/markup-compatibility/2006">
                <mc:Choice xmlns:v="urn:schemas-microsoft-com:vml" Requires="v">
                  <p:oleObj spid="_x0000_s11" name="Equation" r:id="rId21" imgW="99695" imgH="141605" progId="Equation.3">
                    <p:embed/>
                  </p:oleObj>
                </mc:Choice>
                <mc:Fallback>
                  <p:oleObj name="Equation" r:id="rId21" imgW="99695" imgH="141605" progId="Equation.3">
                    <p:embed/>
                    <p:pic>
                      <p:nvPicPr>
                        <p:cNvPr id="0" name="Object 2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21" y="2055"/>
                          <a:ext cx="194"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75" name="Text Box 22"/>
            <p:cNvSpPr txBox="1">
              <a:spLocks noChangeAspect="1" noChangeArrowheads="1"/>
            </p:cNvSpPr>
            <p:nvPr/>
          </p:nvSpPr>
          <p:spPr bwMode="auto">
            <a:xfrm>
              <a:off x="4178" y="2538"/>
              <a:ext cx="235"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solidFill>
                    <a:srgbClr val="003366"/>
                  </a:solidFill>
                  <a:latin typeface="Times New Roman" panose="02020603050405020304" pitchFamily="18" charset="0"/>
                </a:rPr>
                <a:t>*</a:t>
              </a:r>
              <a:endParaRPr lang="en-US" altLang="zh-CN" sz="2400" b="1">
                <a:solidFill>
                  <a:srgbClr val="003366"/>
                </a:solidFill>
                <a:latin typeface="Times New Roman" panose="02020603050405020304" pitchFamily="18" charset="0"/>
              </a:endParaRPr>
            </a:p>
          </p:txBody>
        </p:sp>
        <p:graphicFrame>
          <p:nvGraphicFramePr>
            <p:cNvPr id="6176" name="Object 23"/>
            <p:cNvGraphicFramePr>
              <a:graphicFrameLocks noChangeAspect="1"/>
            </p:cNvGraphicFramePr>
            <p:nvPr/>
          </p:nvGraphicFramePr>
          <p:xfrm>
            <a:off x="4320" y="2572"/>
            <a:ext cx="960" cy="476"/>
          </p:xfrm>
          <a:graphic>
            <a:graphicData uri="http://schemas.openxmlformats.org/presentationml/2006/ole">
              <mc:AlternateContent xmlns:mc="http://schemas.openxmlformats.org/markup-compatibility/2006">
                <mc:Choice xmlns:v="urn:schemas-microsoft-com:vml" Requires="v">
                  <p:oleObj spid="_x0000_s12" name="Equation" r:id="rId23" imgW="520065" imgH="294005" progId="Equation.3">
                    <p:embed/>
                  </p:oleObj>
                </mc:Choice>
                <mc:Fallback>
                  <p:oleObj name="Equation" r:id="rId23" imgW="520065" imgH="294005" progId="Equation.3">
                    <p:embed/>
                    <p:pic>
                      <p:nvPicPr>
                        <p:cNvPr id="0" name="Object 2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320" y="2572"/>
                          <a:ext cx="960" cy="4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77" name="Line 24"/>
            <p:cNvSpPr>
              <a:spLocks noChangeAspect="1" noChangeShapeType="1"/>
            </p:cNvSpPr>
            <p:nvPr/>
          </p:nvSpPr>
          <p:spPr bwMode="auto">
            <a:xfrm>
              <a:off x="4288" y="2682"/>
              <a:ext cx="0" cy="96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8" name="Line 25"/>
            <p:cNvSpPr>
              <a:spLocks noChangeAspect="1" noChangeShapeType="1"/>
            </p:cNvSpPr>
            <p:nvPr/>
          </p:nvSpPr>
          <p:spPr bwMode="auto">
            <a:xfrm flipH="1">
              <a:off x="4288" y="3354"/>
              <a:ext cx="274" cy="288"/>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9" name="Line 26"/>
            <p:cNvSpPr>
              <a:spLocks noChangeAspect="1" noChangeShapeType="1"/>
            </p:cNvSpPr>
            <p:nvPr/>
          </p:nvSpPr>
          <p:spPr bwMode="auto">
            <a:xfrm flipV="1">
              <a:off x="4562" y="3162"/>
              <a:ext cx="0" cy="192"/>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0" name="Line 27"/>
            <p:cNvSpPr>
              <a:spLocks noChangeAspect="1" noChangeShapeType="1"/>
            </p:cNvSpPr>
            <p:nvPr/>
          </p:nvSpPr>
          <p:spPr bwMode="auto">
            <a:xfrm flipH="1">
              <a:off x="2062" y="3642"/>
              <a:ext cx="2226" cy="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1" name="Line 28"/>
            <p:cNvSpPr>
              <a:spLocks noChangeAspect="1" noChangeShapeType="1"/>
            </p:cNvSpPr>
            <p:nvPr/>
          </p:nvSpPr>
          <p:spPr bwMode="auto">
            <a:xfrm flipH="1">
              <a:off x="3080" y="3162"/>
              <a:ext cx="1482" cy="0"/>
            </a:xfrm>
            <a:prstGeom prst="line">
              <a:avLst/>
            </a:prstGeom>
            <a:noFill/>
            <a:ln w="19050">
              <a:solidFill>
                <a:srgbClr val="FF6600"/>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182" name="Object 29"/>
            <p:cNvGraphicFramePr>
              <a:graphicFrameLocks noChangeAspect="1"/>
            </p:cNvGraphicFramePr>
            <p:nvPr/>
          </p:nvGraphicFramePr>
          <p:xfrm>
            <a:off x="3355" y="3306"/>
            <a:ext cx="253" cy="240"/>
          </p:xfrm>
          <a:graphic>
            <a:graphicData uri="http://schemas.openxmlformats.org/presentationml/2006/ole">
              <mc:AlternateContent xmlns:mc="http://schemas.openxmlformats.org/markup-compatibility/2006">
                <mc:Choice xmlns:v="urn:schemas-microsoft-com:vml" Requires="v">
                  <p:oleObj spid="_x0000_s13" name="公式" r:id="rId25" imgW="115570" imgH="126365" progId="Equation.3">
                    <p:embed/>
                  </p:oleObj>
                </mc:Choice>
                <mc:Fallback>
                  <p:oleObj name="公式" r:id="rId25" imgW="115570" imgH="126365" progId="Equation.3">
                    <p:embed/>
                    <p:pic>
                      <p:nvPicPr>
                        <p:cNvPr id="0" name="Object 2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355" y="3306"/>
                          <a:ext cx="25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3" name="Object 30"/>
            <p:cNvGraphicFramePr>
              <a:graphicFrameLocks noChangeAspect="1"/>
            </p:cNvGraphicFramePr>
            <p:nvPr/>
          </p:nvGraphicFramePr>
          <p:xfrm>
            <a:off x="3730" y="2889"/>
            <a:ext cx="303" cy="297"/>
          </p:xfrm>
          <a:graphic>
            <a:graphicData uri="http://schemas.openxmlformats.org/presentationml/2006/ole">
              <mc:AlternateContent xmlns:mc="http://schemas.openxmlformats.org/markup-compatibility/2006">
                <mc:Choice xmlns:v="urn:schemas-microsoft-com:vml" Requires="v">
                  <p:oleObj spid="_x0000_s14" name="Equation" r:id="rId27" imgW="141605" imgH="163195" progId="Equation.3">
                    <p:embed/>
                  </p:oleObj>
                </mc:Choice>
                <mc:Fallback>
                  <p:oleObj name="Equation" r:id="rId27" imgW="141605" imgH="163195" progId="Equation.3">
                    <p:embed/>
                    <p:pic>
                      <p:nvPicPr>
                        <p:cNvPr id="0" name="Object 3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730" y="2889"/>
                          <a:ext cx="303"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84" name="Line 31"/>
            <p:cNvSpPr>
              <a:spLocks noChangeAspect="1" noChangeShapeType="1"/>
            </p:cNvSpPr>
            <p:nvPr/>
          </p:nvSpPr>
          <p:spPr bwMode="auto">
            <a:xfrm flipH="1">
              <a:off x="2311" y="3162"/>
              <a:ext cx="769" cy="0"/>
            </a:xfrm>
            <a:prstGeom prst="line">
              <a:avLst/>
            </a:prstGeom>
            <a:noFill/>
            <a:ln w="19050">
              <a:solidFill>
                <a:srgbClr val="CC3399"/>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185" name="Object 32"/>
            <p:cNvGraphicFramePr>
              <a:graphicFrameLocks noChangeAspect="1"/>
            </p:cNvGraphicFramePr>
            <p:nvPr/>
          </p:nvGraphicFramePr>
          <p:xfrm>
            <a:off x="2476" y="2925"/>
            <a:ext cx="329" cy="243"/>
          </p:xfrm>
          <a:graphic>
            <a:graphicData uri="http://schemas.openxmlformats.org/presentationml/2006/ole">
              <mc:AlternateContent xmlns:mc="http://schemas.openxmlformats.org/markup-compatibility/2006">
                <mc:Choice xmlns:v="urn:schemas-microsoft-com:vml" Requires="v">
                  <p:oleObj spid="_x0000_s15" name="Equation" r:id="rId29" imgW="168275" imgH="141605" progId="Equation.3">
                    <p:embed/>
                  </p:oleObj>
                </mc:Choice>
                <mc:Fallback>
                  <p:oleObj name="Equation" r:id="rId29" imgW="168275" imgH="141605" progId="Equation.3">
                    <p:embed/>
                    <p:pic>
                      <p:nvPicPr>
                        <p:cNvPr id="0" name="Object 3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476" y="2925"/>
                          <a:ext cx="329"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86" name="Line 33"/>
            <p:cNvSpPr>
              <a:spLocks noChangeAspect="1" noChangeShapeType="1"/>
            </p:cNvSpPr>
            <p:nvPr/>
          </p:nvSpPr>
          <p:spPr bwMode="auto">
            <a:xfrm flipH="1">
              <a:off x="2147" y="3498"/>
              <a:ext cx="2251" cy="0"/>
            </a:xfrm>
            <a:prstGeom prst="line">
              <a:avLst/>
            </a:prstGeom>
            <a:noFill/>
            <a:ln w="19050">
              <a:solidFill>
                <a:srgbClr val="FF0066"/>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7" name="Line 34"/>
            <p:cNvSpPr>
              <a:spLocks noChangeAspect="1" noChangeShapeType="1"/>
            </p:cNvSpPr>
            <p:nvPr/>
          </p:nvSpPr>
          <p:spPr bwMode="auto">
            <a:xfrm flipH="1">
              <a:off x="4288" y="2394"/>
              <a:ext cx="274" cy="288"/>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8" name="Line 35"/>
            <p:cNvSpPr>
              <a:spLocks noChangeAspect="1" noChangeShapeType="1"/>
            </p:cNvSpPr>
            <p:nvPr/>
          </p:nvSpPr>
          <p:spPr bwMode="auto">
            <a:xfrm flipH="1">
              <a:off x="2311" y="2394"/>
              <a:ext cx="2251"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6189" name="Object 36"/>
            <p:cNvGraphicFramePr>
              <a:graphicFrameLocks noChangeAspect="1"/>
            </p:cNvGraphicFramePr>
            <p:nvPr/>
          </p:nvGraphicFramePr>
          <p:xfrm>
            <a:off x="1844" y="3552"/>
            <a:ext cx="220" cy="190"/>
          </p:xfrm>
          <a:graphic>
            <a:graphicData uri="http://schemas.openxmlformats.org/presentationml/2006/ole">
              <mc:AlternateContent xmlns:mc="http://schemas.openxmlformats.org/markup-compatibility/2006">
                <mc:Choice xmlns:v="urn:schemas-microsoft-com:vml" Requires="v">
                  <p:oleObj spid="_x0000_s16" name="公式" r:id="rId31" imgW="110490" imgH="110490" progId="Equation.3">
                    <p:embed/>
                  </p:oleObj>
                </mc:Choice>
                <mc:Fallback>
                  <p:oleObj name="公式" r:id="rId31" imgW="110490" imgH="110490" progId="Equation.3">
                    <p:embed/>
                    <p:pic>
                      <p:nvPicPr>
                        <p:cNvPr id="0" name="Object 3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844" y="3552"/>
                          <a:ext cx="220"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0" name="Object 37"/>
            <p:cNvGraphicFramePr>
              <a:graphicFrameLocks noChangeAspect="1"/>
            </p:cNvGraphicFramePr>
            <p:nvPr/>
          </p:nvGraphicFramePr>
          <p:xfrm>
            <a:off x="2592" y="3588"/>
            <a:ext cx="258" cy="252"/>
          </p:xfrm>
          <a:graphic>
            <a:graphicData uri="http://schemas.openxmlformats.org/presentationml/2006/ole">
              <mc:AlternateContent xmlns:mc="http://schemas.openxmlformats.org/markup-compatibility/2006">
                <mc:Choice xmlns:v="urn:schemas-microsoft-com:vml" Requires="v">
                  <p:oleObj spid="_x0000_s17" name="Equation" r:id="rId33" imgW="136525" imgH="152400" progId="Equation.3">
                    <p:embed/>
                  </p:oleObj>
                </mc:Choice>
                <mc:Fallback>
                  <p:oleObj name="Equation" r:id="rId33" imgW="136525" imgH="152400" progId="Equation.3">
                    <p:embed/>
                    <p:pic>
                      <p:nvPicPr>
                        <p:cNvPr id="0" name="Object 3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592" y="3588"/>
                          <a:ext cx="258"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1" name="Object 38"/>
            <p:cNvGraphicFramePr>
              <a:graphicFrameLocks noChangeAspect="1"/>
            </p:cNvGraphicFramePr>
            <p:nvPr/>
          </p:nvGraphicFramePr>
          <p:xfrm>
            <a:off x="2805" y="2400"/>
            <a:ext cx="257" cy="288"/>
          </p:xfrm>
          <a:graphic>
            <a:graphicData uri="http://schemas.openxmlformats.org/presentationml/2006/ole">
              <mc:AlternateContent xmlns:mc="http://schemas.openxmlformats.org/markup-compatibility/2006">
                <mc:Choice xmlns:v="urn:schemas-microsoft-com:vml" Requires="v">
                  <p:oleObj spid="_x0000_s18" name="Equation" r:id="rId35" imgW="178435" imgH="231140" progId="Equation.3">
                    <p:embed/>
                  </p:oleObj>
                </mc:Choice>
                <mc:Fallback>
                  <p:oleObj name="Equation" r:id="rId35" imgW="178435" imgH="231140" progId="Equation.3">
                    <p:embed/>
                    <p:pic>
                      <p:nvPicPr>
                        <p:cNvPr id="0" name="Object 38"/>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805" y="2400"/>
                          <a:ext cx="2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2" name="Object 39"/>
            <p:cNvGraphicFramePr>
              <a:graphicFrameLocks noChangeAspect="1"/>
            </p:cNvGraphicFramePr>
            <p:nvPr/>
          </p:nvGraphicFramePr>
          <p:xfrm>
            <a:off x="2037" y="2448"/>
            <a:ext cx="222" cy="240"/>
          </p:xfrm>
          <a:graphic>
            <a:graphicData uri="http://schemas.openxmlformats.org/presentationml/2006/ole">
              <mc:AlternateContent xmlns:mc="http://schemas.openxmlformats.org/markup-compatibility/2006">
                <mc:Choice xmlns:v="urn:schemas-microsoft-com:vml" Requires="v">
                  <p:oleObj spid="_x0000_s19" name="Equation" r:id="rId37" imgW="141605" imgH="178435" progId="Equation.3">
                    <p:embed/>
                  </p:oleObj>
                </mc:Choice>
                <mc:Fallback>
                  <p:oleObj name="Equation" r:id="rId37" imgW="141605" imgH="178435" progId="Equation.3">
                    <p:embed/>
                    <p:pic>
                      <p:nvPicPr>
                        <p:cNvPr id="0" name="Object 3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037" y="2448"/>
                          <a:ext cx="22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147" name="Object 47"/>
          <p:cNvGraphicFramePr>
            <a:graphicFrameLocks noGrp="1" noChangeAspect="1"/>
          </p:cNvGraphicFramePr>
          <p:nvPr>
            <p:ph sz="half" idx="1"/>
          </p:nvPr>
        </p:nvGraphicFramePr>
        <p:xfrm>
          <a:off x="468313" y="1052513"/>
          <a:ext cx="8618537" cy="993775"/>
        </p:xfrm>
        <a:graphic>
          <a:graphicData uri="http://schemas.openxmlformats.org/presentationml/2006/ole">
            <mc:AlternateContent xmlns:mc="http://schemas.openxmlformats.org/markup-compatibility/2006">
              <mc:Choice xmlns:v="urn:schemas-microsoft-com:vml" Requires="v">
                <p:oleObj spid="_x0000_s20" name="公式" r:id="rId39" imgW="2580005" imgH="294005" progId="Equation.3">
                  <p:embed/>
                </p:oleObj>
              </mc:Choice>
              <mc:Fallback>
                <p:oleObj name="公式" r:id="rId39" imgW="2580005" imgH="294005" progId="Equation.3">
                  <p:embed/>
                  <p:pic>
                    <p:nvPicPr>
                      <p:cNvPr id="0" name="Object 47"/>
                      <p:cNvPicPr>
                        <a:picLocks noGrp="1"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68313" y="1052513"/>
                        <a:ext cx="8618537" cy="99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8358" name="Group 54"/>
          <p:cNvGrpSpPr/>
          <p:nvPr/>
        </p:nvGrpSpPr>
        <p:grpSpPr bwMode="auto">
          <a:xfrm>
            <a:off x="5802313" y="2708275"/>
            <a:ext cx="3810000" cy="2867025"/>
            <a:chOff x="240" y="2256"/>
            <a:chExt cx="2400" cy="1806"/>
          </a:xfrm>
        </p:grpSpPr>
        <p:grpSp>
          <p:nvGrpSpPr>
            <p:cNvPr id="6151" name="Group 55"/>
            <p:cNvGrpSpPr/>
            <p:nvPr/>
          </p:nvGrpSpPr>
          <p:grpSpPr bwMode="auto">
            <a:xfrm>
              <a:off x="384" y="2640"/>
              <a:ext cx="1632" cy="1422"/>
              <a:chOff x="384" y="2640"/>
              <a:chExt cx="1632" cy="1422"/>
            </a:xfrm>
          </p:grpSpPr>
          <p:graphicFrame>
            <p:nvGraphicFramePr>
              <p:cNvPr id="6153" name="Object 56"/>
              <p:cNvGraphicFramePr>
                <a:graphicFrameLocks noChangeAspect="1"/>
              </p:cNvGraphicFramePr>
              <p:nvPr/>
            </p:nvGraphicFramePr>
            <p:xfrm>
              <a:off x="672" y="2640"/>
              <a:ext cx="1344" cy="300"/>
            </p:xfrm>
            <a:graphic>
              <a:graphicData uri="http://schemas.openxmlformats.org/presentationml/2006/ole">
                <mc:AlternateContent xmlns:mc="http://schemas.openxmlformats.org/markup-compatibility/2006">
                  <mc:Choice xmlns:v="urn:schemas-microsoft-com:vml" Requires="v">
                    <p:oleObj spid="_x0000_s21" name="Equation" r:id="rId41" imgW="693420" imgH="163195" progId="Equation.3">
                      <p:embed/>
                    </p:oleObj>
                  </mc:Choice>
                  <mc:Fallback>
                    <p:oleObj name="Equation" r:id="rId41" imgW="693420" imgH="163195" progId="Equation.3">
                      <p:embed/>
                      <p:pic>
                        <p:nvPicPr>
                          <p:cNvPr id="0" name="Object 56"/>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672" y="2640"/>
                            <a:ext cx="1344"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4" name="Object 57"/>
              <p:cNvGraphicFramePr>
                <a:graphicFrameLocks noChangeAspect="1"/>
              </p:cNvGraphicFramePr>
              <p:nvPr/>
            </p:nvGraphicFramePr>
            <p:xfrm>
              <a:off x="672" y="2976"/>
              <a:ext cx="816" cy="398"/>
            </p:xfrm>
            <a:graphic>
              <a:graphicData uri="http://schemas.openxmlformats.org/presentationml/2006/ole">
                <mc:AlternateContent xmlns:mc="http://schemas.openxmlformats.org/markup-compatibility/2006">
                  <mc:Choice xmlns:v="urn:schemas-microsoft-com:vml" Requires="v">
                    <p:oleObj spid="_x0000_s22" name="Equation" r:id="rId43" imgW="257810" imgH="136525" progId="Equation.3">
                      <p:embed/>
                    </p:oleObj>
                  </mc:Choice>
                  <mc:Fallback>
                    <p:oleObj name="Equation" r:id="rId43" imgW="257810" imgH="136525" progId="Equation.3">
                      <p:embed/>
                      <p:pic>
                        <p:nvPicPr>
                          <p:cNvPr id="0" name="Object 57"/>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672" y="2976"/>
                            <a:ext cx="816" cy="3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5" name="Object 58"/>
              <p:cNvGraphicFramePr>
                <a:graphicFrameLocks noChangeAspect="1"/>
              </p:cNvGraphicFramePr>
              <p:nvPr/>
            </p:nvGraphicFramePr>
            <p:xfrm>
              <a:off x="672" y="3360"/>
              <a:ext cx="780" cy="307"/>
            </p:xfrm>
            <a:graphic>
              <a:graphicData uri="http://schemas.openxmlformats.org/presentationml/2006/ole">
                <mc:AlternateContent xmlns:mc="http://schemas.openxmlformats.org/markup-compatibility/2006">
                  <mc:Choice xmlns:v="urn:schemas-microsoft-com:vml" Requires="v">
                    <p:oleObj spid="_x0000_s23" name="Equation" r:id="rId45" imgW="441325" imgH="178435" progId="Equation.3">
                      <p:embed/>
                    </p:oleObj>
                  </mc:Choice>
                  <mc:Fallback>
                    <p:oleObj name="Equation" r:id="rId45" imgW="441325" imgH="178435" progId="Equation.3">
                      <p:embed/>
                      <p:pic>
                        <p:nvPicPr>
                          <p:cNvPr id="0" name="Object 58"/>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672" y="3360"/>
                            <a:ext cx="780"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6" name="Object 59"/>
              <p:cNvGraphicFramePr>
                <a:graphicFrameLocks noChangeAspect="1"/>
              </p:cNvGraphicFramePr>
              <p:nvPr/>
            </p:nvGraphicFramePr>
            <p:xfrm>
              <a:off x="720" y="3746"/>
              <a:ext cx="720" cy="316"/>
            </p:xfrm>
            <a:graphic>
              <a:graphicData uri="http://schemas.openxmlformats.org/presentationml/2006/ole">
                <mc:AlternateContent xmlns:mc="http://schemas.openxmlformats.org/markup-compatibility/2006">
                  <mc:Choice xmlns:v="urn:schemas-microsoft-com:vml" Requires="v">
                    <p:oleObj spid="_x0000_s24" name="Equation" r:id="rId47" imgW="373380" imgH="189230" progId="Equation.3">
                      <p:embed/>
                    </p:oleObj>
                  </mc:Choice>
                  <mc:Fallback>
                    <p:oleObj name="Equation" r:id="rId47" imgW="373380" imgH="189230" progId="Equation.3">
                      <p:embed/>
                      <p:pic>
                        <p:nvPicPr>
                          <p:cNvPr id="0" name="Object 59"/>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720" y="3746"/>
                            <a:ext cx="720"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7" name="AutoShape 60"/>
              <p:cNvSpPr/>
              <p:nvPr/>
            </p:nvSpPr>
            <p:spPr bwMode="auto">
              <a:xfrm>
                <a:off x="384" y="2832"/>
                <a:ext cx="288" cy="1104"/>
              </a:xfrm>
              <a:prstGeom prst="leftBrace">
                <a:avLst>
                  <a:gd name="adj1" fmla="val 31944"/>
                  <a:gd name="adj2" fmla="val 50000"/>
                </a:avLst>
              </a:prstGeom>
              <a:noFill/>
              <a:ln w="28575">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6152" name="Text Box 61"/>
            <p:cNvSpPr txBox="1">
              <a:spLocks noChangeArrowheads="1"/>
            </p:cNvSpPr>
            <p:nvPr/>
          </p:nvSpPr>
          <p:spPr bwMode="auto">
            <a:xfrm>
              <a:off x="240" y="2256"/>
              <a:ext cx="24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latin typeface="Times New Roman" panose="02020603050405020304" pitchFamily="18" charset="0"/>
                </a:rPr>
                <a:t>位置坐标变换关系</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grpSp>
      <p:graphicFrame>
        <p:nvGraphicFramePr>
          <p:cNvPr id="6149" name="Object 62"/>
          <p:cNvGraphicFramePr>
            <a:graphicFrameLocks noGrp="1" noChangeAspect="1"/>
          </p:cNvGraphicFramePr>
          <p:nvPr>
            <p:ph sz="half" idx="2"/>
          </p:nvPr>
        </p:nvGraphicFramePr>
        <p:xfrm>
          <a:off x="468313" y="2276475"/>
          <a:ext cx="3890962" cy="468313"/>
        </p:xfrm>
        <a:graphic>
          <a:graphicData uri="http://schemas.openxmlformats.org/presentationml/2006/ole">
            <mc:AlternateContent xmlns:mc="http://schemas.openxmlformats.org/markup-compatibility/2006">
              <mc:Choice xmlns:v="urn:schemas-microsoft-com:vml" Requires="v">
                <p:oleObj spid="_x0000_s25" name="公式" r:id="rId49" imgW="1161415" imgH="136525" progId="Equation.3">
                  <p:embed/>
                </p:oleObj>
              </mc:Choice>
              <mc:Fallback>
                <p:oleObj name="公式" r:id="rId49" imgW="1161415" imgH="136525" progId="Equation.3">
                  <p:embed/>
                  <p:pic>
                    <p:nvPicPr>
                      <p:cNvPr id="0" name="Object 62"/>
                      <p:cNvPicPr>
                        <a:picLocks noGrp="1"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468313" y="2276475"/>
                        <a:ext cx="3890962"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369" name="Text Box 65"/>
          <p:cNvSpPr txBox="1">
            <a:spLocks noChangeArrowheads="1"/>
          </p:cNvSpPr>
          <p:nvPr/>
        </p:nvSpPr>
        <p:spPr bwMode="auto">
          <a:xfrm>
            <a:off x="1763713" y="107921"/>
            <a:ext cx="5761037" cy="584775"/>
          </a:xfrm>
          <a:prstGeom prst="rect">
            <a:avLst/>
          </a:prstGeom>
          <a:noFill/>
          <a:ln w="9525">
            <a:solidFill>
              <a:schemeClr val="tx2"/>
            </a:solidFill>
            <a:miter lim="800000"/>
          </a:ln>
          <a:effectLst/>
        </p:spPr>
        <p:txBody>
          <a:bodyPr>
            <a:spAutoFit/>
          </a:bodyPr>
          <a:lstStyle/>
          <a:p>
            <a:pPr algn="ctr" eaLnBrk="1" hangingPunct="1">
              <a:spcBef>
                <a:spcPct val="50000"/>
              </a:spcBef>
              <a:defRPr/>
            </a:pPr>
            <a:r>
              <a:rPr lang="zh-CN" altLang="en-US" b="1" dirty="0">
                <a:solidFill>
                  <a:schemeClr val="bg1"/>
                </a:solidFill>
                <a:latin typeface="Times New Roman" panose="02020603050405020304" pitchFamily="18" charset="0"/>
              </a:rPr>
              <a:t>伽利略位置坐标变换关系</a:t>
            </a:r>
            <a:endParaRPr lang="zh-CN" altLang="en-US" b="1" dirty="0">
              <a:solidFill>
                <a:schemeClr val="bg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8358"/>
                                        </p:tgtEl>
                                        <p:attrNameLst>
                                          <p:attrName>style.visibility</p:attrName>
                                        </p:attrNameLst>
                                      </p:cBhvr>
                                      <p:to>
                                        <p:strVal val="visible"/>
                                      </p:to>
                                    </p:set>
                                    <p:animEffect transition="in" filter="blinds(horizontal)">
                                      <p:cBhvr>
                                        <p:cTn id="7" dur="500"/>
                                        <p:tgtEl>
                                          <p:spTgt spid="98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127"/>
          <p:cNvGrpSpPr/>
          <p:nvPr/>
        </p:nvGrpSpPr>
        <p:grpSpPr bwMode="auto">
          <a:xfrm>
            <a:off x="6227763" y="2565400"/>
            <a:ext cx="2362200" cy="2174875"/>
            <a:chOff x="2976" y="624"/>
            <a:chExt cx="1488" cy="1370"/>
          </a:xfrm>
        </p:grpSpPr>
        <p:graphicFrame>
          <p:nvGraphicFramePr>
            <p:cNvPr id="8233" name="Object 6"/>
            <p:cNvGraphicFramePr>
              <a:graphicFrameLocks noChangeAspect="1"/>
            </p:cNvGraphicFramePr>
            <p:nvPr/>
          </p:nvGraphicFramePr>
          <p:xfrm>
            <a:off x="3214" y="624"/>
            <a:ext cx="1250" cy="478"/>
          </p:xfrm>
          <a:graphic>
            <a:graphicData uri="http://schemas.openxmlformats.org/presentationml/2006/ole">
              <mc:AlternateContent xmlns:mc="http://schemas.openxmlformats.org/markup-compatibility/2006">
                <mc:Choice xmlns:v="urn:schemas-microsoft-com:vml" Requires="v">
                  <p:oleObj spid="_x0000_s0" name="Equation" r:id="rId1" imgW="467995" imgH="152400" progId="Equation.3">
                    <p:embed/>
                  </p:oleObj>
                </mc:Choice>
                <mc:Fallback>
                  <p:oleObj name="Equation" r:id="rId1" imgW="467995" imgH="1524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 y="624"/>
                          <a:ext cx="1250" cy="4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34" name="Object 7"/>
            <p:cNvGraphicFramePr>
              <a:graphicFrameLocks noChangeAspect="1"/>
            </p:cNvGraphicFramePr>
            <p:nvPr/>
          </p:nvGraphicFramePr>
          <p:xfrm>
            <a:off x="3194" y="1065"/>
            <a:ext cx="956" cy="519"/>
          </p:xfrm>
          <a:graphic>
            <a:graphicData uri="http://schemas.openxmlformats.org/presentationml/2006/ole">
              <mc:AlternateContent xmlns:mc="http://schemas.openxmlformats.org/markup-compatibility/2006">
                <mc:Choice xmlns:v="urn:schemas-microsoft-com:vml" Requires="v">
                  <p:oleObj spid="_x0000_s2" name="Equation" r:id="rId3" imgW="320675" imgH="163195" progId="Equation.3">
                    <p:embed/>
                  </p:oleObj>
                </mc:Choice>
                <mc:Fallback>
                  <p:oleObj name="Equation" r:id="rId3" imgW="320675" imgH="16319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4" y="1065"/>
                          <a:ext cx="956" cy="5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35" name="Object 8"/>
            <p:cNvGraphicFramePr>
              <a:graphicFrameLocks noChangeAspect="1"/>
            </p:cNvGraphicFramePr>
            <p:nvPr/>
          </p:nvGraphicFramePr>
          <p:xfrm>
            <a:off x="3180" y="1536"/>
            <a:ext cx="981" cy="458"/>
          </p:xfrm>
          <a:graphic>
            <a:graphicData uri="http://schemas.openxmlformats.org/presentationml/2006/ole">
              <mc:AlternateContent xmlns:mc="http://schemas.openxmlformats.org/markup-compatibility/2006">
                <mc:Choice xmlns:v="urn:schemas-microsoft-com:vml" Requires="v">
                  <p:oleObj spid="_x0000_s3" name="Equation" r:id="rId5" imgW="309880" imgH="141605" progId="Equation.3">
                    <p:embed/>
                  </p:oleObj>
                </mc:Choice>
                <mc:Fallback>
                  <p:oleObj name="Equation" r:id="rId5" imgW="309880" imgH="141605"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0" y="1536"/>
                          <a:ext cx="981"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36" name="AutoShape 9"/>
            <p:cNvSpPr/>
            <p:nvPr/>
          </p:nvSpPr>
          <p:spPr bwMode="auto">
            <a:xfrm>
              <a:off x="2976" y="801"/>
              <a:ext cx="192" cy="1008"/>
            </a:xfrm>
            <a:prstGeom prst="leftBrace">
              <a:avLst>
                <a:gd name="adj1" fmla="val 43750"/>
                <a:gd name="adj2" fmla="val 50000"/>
              </a:avLst>
            </a:prstGeom>
            <a:noFill/>
            <a:ln w="28575">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8195" name="Text Box 10"/>
          <p:cNvSpPr txBox="1">
            <a:spLocks noChangeArrowheads="1"/>
          </p:cNvSpPr>
          <p:nvPr/>
        </p:nvSpPr>
        <p:spPr bwMode="auto">
          <a:xfrm>
            <a:off x="5827713" y="1628775"/>
            <a:ext cx="34242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003366"/>
                </a:solidFill>
                <a:latin typeface="Times New Roman" panose="02020603050405020304" pitchFamily="18" charset="0"/>
              </a:rPr>
              <a:t>速度变换关系：</a:t>
            </a:r>
            <a:endParaRPr lang="zh-CN" altLang="en-US" sz="3200" b="1">
              <a:solidFill>
                <a:srgbClr val="003366"/>
              </a:solidFill>
              <a:latin typeface="Times New Roman" panose="02020603050405020304" pitchFamily="18" charset="0"/>
            </a:endParaRPr>
          </a:p>
        </p:txBody>
      </p:sp>
      <p:grpSp>
        <p:nvGrpSpPr>
          <p:cNvPr id="8196" name="Group 128"/>
          <p:cNvGrpSpPr>
            <a:grpSpLocks noChangeAspect="1"/>
          </p:cNvGrpSpPr>
          <p:nvPr/>
        </p:nvGrpSpPr>
        <p:grpSpPr bwMode="auto">
          <a:xfrm>
            <a:off x="311150" y="1700213"/>
            <a:ext cx="4908550" cy="3238500"/>
            <a:chOff x="1844" y="1889"/>
            <a:chExt cx="3436" cy="2047"/>
          </a:xfrm>
        </p:grpSpPr>
        <p:sp>
          <p:nvSpPr>
            <p:cNvPr id="8198" name="Line 129"/>
            <p:cNvSpPr>
              <a:spLocks noChangeAspect="1" noChangeShapeType="1"/>
            </p:cNvSpPr>
            <p:nvPr/>
          </p:nvSpPr>
          <p:spPr bwMode="auto">
            <a:xfrm>
              <a:off x="2311" y="3354"/>
              <a:ext cx="2965" cy="0"/>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9" name="Line 130"/>
            <p:cNvSpPr>
              <a:spLocks noChangeAspect="1" noChangeShapeType="1"/>
            </p:cNvSpPr>
            <p:nvPr/>
          </p:nvSpPr>
          <p:spPr bwMode="auto">
            <a:xfrm flipV="1">
              <a:off x="2311" y="2010"/>
              <a:ext cx="0" cy="1344"/>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0" name="Line 131"/>
            <p:cNvSpPr>
              <a:spLocks noChangeAspect="1" noChangeShapeType="1"/>
            </p:cNvSpPr>
            <p:nvPr/>
          </p:nvSpPr>
          <p:spPr bwMode="auto">
            <a:xfrm flipV="1">
              <a:off x="3080" y="2010"/>
              <a:ext cx="0" cy="1344"/>
            </a:xfrm>
            <a:prstGeom prst="line">
              <a:avLst/>
            </a:prstGeom>
            <a:noFill/>
            <a:ln w="19050">
              <a:solidFill>
                <a:srgbClr val="008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1" name="Line 132"/>
            <p:cNvSpPr>
              <a:spLocks noChangeAspect="1" noChangeShapeType="1"/>
            </p:cNvSpPr>
            <p:nvPr/>
          </p:nvSpPr>
          <p:spPr bwMode="auto">
            <a:xfrm flipH="1">
              <a:off x="1872" y="3354"/>
              <a:ext cx="439" cy="528"/>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2" name="Line 133"/>
            <p:cNvSpPr>
              <a:spLocks noChangeAspect="1" noChangeShapeType="1"/>
            </p:cNvSpPr>
            <p:nvPr/>
          </p:nvSpPr>
          <p:spPr bwMode="auto">
            <a:xfrm flipH="1">
              <a:off x="2696" y="3354"/>
              <a:ext cx="384" cy="576"/>
            </a:xfrm>
            <a:prstGeom prst="line">
              <a:avLst/>
            </a:prstGeom>
            <a:noFill/>
            <a:ln w="19050">
              <a:solidFill>
                <a:srgbClr val="008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3" name="Line 134"/>
            <p:cNvSpPr>
              <a:spLocks noChangeAspect="1" noChangeShapeType="1"/>
            </p:cNvSpPr>
            <p:nvPr/>
          </p:nvSpPr>
          <p:spPr bwMode="auto">
            <a:xfrm>
              <a:off x="3080" y="2586"/>
              <a:ext cx="439" cy="0"/>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04" name="Object 135"/>
            <p:cNvGraphicFramePr>
              <a:graphicFrameLocks noChangeAspect="1"/>
            </p:cNvGraphicFramePr>
            <p:nvPr/>
          </p:nvGraphicFramePr>
          <p:xfrm>
            <a:off x="4956" y="3402"/>
            <a:ext cx="255" cy="240"/>
          </p:xfrm>
          <a:graphic>
            <a:graphicData uri="http://schemas.openxmlformats.org/presentationml/2006/ole">
              <mc:AlternateContent xmlns:mc="http://schemas.openxmlformats.org/markup-compatibility/2006">
                <mc:Choice xmlns:v="urn:schemas-microsoft-com:vml" Requires="v">
                  <p:oleObj spid="_x0000_s4" name="公式" r:id="rId7" imgW="115570" imgH="126365" progId="Equation.3">
                    <p:embed/>
                  </p:oleObj>
                </mc:Choice>
                <mc:Fallback>
                  <p:oleObj name="公式" r:id="rId7" imgW="115570" imgH="126365" progId="Equation.3">
                    <p:embed/>
                    <p:pic>
                      <p:nvPicPr>
                        <p:cNvPr id="0" name="Object 1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6" y="3402"/>
                          <a:ext cx="255"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5" name="Object 136"/>
            <p:cNvGraphicFramePr>
              <a:graphicFrameLocks noChangeAspect="1"/>
            </p:cNvGraphicFramePr>
            <p:nvPr/>
          </p:nvGraphicFramePr>
          <p:xfrm>
            <a:off x="4962" y="3042"/>
            <a:ext cx="303" cy="297"/>
          </p:xfrm>
          <a:graphic>
            <a:graphicData uri="http://schemas.openxmlformats.org/presentationml/2006/ole">
              <mc:AlternateContent xmlns:mc="http://schemas.openxmlformats.org/markup-compatibility/2006">
                <mc:Choice xmlns:v="urn:schemas-microsoft-com:vml" Requires="v">
                  <p:oleObj spid="_x0000_s5" name="Equation" r:id="rId9" imgW="141605" imgH="163195" progId="Equation.3">
                    <p:embed/>
                  </p:oleObj>
                </mc:Choice>
                <mc:Fallback>
                  <p:oleObj name="Equation" r:id="rId9" imgW="141605" imgH="163195" progId="Equation.3">
                    <p:embed/>
                    <p:pic>
                      <p:nvPicPr>
                        <p:cNvPr id="0" name="Object 1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62" y="3042"/>
                          <a:ext cx="303"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6" name="Object 137"/>
            <p:cNvGraphicFramePr>
              <a:graphicFrameLocks noChangeAspect="1"/>
            </p:cNvGraphicFramePr>
            <p:nvPr/>
          </p:nvGraphicFramePr>
          <p:xfrm>
            <a:off x="2366" y="1962"/>
            <a:ext cx="258" cy="281"/>
          </p:xfrm>
          <a:graphic>
            <a:graphicData uri="http://schemas.openxmlformats.org/presentationml/2006/ole">
              <mc:AlternateContent xmlns:mc="http://schemas.openxmlformats.org/markup-compatibility/2006">
                <mc:Choice xmlns:v="urn:schemas-microsoft-com:vml" Requires="v">
                  <p:oleObj spid="_x0000_s6" name="公式" r:id="rId11" imgW="126365" imgH="163195" progId="Equation.3">
                    <p:embed/>
                  </p:oleObj>
                </mc:Choice>
                <mc:Fallback>
                  <p:oleObj name="公式" r:id="rId11" imgW="126365" imgH="163195" progId="Equation.3">
                    <p:embed/>
                    <p:pic>
                      <p:nvPicPr>
                        <p:cNvPr id="0" name="Object 13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66" y="1962"/>
                          <a:ext cx="258"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7" name="Object 138"/>
            <p:cNvGraphicFramePr>
              <a:graphicFrameLocks noChangeAspect="1"/>
            </p:cNvGraphicFramePr>
            <p:nvPr/>
          </p:nvGraphicFramePr>
          <p:xfrm>
            <a:off x="3126" y="1889"/>
            <a:ext cx="321" cy="359"/>
          </p:xfrm>
          <a:graphic>
            <a:graphicData uri="http://schemas.openxmlformats.org/presentationml/2006/ole">
              <mc:AlternateContent xmlns:mc="http://schemas.openxmlformats.org/markup-compatibility/2006">
                <mc:Choice xmlns:v="urn:schemas-microsoft-com:vml" Requires="v">
                  <p:oleObj spid="_x0000_s7" name="Equation" r:id="rId13" imgW="152400" imgH="194310" progId="Equation.3">
                    <p:embed/>
                  </p:oleObj>
                </mc:Choice>
                <mc:Fallback>
                  <p:oleObj name="Equation" r:id="rId13" imgW="152400" imgH="194310" progId="Equation.3">
                    <p:embed/>
                    <p:pic>
                      <p:nvPicPr>
                        <p:cNvPr id="0" name="Object 1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6" y="1889"/>
                          <a:ext cx="321"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8" name="Object 139"/>
            <p:cNvGraphicFramePr>
              <a:graphicFrameLocks noChangeAspect="1"/>
            </p:cNvGraphicFramePr>
            <p:nvPr/>
          </p:nvGraphicFramePr>
          <p:xfrm>
            <a:off x="3519" y="2442"/>
            <a:ext cx="277" cy="313"/>
          </p:xfrm>
          <a:graphic>
            <a:graphicData uri="http://schemas.openxmlformats.org/presentationml/2006/ole">
              <mc:AlternateContent xmlns:mc="http://schemas.openxmlformats.org/markup-compatibility/2006">
                <mc:Choice xmlns:v="urn:schemas-microsoft-com:vml" Requires="v">
                  <p:oleObj spid="_x0000_s8" name="Equation" r:id="rId15" imgW="115570" imgH="152400" progId="Equation.3">
                    <p:embed/>
                  </p:oleObj>
                </mc:Choice>
                <mc:Fallback>
                  <p:oleObj name="Equation" r:id="rId15" imgW="115570" imgH="152400" progId="Equation.3">
                    <p:embed/>
                    <p:pic>
                      <p:nvPicPr>
                        <p:cNvPr id="0" name="Object 13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19" y="2442"/>
                          <a:ext cx="277"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9" name="Object 140"/>
            <p:cNvGraphicFramePr>
              <a:graphicFrameLocks noChangeAspect="1"/>
            </p:cNvGraphicFramePr>
            <p:nvPr/>
          </p:nvGraphicFramePr>
          <p:xfrm>
            <a:off x="2114" y="3216"/>
            <a:ext cx="238" cy="228"/>
          </p:xfrm>
          <a:graphic>
            <a:graphicData uri="http://schemas.openxmlformats.org/presentationml/2006/ole">
              <mc:AlternateContent xmlns:mc="http://schemas.openxmlformats.org/markup-compatibility/2006">
                <mc:Choice xmlns:v="urn:schemas-microsoft-com:vml" Requires="v">
                  <p:oleObj spid="_x0000_s9" name="Equation" r:id="rId17" imgW="83820" imgH="89535" progId="Equation.3">
                    <p:embed/>
                  </p:oleObj>
                </mc:Choice>
                <mc:Fallback>
                  <p:oleObj name="Equation" r:id="rId17" imgW="83820" imgH="89535" progId="Equation.3">
                    <p:embed/>
                    <p:pic>
                      <p:nvPicPr>
                        <p:cNvPr id="0" name="Object 1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14" y="3216"/>
                          <a:ext cx="238"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0" name="Object 141"/>
            <p:cNvGraphicFramePr>
              <a:graphicFrameLocks noChangeAspect="1"/>
            </p:cNvGraphicFramePr>
            <p:nvPr/>
          </p:nvGraphicFramePr>
          <p:xfrm>
            <a:off x="3120" y="3168"/>
            <a:ext cx="315" cy="320"/>
          </p:xfrm>
          <a:graphic>
            <a:graphicData uri="http://schemas.openxmlformats.org/presentationml/2006/ole">
              <mc:AlternateContent xmlns:mc="http://schemas.openxmlformats.org/markup-compatibility/2006">
                <mc:Choice xmlns:v="urn:schemas-microsoft-com:vml" Requires="v">
                  <p:oleObj spid="_x0000_s10" name="Equation" r:id="rId19" imgW="99695" imgH="115570" progId="Equation.3">
                    <p:embed/>
                  </p:oleObj>
                </mc:Choice>
                <mc:Fallback>
                  <p:oleObj name="Equation" r:id="rId19" imgW="99695" imgH="115570" progId="Equation.3">
                    <p:embed/>
                    <p:pic>
                      <p:nvPicPr>
                        <p:cNvPr id="0" name="Object 1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20" y="3168"/>
                          <a:ext cx="315" cy="320"/>
                        </a:xfrm>
                        <a:prstGeom prst="rect">
                          <a:avLst/>
                        </a:prstGeom>
                        <a:solidFill>
                          <a:schemeClr val="bg1">
                            <a:alpha val="50195"/>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1" name="Object 142"/>
            <p:cNvGraphicFramePr>
              <a:graphicFrameLocks noChangeAspect="1"/>
            </p:cNvGraphicFramePr>
            <p:nvPr/>
          </p:nvGraphicFramePr>
          <p:xfrm>
            <a:off x="1927" y="3737"/>
            <a:ext cx="220" cy="191"/>
          </p:xfrm>
          <a:graphic>
            <a:graphicData uri="http://schemas.openxmlformats.org/presentationml/2006/ole">
              <mc:AlternateContent xmlns:mc="http://schemas.openxmlformats.org/markup-compatibility/2006">
                <mc:Choice xmlns:v="urn:schemas-microsoft-com:vml" Requires="v">
                  <p:oleObj spid="_x0000_s11" name="公式" r:id="rId21" imgW="110490" imgH="110490" progId="Equation.3">
                    <p:embed/>
                  </p:oleObj>
                </mc:Choice>
                <mc:Fallback>
                  <p:oleObj name="公式" r:id="rId21" imgW="110490" imgH="110490" progId="Equation.3">
                    <p:embed/>
                    <p:pic>
                      <p:nvPicPr>
                        <p:cNvPr id="0" name="Object 1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27" y="3737"/>
                          <a:ext cx="220"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2" name="Object 143"/>
            <p:cNvGraphicFramePr>
              <a:graphicFrameLocks noChangeAspect="1"/>
            </p:cNvGraphicFramePr>
            <p:nvPr/>
          </p:nvGraphicFramePr>
          <p:xfrm>
            <a:off x="2805" y="3684"/>
            <a:ext cx="259" cy="252"/>
          </p:xfrm>
          <a:graphic>
            <a:graphicData uri="http://schemas.openxmlformats.org/presentationml/2006/ole">
              <mc:AlternateContent xmlns:mc="http://schemas.openxmlformats.org/markup-compatibility/2006">
                <mc:Choice xmlns:v="urn:schemas-microsoft-com:vml" Requires="v">
                  <p:oleObj spid="_x0000_s12" name="Equation" r:id="rId23" imgW="136525" imgH="152400" progId="Equation.3">
                    <p:embed/>
                  </p:oleObj>
                </mc:Choice>
                <mc:Fallback>
                  <p:oleObj name="Equation" r:id="rId23" imgW="136525" imgH="152400" progId="Equation.3">
                    <p:embed/>
                    <p:pic>
                      <p:nvPicPr>
                        <p:cNvPr id="0" name="Object 14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805" y="3684"/>
                          <a:ext cx="259"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3" name="Object 144"/>
            <p:cNvGraphicFramePr>
              <a:graphicFrameLocks noChangeAspect="1"/>
            </p:cNvGraphicFramePr>
            <p:nvPr/>
          </p:nvGraphicFramePr>
          <p:xfrm>
            <a:off x="2784" y="1967"/>
            <a:ext cx="281" cy="337"/>
          </p:xfrm>
          <a:graphic>
            <a:graphicData uri="http://schemas.openxmlformats.org/presentationml/2006/ole">
              <mc:AlternateContent xmlns:mc="http://schemas.openxmlformats.org/markup-compatibility/2006">
                <mc:Choice xmlns:v="urn:schemas-microsoft-com:vml" Requires="v">
                  <p:oleObj spid="_x0000_s13" name="Equation" r:id="rId25" imgW="136525" imgH="189230" progId="Equation.3">
                    <p:embed/>
                  </p:oleObj>
                </mc:Choice>
                <mc:Fallback>
                  <p:oleObj name="Equation" r:id="rId25" imgW="136525" imgH="189230" progId="Equation.3">
                    <p:embed/>
                    <p:pic>
                      <p:nvPicPr>
                        <p:cNvPr id="0" name="Object 14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784" y="1967"/>
                          <a:ext cx="281"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4" name="Object 145"/>
            <p:cNvGraphicFramePr>
              <a:graphicFrameLocks noChangeAspect="1"/>
            </p:cNvGraphicFramePr>
            <p:nvPr/>
          </p:nvGraphicFramePr>
          <p:xfrm>
            <a:off x="2021" y="2055"/>
            <a:ext cx="194" cy="243"/>
          </p:xfrm>
          <a:graphic>
            <a:graphicData uri="http://schemas.openxmlformats.org/presentationml/2006/ole">
              <mc:AlternateContent xmlns:mc="http://schemas.openxmlformats.org/markup-compatibility/2006">
                <mc:Choice xmlns:v="urn:schemas-microsoft-com:vml" Requires="v">
                  <p:oleObj spid="_x0000_s14" name="Equation" r:id="rId27" imgW="99695" imgH="141605" progId="Equation.3">
                    <p:embed/>
                  </p:oleObj>
                </mc:Choice>
                <mc:Fallback>
                  <p:oleObj name="Equation" r:id="rId27" imgW="99695" imgH="141605" progId="Equation.3">
                    <p:embed/>
                    <p:pic>
                      <p:nvPicPr>
                        <p:cNvPr id="0" name="Object 14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021" y="2055"/>
                          <a:ext cx="194"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5" name="Text Box 146"/>
            <p:cNvSpPr txBox="1">
              <a:spLocks noChangeAspect="1" noChangeArrowheads="1"/>
            </p:cNvSpPr>
            <p:nvPr/>
          </p:nvSpPr>
          <p:spPr bwMode="auto">
            <a:xfrm>
              <a:off x="4178" y="2538"/>
              <a:ext cx="235"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solidFill>
                    <a:srgbClr val="003366"/>
                  </a:solidFill>
                  <a:latin typeface="Times New Roman" panose="02020603050405020304" pitchFamily="18" charset="0"/>
                </a:rPr>
                <a:t>*</a:t>
              </a:r>
              <a:endParaRPr lang="en-US" altLang="zh-CN" sz="2400" b="1">
                <a:solidFill>
                  <a:srgbClr val="003366"/>
                </a:solidFill>
                <a:latin typeface="Times New Roman" panose="02020603050405020304" pitchFamily="18" charset="0"/>
              </a:endParaRPr>
            </a:p>
          </p:txBody>
        </p:sp>
        <p:graphicFrame>
          <p:nvGraphicFramePr>
            <p:cNvPr id="8216" name="Object 147"/>
            <p:cNvGraphicFramePr>
              <a:graphicFrameLocks noChangeAspect="1"/>
            </p:cNvGraphicFramePr>
            <p:nvPr/>
          </p:nvGraphicFramePr>
          <p:xfrm>
            <a:off x="4320" y="2572"/>
            <a:ext cx="960" cy="476"/>
          </p:xfrm>
          <a:graphic>
            <a:graphicData uri="http://schemas.openxmlformats.org/presentationml/2006/ole">
              <mc:AlternateContent xmlns:mc="http://schemas.openxmlformats.org/markup-compatibility/2006">
                <mc:Choice xmlns:v="urn:schemas-microsoft-com:vml" Requires="v">
                  <p:oleObj spid="_x0000_s15" name="Equation" r:id="rId29" imgW="520065" imgH="294005" progId="Equation.3">
                    <p:embed/>
                  </p:oleObj>
                </mc:Choice>
                <mc:Fallback>
                  <p:oleObj name="Equation" r:id="rId29" imgW="520065" imgH="294005" progId="Equation.3">
                    <p:embed/>
                    <p:pic>
                      <p:nvPicPr>
                        <p:cNvPr id="0" name="Object 14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320" y="2572"/>
                          <a:ext cx="960" cy="4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7" name="Line 148"/>
            <p:cNvSpPr>
              <a:spLocks noChangeAspect="1" noChangeShapeType="1"/>
            </p:cNvSpPr>
            <p:nvPr/>
          </p:nvSpPr>
          <p:spPr bwMode="auto">
            <a:xfrm>
              <a:off x="4288" y="2682"/>
              <a:ext cx="0" cy="96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8" name="Line 149"/>
            <p:cNvSpPr>
              <a:spLocks noChangeAspect="1" noChangeShapeType="1"/>
            </p:cNvSpPr>
            <p:nvPr/>
          </p:nvSpPr>
          <p:spPr bwMode="auto">
            <a:xfrm flipH="1">
              <a:off x="4288" y="3354"/>
              <a:ext cx="274" cy="288"/>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9" name="Line 150"/>
            <p:cNvSpPr>
              <a:spLocks noChangeAspect="1" noChangeShapeType="1"/>
            </p:cNvSpPr>
            <p:nvPr/>
          </p:nvSpPr>
          <p:spPr bwMode="auto">
            <a:xfrm flipV="1">
              <a:off x="4562" y="3162"/>
              <a:ext cx="0" cy="192"/>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0" name="Line 151"/>
            <p:cNvSpPr>
              <a:spLocks noChangeAspect="1" noChangeShapeType="1"/>
            </p:cNvSpPr>
            <p:nvPr/>
          </p:nvSpPr>
          <p:spPr bwMode="auto">
            <a:xfrm flipH="1">
              <a:off x="2062" y="3642"/>
              <a:ext cx="2226" cy="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1" name="Line 152"/>
            <p:cNvSpPr>
              <a:spLocks noChangeAspect="1" noChangeShapeType="1"/>
            </p:cNvSpPr>
            <p:nvPr/>
          </p:nvSpPr>
          <p:spPr bwMode="auto">
            <a:xfrm flipH="1">
              <a:off x="3080" y="3162"/>
              <a:ext cx="1482" cy="0"/>
            </a:xfrm>
            <a:prstGeom prst="line">
              <a:avLst/>
            </a:prstGeom>
            <a:noFill/>
            <a:ln w="19050">
              <a:solidFill>
                <a:srgbClr val="FF6600"/>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22" name="Object 153"/>
            <p:cNvGraphicFramePr>
              <a:graphicFrameLocks noChangeAspect="1"/>
            </p:cNvGraphicFramePr>
            <p:nvPr/>
          </p:nvGraphicFramePr>
          <p:xfrm>
            <a:off x="3355" y="3306"/>
            <a:ext cx="253" cy="240"/>
          </p:xfrm>
          <a:graphic>
            <a:graphicData uri="http://schemas.openxmlformats.org/presentationml/2006/ole">
              <mc:AlternateContent xmlns:mc="http://schemas.openxmlformats.org/markup-compatibility/2006">
                <mc:Choice xmlns:v="urn:schemas-microsoft-com:vml" Requires="v">
                  <p:oleObj spid="_x0000_s16" name="公式" r:id="rId31" imgW="115570" imgH="126365" progId="Equation.3">
                    <p:embed/>
                  </p:oleObj>
                </mc:Choice>
                <mc:Fallback>
                  <p:oleObj name="公式" r:id="rId31" imgW="115570" imgH="126365" progId="Equation.3">
                    <p:embed/>
                    <p:pic>
                      <p:nvPicPr>
                        <p:cNvPr id="0" name="Object 15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355" y="3306"/>
                          <a:ext cx="25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3" name="Object 154"/>
            <p:cNvGraphicFramePr>
              <a:graphicFrameLocks noChangeAspect="1"/>
            </p:cNvGraphicFramePr>
            <p:nvPr/>
          </p:nvGraphicFramePr>
          <p:xfrm>
            <a:off x="3730" y="2889"/>
            <a:ext cx="303" cy="297"/>
          </p:xfrm>
          <a:graphic>
            <a:graphicData uri="http://schemas.openxmlformats.org/presentationml/2006/ole">
              <mc:AlternateContent xmlns:mc="http://schemas.openxmlformats.org/markup-compatibility/2006">
                <mc:Choice xmlns:v="urn:schemas-microsoft-com:vml" Requires="v">
                  <p:oleObj spid="_x0000_s17" name="Equation" r:id="rId33" imgW="141605" imgH="163195" progId="Equation.3">
                    <p:embed/>
                  </p:oleObj>
                </mc:Choice>
                <mc:Fallback>
                  <p:oleObj name="Equation" r:id="rId33" imgW="141605" imgH="163195" progId="Equation.3">
                    <p:embed/>
                    <p:pic>
                      <p:nvPicPr>
                        <p:cNvPr id="0" name="Object 15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730" y="2889"/>
                          <a:ext cx="303"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4" name="Line 155"/>
            <p:cNvSpPr>
              <a:spLocks noChangeAspect="1" noChangeShapeType="1"/>
            </p:cNvSpPr>
            <p:nvPr/>
          </p:nvSpPr>
          <p:spPr bwMode="auto">
            <a:xfrm flipH="1">
              <a:off x="2311" y="3162"/>
              <a:ext cx="769" cy="0"/>
            </a:xfrm>
            <a:prstGeom prst="line">
              <a:avLst/>
            </a:prstGeom>
            <a:noFill/>
            <a:ln w="19050">
              <a:solidFill>
                <a:srgbClr val="CC3399"/>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25" name="Object 156"/>
            <p:cNvGraphicFramePr>
              <a:graphicFrameLocks noChangeAspect="1"/>
            </p:cNvGraphicFramePr>
            <p:nvPr/>
          </p:nvGraphicFramePr>
          <p:xfrm>
            <a:off x="2476" y="2925"/>
            <a:ext cx="329" cy="243"/>
          </p:xfrm>
          <a:graphic>
            <a:graphicData uri="http://schemas.openxmlformats.org/presentationml/2006/ole">
              <mc:AlternateContent xmlns:mc="http://schemas.openxmlformats.org/markup-compatibility/2006">
                <mc:Choice xmlns:v="urn:schemas-microsoft-com:vml" Requires="v">
                  <p:oleObj spid="_x0000_s18" name="Equation" r:id="rId35" imgW="168275" imgH="141605" progId="Equation.3">
                    <p:embed/>
                  </p:oleObj>
                </mc:Choice>
                <mc:Fallback>
                  <p:oleObj name="Equation" r:id="rId35" imgW="168275" imgH="141605" progId="Equation.3">
                    <p:embed/>
                    <p:pic>
                      <p:nvPicPr>
                        <p:cNvPr id="0" name="Object 156"/>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476" y="2925"/>
                          <a:ext cx="329"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6" name="Line 157"/>
            <p:cNvSpPr>
              <a:spLocks noChangeAspect="1" noChangeShapeType="1"/>
            </p:cNvSpPr>
            <p:nvPr/>
          </p:nvSpPr>
          <p:spPr bwMode="auto">
            <a:xfrm flipH="1">
              <a:off x="2147" y="3498"/>
              <a:ext cx="2251" cy="0"/>
            </a:xfrm>
            <a:prstGeom prst="line">
              <a:avLst/>
            </a:prstGeom>
            <a:noFill/>
            <a:ln w="19050">
              <a:solidFill>
                <a:srgbClr val="FF0066"/>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7" name="Line 158"/>
            <p:cNvSpPr>
              <a:spLocks noChangeAspect="1" noChangeShapeType="1"/>
            </p:cNvSpPr>
            <p:nvPr/>
          </p:nvSpPr>
          <p:spPr bwMode="auto">
            <a:xfrm flipH="1">
              <a:off x="4288" y="2394"/>
              <a:ext cx="274" cy="288"/>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8" name="Line 159"/>
            <p:cNvSpPr>
              <a:spLocks noChangeAspect="1" noChangeShapeType="1"/>
            </p:cNvSpPr>
            <p:nvPr/>
          </p:nvSpPr>
          <p:spPr bwMode="auto">
            <a:xfrm flipH="1">
              <a:off x="2311" y="2394"/>
              <a:ext cx="2251"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8229" name="Object 160"/>
            <p:cNvGraphicFramePr>
              <a:graphicFrameLocks noChangeAspect="1"/>
            </p:cNvGraphicFramePr>
            <p:nvPr/>
          </p:nvGraphicFramePr>
          <p:xfrm>
            <a:off x="1844" y="3552"/>
            <a:ext cx="220" cy="190"/>
          </p:xfrm>
          <a:graphic>
            <a:graphicData uri="http://schemas.openxmlformats.org/presentationml/2006/ole">
              <mc:AlternateContent xmlns:mc="http://schemas.openxmlformats.org/markup-compatibility/2006">
                <mc:Choice xmlns:v="urn:schemas-microsoft-com:vml" Requires="v">
                  <p:oleObj spid="_x0000_s19" name="公式" r:id="rId37" imgW="110490" imgH="110490" progId="Equation.3">
                    <p:embed/>
                  </p:oleObj>
                </mc:Choice>
                <mc:Fallback>
                  <p:oleObj name="公式" r:id="rId37" imgW="110490" imgH="110490" progId="Equation.3">
                    <p:embed/>
                    <p:pic>
                      <p:nvPicPr>
                        <p:cNvPr id="0" name="Object 16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844" y="3552"/>
                          <a:ext cx="220"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30" name="Object 161"/>
            <p:cNvGraphicFramePr>
              <a:graphicFrameLocks noChangeAspect="1"/>
            </p:cNvGraphicFramePr>
            <p:nvPr/>
          </p:nvGraphicFramePr>
          <p:xfrm>
            <a:off x="2592" y="3588"/>
            <a:ext cx="258" cy="252"/>
          </p:xfrm>
          <a:graphic>
            <a:graphicData uri="http://schemas.openxmlformats.org/presentationml/2006/ole">
              <mc:AlternateContent xmlns:mc="http://schemas.openxmlformats.org/markup-compatibility/2006">
                <mc:Choice xmlns:v="urn:schemas-microsoft-com:vml" Requires="v">
                  <p:oleObj spid="_x0000_s20" name="Equation" r:id="rId39" imgW="136525" imgH="152400" progId="Equation.3">
                    <p:embed/>
                  </p:oleObj>
                </mc:Choice>
                <mc:Fallback>
                  <p:oleObj name="Equation" r:id="rId39" imgW="136525" imgH="152400" progId="Equation.3">
                    <p:embed/>
                    <p:pic>
                      <p:nvPicPr>
                        <p:cNvPr id="0" name="Object 161"/>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592" y="3588"/>
                          <a:ext cx="258"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31" name="Object 162"/>
            <p:cNvGraphicFramePr>
              <a:graphicFrameLocks noChangeAspect="1"/>
            </p:cNvGraphicFramePr>
            <p:nvPr/>
          </p:nvGraphicFramePr>
          <p:xfrm>
            <a:off x="2805" y="2400"/>
            <a:ext cx="257" cy="288"/>
          </p:xfrm>
          <a:graphic>
            <a:graphicData uri="http://schemas.openxmlformats.org/presentationml/2006/ole">
              <mc:AlternateContent xmlns:mc="http://schemas.openxmlformats.org/markup-compatibility/2006">
                <mc:Choice xmlns:v="urn:schemas-microsoft-com:vml" Requires="v">
                  <p:oleObj spid="_x0000_s21" name="Equation" r:id="rId41" imgW="178435" imgH="231140" progId="Equation.3">
                    <p:embed/>
                  </p:oleObj>
                </mc:Choice>
                <mc:Fallback>
                  <p:oleObj name="Equation" r:id="rId41" imgW="178435" imgH="231140" progId="Equation.3">
                    <p:embed/>
                    <p:pic>
                      <p:nvPicPr>
                        <p:cNvPr id="0" name="Object 162"/>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2805" y="2400"/>
                          <a:ext cx="2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32" name="Object 163"/>
            <p:cNvGraphicFramePr>
              <a:graphicFrameLocks noChangeAspect="1"/>
            </p:cNvGraphicFramePr>
            <p:nvPr/>
          </p:nvGraphicFramePr>
          <p:xfrm>
            <a:off x="2037" y="2448"/>
            <a:ext cx="222" cy="240"/>
          </p:xfrm>
          <a:graphic>
            <a:graphicData uri="http://schemas.openxmlformats.org/presentationml/2006/ole">
              <mc:AlternateContent xmlns:mc="http://schemas.openxmlformats.org/markup-compatibility/2006">
                <mc:Choice xmlns:v="urn:schemas-microsoft-com:vml" Requires="v">
                  <p:oleObj spid="_x0000_s22" name="Equation" r:id="rId43" imgW="141605" imgH="178435" progId="Equation.3">
                    <p:embed/>
                  </p:oleObj>
                </mc:Choice>
                <mc:Fallback>
                  <p:oleObj name="Equation" r:id="rId43" imgW="141605" imgH="178435" progId="Equation.3">
                    <p:embed/>
                    <p:pic>
                      <p:nvPicPr>
                        <p:cNvPr id="0" name="Object 163"/>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2037" y="2448"/>
                          <a:ext cx="22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08" name="Text Box 164"/>
          <p:cNvSpPr txBox="1">
            <a:spLocks noChangeArrowheads="1"/>
          </p:cNvSpPr>
          <p:nvPr/>
        </p:nvSpPr>
        <p:spPr bwMode="auto">
          <a:xfrm>
            <a:off x="1763713" y="107921"/>
            <a:ext cx="5761037" cy="584775"/>
          </a:xfrm>
          <a:prstGeom prst="rect">
            <a:avLst/>
          </a:prstGeom>
          <a:noFill/>
          <a:ln w="9525">
            <a:solidFill>
              <a:schemeClr val="tx2"/>
            </a:solidFill>
            <a:miter lim="800000"/>
          </a:ln>
          <a:effectLst/>
        </p:spPr>
        <p:txBody>
          <a:bodyPr>
            <a:spAutoFit/>
          </a:bodyPr>
          <a:lstStyle/>
          <a:p>
            <a:pPr algn="ctr" eaLnBrk="1" hangingPunct="1">
              <a:spcBef>
                <a:spcPct val="50000"/>
              </a:spcBef>
              <a:defRPr/>
            </a:pPr>
            <a:r>
              <a:rPr lang="zh-CN" altLang="en-US" b="1" dirty="0">
                <a:solidFill>
                  <a:schemeClr val="bg1"/>
                </a:solidFill>
                <a:latin typeface="Times New Roman" panose="02020603050405020304" pitchFamily="18" charset="0"/>
              </a:rPr>
              <a:t>伽利略速度变换关系</a:t>
            </a:r>
            <a:endParaRPr lang="zh-CN" altLang="en-US" b="1" dirty="0">
              <a:solidFill>
                <a:schemeClr val="bg1"/>
              </a:solidFill>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01" name="Group 133"/>
          <p:cNvGrpSpPr/>
          <p:nvPr/>
        </p:nvGrpSpPr>
        <p:grpSpPr bwMode="auto">
          <a:xfrm>
            <a:off x="539750" y="1771650"/>
            <a:ext cx="1984243" cy="1803076"/>
            <a:chOff x="672" y="960"/>
            <a:chExt cx="1315" cy="1391"/>
          </a:xfrm>
        </p:grpSpPr>
        <p:graphicFrame>
          <p:nvGraphicFramePr>
            <p:cNvPr id="10288" name="Object 6"/>
            <p:cNvGraphicFramePr>
              <a:graphicFrameLocks noChangeAspect="1"/>
            </p:cNvGraphicFramePr>
            <p:nvPr/>
          </p:nvGraphicFramePr>
          <p:xfrm>
            <a:off x="912" y="1920"/>
            <a:ext cx="979" cy="431"/>
          </p:xfrm>
          <a:graphic>
            <a:graphicData uri="http://schemas.openxmlformats.org/presentationml/2006/ole">
              <mc:AlternateContent xmlns:mc="http://schemas.openxmlformats.org/markup-compatibility/2006">
                <mc:Choice xmlns:v="urn:schemas-microsoft-com:vml" Requires="v">
                  <p:oleObj spid="_x0000_s0" name="Equation" r:id="rId1" imgW="309880" imgH="141605" progId="Equation.3">
                    <p:embed/>
                  </p:oleObj>
                </mc:Choice>
                <mc:Fallback>
                  <p:oleObj name="Equation" r:id="rId1" imgW="309880" imgH="141605"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 y="1920"/>
                          <a:ext cx="979"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9" name="Object 7"/>
            <p:cNvGraphicFramePr>
              <a:graphicFrameLocks noChangeAspect="1"/>
            </p:cNvGraphicFramePr>
            <p:nvPr/>
          </p:nvGraphicFramePr>
          <p:xfrm>
            <a:off x="911" y="1392"/>
            <a:ext cx="961" cy="483"/>
          </p:xfrm>
          <a:graphic>
            <a:graphicData uri="http://schemas.openxmlformats.org/presentationml/2006/ole">
              <mc:AlternateContent xmlns:mc="http://schemas.openxmlformats.org/markup-compatibility/2006">
                <mc:Choice xmlns:v="urn:schemas-microsoft-com:vml" Requires="v">
                  <p:oleObj spid="_x0000_s2" name="Equation" r:id="rId3" imgW="325755" imgH="163195" progId="Equation.3">
                    <p:embed/>
                  </p:oleObj>
                </mc:Choice>
                <mc:Fallback>
                  <p:oleObj name="Equation" r:id="rId3" imgW="325755" imgH="16319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 y="1392"/>
                          <a:ext cx="961" cy="4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90" name="Object 8"/>
            <p:cNvGraphicFramePr>
              <a:graphicFrameLocks noChangeAspect="1"/>
            </p:cNvGraphicFramePr>
            <p:nvPr/>
          </p:nvGraphicFramePr>
          <p:xfrm>
            <a:off x="900" y="960"/>
            <a:ext cx="1087" cy="474"/>
          </p:xfrm>
          <a:graphic>
            <a:graphicData uri="http://schemas.openxmlformats.org/presentationml/2006/ole">
              <mc:AlternateContent xmlns:mc="http://schemas.openxmlformats.org/markup-compatibility/2006">
                <mc:Choice xmlns:v="urn:schemas-microsoft-com:vml" Requires="v">
                  <p:oleObj spid="_x0000_s3" name="Equation" r:id="rId5" imgW="320675" imgH="152400" progId="Equation.3">
                    <p:embed/>
                  </p:oleObj>
                </mc:Choice>
                <mc:Fallback>
                  <p:oleObj name="Equation" r:id="rId5" imgW="320675" imgH="1524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 y="960"/>
                          <a:ext cx="1087"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91" name="AutoShape 9"/>
            <p:cNvSpPr/>
            <p:nvPr/>
          </p:nvSpPr>
          <p:spPr bwMode="auto">
            <a:xfrm>
              <a:off x="672" y="1210"/>
              <a:ext cx="192" cy="925"/>
            </a:xfrm>
            <a:prstGeom prst="leftBrace">
              <a:avLst>
                <a:gd name="adj1" fmla="val 40148"/>
                <a:gd name="adj2" fmla="val 50000"/>
              </a:avLst>
            </a:prstGeom>
            <a:noFill/>
            <a:ln w="28575">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0243" name="Text Box 10"/>
          <p:cNvSpPr txBox="1">
            <a:spLocks noChangeArrowheads="1"/>
          </p:cNvSpPr>
          <p:nvPr/>
        </p:nvSpPr>
        <p:spPr bwMode="auto">
          <a:xfrm>
            <a:off x="395288" y="976313"/>
            <a:ext cx="30407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003366"/>
                </a:solidFill>
                <a:latin typeface="Times New Roman" panose="02020603050405020304" pitchFamily="18" charset="0"/>
              </a:rPr>
              <a:t>加速度变换关系：</a:t>
            </a:r>
            <a:endParaRPr lang="zh-CN" altLang="en-US" sz="2800" b="1" dirty="0">
              <a:solidFill>
                <a:srgbClr val="003366"/>
              </a:solidFill>
              <a:latin typeface="Times New Roman" panose="02020603050405020304" pitchFamily="18" charset="0"/>
            </a:endParaRPr>
          </a:p>
        </p:txBody>
      </p:sp>
      <p:graphicFrame>
        <p:nvGraphicFramePr>
          <p:cNvPr id="7215" name="Object 47"/>
          <p:cNvGraphicFramePr>
            <a:graphicFrameLocks noChangeAspect="1"/>
          </p:cNvGraphicFramePr>
          <p:nvPr/>
        </p:nvGraphicFramePr>
        <p:xfrm>
          <a:off x="882320" y="3902224"/>
          <a:ext cx="1354931" cy="526759"/>
        </p:xfrm>
        <a:graphic>
          <a:graphicData uri="http://schemas.openxmlformats.org/presentationml/2006/ole">
            <mc:AlternateContent xmlns:mc="http://schemas.openxmlformats.org/markup-compatibility/2006">
              <mc:Choice xmlns:v="urn:schemas-microsoft-com:vml" Requires="v">
                <p:oleObj spid="_x0000_s4" name="公式" r:id="rId7" imgW="273050" imgH="115570" progId="Equation.3">
                  <p:embed/>
                </p:oleObj>
              </mc:Choice>
              <mc:Fallback>
                <p:oleObj name="公式" r:id="rId7" imgW="273050" imgH="115570" progId="Equation.3">
                  <p:embed/>
                  <p:pic>
                    <p:nvPicPr>
                      <p:cNvPr id="0"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2320" y="3902224"/>
                        <a:ext cx="1354931" cy="526759"/>
                      </a:xfrm>
                      <a:prstGeom prst="rect">
                        <a:avLst/>
                      </a:prstGeom>
                      <a:noFill/>
                      <a:ln>
                        <a:noFill/>
                      </a:ln>
                      <a:effectLst/>
                    </p:spPr>
                  </p:pic>
                </p:oleObj>
              </mc:Fallback>
            </mc:AlternateContent>
          </a:graphicData>
        </a:graphic>
      </p:graphicFrame>
      <p:grpSp>
        <p:nvGrpSpPr>
          <p:cNvPr id="7302" name="Group 134"/>
          <p:cNvGrpSpPr/>
          <p:nvPr/>
        </p:nvGrpSpPr>
        <p:grpSpPr bwMode="auto">
          <a:xfrm>
            <a:off x="2857868" y="3898470"/>
            <a:ext cx="4469355" cy="537777"/>
            <a:chOff x="2186" y="2644"/>
            <a:chExt cx="2921" cy="395"/>
          </a:xfrm>
        </p:grpSpPr>
        <p:graphicFrame>
          <p:nvGraphicFramePr>
            <p:cNvPr id="10285" name="Object 49"/>
            <p:cNvGraphicFramePr>
              <a:graphicFrameLocks noChangeAspect="1"/>
            </p:cNvGraphicFramePr>
            <p:nvPr/>
          </p:nvGraphicFramePr>
          <p:xfrm>
            <a:off x="2186" y="2644"/>
            <a:ext cx="1052" cy="392"/>
          </p:xfrm>
          <a:graphic>
            <a:graphicData uri="http://schemas.openxmlformats.org/presentationml/2006/ole">
              <mc:AlternateContent xmlns:mc="http://schemas.openxmlformats.org/markup-compatibility/2006">
                <mc:Choice xmlns:v="urn:schemas-microsoft-com:vml" Requires="v">
                  <p:oleObj spid="_x0000_s5" name="Equation" r:id="rId9" imgW="346710" imgH="136525" progId="Equation.3">
                    <p:embed/>
                  </p:oleObj>
                </mc:Choice>
                <mc:Fallback>
                  <p:oleObj name="Equation" r:id="rId9" imgW="346710" imgH="136525" progId="Equation.3">
                    <p:embed/>
                    <p:pic>
                      <p:nvPicPr>
                        <p:cNvPr id="0" name="Object 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86" y="2644"/>
                          <a:ext cx="1052" cy="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6" name="Object 50"/>
            <p:cNvGraphicFramePr>
              <a:graphicFrameLocks noChangeAspect="1"/>
            </p:cNvGraphicFramePr>
            <p:nvPr/>
          </p:nvGraphicFramePr>
          <p:xfrm>
            <a:off x="3868" y="2646"/>
            <a:ext cx="1239" cy="393"/>
          </p:xfrm>
          <a:graphic>
            <a:graphicData uri="http://schemas.openxmlformats.org/presentationml/2006/ole">
              <mc:AlternateContent xmlns:mc="http://schemas.openxmlformats.org/markup-compatibility/2006">
                <mc:Choice xmlns:v="urn:schemas-microsoft-com:vml" Requires="v">
                  <p:oleObj spid="_x0000_s6" name="Equation" r:id="rId11" imgW="373380" imgH="136525" progId="Equation.3">
                    <p:embed/>
                  </p:oleObj>
                </mc:Choice>
                <mc:Fallback>
                  <p:oleObj name="Equation" r:id="rId11" imgW="373380" imgH="136525" progId="Equation.3">
                    <p:embed/>
                    <p:pic>
                      <p:nvPicPr>
                        <p:cNvPr id="0" name="Object 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68" y="2646"/>
                          <a:ext cx="1239"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87" name="AutoShape 51"/>
            <p:cNvSpPr>
              <a:spLocks noChangeArrowheads="1"/>
            </p:cNvSpPr>
            <p:nvPr/>
          </p:nvSpPr>
          <p:spPr bwMode="auto">
            <a:xfrm>
              <a:off x="3423" y="2848"/>
              <a:ext cx="328" cy="88"/>
            </a:xfrm>
            <a:prstGeom prst="leftRightArrow">
              <a:avLst>
                <a:gd name="adj1" fmla="val 50000"/>
                <a:gd name="adj2" fmla="val 74545"/>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7225" name="Text Box 57"/>
          <p:cNvSpPr txBox="1">
            <a:spLocks noChangeArrowheads="1"/>
          </p:cNvSpPr>
          <p:nvPr/>
        </p:nvSpPr>
        <p:spPr bwMode="auto">
          <a:xfrm>
            <a:off x="215106" y="4590305"/>
            <a:ext cx="8713787" cy="830997"/>
          </a:xfrm>
          <a:prstGeom prst="rect">
            <a:avLst/>
          </a:prstGeom>
          <a:noFill/>
          <a:ln>
            <a:noFill/>
          </a:ln>
          <a:effectLst/>
          <a:extLst>
            <a:ext uri="{909E8E84-426E-40DD-AFC4-6F175D3DCCD1}">
              <a14:hiddenFill xmlns:a14="http://schemas.microsoft.com/office/drawing/2010/main">
                <a:gradFill rotWithShape="1">
                  <a:gsLst>
                    <a:gs pos="0">
                      <a:srgbClr val="33CCFF"/>
                    </a:gs>
                    <a:gs pos="50000">
                      <a:srgbClr val="FFFFFF"/>
                    </a:gs>
                    <a:gs pos="100000">
                      <a:srgbClr val="33CCFF"/>
                    </a:gs>
                  </a:gsLst>
                  <a:lin ang="5400000" scaled="1"/>
                </a:gra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rgbClr val="FF0000"/>
                </a:solidFill>
                <a:latin typeface="Times New Roman" panose="02020603050405020304" pitchFamily="18" charset="0"/>
              </a:rPr>
              <a:t> </a:t>
            </a:r>
            <a:r>
              <a:rPr lang="zh-CN" altLang="en-US" sz="2400" b="1" dirty="0">
                <a:solidFill>
                  <a:srgbClr val="003366"/>
                </a:solidFill>
                <a:latin typeface="Times New Roman" panose="02020603050405020304" pitchFamily="18" charset="0"/>
              </a:rPr>
              <a:t>在两相互作匀速直线运动的惯性系中</a:t>
            </a:r>
            <a:r>
              <a:rPr kumimoji="1" lang="en-US" altLang="zh-CN" sz="2400" b="1" dirty="0">
                <a:solidFill>
                  <a:srgbClr val="003366"/>
                </a:solidFill>
                <a:latin typeface="宋体" panose="02010600030101010101" pitchFamily="2" charset="-122"/>
              </a:rPr>
              <a:t>,</a:t>
            </a:r>
            <a:r>
              <a:rPr lang="zh-CN" altLang="en-US" sz="2400" b="1" dirty="0">
                <a:solidFill>
                  <a:srgbClr val="003366"/>
                </a:solidFill>
                <a:latin typeface="Times New Roman" panose="02020603050405020304" pitchFamily="18" charset="0"/>
              </a:rPr>
              <a:t>牛顿运动定律具有相同的形式</a:t>
            </a:r>
            <a:r>
              <a:rPr lang="en-US" altLang="zh-CN" sz="2400" b="1" dirty="0">
                <a:solidFill>
                  <a:srgbClr val="003366"/>
                </a:solidFill>
                <a:latin typeface="Times New Roman" panose="02020603050405020304" pitchFamily="18" charset="0"/>
              </a:rPr>
              <a:t>.-----</a:t>
            </a:r>
            <a:r>
              <a:rPr lang="zh-CN" altLang="en-US" sz="2400" b="1" dirty="0">
                <a:solidFill>
                  <a:srgbClr val="FF0000"/>
                </a:solidFill>
                <a:latin typeface="Times New Roman" panose="02020603050405020304" pitchFamily="18" charset="0"/>
              </a:rPr>
              <a:t>牛顿力学的相对性原理</a:t>
            </a:r>
            <a:endParaRPr lang="zh-CN" altLang="en-US" sz="2400" b="1" dirty="0">
              <a:solidFill>
                <a:srgbClr val="FF0000"/>
              </a:solidFill>
              <a:latin typeface="Times New Roman" panose="02020603050405020304" pitchFamily="18" charset="0"/>
            </a:endParaRPr>
          </a:p>
        </p:txBody>
      </p:sp>
      <p:grpSp>
        <p:nvGrpSpPr>
          <p:cNvPr id="10247" name="Group 135"/>
          <p:cNvGrpSpPr>
            <a:grpSpLocks noChangeAspect="1"/>
          </p:cNvGrpSpPr>
          <p:nvPr/>
        </p:nvGrpSpPr>
        <p:grpSpPr bwMode="auto">
          <a:xfrm>
            <a:off x="4140200" y="915814"/>
            <a:ext cx="4195205" cy="2767859"/>
            <a:chOff x="1844" y="1889"/>
            <a:chExt cx="3436" cy="2047"/>
          </a:xfrm>
        </p:grpSpPr>
        <p:sp>
          <p:nvSpPr>
            <p:cNvPr id="10250" name="Line 136"/>
            <p:cNvSpPr>
              <a:spLocks noChangeAspect="1" noChangeShapeType="1"/>
            </p:cNvSpPr>
            <p:nvPr/>
          </p:nvSpPr>
          <p:spPr bwMode="auto">
            <a:xfrm>
              <a:off x="2311" y="3354"/>
              <a:ext cx="2965" cy="0"/>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1" name="Line 137"/>
            <p:cNvSpPr>
              <a:spLocks noChangeAspect="1" noChangeShapeType="1"/>
            </p:cNvSpPr>
            <p:nvPr/>
          </p:nvSpPr>
          <p:spPr bwMode="auto">
            <a:xfrm flipV="1">
              <a:off x="2311" y="2010"/>
              <a:ext cx="0" cy="1344"/>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2" name="Line 138"/>
            <p:cNvSpPr>
              <a:spLocks noChangeAspect="1" noChangeShapeType="1"/>
            </p:cNvSpPr>
            <p:nvPr/>
          </p:nvSpPr>
          <p:spPr bwMode="auto">
            <a:xfrm flipV="1">
              <a:off x="3080" y="2010"/>
              <a:ext cx="0" cy="1344"/>
            </a:xfrm>
            <a:prstGeom prst="line">
              <a:avLst/>
            </a:prstGeom>
            <a:noFill/>
            <a:ln w="19050">
              <a:solidFill>
                <a:srgbClr val="008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3" name="Line 139"/>
            <p:cNvSpPr>
              <a:spLocks noChangeAspect="1" noChangeShapeType="1"/>
            </p:cNvSpPr>
            <p:nvPr/>
          </p:nvSpPr>
          <p:spPr bwMode="auto">
            <a:xfrm flipH="1">
              <a:off x="1872" y="3354"/>
              <a:ext cx="439" cy="528"/>
            </a:xfrm>
            <a:prstGeom prst="line">
              <a:avLst/>
            </a:prstGeom>
            <a:noFill/>
            <a:ln w="1905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4" name="Line 140"/>
            <p:cNvSpPr>
              <a:spLocks noChangeAspect="1" noChangeShapeType="1"/>
            </p:cNvSpPr>
            <p:nvPr/>
          </p:nvSpPr>
          <p:spPr bwMode="auto">
            <a:xfrm flipH="1">
              <a:off x="2696" y="3354"/>
              <a:ext cx="384" cy="576"/>
            </a:xfrm>
            <a:prstGeom prst="line">
              <a:avLst/>
            </a:prstGeom>
            <a:noFill/>
            <a:ln w="19050">
              <a:solidFill>
                <a:srgbClr val="008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5" name="Line 141"/>
            <p:cNvSpPr>
              <a:spLocks noChangeAspect="1" noChangeShapeType="1"/>
            </p:cNvSpPr>
            <p:nvPr/>
          </p:nvSpPr>
          <p:spPr bwMode="auto">
            <a:xfrm>
              <a:off x="3080" y="2586"/>
              <a:ext cx="439" cy="0"/>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56" name="Object 142"/>
            <p:cNvGraphicFramePr>
              <a:graphicFrameLocks noChangeAspect="1"/>
            </p:cNvGraphicFramePr>
            <p:nvPr/>
          </p:nvGraphicFramePr>
          <p:xfrm>
            <a:off x="4956" y="3402"/>
            <a:ext cx="255" cy="240"/>
          </p:xfrm>
          <a:graphic>
            <a:graphicData uri="http://schemas.openxmlformats.org/presentationml/2006/ole">
              <mc:AlternateContent xmlns:mc="http://schemas.openxmlformats.org/markup-compatibility/2006">
                <mc:Choice xmlns:v="urn:schemas-microsoft-com:vml" Requires="v">
                  <p:oleObj spid="_x0000_s7" name="公式" r:id="rId13" imgW="115570" imgH="126365" progId="Equation.3">
                    <p:embed/>
                  </p:oleObj>
                </mc:Choice>
                <mc:Fallback>
                  <p:oleObj name="公式" r:id="rId13" imgW="115570" imgH="126365" progId="Equation.3">
                    <p:embed/>
                    <p:pic>
                      <p:nvPicPr>
                        <p:cNvPr id="0" name="Object 1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6" y="3402"/>
                          <a:ext cx="255"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7" name="Object 143"/>
            <p:cNvGraphicFramePr>
              <a:graphicFrameLocks noChangeAspect="1"/>
            </p:cNvGraphicFramePr>
            <p:nvPr/>
          </p:nvGraphicFramePr>
          <p:xfrm>
            <a:off x="4962" y="3042"/>
            <a:ext cx="303" cy="297"/>
          </p:xfrm>
          <a:graphic>
            <a:graphicData uri="http://schemas.openxmlformats.org/presentationml/2006/ole">
              <mc:AlternateContent xmlns:mc="http://schemas.openxmlformats.org/markup-compatibility/2006">
                <mc:Choice xmlns:v="urn:schemas-microsoft-com:vml" Requires="v">
                  <p:oleObj spid="_x0000_s8" name="Equation" r:id="rId15" imgW="141605" imgH="163195" progId="Equation.3">
                    <p:embed/>
                  </p:oleObj>
                </mc:Choice>
                <mc:Fallback>
                  <p:oleObj name="Equation" r:id="rId15" imgW="141605" imgH="163195" progId="Equation.3">
                    <p:embed/>
                    <p:pic>
                      <p:nvPicPr>
                        <p:cNvPr id="0" name="Object 1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62" y="3042"/>
                          <a:ext cx="303"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8" name="Object 144"/>
            <p:cNvGraphicFramePr>
              <a:graphicFrameLocks noChangeAspect="1"/>
            </p:cNvGraphicFramePr>
            <p:nvPr/>
          </p:nvGraphicFramePr>
          <p:xfrm>
            <a:off x="2366" y="1962"/>
            <a:ext cx="258" cy="281"/>
          </p:xfrm>
          <a:graphic>
            <a:graphicData uri="http://schemas.openxmlformats.org/presentationml/2006/ole">
              <mc:AlternateContent xmlns:mc="http://schemas.openxmlformats.org/markup-compatibility/2006">
                <mc:Choice xmlns:v="urn:schemas-microsoft-com:vml" Requires="v">
                  <p:oleObj spid="_x0000_s9" name="公式" r:id="rId17" imgW="126365" imgH="163195" progId="Equation.3">
                    <p:embed/>
                  </p:oleObj>
                </mc:Choice>
                <mc:Fallback>
                  <p:oleObj name="公式" r:id="rId17" imgW="126365" imgH="163195" progId="Equation.3">
                    <p:embed/>
                    <p:pic>
                      <p:nvPicPr>
                        <p:cNvPr id="0" name="Object 14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66" y="1962"/>
                          <a:ext cx="258"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9" name="Object 145"/>
            <p:cNvGraphicFramePr>
              <a:graphicFrameLocks noChangeAspect="1"/>
            </p:cNvGraphicFramePr>
            <p:nvPr/>
          </p:nvGraphicFramePr>
          <p:xfrm>
            <a:off x="3126" y="1889"/>
            <a:ext cx="321" cy="359"/>
          </p:xfrm>
          <a:graphic>
            <a:graphicData uri="http://schemas.openxmlformats.org/presentationml/2006/ole">
              <mc:AlternateContent xmlns:mc="http://schemas.openxmlformats.org/markup-compatibility/2006">
                <mc:Choice xmlns:v="urn:schemas-microsoft-com:vml" Requires="v">
                  <p:oleObj spid="_x0000_s10" name="Equation" r:id="rId19" imgW="152400" imgH="194310" progId="Equation.3">
                    <p:embed/>
                  </p:oleObj>
                </mc:Choice>
                <mc:Fallback>
                  <p:oleObj name="Equation" r:id="rId19" imgW="152400" imgH="194310" progId="Equation.3">
                    <p:embed/>
                    <p:pic>
                      <p:nvPicPr>
                        <p:cNvPr id="0" name="Object 14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26" y="1889"/>
                          <a:ext cx="321"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0" name="Object 146"/>
            <p:cNvGraphicFramePr>
              <a:graphicFrameLocks noChangeAspect="1"/>
            </p:cNvGraphicFramePr>
            <p:nvPr/>
          </p:nvGraphicFramePr>
          <p:xfrm>
            <a:off x="3519" y="2442"/>
            <a:ext cx="277" cy="313"/>
          </p:xfrm>
          <a:graphic>
            <a:graphicData uri="http://schemas.openxmlformats.org/presentationml/2006/ole">
              <mc:AlternateContent xmlns:mc="http://schemas.openxmlformats.org/markup-compatibility/2006">
                <mc:Choice xmlns:v="urn:schemas-microsoft-com:vml" Requires="v">
                  <p:oleObj spid="_x0000_s11" name="Equation" r:id="rId21" imgW="115570" imgH="152400" progId="Equation.3">
                    <p:embed/>
                  </p:oleObj>
                </mc:Choice>
                <mc:Fallback>
                  <p:oleObj name="Equation" r:id="rId21" imgW="115570" imgH="152400" progId="Equation.3">
                    <p:embed/>
                    <p:pic>
                      <p:nvPicPr>
                        <p:cNvPr id="0" name="Object 14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19" y="2442"/>
                          <a:ext cx="277"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1" name="Object 147"/>
            <p:cNvGraphicFramePr>
              <a:graphicFrameLocks noChangeAspect="1"/>
            </p:cNvGraphicFramePr>
            <p:nvPr/>
          </p:nvGraphicFramePr>
          <p:xfrm>
            <a:off x="2114" y="3216"/>
            <a:ext cx="238" cy="228"/>
          </p:xfrm>
          <a:graphic>
            <a:graphicData uri="http://schemas.openxmlformats.org/presentationml/2006/ole">
              <mc:AlternateContent xmlns:mc="http://schemas.openxmlformats.org/markup-compatibility/2006">
                <mc:Choice xmlns:v="urn:schemas-microsoft-com:vml" Requires="v">
                  <p:oleObj spid="_x0000_s12" name="Equation" r:id="rId23" imgW="83820" imgH="89535" progId="Equation.3">
                    <p:embed/>
                  </p:oleObj>
                </mc:Choice>
                <mc:Fallback>
                  <p:oleObj name="Equation" r:id="rId23" imgW="83820" imgH="89535" progId="Equation.3">
                    <p:embed/>
                    <p:pic>
                      <p:nvPicPr>
                        <p:cNvPr id="0" name="Object 14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114" y="3216"/>
                          <a:ext cx="238"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2" name="Object 148"/>
            <p:cNvGraphicFramePr>
              <a:graphicFrameLocks noChangeAspect="1"/>
            </p:cNvGraphicFramePr>
            <p:nvPr/>
          </p:nvGraphicFramePr>
          <p:xfrm>
            <a:off x="3120" y="3168"/>
            <a:ext cx="315" cy="320"/>
          </p:xfrm>
          <a:graphic>
            <a:graphicData uri="http://schemas.openxmlformats.org/presentationml/2006/ole">
              <mc:AlternateContent xmlns:mc="http://schemas.openxmlformats.org/markup-compatibility/2006">
                <mc:Choice xmlns:v="urn:schemas-microsoft-com:vml" Requires="v">
                  <p:oleObj spid="_x0000_s13" name="Equation" r:id="rId25" imgW="99695" imgH="115570" progId="Equation.3">
                    <p:embed/>
                  </p:oleObj>
                </mc:Choice>
                <mc:Fallback>
                  <p:oleObj name="Equation" r:id="rId25" imgW="99695" imgH="115570" progId="Equation.3">
                    <p:embed/>
                    <p:pic>
                      <p:nvPicPr>
                        <p:cNvPr id="0" name="Object 14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20" y="3168"/>
                          <a:ext cx="315" cy="320"/>
                        </a:xfrm>
                        <a:prstGeom prst="rect">
                          <a:avLst/>
                        </a:prstGeom>
                        <a:solidFill>
                          <a:schemeClr val="bg1">
                            <a:alpha val="50195"/>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3" name="Object 149"/>
            <p:cNvGraphicFramePr>
              <a:graphicFrameLocks noChangeAspect="1"/>
            </p:cNvGraphicFramePr>
            <p:nvPr/>
          </p:nvGraphicFramePr>
          <p:xfrm>
            <a:off x="1927" y="3737"/>
            <a:ext cx="220" cy="191"/>
          </p:xfrm>
          <a:graphic>
            <a:graphicData uri="http://schemas.openxmlformats.org/presentationml/2006/ole">
              <mc:AlternateContent xmlns:mc="http://schemas.openxmlformats.org/markup-compatibility/2006">
                <mc:Choice xmlns:v="urn:schemas-microsoft-com:vml" Requires="v">
                  <p:oleObj spid="_x0000_s14" name="公式" r:id="rId27" imgW="110490" imgH="110490" progId="Equation.3">
                    <p:embed/>
                  </p:oleObj>
                </mc:Choice>
                <mc:Fallback>
                  <p:oleObj name="公式" r:id="rId27" imgW="110490" imgH="110490" progId="Equation.3">
                    <p:embed/>
                    <p:pic>
                      <p:nvPicPr>
                        <p:cNvPr id="0" name="Object 14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927" y="3737"/>
                          <a:ext cx="220"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4" name="Object 150"/>
            <p:cNvGraphicFramePr>
              <a:graphicFrameLocks noChangeAspect="1"/>
            </p:cNvGraphicFramePr>
            <p:nvPr/>
          </p:nvGraphicFramePr>
          <p:xfrm>
            <a:off x="2805" y="3684"/>
            <a:ext cx="259" cy="252"/>
          </p:xfrm>
          <a:graphic>
            <a:graphicData uri="http://schemas.openxmlformats.org/presentationml/2006/ole">
              <mc:AlternateContent xmlns:mc="http://schemas.openxmlformats.org/markup-compatibility/2006">
                <mc:Choice xmlns:v="urn:schemas-microsoft-com:vml" Requires="v">
                  <p:oleObj spid="_x0000_s15" name="Equation" r:id="rId29" imgW="136525" imgH="152400" progId="Equation.3">
                    <p:embed/>
                  </p:oleObj>
                </mc:Choice>
                <mc:Fallback>
                  <p:oleObj name="Equation" r:id="rId29" imgW="136525" imgH="152400" progId="Equation.3">
                    <p:embed/>
                    <p:pic>
                      <p:nvPicPr>
                        <p:cNvPr id="0" name="Object 15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805" y="3684"/>
                          <a:ext cx="259"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5" name="Object 151"/>
            <p:cNvGraphicFramePr>
              <a:graphicFrameLocks noChangeAspect="1"/>
            </p:cNvGraphicFramePr>
            <p:nvPr/>
          </p:nvGraphicFramePr>
          <p:xfrm>
            <a:off x="2784" y="1967"/>
            <a:ext cx="281" cy="337"/>
          </p:xfrm>
          <a:graphic>
            <a:graphicData uri="http://schemas.openxmlformats.org/presentationml/2006/ole">
              <mc:AlternateContent xmlns:mc="http://schemas.openxmlformats.org/markup-compatibility/2006">
                <mc:Choice xmlns:v="urn:schemas-microsoft-com:vml" Requires="v">
                  <p:oleObj spid="_x0000_s16" name="Equation" r:id="rId31" imgW="136525" imgH="189230" progId="Equation.3">
                    <p:embed/>
                  </p:oleObj>
                </mc:Choice>
                <mc:Fallback>
                  <p:oleObj name="Equation" r:id="rId31" imgW="136525" imgH="189230" progId="Equation.3">
                    <p:embed/>
                    <p:pic>
                      <p:nvPicPr>
                        <p:cNvPr id="0" name="Object 15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784" y="1967"/>
                          <a:ext cx="281"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6" name="Object 152"/>
            <p:cNvGraphicFramePr>
              <a:graphicFrameLocks noChangeAspect="1"/>
            </p:cNvGraphicFramePr>
            <p:nvPr/>
          </p:nvGraphicFramePr>
          <p:xfrm>
            <a:off x="2021" y="2055"/>
            <a:ext cx="194" cy="243"/>
          </p:xfrm>
          <a:graphic>
            <a:graphicData uri="http://schemas.openxmlformats.org/presentationml/2006/ole">
              <mc:AlternateContent xmlns:mc="http://schemas.openxmlformats.org/markup-compatibility/2006">
                <mc:Choice xmlns:v="urn:schemas-microsoft-com:vml" Requires="v">
                  <p:oleObj spid="_x0000_s17" name="Equation" r:id="rId33" imgW="99695" imgH="141605" progId="Equation.3">
                    <p:embed/>
                  </p:oleObj>
                </mc:Choice>
                <mc:Fallback>
                  <p:oleObj name="Equation" r:id="rId33" imgW="99695" imgH="141605" progId="Equation.3">
                    <p:embed/>
                    <p:pic>
                      <p:nvPicPr>
                        <p:cNvPr id="0" name="Object 15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021" y="2055"/>
                          <a:ext cx="194"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7" name="Text Box 153"/>
            <p:cNvSpPr txBox="1">
              <a:spLocks noChangeAspect="1" noChangeArrowheads="1"/>
            </p:cNvSpPr>
            <p:nvPr/>
          </p:nvSpPr>
          <p:spPr bwMode="auto">
            <a:xfrm>
              <a:off x="4178" y="2538"/>
              <a:ext cx="235"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solidFill>
                    <a:srgbClr val="003366"/>
                  </a:solidFill>
                  <a:latin typeface="Times New Roman" panose="02020603050405020304" pitchFamily="18" charset="0"/>
                </a:rPr>
                <a:t>*</a:t>
              </a:r>
              <a:endParaRPr lang="en-US" altLang="zh-CN" sz="2400" b="1">
                <a:solidFill>
                  <a:srgbClr val="003366"/>
                </a:solidFill>
                <a:latin typeface="Times New Roman" panose="02020603050405020304" pitchFamily="18" charset="0"/>
              </a:endParaRPr>
            </a:p>
          </p:txBody>
        </p:sp>
        <p:graphicFrame>
          <p:nvGraphicFramePr>
            <p:cNvPr id="10268" name="Object 154"/>
            <p:cNvGraphicFramePr>
              <a:graphicFrameLocks noChangeAspect="1"/>
            </p:cNvGraphicFramePr>
            <p:nvPr/>
          </p:nvGraphicFramePr>
          <p:xfrm>
            <a:off x="4320" y="2572"/>
            <a:ext cx="960" cy="476"/>
          </p:xfrm>
          <a:graphic>
            <a:graphicData uri="http://schemas.openxmlformats.org/presentationml/2006/ole">
              <mc:AlternateContent xmlns:mc="http://schemas.openxmlformats.org/markup-compatibility/2006">
                <mc:Choice xmlns:v="urn:schemas-microsoft-com:vml" Requires="v">
                  <p:oleObj spid="_x0000_s18" name="Equation" r:id="rId35" imgW="520065" imgH="294005" progId="Equation.3">
                    <p:embed/>
                  </p:oleObj>
                </mc:Choice>
                <mc:Fallback>
                  <p:oleObj name="Equation" r:id="rId35" imgW="520065" imgH="294005" progId="Equation.3">
                    <p:embed/>
                    <p:pic>
                      <p:nvPicPr>
                        <p:cNvPr id="0" name="Object 154"/>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320" y="2572"/>
                          <a:ext cx="960" cy="4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9" name="Line 155"/>
            <p:cNvSpPr>
              <a:spLocks noChangeAspect="1" noChangeShapeType="1"/>
            </p:cNvSpPr>
            <p:nvPr/>
          </p:nvSpPr>
          <p:spPr bwMode="auto">
            <a:xfrm>
              <a:off x="4288" y="2682"/>
              <a:ext cx="0" cy="96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0" name="Line 156"/>
            <p:cNvSpPr>
              <a:spLocks noChangeAspect="1" noChangeShapeType="1"/>
            </p:cNvSpPr>
            <p:nvPr/>
          </p:nvSpPr>
          <p:spPr bwMode="auto">
            <a:xfrm flipH="1">
              <a:off x="4288" y="3354"/>
              <a:ext cx="274" cy="288"/>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1" name="Line 157"/>
            <p:cNvSpPr>
              <a:spLocks noChangeAspect="1" noChangeShapeType="1"/>
            </p:cNvSpPr>
            <p:nvPr/>
          </p:nvSpPr>
          <p:spPr bwMode="auto">
            <a:xfrm flipV="1">
              <a:off x="4562" y="3162"/>
              <a:ext cx="0" cy="192"/>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2" name="Line 158"/>
            <p:cNvSpPr>
              <a:spLocks noChangeAspect="1" noChangeShapeType="1"/>
            </p:cNvSpPr>
            <p:nvPr/>
          </p:nvSpPr>
          <p:spPr bwMode="auto">
            <a:xfrm flipH="1">
              <a:off x="2062" y="3642"/>
              <a:ext cx="2226" cy="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Line 159"/>
            <p:cNvSpPr>
              <a:spLocks noChangeAspect="1" noChangeShapeType="1"/>
            </p:cNvSpPr>
            <p:nvPr/>
          </p:nvSpPr>
          <p:spPr bwMode="auto">
            <a:xfrm flipH="1">
              <a:off x="3080" y="3162"/>
              <a:ext cx="1482" cy="0"/>
            </a:xfrm>
            <a:prstGeom prst="line">
              <a:avLst/>
            </a:prstGeom>
            <a:noFill/>
            <a:ln w="19050">
              <a:solidFill>
                <a:srgbClr val="FF6600"/>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74" name="Object 160"/>
            <p:cNvGraphicFramePr>
              <a:graphicFrameLocks noChangeAspect="1"/>
            </p:cNvGraphicFramePr>
            <p:nvPr/>
          </p:nvGraphicFramePr>
          <p:xfrm>
            <a:off x="3355" y="3306"/>
            <a:ext cx="253" cy="240"/>
          </p:xfrm>
          <a:graphic>
            <a:graphicData uri="http://schemas.openxmlformats.org/presentationml/2006/ole">
              <mc:AlternateContent xmlns:mc="http://schemas.openxmlformats.org/markup-compatibility/2006">
                <mc:Choice xmlns:v="urn:schemas-microsoft-com:vml" Requires="v">
                  <p:oleObj spid="_x0000_s19" name="公式" r:id="rId37" imgW="115570" imgH="126365" progId="Equation.3">
                    <p:embed/>
                  </p:oleObj>
                </mc:Choice>
                <mc:Fallback>
                  <p:oleObj name="公式" r:id="rId37" imgW="115570" imgH="126365" progId="Equation.3">
                    <p:embed/>
                    <p:pic>
                      <p:nvPicPr>
                        <p:cNvPr id="0" name="Object 16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355" y="3306"/>
                          <a:ext cx="25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5" name="Object 161"/>
            <p:cNvGraphicFramePr>
              <a:graphicFrameLocks noChangeAspect="1"/>
            </p:cNvGraphicFramePr>
            <p:nvPr/>
          </p:nvGraphicFramePr>
          <p:xfrm>
            <a:off x="3662" y="3094"/>
            <a:ext cx="303" cy="297"/>
          </p:xfrm>
          <a:graphic>
            <a:graphicData uri="http://schemas.openxmlformats.org/presentationml/2006/ole">
              <mc:AlternateContent xmlns:mc="http://schemas.openxmlformats.org/markup-compatibility/2006">
                <mc:Choice xmlns:v="urn:schemas-microsoft-com:vml" Requires="v">
                  <p:oleObj spid="_x0000_s20" name="Equation" r:id="rId39" imgW="141605" imgH="163195" progId="Equation.3">
                    <p:embed/>
                  </p:oleObj>
                </mc:Choice>
                <mc:Fallback>
                  <p:oleObj name="Equation" r:id="rId39" imgW="141605" imgH="163195" progId="Equation.3">
                    <p:embed/>
                    <p:pic>
                      <p:nvPicPr>
                        <p:cNvPr id="0" name="Object 161"/>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662" y="3094"/>
                          <a:ext cx="303"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76" name="Line 162"/>
            <p:cNvSpPr>
              <a:spLocks noChangeAspect="1" noChangeShapeType="1"/>
            </p:cNvSpPr>
            <p:nvPr/>
          </p:nvSpPr>
          <p:spPr bwMode="auto">
            <a:xfrm flipH="1">
              <a:off x="2311" y="3162"/>
              <a:ext cx="769" cy="0"/>
            </a:xfrm>
            <a:prstGeom prst="line">
              <a:avLst/>
            </a:prstGeom>
            <a:noFill/>
            <a:ln w="19050">
              <a:solidFill>
                <a:srgbClr val="CC3399"/>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77" name="Object 163"/>
            <p:cNvGraphicFramePr>
              <a:graphicFrameLocks noChangeAspect="1"/>
            </p:cNvGraphicFramePr>
            <p:nvPr/>
          </p:nvGraphicFramePr>
          <p:xfrm>
            <a:off x="2476" y="2925"/>
            <a:ext cx="329" cy="243"/>
          </p:xfrm>
          <a:graphic>
            <a:graphicData uri="http://schemas.openxmlformats.org/presentationml/2006/ole">
              <mc:AlternateContent xmlns:mc="http://schemas.openxmlformats.org/markup-compatibility/2006">
                <mc:Choice xmlns:v="urn:schemas-microsoft-com:vml" Requires="v">
                  <p:oleObj spid="_x0000_s21" name="Equation" r:id="rId41" imgW="168275" imgH="141605" progId="Equation.3">
                    <p:embed/>
                  </p:oleObj>
                </mc:Choice>
                <mc:Fallback>
                  <p:oleObj name="Equation" r:id="rId41" imgW="168275" imgH="141605" progId="Equation.3">
                    <p:embed/>
                    <p:pic>
                      <p:nvPicPr>
                        <p:cNvPr id="0" name="Object 163"/>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2476" y="2925"/>
                          <a:ext cx="329"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78" name="Line 164"/>
            <p:cNvSpPr>
              <a:spLocks noChangeAspect="1" noChangeShapeType="1"/>
            </p:cNvSpPr>
            <p:nvPr/>
          </p:nvSpPr>
          <p:spPr bwMode="auto">
            <a:xfrm flipH="1">
              <a:off x="2147" y="3498"/>
              <a:ext cx="2251" cy="0"/>
            </a:xfrm>
            <a:prstGeom prst="line">
              <a:avLst/>
            </a:prstGeom>
            <a:noFill/>
            <a:ln w="19050">
              <a:solidFill>
                <a:srgbClr val="FF0066"/>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9" name="Line 165"/>
            <p:cNvSpPr>
              <a:spLocks noChangeAspect="1" noChangeShapeType="1"/>
            </p:cNvSpPr>
            <p:nvPr/>
          </p:nvSpPr>
          <p:spPr bwMode="auto">
            <a:xfrm flipH="1">
              <a:off x="4288" y="2394"/>
              <a:ext cx="274" cy="288"/>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0" name="Line 166"/>
            <p:cNvSpPr>
              <a:spLocks noChangeAspect="1" noChangeShapeType="1"/>
            </p:cNvSpPr>
            <p:nvPr/>
          </p:nvSpPr>
          <p:spPr bwMode="auto">
            <a:xfrm flipH="1">
              <a:off x="2311" y="2394"/>
              <a:ext cx="2251"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10281" name="Object 167"/>
            <p:cNvGraphicFramePr>
              <a:graphicFrameLocks noChangeAspect="1"/>
            </p:cNvGraphicFramePr>
            <p:nvPr/>
          </p:nvGraphicFramePr>
          <p:xfrm>
            <a:off x="1844" y="3552"/>
            <a:ext cx="220" cy="190"/>
          </p:xfrm>
          <a:graphic>
            <a:graphicData uri="http://schemas.openxmlformats.org/presentationml/2006/ole">
              <mc:AlternateContent xmlns:mc="http://schemas.openxmlformats.org/markup-compatibility/2006">
                <mc:Choice xmlns:v="urn:schemas-microsoft-com:vml" Requires="v">
                  <p:oleObj spid="_x0000_s22" name="公式" r:id="rId43" imgW="110490" imgH="110490" progId="Equation.3">
                    <p:embed/>
                  </p:oleObj>
                </mc:Choice>
                <mc:Fallback>
                  <p:oleObj name="公式" r:id="rId43" imgW="110490" imgH="110490" progId="Equation.3">
                    <p:embed/>
                    <p:pic>
                      <p:nvPicPr>
                        <p:cNvPr id="0" name="Object 167"/>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1844" y="3552"/>
                          <a:ext cx="220"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2" name="Object 168"/>
            <p:cNvGraphicFramePr>
              <a:graphicFrameLocks noChangeAspect="1"/>
            </p:cNvGraphicFramePr>
            <p:nvPr/>
          </p:nvGraphicFramePr>
          <p:xfrm>
            <a:off x="2592" y="3588"/>
            <a:ext cx="258" cy="252"/>
          </p:xfrm>
          <a:graphic>
            <a:graphicData uri="http://schemas.openxmlformats.org/presentationml/2006/ole">
              <mc:AlternateContent xmlns:mc="http://schemas.openxmlformats.org/markup-compatibility/2006">
                <mc:Choice xmlns:v="urn:schemas-microsoft-com:vml" Requires="v">
                  <p:oleObj spid="_x0000_s23" name="Equation" r:id="rId45" imgW="136525" imgH="152400" progId="Equation.3">
                    <p:embed/>
                  </p:oleObj>
                </mc:Choice>
                <mc:Fallback>
                  <p:oleObj name="Equation" r:id="rId45" imgW="136525" imgH="152400" progId="Equation.3">
                    <p:embed/>
                    <p:pic>
                      <p:nvPicPr>
                        <p:cNvPr id="0" name="Object 168"/>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2592" y="3588"/>
                          <a:ext cx="258"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3" name="Object 169"/>
            <p:cNvGraphicFramePr>
              <a:graphicFrameLocks noChangeAspect="1"/>
            </p:cNvGraphicFramePr>
            <p:nvPr/>
          </p:nvGraphicFramePr>
          <p:xfrm>
            <a:off x="2805" y="2400"/>
            <a:ext cx="257" cy="288"/>
          </p:xfrm>
          <a:graphic>
            <a:graphicData uri="http://schemas.openxmlformats.org/presentationml/2006/ole">
              <mc:AlternateContent xmlns:mc="http://schemas.openxmlformats.org/markup-compatibility/2006">
                <mc:Choice xmlns:v="urn:schemas-microsoft-com:vml" Requires="v">
                  <p:oleObj spid="_x0000_s24" name="Equation" r:id="rId47" imgW="178435" imgH="231140" progId="Equation.3">
                    <p:embed/>
                  </p:oleObj>
                </mc:Choice>
                <mc:Fallback>
                  <p:oleObj name="Equation" r:id="rId47" imgW="178435" imgH="231140" progId="Equation.3">
                    <p:embed/>
                    <p:pic>
                      <p:nvPicPr>
                        <p:cNvPr id="0" name="Object 169"/>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2805" y="2400"/>
                          <a:ext cx="2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4" name="Object 170"/>
            <p:cNvGraphicFramePr>
              <a:graphicFrameLocks noChangeAspect="1"/>
            </p:cNvGraphicFramePr>
            <p:nvPr/>
          </p:nvGraphicFramePr>
          <p:xfrm>
            <a:off x="2037" y="2448"/>
            <a:ext cx="222" cy="240"/>
          </p:xfrm>
          <a:graphic>
            <a:graphicData uri="http://schemas.openxmlformats.org/presentationml/2006/ole">
              <mc:AlternateContent xmlns:mc="http://schemas.openxmlformats.org/markup-compatibility/2006">
                <mc:Choice xmlns:v="urn:schemas-microsoft-com:vml" Requires="v">
                  <p:oleObj spid="_x0000_s25" name="Equation" r:id="rId49" imgW="141605" imgH="178435" progId="Equation.3">
                    <p:embed/>
                  </p:oleObj>
                </mc:Choice>
                <mc:Fallback>
                  <p:oleObj name="Equation" r:id="rId49" imgW="141605" imgH="178435" progId="Equation.3">
                    <p:embed/>
                    <p:pic>
                      <p:nvPicPr>
                        <p:cNvPr id="0" name="Object 170"/>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2037" y="2448"/>
                          <a:ext cx="22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339" name="Text Box 171"/>
          <p:cNvSpPr txBox="1">
            <a:spLocks noChangeArrowheads="1"/>
          </p:cNvSpPr>
          <p:nvPr/>
        </p:nvSpPr>
        <p:spPr bwMode="auto">
          <a:xfrm>
            <a:off x="1763713" y="107921"/>
            <a:ext cx="5761037" cy="584775"/>
          </a:xfrm>
          <a:prstGeom prst="rect">
            <a:avLst/>
          </a:prstGeom>
          <a:noFill/>
          <a:ln w="9525">
            <a:solidFill>
              <a:schemeClr val="tx2"/>
            </a:solidFill>
            <a:miter lim="800000"/>
          </a:ln>
          <a:effectLst/>
        </p:spPr>
        <p:txBody>
          <a:bodyPr>
            <a:spAutoFit/>
          </a:bodyPr>
          <a:lstStyle/>
          <a:p>
            <a:pPr algn="ctr" eaLnBrk="1" hangingPunct="1">
              <a:spcBef>
                <a:spcPct val="50000"/>
              </a:spcBef>
              <a:defRPr/>
            </a:pPr>
            <a:r>
              <a:rPr lang="zh-CN" altLang="en-US" b="1" dirty="0">
                <a:solidFill>
                  <a:schemeClr val="bg1"/>
                </a:solidFill>
                <a:latin typeface="Times New Roman" panose="02020603050405020304" pitchFamily="18" charset="0"/>
              </a:rPr>
              <a:t>牛顿力学的相对性原理</a:t>
            </a:r>
            <a:endParaRPr lang="zh-CN" altLang="en-US" b="1" dirty="0">
              <a:solidFill>
                <a:schemeClr val="bg1"/>
              </a:solidFill>
              <a:latin typeface="Times New Roman" panose="02020603050405020304" pitchFamily="18" charset="0"/>
            </a:endParaRPr>
          </a:p>
        </p:txBody>
      </p:sp>
      <p:sp>
        <p:nvSpPr>
          <p:cNvPr id="7340" name="Text Box 172"/>
          <p:cNvSpPr txBox="1">
            <a:spLocks noChangeArrowheads="1"/>
          </p:cNvSpPr>
          <p:nvPr/>
        </p:nvSpPr>
        <p:spPr bwMode="auto">
          <a:xfrm>
            <a:off x="258258" y="5501761"/>
            <a:ext cx="8713788" cy="1015663"/>
          </a:xfrm>
          <a:prstGeom prst="rect">
            <a:avLst/>
          </a:prstGeom>
          <a:noFill/>
          <a:ln>
            <a:noFill/>
          </a:ln>
          <a:effectLst/>
          <a:extLst>
            <a:ext uri="{909E8E84-426E-40DD-AFC4-6F175D3DCCD1}">
              <a14:hiddenFill xmlns:a14="http://schemas.microsoft.com/office/drawing/2010/main">
                <a:gradFill rotWithShape="1">
                  <a:gsLst>
                    <a:gs pos="0">
                      <a:srgbClr val="33CCFF"/>
                    </a:gs>
                    <a:gs pos="50000">
                      <a:srgbClr val="FFFFFF"/>
                    </a:gs>
                    <a:gs pos="100000">
                      <a:srgbClr val="33CCFF"/>
                    </a:gs>
                  </a:gsLst>
                  <a:lin ang="5400000" scaled="1"/>
                </a:gra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solidFill>
                  <a:srgbClr val="FF0000"/>
                </a:solidFill>
                <a:latin typeface="Times New Roman" panose="02020603050405020304" pitchFamily="18" charset="0"/>
              </a:rPr>
              <a:t> </a:t>
            </a:r>
            <a:r>
              <a:rPr lang="zh-CN" altLang="en-US" sz="2800" b="1" dirty="0">
                <a:solidFill>
                  <a:srgbClr val="003366"/>
                </a:solidFill>
                <a:latin typeface="Times New Roman" panose="02020603050405020304" pitchFamily="18" charset="0"/>
                <a:ea typeface="楷体_GB2312" pitchFamily="49" charset="-122"/>
              </a:rPr>
              <a:t>牛顿力学的相对性原理在宏观、低速的范围内，是与实验结果相一致的。</a:t>
            </a:r>
            <a:r>
              <a:rPr lang="zh-CN" altLang="en-US" sz="2800" dirty="0">
                <a:solidFill>
                  <a:srgbClr val="FF0000"/>
                </a:solidFill>
                <a:latin typeface="Times New Roman" panose="02020603050405020304" pitchFamily="18" charset="0"/>
              </a:rPr>
              <a:t>真空中的光速不满足伽利略变换。</a:t>
            </a:r>
            <a:endParaRPr lang="zh-CN" altLang="en-US" sz="2800" b="1" dirty="0">
              <a:solidFill>
                <a:srgbClr val="FF00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73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7215"/>
                                        </p:tgtEl>
                                        <p:attrNameLst>
                                          <p:attrName>style.visibility</p:attrName>
                                        </p:attrNameLst>
                                      </p:cBhvr>
                                      <p:to>
                                        <p:strVal val="visible"/>
                                      </p:to>
                                    </p:set>
                                    <p:animEffect transition="in" filter="blinds(horizontal)">
                                      <p:cBhvr>
                                        <p:cTn id="11" dur="500"/>
                                        <p:tgtEl>
                                          <p:spTgt spid="721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730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499"/>
                                          </p:stCondLst>
                                        </p:cTn>
                                        <p:tgtEl>
                                          <p:spTgt spid="722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7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5" grpId="0"/>
      <p:bldP spid="73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ChangeArrowheads="1"/>
          </p:cNvSpPr>
          <p:nvPr/>
        </p:nvSpPr>
        <p:spPr bwMode="auto">
          <a:xfrm>
            <a:off x="539750" y="3500438"/>
            <a:ext cx="8604250" cy="1260475"/>
          </a:xfrm>
          <a:prstGeom prst="rect">
            <a:avLst/>
          </a:prstGeom>
          <a:noFill/>
          <a:ln w="9525" algn="ctr">
            <a:noFill/>
            <a:miter lim="800000"/>
          </a:ln>
          <a:effectLst/>
        </p:spPr>
        <p:txBody>
          <a:bodyPr>
            <a:spAutoFit/>
          </a:bodyPr>
          <a:lstStyle/>
          <a:p>
            <a:pPr eaLnBrk="0" hangingPunct="0">
              <a:lnSpc>
                <a:spcPct val="120000"/>
              </a:lnSpc>
            </a:pPr>
            <a:r>
              <a:rPr kumimoji="1" lang="en-US" altLang="zh-CN" sz="3200" b="1">
                <a:solidFill>
                  <a:srgbClr val="003366"/>
                </a:solidFill>
              </a:rPr>
              <a:t>       </a:t>
            </a:r>
            <a:r>
              <a:rPr kumimoji="1" lang="zh-CN" altLang="en-US" sz="3200" b="1">
                <a:solidFill>
                  <a:srgbClr val="003366"/>
                </a:solidFill>
              </a:rPr>
              <a:t>真空中的光速是常量，它与光源或观测者的运动无关</a:t>
            </a:r>
            <a:r>
              <a:rPr lang="zh-CN" altLang="en-US" sz="3200" b="1">
                <a:solidFill>
                  <a:srgbClr val="003366"/>
                </a:solidFill>
                <a:latin typeface="Times New Roman" panose="02020603050405020304" pitchFamily="18" charset="0"/>
              </a:rPr>
              <a:t>，光速不依赖于惯性系的选择。</a:t>
            </a:r>
            <a:endParaRPr lang="zh-CN" altLang="en-US" sz="3200" b="1">
              <a:solidFill>
                <a:srgbClr val="003366"/>
              </a:solidFill>
              <a:latin typeface="Times New Roman" panose="02020603050405020304" pitchFamily="18" charset="0"/>
            </a:endParaRPr>
          </a:p>
        </p:txBody>
      </p:sp>
      <p:sp>
        <p:nvSpPr>
          <p:cNvPr id="6149" name="Text Box 5"/>
          <p:cNvSpPr txBox="1">
            <a:spLocks noChangeArrowheads="1"/>
          </p:cNvSpPr>
          <p:nvPr/>
        </p:nvSpPr>
        <p:spPr bwMode="auto">
          <a:xfrm>
            <a:off x="251346" y="836613"/>
            <a:ext cx="3384550" cy="592137"/>
          </a:xfrm>
          <a:prstGeom prst="rect">
            <a:avLst/>
          </a:prstGeom>
          <a:gradFill rotWithShape="1">
            <a:gsLst>
              <a:gs pos="0">
                <a:srgbClr val="FF9933"/>
              </a:gs>
              <a:gs pos="100000">
                <a:schemeClr val="bg1"/>
              </a:gs>
            </a:gsLst>
            <a:lin ang="5400000" scaled="1"/>
          </a:gradFill>
          <a:ln w="12700" algn="ctr">
            <a:solidFill>
              <a:schemeClr val="tx1"/>
            </a:solidFill>
            <a:miter lim="800000"/>
          </a:ln>
          <a:effectLst/>
        </p:spPr>
        <p:txBody>
          <a:bodyPr>
            <a:spAutoFit/>
          </a:bodyPr>
          <a:lstStyle/>
          <a:p>
            <a:r>
              <a:rPr kumimoji="1" lang="en-US" altLang="zh-CN" sz="3200" b="1" dirty="0">
                <a:solidFill>
                  <a:srgbClr val="003366"/>
                </a:solidFill>
                <a:latin typeface="Times New Roman" panose="02020603050405020304" pitchFamily="18" charset="0"/>
              </a:rPr>
              <a:t>1  </a:t>
            </a:r>
            <a:r>
              <a:rPr kumimoji="1" lang="zh-CN" altLang="en-US" sz="3200" b="1" dirty="0">
                <a:solidFill>
                  <a:srgbClr val="003366"/>
                </a:solidFill>
                <a:latin typeface="Times New Roman" panose="02020603050405020304" pitchFamily="18" charset="0"/>
              </a:rPr>
              <a:t>相对性原理</a:t>
            </a:r>
            <a:endParaRPr kumimoji="1" lang="zh-CN" altLang="en-US" sz="3200" b="1" dirty="0">
              <a:solidFill>
                <a:srgbClr val="003366"/>
              </a:solidFill>
              <a:latin typeface="Times New Roman" panose="02020603050405020304" pitchFamily="18" charset="0"/>
            </a:endParaRPr>
          </a:p>
        </p:txBody>
      </p:sp>
      <p:sp>
        <p:nvSpPr>
          <p:cNvPr id="6150" name="Text Box 6"/>
          <p:cNvSpPr txBox="1">
            <a:spLocks noChangeArrowheads="1"/>
          </p:cNvSpPr>
          <p:nvPr/>
        </p:nvSpPr>
        <p:spPr bwMode="auto">
          <a:xfrm>
            <a:off x="250825" y="1447800"/>
            <a:ext cx="8893175" cy="1260475"/>
          </a:xfrm>
          <a:prstGeom prst="rect">
            <a:avLst/>
          </a:prstGeom>
          <a:noFill/>
          <a:ln w="9525" algn="ctr">
            <a:noFill/>
            <a:miter lim="800000"/>
          </a:ln>
          <a:effectLst/>
        </p:spPr>
        <p:txBody>
          <a:bodyPr>
            <a:spAutoFit/>
          </a:bodyPr>
          <a:lstStyle/>
          <a:p>
            <a:pPr eaLnBrk="0" hangingPunct="0">
              <a:lnSpc>
                <a:spcPct val="120000"/>
              </a:lnSpc>
            </a:pPr>
            <a:r>
              <a:rPr kumimoji="1" lang="en-US" altLang="zh-CN" sz="3200" b="1">
                <a:solidFill>
                  <a:srgbClr val="003366"/>
                </a:solidFill>
              </a:rPr>
              <a:t>        </a:t>
            </a:r>
            <a:r>
              <a:rPr kumimoji="1" lang="zh-CN" altLang="en-US" sz="3200" b="1">
                <a:solidFill>
                  <a:srgbClr val="003366"/>
                </a:solidFill>
              </a:rPr>
              <a:t>物理定律在所有惯性系中都具有相同的表达形式</a:t>
            </a:r>
            <a:r>
              <a:rPr lang="en-US" altLang="zh-CN" sz="3200" b="1">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所有的惯性系对运动的描述都是等效的。</a:t>
            </a:r>
            <a:endParaRPr lang="zh-CN" altLang="en-US" sz="3200" b="1">
              <a:solidFill>
                <a:srgbClr val="003366"/>
              </a:solidFill>
              <a:latin typeface="Times New Roman" panose="02020603050405020304" pitchFamily="18" charset="0"/>
            </a:endParaRPr>
          </a:p>
        </p:txBody>
      </p:sp>
      <p:sp>
        <p:nvSpPr>
          <p:cNvPr id="6151" name="Text Box 7"/>
          <p:cNvSpPr txBox="1">
            <a:spLocks noChangeArrowheads="1"/>
          </p:cNvSpPr>
          <p:nvPr/>
        </p:nvSpPr>
        <p:spPr bwMode="auto">
          <a:xfrm>
            <a:off x="323850" y="2781300"/>
            <a:ext cx="4105275" cy="592138"/>
          </a:xfrm>
          <a:prstGeom prst="rect">
            <a:avLst/>
          </a:prstGeom>
          <a:gradFill rotWithShape="1">
            <a:gsLst>
              <a:gs pos="0">
                <a:srgbClr val="FF9933"/>
              </a:gs>
              <a:gs pos="100000">
                <a:schemeClr val="bg1"/>
              </a:gs>
            </a:gsLst>
            <a:lin ang="5400000" scaled="1"/>
          </a:gradFill>
          <a:ln w="12700" algn="ctr">
            <a:solidFill>
              <a:schemeClr val="tx1"/>
            </a:solidFill>
            <a:miter lim="800000"/>
          </a:ln>
          <a:effectLst/>
        </p:spPr>
        <p:txBody>
          <a:bodyPr>
            <a:spAutoFit/>
          </a:bodyPr>
          <a:lstStyle/>
          <a:p>
            <a:r>
              <a:rPr kumimoji="1" lang="en-US" altLang="zh-CN" sz="3200" b="1">
                <a:solidFill>
                  <a:srgbClr val="003366"/>
                </a:solidFill>
                <a:latin typeface="Times New Roman" panose="02020603050405020304" pitchFamily="18" charset="0"/>
              </a:rPr>
              <a:t>2  </a:t>
            </a:r>
            <a:r>
              <a:rPr kumimoji="1" lang="zh-CN" altLang="en-US" sz="3200" b="1">
                <a:solidFill>
                  <a:srgbClr val="003366"/>
                </a:solidFill>
                <a:latin typeface="Times New Roman" panose="02020603050405020304" pitchFamily="18" charset="0"/>
              </a:rPr>
              <a:t>光速不变原理</a:t>
            </a:r>
            <a:endParaRPr kumimoji="1" lang="zh-CN" altLang="en-US" sz="3200" b="1">
              <a:solidFill>
                <a:srgbClr val="003366"/>
              </a:solidFill>
              <a:latin typeface="Times New Roman" panose="02020603050405020304" pitchFamily="18" charset="0"/>
            </a:endParaRPr>
          </a:p>
        </p:txBody>
      </p:sp>
      <p:sp>
        <p:nvSpPr>
          <p:cNvPr id="6154" name="Rectangle 10"/>
          <p:cNvSpPr>
            <a:spLocks noChangeArrowheads="1"/>
          </p:cNvSpPr>
          <p:nvPr/>
        </p:nvSpPr>
        <p:spPr bwMode="auto">
          <a:xfrm>
            <a:off x="1971675" y="115888"/>
            <a:ext cx="5913438" cy="584775"/>
          </a:xfrm>
          <a:prstGeom prst="rect">
            <a:avLst/>
          </a:prstGeom>
          <a:noFill/>
          <a:ln w="9525">
            <a:noFill/>
            <a:miter lim="800000"/>
          </a:ln>
          <a:effectLst/>
        </p:spPr>
        <p:txBody>
          <a:bodyPr>
            <a:spAutoFit/>
          </a:bodyPr>
          <a:lstStyle/>
          <a:p>
            <a:pPr>
              <a:spcBef>
                <a:spcPct val="50000"/>
              </a:spcBef>
            </a:pPr>
            <a:r>
              <a:rPr lang="zh-CN" altLang="en-US" b="1" dirty="0">
                <a:solidFill>
                  <a:schemeClr val="bg1"/>
                </a:solidFill>
                <a:latin typeface="Times New Roman" panose="02020603050405020304" pitchFamily="18" charset="0"/>
              </a:rPr>
              <a:t>　狭义相对论的基本原理</a:t>
            </a:r>
            <a:endParaRPr lang="zh-CN" altLang="en-US" b="1" dirty="0">
              <a:solidFill>
                <a:schemeClr val="bg1"/>
              </a:solidFill>
              <a:latin typeface="Times New Roman" panose="02020603050405020304" pitchFamily="18" charset="0"/>
            </a:endParaRPr>
          </a:p>
        </p:txBody>
      </p:sp>
      <p:sp>
        <p:nvSpPr>
          <p:cNvPr id="6155" name="Text Box 11"/>
          <p:cNvSpPr txBox="1">
            <a:spLocks noChangeArrowheads="1"/>
          </p:cNvSpPr>
          <p:nvPr/>
        </p:nvSpPr>
        <p:spPr bwMode="auto">
          <a:xfrm>
            <a:off x="539750" y="5805488"/>
            <a:ext cx="8353425" cy="579437"/>
          </a:xfrm>
          <a:prstGeom prst="rect">
            <a:avLst/>
          </a:prstGeom>
          <a:noFill/>
          <a:ln w="9525">
            <a:noFill/>
            <a:miter lim="800000"/>
          </a:ln>
          <a:effectLst/>
        </p:spPr>
        <p:txBody>
          <a:bodyPr>
            <a:spAutoFit/>
          </a:bodyPr>
          <a:lstStyle/>
          <a:p>
            <a:pPr>
              <a:spcBef>
                <a:spcPct val="50000"/>
              </a:spcBef>
              <a:buFontTx/>
              <a:buBlip>
                <a:blip r:embed="rId1"/>
              </a:buBlip>
            </a:pPr>
            <a:r>
              <a:rPr lang="en-US" altLang="zh-CN" sz="3200" b="1">
                <a:solidFill>
                  <a:srgbClr val="0000FF"/>
                </a:solidFill>
              </a:rPr>
              <a:t>    </a:t>
            </a:r>
            <a:r>
              <a:rPr lang="zh-CN" altLang="en-US" sz="3200" b="1">
                <a:solidFill>
                  <a:srgbClr val="CC0000"/>
                </a:solidFill>
              </a:rPr>
              <a:t>狭义相对论的基本原理</a:t>
            </a:r>
            <a:r>
              <a:rPr lang="zh-CN" altLang="en-US" sz="3200" b="1">
                <a:solidFill>
                  <a:srgbClr val="CC0000"/>
                </a:solidFill>
                <a:latin typeface="Times New Roman" panose="02020603050405020304" pitchFamily="18" charset="0"/>
              </a:rPr>
              <a:t>与实验事实相符合</a:t>
            </a:r>
            <a:r>
              <a:rPr lang="en-US" altLang="zh-CN" sz="3200" b="1">
                <a:solidFill>
                  <a:srgbClr val="CC0000"/>
                </a:solidFill>
                <a:latin typeface="Times New Roman" panose="02020603050405020304" pitchFamily="18" charset="0"/>
              </a:rPr>
              <a:t>.</a:t>
            </a:r>
            <a:endParaRPr lang="en-US" altLang="zh-CN" sz="3200" b="1">
              <a:solidFill>
                <a:srgbClr val="CC0000"/>
              </a:solidFill>
              <a:latin typeface="Times New Roman" panose="02020603050405020304" pitchFamily="18" charset="0"/>
            </a:endParaRPr>
          </a:p>
        </p:txBody>
      </p:sp>
      <p:sp>
        <p:nvSpPr>
          <p:cNvPr id="6156" name="Text Box 12"/>
          <p:cNvSpPr txBox="1">
            <a:spLocks noChangeArrowheads="1"/>
          </p:cNvSpPr>
          <p:nvPr/>
        </p:nvSpPr>
        <p:spPr bwMode="auto">
          <a:xfrm>
            <a:off x="468313" y="5084763"/>
            <a:ext cx="8351837" cy="579437"/>
          </a:xfrm>
          <a:prstGeom prst="rect">
            <a:avLst/>
          </a:prstGeom>
          <a:noFill/>
          <a:ln w="9525">
            <a:noFill/>
            <a:miter lim="800000"/>
          </a:ln>
          <a:effectLst/>
        </p:spPr>
        <p:txBody>
          <a:bodyPr>
            <a:spAutoFit/>
          </a:bodyPr>
          <a:lstStyle/>
          <a:p>
            <a:pPr>
              <a:spcBef>
                <a:spcPct val="50000"/>
              </a:spcBef>
              <a:buFontTx/>
              <a:buBlip>
                <a:blip r:embed="rId1"/>
              </a:buBlip>
            </a:pPr>
            <a:r>
              <a:rPr lang="en-US" altLang="zh-CN" sz="3200" b="1">
                <a:solidFill>
                  <a:srgbClr val="CC0000"/>
                </a:solidFill>
              </a:rPr>
              <a:t>    </a:t>
            </a:r>
            <a:r>
              <a:rPr lang="zh-CN" altLang="en-US" sz="3200" b="1">
                <a:solidFill>
                  <a:srgbClr val="CC0000"/>
                </a:solidFill>
              </a:rPr>
              <a:t>伽利略变换与狭义相对论的基本原理不符</a:t>
            </a:r>
            <a:r>
              <a:rPr lang="en-US" altLang="zh-CN" sz="3200" b="1">
                <a:solidFill>
                  <a:srgbClr val="CC0000"/>
                </a:solidFill>
                <a:latin typeface="Times New Roman" panose="02020603050405020304" pitchFamily="18" charset="0"/>
              </a:rPr>
              <a:t>.</a:t>
            </a:r>
            <a:endParaRPr lang="en-US" altLang="zh-CN" sz="3200" b="1">
              <a:solidFill>
                <a:srgbClr val="CC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animEffect transition="in" filter="wipe(left)">
                                      <p:cBhvr>
                                        <p:cTn id="7" dur="500"/>
                                        <p:tgtEl>
                                          <p:spTgt spid="61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51"/>
                                        </p:tgtEl>
                                        <p:attrNameLst>
                                          <p:attrName>style.visibility</p:attrName>
                                        </p:attrNameLst>
                                      </p:cBhvr>
                                      <p:to>
                                        <p:strVal val="visible"/>
                                      </p:to>
                                    </p:set>
                                    <p:animEffect transition="in" filter="wipe(left)">
                                      <p:cBhvr>
                                        <p:cTn id="12" dur="500"/>
                                        <p:tgtEl>
                                          <p:spTgt spid="61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8"/>
                                        </p:tgtEl>
                                        <p:attrNameLst>
                                          <p:attrName>style.visibility</p:attrName>
                                        </p:attrNameLst>
                                      </p:cBhvr>
                                      <p:to>
                                        <p:strVal val="visible"/>
                                      </p:to>
                                    </p:set>
                                    <p:animEffect transition="in" filter="wipe(left)">
                                      <p:cBhvr>
                                        <p:cTn id="17" dur="500"/>
                                        <p:tgtEl>
                                          <p:spTgt spid="614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56"/>
                                        </p:tgtEl>
                                        <p:attrNameLst>
                                          <p:attrName>style.visibility</p:attrName>
                                        </p:attrNameLst>
                                      </p:cBhvr>
                                      <p:to>
                                        <p:strVal val="visible"/>
                                      </p:to>
                                    </p:set>
                                    <p:animEffect transition="in" filter="blinds(horizontal)">
                                      <p:cBhvr>
                                        <p:cTn id="22" dur="500"/>
                                        <p:tgtEl>
                                          <p:spTgt spid="615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55"/>
                                        </p:tgtEl>
                                        <p:attrNameLst>
                                          <p:attrName>style.visibility</p:attrName>
                                        </p:attrNameLst>
                                      </p:cBhvr>
                                      <p:to>
                                        <p:strVal val="visible"/>
                                      </p:to>
                                    </p:set>
                                    <p:animEffect transition="in" filter="blinds(horizontal)">
                                      <p:cBhvr>
                                        <p:cTn id="27" dur="500"/>
                                        <p:tgtEl>
                                          <p:spTgt spid="6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utoUpdateAnimBg="0"/>
      <p:bldP spid="6150" grpId="0" autoUpdateAnimBg="0"/>
      <p:bldP spid="6151" grpId="0" animBg="1" autoUpdateAnimBg="0"/>
      <p:bldP spid="6155" grpId="0" autoUpdateAnimBg="0"/>
      <p:bldP spid="615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4"/>
          <p:cNvSpPr txBox="1">
            <a:spLocks noChangeArrowheads="1"/>
          </p:cNvSpPr>
          <p:nvPr/>
        </p:nvSpPr>
        <p:spPr bwMode="auto">
          <a:xfrm>
            <a:off x="2339975" y="50800"/>
            <a:ext cx="3816350" cy="641350"/>
          </a:xfrm>
          <a:prstGeom prst="rect">
            <a:avLst/>
          </a:prstGeom>
          <a:noFill/>
          <a:ln w="9525" algn="ctr">
            <a:noFill/>
            <a:miter lim="800000"/>
          </a:ln>
          <a:effectLst/>
        </p:spPr>
        <p:txBody>
          <a:bodyPr>
            <a:spAutoFit/>
          </a:bodyPr>
          <a:lstStyle/>
          <a:p>
            <a:pPr>
              <a:spcBef>
                <a:spcPct val="50000"/>
              </a:spcBef>
            </a:pPr>
            <a:r>
              <a:rPr lang="en-US" altLang="zh-CN" sz="3600" b="1">
                <a:solidFill>
                  <a:schemeClr val="bg1"/>
                </a:solidFill>
                <a:latin typeface="Times New Roman" panose="02020603050405020304" pitchFamily="18" charset="0"/>
              </a:rPr>
              <a:t>   </a:t>
            </a:r>
            <a:r>
              <a:rPr lang="zh-CN" altLang="en-US" sz="3600" b="1">
                <a:solidFill>
                  <a:schemeClr val="bg1"/>
                </a:solidFill>
                <a:latin typeface="Times New Roman" panose="02020603050405020304" pitchFamily="18" charset="0"/>
              </a:rPr>
              <a:t>洛伦兹变换式</a:t>
            </a:r>
            <a:endParaRPr lang="zh-CN" altLang="en-US" sz="3600" b="1">
              <a:solidFill>
                <a:schemeClr val="bg1"/>
              </a:solidFill>
              <a:latin typeface="Times New Roman" panose="02020603050405020304" pitchFamily="18" charset="0"/>
            </a:endParaRPr>
          </a:p>
        </p:txBody>
      </p:sp>
      <p:sp>
        <p:nvSpPr>
          <p:cNvPr id="10245" name="Rectangle 5"/>
          <p:cNvSpPr>
            <a:spLocks noChangeArrowheads="1"/>
          </p:cNvSpPr>
          <p:nvPr/>
        </p:nvSpPr>
        <p:spPr bwMode="auto">
          <a:xfrm>
            <a:off x="990600" y="1196975"/>
            <a:ext cx="7561263" cy="482600"/>
          </a:xfrm>
          <a:prstGeom prst="rect">
            <a:avLst/>
          </a:prstGeom>
          <a:noFill/>
          <a:ln w="9525">
            <a:noFill/>
            <a:miter lim="800000"/>
          </a:ln>
          <a:effectLst/>
        </p:spPr>
        <p:txBody>
          <a:bodyPr lIns="92075" tIns="46038" rIns="92075" bIns="46038">
            <a:spAutoFit/>
          </a:bodyPr>
          <a:lstStyle/>
          <a:p>
            <a:pPr defTabSz="762000" eaLnBrk="0" hangingPunct="0">
              <a:lnSpc>
                <a:spcPct val="80000"/>
              </a:lnSpc>
              <a:spcBef>
                <a:spcPct val="50000"/>
              </a:spcBef>
            </a:pPr>
            <a:r>
              <a:rPr kumimoji="1" lang="zh-CN" altLang="en-US" sz="3200" b="1">
                <a:solidFill>
                  <a:srgbClr val="003366"/>
                </a:solidFill>
                <a:latin typeface="宋体" panose="02010600030101010101" pitchFamily="2" charset="-122"/>
              </a:rPr>
              <a:t>符合相对论理论的时空变换关系</a:t>
            </a:r>
            <a:r>
              <a:rPr kumimoji="1" lang="en-US" altLang="zh-CN" sz="3200" b="1">
                <a:solidFill>
                  <a:srgbClr val="003366"/>
                </a:solidFill>
                <a:latin typeface="宋体" panose="02010600030101010101" pitchFamily="2" charset="-122"/>
              </a:rPr>
              <a:t>:</a:t>
            </a:r>
            <a:endParaRPr lang="en-US" altLang="zh-CN" sz="3200" b="1">
              <a:solidFill>
                <a:srgbClr val="003366"/>
              </a:solidFill>
              <a:latin typeface="Times New Roman" panose="02020603050405020304" pitchFamily="18" charset="0"/>
            </a:endParaRPr>
          </a:p>
        </p:txBody>
      </p:sp>
      <p:sp>
        <p:nvSpPr>
          <p:cNvPr id="10247" name="Text Box 7"/>
          <p:cNvSpPr txBox="1">
            <a:spLocks noChangeArrowheads="1"/>
          </p:cNvSpPr>
          <p:nvPr/>
        </p:nvSpPr>
        <p:spPr bwMode="auto">
          <a:xfrm>
            <a:off x="323528" y="3068960"/>
            <a:ext cx="3024188" cy="1865126"/>
          </a:xfrm>
          <a:prstGeom prst="rect">
            <a:avLst/>
          </a:prstGeom>
          <a:noFill/>
          <a:ln w="9525">
            <a:noFill/>
            <a:miter lim="800000"/>
          </a:ln>
          <a:effectLst/>
        </p:spPr>
        <p:txBody>
          <a:bodyPr>
            <a:spAutoFit/>
          </a:bodyPr>
          <a:lstStyle/>
          <a:p>
            <a:pPr>
              <a:lnSpc>
                <a:spcPct val="120000"/>
              </a:lnSpc>
              <a:spcBef>
                <a:spcPct val="50000"/>
              </a:spcBef>
            </a:pPr>
            <a:r>
              <a:rPr lang="zh-CN" altLang="en-US" sz="3200" b="1" dirty="0">
                <a:solidFill>
                  <a:srgbClr val="003366"/>
                </a:solidFill>
                <a:latin typeface="Times New Roman" panose="02020603050405020304" pitchFamily="18" charset="0"/>
              </a:rPr>
              <a:t>          重合 </a:t>
            </a:r>
            <a:r>
              <a:rPr lang="en-US" altLang="zh-CN" sz="3200" b="1" dirty="0">
                <a:solidFill>
                  <a:srgbClr val="003366"/>
                </a:solidFill>
                <a:latin typeface="Times New Roman" panose="02020603050405020304" pitchFamily="18" charset="0"/>
              </a:rPr>
              <a:t>;   </a:t>
            </a:r>
            <a:r>
              <a:rPr lang="zh-CN" altLang="en-US" sz="3200" b="1" dirty="0">
                <a:solidFill>
                  <a:srgbClr val="003366"/>
                </a:solidFill>
                <a:latin typeface="Times New Roman" panose="02020603050405020304" pitchFamily="18" charset="0"/>
              </a:rPr>
              <a:t>事件 </a:t>
            </a:r>
            <a:r>
              <a:rPr lang="en-US" altLang="zh-CN" sz="3200" b="1" i="1" dirty="0">
                <a:solidFill>
                  <a:srgbClr val="003366"/>
                </a:solidFill>
                <a:latin typeface="Times New Roman" panose="02020603050405020304" pitchFamily="18" charset="0"/>
              </a:rPr>
              <a:t>P </a:t>
            </a:r>
            <a:r>
              <a:rPr lang="zh-CN" altLang="en-US" sz="3200" b="1" dirty="0">
                <a:solidFill>
                  <a:srgbClr val="003366"/>
                </a:solidFill>
                <a:latin typeface="Times New Roman" panose="02020603050405020304" pitchFamily="18" charset="0"/>
              </a:rPr>
              <a:t>的时空坐标如图所示</a:t>
            </a:r>
            <a:r>
              <a:rPr lang="en-US" altLang="zh-CN" sz="3200" b="1" dirty="0">
                <a:solidFill>
                  <a:srgbClr val="003366"/>
                </a:solidFill>
                <a:latin typeface="Times New Roman" panose="02020603050405020304" pitchFamily="18" charset="0"/>
              </a:rPr>
              <a:t>.</a:t>
            </a:r>
            <a:endParaRPr lang="en-US" altLang="zh-CN" sz="3200" b="1" dirty="0">
              <a:solidFill>
                <a:srgbClr val="003366"/>
              </a:solidFill>
              <a:latin typeface="Times New Roman" panose="02020603050405020304" pitchFamily="18" charset="0"/>
            </a:endParaRPr>
          </a:p>
        </p:txBody>
      </p:sp>
      <p:graphicFrame>
        <p:nvGraphicFramePr>
          <p:cNvPr id="10248" name="Object 8"/>
          <p:cNvGraphicFramePr>
            <a:graphicFrameLocks noChangeAspect="1"/>
          </p:cNvGraphicFramePr>
          <p:nvPr/>
        </p:nvGraphicFramePr>
        <p:xfrm>
          <a:off x="827584" y="2492896"/>
          <a:ext cx="1789113" cy="608013"/>
        </p:xfrm>
        <a:graphic>
          <a:graphicData uri="http://schemas.openxmlformats.org/presentationml/2006/ole">
            <mc:AlternateContent xmlns:mc="http://schemas.openxmlformats.org/markup-compatibility/2006">
              <mc:Choice xmlns:v="urn:schemas-microsoft-com:vml" Requires="v">
                <p:oleObj spid="_x0000_s0" name="Equation" r:id="rId1" imgW="7399020" imgH="2354580" progId="Equation.3">
                  <p:embed/>
                </p:oleObj>
              </mc:Choice>
              <mc:Fallback>
                <p:oleObj name="Equation" r:id="rId1" imgW="7399020" imgH="235458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492896"/>
                        <a:ext cx="1789113" cy="608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9" name="Object 9"/>
          <p:cNvGraphicFramePr>
            <a:graphicFrameLocks noChangeAspect="1"/>
          </p:cNvGraphicFramePr>
          <p:nvPr/>
        </p:nvGraphicFramePr>
        <p:xfrm>
          <a:off x="467544" y="3068960"/>
          <a:ext cx="954088" cy="620713"/>
        </p:xfrm>
        <a:graphic>
          <a:graphicData uri="http://schemas.openxmlformats.org/presentationml/2006/ole">
            <mc:AlternateContent xmlns:mc="http://schemas.openxmlformats.org/markup-compatibility/2006">
              <mc:Choice xmlns:v="urn:schemas-microsoft-com:vml" Requires="v">
                <p:oleObj spid="_x0000_s2" name="公式" r:id="rId3" imgW="3027045" imgH="2354580" progId="Equation.3">
                  <p:embed/>
                </p:oleObj>
              </mc:Choice>
              <mc:Fallback>
                <p:oleObj name="公式" r:id="rId3" imgW="3027045" imgH="235458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3068960"/>
                        <a:ext cx="954088" cy="620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274" name="Group 34"/>
          <p:cNvGrpSpPr/>
          <p:nvPr/>
        </p:nvGrpSpPr>
        <p:grpSpPr bwMode="auto">
          <a:xfrm>
            <a:off x="3900488" y="2035175"/>
            <a:ext cx="4481512" cy="3240088"/>
            <a:chOff x="2457" y="1632"/>
            <a:chExt cx="2823" cy="2041"/>
          </a:xfrm>
        </p:grpSpPr>
        <p:sp>
          <p:nvSpPr>
            <p:cNvPr id="10251" name="Rectangle 11"/>
            <p:cNvSpPr>
              <a:spLocks noChangeArrowheads="1"/>
            </p:cNvSpPr>
            <p:nvPr/>
          </p:nvSpPr>
          <p:spPr bwMode="auto">
            <a:xfrm>
              <a:off x="2457" y="1632"/>
              <a:ext cx="2823" cy="2041"/>
            </a:xfrm>
            <a:prstGeom prst="rect">
              <a:avLst/>
            </a:prstGeom>
            <a:solidFill>
              <a:schemeClr val="bg1"/>
            </a:solidFill>
            <a:ln w="9525">
              <a:solidFill>
                <a:schemeClr val="tx1"/>
              </a:solidFill>
              <a:miter lim="800000"/>
            </a:ln>
            <a:effectLst/>
          </p:spPr>
          <p:txBody>
            <a:bodyPr wrap="none" anchor="ctr"/>
            <a:lstStyle/>
            <a:p>
              <a:endParaRPr lang="zh-CN" altLang="en-US"/>
            </a:p>
          </p:txBody>
        </p:sp>
        <p:graphicFrame>
          <p:nvGraphicFramePr>
            <p:cNvPr id="10252" name="Object 12"/>
            <p:cNvGraphicFramePr>
              <a:graphicFrameLocks noChangeAspect="1"/>
            </p:cNvGraphicFramePr>
            <p:nvPr/>
          </p:nvGraphicFramePr>
          <p:xfrm>
            <a:off x="2740" y="3326"/>
            <a:ext cx="158" cy="192"/>
          </p:xfrm>
          <a:graphic>
            <a:graphicData uri="http://schemas.openxmlformats.org/presentationml/2006/ole">
              <mc:AlternateContent xmlns:mc="http://schemas.openxmlformats.org/markup-compatibility/2006">
                <mc:Choice xmlns:v="urn:schemas-microsoft-com:vml" Requires="v">
                  <p:oleObj spid="_x0000_s3" name="公式" r:id="rId5" imgW="2186305" imgH="2186305" progId="Equation.3">
                    <p:embed/>
                  </p:oleObj>
                </mc:Choice>
                <mc:Fallback>
                  <p:oleObj name="公式" r:id="rId5" imgW="2186305" imgH="2186305"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0" y="3326"/>
                          <a:ext cx="158"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3" name="Object 13"/>
            <p:cNvGraphicFramePr>
              <a:graphicFrameLocks noChangeAspect="1"/>
            </p:cNvGraphicFramePr>
            <p:nvPr/>
          </p:nvGraphicFramePr>
          <p:xfrm>
            <a:off x="3227" y="3357"/>
            <a:ext cx="184" cy="254"/>
          </p:xfrm>
          <a:graphic>
            <a:graphicData uri="http://schemas.openxmlformats.org/presentationml/2006/ole">
              <mc:AlternateContent xmlns:mc="http://schemas.openxmlformats.org/markup-compatibility/2006">
                <mc:Choice xmlns:v="urn:schemas-microsoft-com:vml" Requires="v">
                  <p:oleObj spid="_x0000_s4" name="Equation" r:id="rId7" imgW="2690495" imgH="3027045" progId="Equation.3">
                    <p:embed/>
                  </p:oleObj>
                </mc:Choice>
                <mc:Fallback>
                  <p:oleObj name="Equation" r:id="rId7" imgW="2690495" imgH="3027045"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7" y="3357"/>
                          <a:ext cx="184"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4" name="Object 14"/>
            <p:cNvGraphicFramePr>
              <a:graphicFrameLocks noChangeAspect="1"/>
            </p:cNvGraphicFramePr>
            <p:nvPr/>
          </p:nvGraphicFramePr>
          <p:xfrm>
            <a:off x="3489" y="1818"/>
            <a:ext cx="227" cy="372"/>
          </p:xfrm>
          <a:graphic>
            <a:graphicData uri="http://schemas.openxmlformats.org/presentationml/2006/ole">
              <mc:AlternateContent xmlns:mc="http://schemas.openxmlformats.org/markup-compatibility/2006">
                <mc:Choice xmlns:v="urn:schemas-microsoft-com:vml" Requires="v">
                  <p:oleObj spid="_x0000_s5" name="Equation" r:id="rId9" imgW="3027045" imgH="3867785" progId="Equation.3">
                    <p:embed/>
                  </p:oleObj>
                </mc:Choice>
                <mc:Fallback>
                  <p:oleObj name="Equation" r:id="rId9" imgW="3027045" imgH="3867785"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89" y="1818"/>
                          <a:ext cx="227" cy="3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5" name="Line 15"/>
            <p:cNvSpPr>
              <a:spLocks noChangeShapeType="1"/>
            </p:cNvSpPr>
            <p:nvPr/>
          </p:nvSpPr>
          <p:spPr bwMode="auto">
            <a:xfrm>
              <a:off x="2885" y="3149"/>
              <a:ext cx="2113" cy="0"/>
            </a:xfrm>
            <a:prstGeom prst="line">
              <a:avLst/>
            </a:prstGeom>
            <a:noFill/>
            <a:ln w="12700">
              <a:solidFill>
                <a:srgbClr val="008000"/>
              </a:solidFill>
              <a:round/>
              <a:tailEnd type="triangle" w="sm" len="lg"/>
            </a:ln>
            <a:effectLst/>
          </p:spPr>
          <p:txBody>
            <a:bodyPr wrap="none" anchor="ctr"/>
            <a:lstStyle/>
            <a:p>
              <a:endParaRPr lang="zh-CN" altLang="en-US"/>
            </a:p>
          </p:txBody>
        </p:sp>
        <p:sp>
          <p:nvSpPr>
            <p:cNvPr id="10256" name="Line 16"/>
            <p:cNvSpPr>
              <a:spLocks noChangeShapeType="1"/>
            </p:cNvSpPr>
            <p:nvPr/>
          </p:nvSpPr>
          <p:spPr bwMode="auto">
            <a:xfrm flipV="1">
              <a:off x="2885" y="1989"/>
              <a:ext cx="0" cy="1160"/>
            </a:xfrm>
            <a:prstGeom prst="line">
              <a:avLst/>
            </a:prstGeom>
            <a:noFill/>
            <a:ln w="12700">
              <a:solidFill>
                <a:srgbClr val="FF0000"/>
              </a:solidFill>
              <a:round/>
              <a:tailEnd type="triangle" w="sm" len="lg"/>
            </a:ln>
            <a:effectLst/>
          </p:spPr>
          <p:txBody>
            <a:bodyPr wrap="none" anchor="ctr"/>
            <a:lstStyle/>
            <a:p>
              <a:endParaRPr lang="zh-CN" altLang="en-US"/>
            </a:p>
          </p:txBody>
        </p:sp>
        <p:sp>
          <p:nvSpPr>
            <p:cNvPr id="10257" name="Line 17"/>
            <p:cNvSpPr>
              <a:spLocks noChangeShapeType="1"/>
            </p:cNvSpPr>
            <p:nvPr/>
          </p:nvSpPr>
          <p:spPr bwMode="auto">
            <a:xfrm flipV="1">
              <a:off x="3432" y="2038"/>
              <a:ext cx="0" cy="1111"/>
            </a:xfrm>
            <a:prstGeom prst="line">
              <a:avLst/>
            </a:prstGeom>
            <a:noFill/>
            <a:ln w="12700">
              <a:solidFill>
                <a:srgbClr val="008000"/>
              </a:solidFill>
              <a:round/>
              <a:tailEnd type="triangle" w="sm" len="lg"/>
            </a:ln>
            <a:effectLst/>
          </p:spPr>
          <p:txBody>
            <a:bodyPr wrap="none" anchor="ctr"/>
            <a:lstStyle/>
            <a:p>
              <a:endParaRPr lang="zh-CN" altLang="en-US"/>
            </a:p>
          </p:txBody>
        </p:sp>
        <p:sp>
          <p:nvSpPr>
            <p:cNvPr id="10258" name="Line 18"/>
            <p:cNvSpPr>
              <a:spLocks noChangeShapeType="1"/>
            </p:cNvSpPr>
            <p:nvPr/>
          </p:nvSpPr>
          <p:spPr bwMode="auto">
            <a:xfrm flipH="1">
              <a:off x="2611" y="3149"/>
              <a:ext cx="274" cy="435"/>
            </a:xfrm>
            <a:prstGeom prst="line">
              <a:avLst/>
            </a:prstGeom>
            <a:noFill/>
            <a:ln w="12700">
              <a:solidFill>
                <a:srgbClr val="FF0000"/>
              </a:solidFill>
              <a:round/>
              <a:tailEnd type="triangle" w="sm" len="lg"/>
            </a:ln>
            <a:effectLst/>
          </p:spPr>
          <p:txBody>
            <a:bodyPr wrap="none" anchor="ctr"/>
            <a:lstStyle/>
            <a:p>
              <a:endParaRPr lang="zh-CN" altLang="en-US"/>
            </a:p>
          </p:txBody>
        </p:sp>
        <p:sp>
          <p:nvSpPr>
            <p:cNvPr id="10259" name="Line 19"/>
            <p:cNvSpPr>
              <a:spLocks noChangeShapeType="1"/>
            </p:cNvSpPr>
            <p:nvPr/>
          </p:nvSpPr>
          <p:spPr bwMode="auto">
            <a:xfrm flipH="1">
              <a:off x="3158" y="3149"/>
              <a:ext cx="274" cy="435"/>
            </a:xfrm>
            <a:prstGeom prst="line">
              <a:avLst/>
            </a:prstGeom>
            <a:noFill/>
            <a:ln w="12700">
              <a:solidFill>
                <a:srgbClr val="008000"/>
              </a:solidFill>
              <a:round/>
              <a:tailEnd type="triangle" w="sm" len="lg"/>
            </a:ln>
            <a:effectLst/>
          </p:spPr>
          <p:txBody>
            <a:bodyPr wrap="none" anchor="ctr"/>
            <a:lstStyle/>
            <a:p>
              <a:endParaRPr lang="zh-CN" altLang="en-US"/>
            </a:p>
          </p:txBody>
        </p:sp>
        <p:sp>
          <p:nvSpPr>
            <p:cNvPr id="10260" name="Line 20"/>
            <p:cNvSpPr>
              <a:spLocks noChangeShapeType="1"/>
            </p:cNvSpPr>
            <p:nvPr/>
          </p:nvSpPr>
          <p:spPr bwMode="auto">
            <a:xfrm>
              <a:off x="3432" y="2424"/>
              <a:ext cx="314" cy="0"/>
            </a:xfrm>
            <a:prstGeom prst="line">
              <a:avLst/>
            </a:prstGeom>
            <a:noFill/>
            <a:ln w="28575">
              <a:solidFill>
                <a:srgbClr val="FF0000"/>
              </a:solidFill>
              <a:round/>
              <a:tailEnd type="triangle" w="sm" len="lg"/>
            </a:ln>
            <a:effectLst/>
          </p:spPr>
          <p:txBody>
            <a:bodyPr wrap="none" anchor="ctr"/>
            <a:lstStyle/>
            <a:p>
              <a:endParaRPr lang="zh-CN" altLang="en-US"/>
            </a:p>
          </p:txBody>
        </p:sp>
        <p:graphicFrame>
          <p:nvGraphicFramePr>
            <p:cNvPr id="10261" name="Object 21"/>
            <p:cNvGraphicFramePr>
              <a:graphicFrameLocks noChangeAspect="1"/>
            </p:cNvGraphicFramePr>
            <p:nvPr/>
          </p:nvGraphicFramePr>
          <p:xfrm>
            <a:off x="4769" y="3198"/>
            <a:ext cx="182" cy="240"/>
          </p:xfrm>
          <a:graphic>
            <a:graphicData uri="http://schemas.openxmlformats.org/presentationml/2006/ole">
              <mc:AlternateContent xmlns:mc="http://schemas.openxmlformats.org/markup-compatibility/2006">
                <mc:Choice xmlns:v="urn:schemas-microsoft-com:vml" Requires="v">
                  <p:oleObj spid="_x0000_s6" name="公式" r:id="rId11" imgW="2354580" imgH="2522220" progId="Equation.3">
                    <p:embed/>
                  </p:oleObj>
                </mc:Choice>
                <mc:Fallback>
                  <p:oleObj name="公式" r:id="rId11" imgW="2354580" imgH="2522220"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69" y="3198"/>
                          <a:ext cx="182"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2" name="Object 22"/>
            <p:cNvGraphicFramePr>
              <a:graphicFrameLocks noChangeAspect="1"/>
            </p:cNvGraphicFramePr>
            <p:nvPr/>
          </p:nvGraphicFramePr>
          <p:xfrm>
            <a:off x="4774" y="2835"/>
            <a:ext cx="215" cy="299"/>
          </p:xfrm>
          <a:graphic>
            <a:graphicData uri="http://schemas.openxmlformats.org/presentationml/2006/ole">
              <mc:AlternateContent xmlns:mc="http://schemas.openxmlformats.org/markup-compatibility/2006">
                <mc:Choice xmlns:v="urn:schemas-microsoft-com:vml" Requires="v">
                  <p:oleObj spid="_x0000_s7" name="Equation" r:id="rId13" imgW="2858770" imgH="3195320" progId="Equation.3">
                    <p:embed/>
                  </p:oleObj>
                </mc:Choice>
                <mc:Fallback>
                  <p:oleObj name="Equation" r:id="rId13" imgW="2858770" imgH="3195320"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74" y="2835"/>
                          <a:ext cx="215" cy="2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3" name="Object 23"/>
            <p:cNvGraphicFramePr>
              <a:graphicFrameLocks noChangeAspect="1"/>
            </p:cNvGraphicFramePr>
            <p:nvPr/>
          </p:nvGraphicFramePr>
          <p:xfrm>
            <a:off x="2924" y="1941"/>
            <a:ext cx="214" cy="331"/>
          </p:xfrm>
          <a:graphic>
            <a:graphicData uri="http://schemas.openxmlformats.org/presentationml/2006/ole">
              <mc:AlternateContent xmlns:mc="http://schemas.openxmlformats.org/markup-compatibility/2006">
                <mc:Choice xmlns:v="urn:schemas-microsoft-com:vml" Requires="v">
                  <p:oleObj spid="_x0000_s8" name="公式" r:id="rId15" imgW="2522220" imgH="3195320" progId="Equation.3">
                    <p:embed/>
                  </p:oleObj>
                </mc:Choice>
                <mc:Fallback>
                  <p:oleObj name="公式" r:id="rId15" imgW="2522220" imgH="3195320" progId="Equation.3">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24" y="1941"/>
                          <a:ext cx="214" cy="3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4" name="Object 24"/>
            <p:cNvGraphicFramePr>
              <a:graphicFrameLocks noChangeAspect="1"/>
            </p:cNvGraphicFramePr>
            <p:nvPr/>
          </p:nvGraphicFramePr>
          <p:xfrm>
            <a:off x="3754" y="2240"/>
            <a:ext cx="198" cy="313"/>
          </p:xfrm>
          <a:graphic>
            <a:graphicData uri="http://schemas.openxmlformats.org/presentationml/2006/ole">
              <mc:AlternateContent xmlns:mc="http://schemas.openxmlformats.org/markup-compatibility/2006">
                <mc:Choice xmlns:v="urn:schemas-microsoft-com:vml" Requires="v">
                  <p:oleObj spid="_x0000_s9" name="Equation" r:id="rId17" imgW="2354580" imgH="3027045" progId="Equation.3">
                    <p:embed/>
                  </p:oleObj>
                </mc:Choice>
                <mc:Fallback>
                  <p:oleObj name="Equation" r:id="rId17" imgW="2354580" imgH="3027045" progId="Equation.3">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54" y="2240"/>
                          <a:ext cx="198"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5" name="Object 25"/>
            <p:cNvGraphicFramePr>
              <a:graphicFrameLocks noChangeAspect="1"/>
            </p:cNvGraphicFramePr>
            <p:nvPr/>
          </p:nvGraphicFramePr>
          <p:xfrm>
            <a:off x="2885" y="3116"/>
            <a:ext cx="171" cy="241"/>
          </p:xfrm>
          <a:graphic>
            <a:graphicData uri="http://schemas.openxmlformats.org/presentationml/2006/ole">
              <mc:AlternateContent xmlns:mc="http://schemas.openxmlformats.org/markup-compatibility/2006">
                <mc:Choice xmlns:v="urn:schemas-microsoft-com:vml" Requires="v">
                  <p:oleObj spid="_x0000_s10" name="Equation" r:id="rId19" imgW="2186305" imgH="2522220" progId="Equation.3">
                    <p:embed/>
                  </p:oleObj>
                </mc:Choice>
                <mc:Fallback>
                  <p:oleObj name="Equation" r:id="rId19" imgW="2186305" imgH="2522220" progId="Equation.3">
                    <p:embed/>
                    <p:pic>
                      <p:nvPicPr>
                        <p:cNvPr id="0"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85" y="3116"/>
                          <a:ext cx="171"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6" name="Object 26"/>
            <p:cNvGraphicFramePr>
              <a:graphicFrameLocks noChangeAspect="1"/>
            </p:cNvGraphicFramePr>
            <p:nvPr/>
          </p:nvGraphicFramePr>
          <p:xfrm>
            <a:off x="3381" y="3125"/>
            <a:ext cx="203" cy="301"/>
          </p:xfrm>
          <a:graphic>
            <a:graphicData uri="http://schemas.openxmlformats.org/presentationml/2006/ole">
              <mc:AlternateContent xmlns:mc="http://schemas.openxmlformats.org/markup-compatibility/2006">
                <mc:Choice xmlns:v="urn:schemas-microsoft-com:vml" Requires="v">
                  <p:oleObj spid="_x0000_s11" name="Equation" r:id="rId21" imgW="2690495" imgH="3195320" progId="Equation.3">
                    <p:embed/>
                  </p:oleObj>
                </mc:Choice>
                <mc:Fallback>
                  <p:oleObj name="Equation" r:id="rId21" imgW="2690495" imgH="3195320" progId="Equation.3">
                    <p:embed/>
                    <p:pic>
                      <p:nvPicPr>
                        <p:cNvPr id="0" name="Object 2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81" y="3125"/>
                          <a:ext cx="203" cy="3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7" name="Object 27"/>
            <p:cNvGraphicFramePr>
              <a:graphicFrameLocks noChangeAspect="1"/>
            </p:cNvGraphicFramePr>
            <p:nvPr/>
          </p:nvGraphicFramePr>
          <p:xfrm>
            <a:off x="3191" y="2208"/>
            <a:ext cx="243" cy="329"/>
          </p:xfrm>
          <a:graphic>
            <a:graphicData uri="http://schemas.openxmlformats.org/presentationml/2006/ole">
              <mc:AlternateContent xmlns:mc="http://schemas.openxmlformats.org/markup-compatibility/2006">
                <mc:Choice xmlns:v="urn:schemas-microsoft-com:vml" Requires="v">
                  <p:oleObj spid="_x0000_s12" name="Equation" r:id="rId23" imgW="2690495" imgH="3699510" progId="Equation.3">
                    <p:embed/>
                  </p:oleObj>
                </mc:Choice>
                <mc:Fallback>
                  <p:oleObj name="Equation" r:id="rId23" imgW="2690495" imgH="3699510" progId="Equation.3">
                    <p:embed/>
                    <p:pic>
                      <p:nvPicPr>
                        <p:cNvPr id="0" name="Object 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91" y="2208"/>
                          <a:ext cx="243" cy="3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68" name="Object 28"/>
            <p:cNvGraphicFramePr>
              <a:graphicFrameLocks noChangeAspect="1"/>
            </p:cNvGraphicFramePr>
            <p:nvPr/>
          </p:nvGraphicFramePr>
          <p:xfrm>
            <a:off x="2592" y="2256"/>
            <a:ext cx="288" cy="288"/>
          </p:xfrm>
          <a:graphic>
            <a:graphicData uri="http://schemas.openxmlformats.org/presentationml/2006/ole">
              <mc:AlternateContent xmlns:mc="http://schemas.openxmlformats.org/markup-compatibility/2006">
                <mc:Choice xmlns:v="urn:schemas-microsoft-com:vml" Requires="v">
                  <p:oleObj spid="_x0000_s13" name="Equation" r:id="rId25" imgW="2018030" imgH="2858770" progId="Equation.3">
                    <p:embed/>
                  </p:oleObj>
                </mc:Choice>
                <mc:Fallback>
                  <p:oleObj name="Equation" r:id="rId25" imgW="2018030" imgH="2858770" progId="Equation.3">
                    <p:embed/>
                    <p:pic>
                      <p:nvPicPr>
                        <p:cNvPr id="0" name="Object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592" y="2256"/>
                          <a:ext cx="288"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9" name="Text Box 29"/>
            <p:cNvSpPr txBox="1">
              <a:spLocks noChangeArrowheads="1"/>
            </p:cNvSpPr>
            <p:nvPr/>
          </p:nvSpPr>
          <p:spPr bwMode="auto">
            <a:xfrm>
              <a:off x="4070" y="2065"/>
              <a:ext cx="212" cy="289"/>
            </a:xfrm>
            <a:prstGeom prst="rect">
              <a:avLst/>
            </a:prstGeom>
            <a:noFill/>
            <a:ln w="9525">
              <a:noFill/>
              <a:miter lim="800000"/>
            </a:ln>
            <a:effectLst/>
          </p:spPr>
          <p:txBody>
            <a:bodyPr wrap="none">
              <a:spAutoFit/>
            </a:bodyPr>
            <a:lstStyle/>
            <a:p>
              <a:pPr>
                <a:spcBef>
                  <a:spcPct val="50000"/>
                </a:spcBef>
              </a:pPr>
              <a:r>
                <a:rPr lang="en-US" altLang="zh-CN" sz="2400" b="1">
                  <a:solidFill>
                    <a:srgbClr val="FF0000"/>
                  </a:solidFill>
                  <a:latin typeface="Times New Roman" panose="02020603050405020304" pitchFamily="18" charset="0"/>
                </a:rPr>
                <a:t>*</a:t>
              </a:r>
              <a:endParaRPr lang="en-US" altLang="zh-CN" sz="2400" b="1">
                <a:solidFill>
                  <a:srgbClr val="FF0000"/>
                </a:solidFill>
                <a:latin typeface="Times New Roman" panose="02020603050405020304" pitchFamily="18" charset="0"/>
              </a:endParaRPr>
            </a:p>
          </p:txBody>
        </p:sp>
        <p:graphicFrame>
          <p:nvGraphicFramePr>
            <p:cNvPr id="10270" name="Object 30"/>
            <p:cNvGraphicFramePr>
              <a:graphicFrameLocks noChangeAspect="1"/>
            </p:cNvGraphicFramePr>
            <p:nvPr/>
          </p:nvGraphicFramePr>
          <p:xfrm>
            <a:off x="4253" y="2127"/>
            <a:ext cx="976" cy="324"/>
          </p:xfrm>
          <a:graphic>
            <a:graphicData uri="http://schemas.openxmlformats.org/presentationml/2006/ole">
              <mc:AlternateContent xmlns:mc="http://schemas.openxmlformats.org/markup-compatibility/2006">
                <mc:Choice xmlns:v="urn:schemas-microsoft-com:vml" Requires="v">
                  <p:oleObj spid="_x0000_s14" name="Equation" r:id="rId27" imgW="15975965" imgH="4036060" progId="Equation.3">
                    <p:embed/>
                  </p:oleObj>
                </mc:Choice>
                <mc:Fallback>
                  <p:oleObj name="Equation" r:id="rId27" imgW="15975965" imgH="4036060" progId="Equation.3">
                    <p:embed/>
                    <p:pic>
                      <p:nvPicPr>
                        <p:cNvPr id="0" name="Object 3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253" y="2127"/>
                          <a:ext cx="976" cy="3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1" name="Object 31"/>
            <p:cNvGraphicFramePr>
              <a:graphicFrameLocks noChangeAspect="1"/>
            </p:cNvGraphicFramePr>
            <p:nvPr/>
          </p:nvGraphicFramePr>
          <p:xfrm>
            <a:off x="4151" y="1783"/>
            <a:ext cx="924" cy="346"/>
          </p:xfrm>
          <a:graphic>
            <a:graphicData uri="http://schemas.openxmlformats.org/presentationml/2006/ole">
              <mc:AlternateContent xmlns:mc="http://schemas.openxmlformats.org/markup-compatibility/2006">
                <mc:Choice xmlns:v="urn:schemas-microsoft-com:vml" Requires="v">
                  <p:oleObj spid="_x0000_s15" name="公式" r:id="rId29" imgW="14966950" imgH="4036060" progId="Equation.3">
                    <p:embed/>
                  </p:oleObj>
                </mc:Choice>
                <mc:Fallback>
                  <p:oleObj name="公式" r:id="rId29" imgW="14966950" imgH="4036060" progId="Equation.3">
                    <p:embed/>
                    <p:pic>
                      <p:nvPicPr>
                        <p:cNvPr id="0" name="Object 3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151" y="1783"/>
                          <a:ext cx="924" cy="3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1" name="Text Box 7"/>
          <p:cNvSpPr txBox="1">
            <a:spLocks noChangeArrowheads="1"/>
          </p:cNvSpPr>
          <p:nvPr/>
        </p:nvSpPr>
        <p:spPr bwMode="auto">
          <a:xfrm>
            <a:off x="259904" y="2492375"/>
            <a:ext cx="3024188" cy="683264"/>
          </a:xfrm>
          <a:prstGeom prst="rect">
            <a:avLst/>
          </a:prstGeom>
          <a:noFill/>
          <a:ln w="9525">
            <a:noFill/>
            <a:miter lim="800000"/>
          </a:ln>
          <a:effectLst/>
        </p:spPr>
        <p:txBody>
          <a:bodyPr>
            <a:spAutoFit/>
          </a:bodyPr>
          <a:lstStyle/>
          <a:p>
            <a:pPr>
              <a:lnSpc>
                <a:spcPct val="120000"/>
              </a:lnSpc>
              <a:spcBef>
                <a:spcPct val="50000"/>
              </a:spcBef>
            </a:pPr>
            <a:r>
              <a:rPr lang="zh-CN" altLang="en-US" sz="3200" b="1" dirty="0">
                <a:solidFill>
                  <a:srgbClr val="003366"/>
                </a:solidFill>
                <a:latin typeface="Times New Roman" panose="02020603050405020304" pitchFamily="18" charset="0"/>
              </a:rPr>
              <a:t>设                   时，</a:t>
            </a:r>
            <a:endParaRPr lang="en-US" altLang="zh-CN" sz="3200" b="1" dirty="0">
              <a:solidFill>
                <a:srgbClr val="003366"/>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wipe(left)">
                                      <p:cBhvr>
                                        <p:cTn id="7" dur="5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26" name="Group 38"/>
          <p:cNvGrpSpPr/>
          <p:nvPr/>
        </p:nvGrpSpPr>
        <p:grpSpPr bwMode="auto">
          <a:xfrm>
            <a:off x="914400" y="1319460"/>
            <a:ext cx="5385792" cy="4845844"/>
            <a:chOff x="567" y="1039"/>
            <a:chExt cx="3163" cy="2753"/>
          </a:xfrm>
        </p:grpSpPr>
        <p:graphicFrame>
          <p:nvGraphicFramePr>
            <p:cNvPr id="131074" name="Object 2"/>
            <p:cNvGraphicFramePr>
              <a:graphicFrameLocks noChangeAspect="1"/>
            </p:cNvGraphicFramePr>
            <p:nvPr/>
          </p:nvGraphicFramePr>
          <p:xfrm>
            <a:off x="884" y="1039"/>
            <a:ext cx="2846" cy="783"/>
          </p:xfrm>
          <a:graphic>
            <a:graphicData uri="http://schemas.openxmlformats.org/presentationml/2006/ole">
              <mc:AlternateContent xmlns:mc="http://schemas.openxmlformats.org/markup-compatibility/2006">
                <mc:Choice xmlns:v="urn:schemas-microsoft-com:vml" Requires="v">
                  <p:oleObj spid="_x0000_s0" name="公式" r:id="rId1" imgW="21020405" imgH="6222365" progId="Equation.3">
                    <p:embed/>
                  </p:oleObj>
                </mc:Choice>
                <mc:Fallback>
                  <p:oleObj name="公式" r:id="rId1" imgW="21020405" imgH="622236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 y="1039"/>
                          <a:ext cx="2846" cy="783"/>
                        </a:xfrm>
                        <a:prstGeom prst="rect">
                          <a:avLst/>
                        </a:prstGeom>
                        <a:noFill/>
                      </p:spPr>
                    </p:pic>
                  </p:oleObj>
                </mc:Fallback>
              </mc:AlternateContent>
            </a:graphicData>
          </a:graphic>
        </p:graphicFrame>
        <p:graphicFrame>
          <p:nvGraphicFramePr>
            <p:cNvPr id="131075" name="Object 3"/>
            <p:cNvGraphicFramePr>
              <a:graphicFrameLocks noChangeAspect="1"/>
            </p:cNvGraphicFramePr>
            <p:nvPr/>
          </p:nvGraphicFramePr>
          <p:xfrm>
            <a:off x="864" y="1929"/>
            <a:ext cx="1008" cy="390"/>
          </p:xfrm>
          <a:graphic>
            <a:graphicData uri="http://schemas.openxmlformats.org/presentationml/2006/ole">
              <mc:AlternateContent xmlns:mc="http://schemas.openxmlformats.org/markup-compatibility/2006">
                <mc:Choice xmlns:v="urn:schemas-microsoft-com:vml" Requires="v">
                  <p:oleObj spid="_x0000_s2" name="公式" r:id="rId3" imgW="5380990" imgH="2690495" progId="Equation.3">
                    <p:embed/>
                  </p:oleObj>
                </mc:Choice>
                <mc:Fallback>
                  <p:oleObj name="公式" r:id="rId3" imgW="5380990" imgH="269049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1929"/>
                          <a:ext cx="1008" cy="3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1076" name="Object 4"/>
            <p:cNvGraphicFramePr>
              <a:graphicFrameLocks noChangeAspect="1"/>
            </p:cNvGraphicFramePr>
            <p:nvPr/>
          </p:nvGraphicFramePr>
          <p:xfrm>
            <a:off x="864" y="2451"/>
            <a:ext cx="912" cy="318"/>
          </p:xfrm>
          <a:graphic>
            <a:graphicData uri="http://schemas.openxmlformats.org/presentationml/2006/ole">
              <mc:AlternateContent xmlns:mc="http://schemas.openxmlformats.org/markup-compatibility/2006">
                <mc:Choice xmlns:v="urn:schemas-microsoft-com:vml" Requires="v">
                  <p:oleObj spid="_x0000_s3" name="公式" r:id="rId5" imgW="5045075" imgH="2186305" progId="Equation.3">
                    <p:embed/>
                  </p:oleObj>
                </mc:Choice>
                <mc:Fallback>
                  <p:oleObj name="公式" r:id="rId5" imgW="5045075" imgH="218630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 y="2451"/>
                          <a:ext cx="912"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1077" name="Object 5"/>
            <p:cNvGraphicFramePr>
              <a:graphicFrameLocks noChangeAspect="1"/>
            </p:cNvGraphicFramePr>
            <p:nvPr/>
          </p:nvGraphicFramePr>
          <p:xfrm>
            <a:off x="864" y="2804"/>
            <a:ext cx="2669" cy="988"/>
          </p:xfrm>
          <a:graphic>
            <a:graphicData uri="http://schemas.openxmlformats.org/presentationml/2006/ole">
              <mc:AlternateContent xmlns:mc="http://schemas.openxmlformats.org/markup-compatibility/2006">
                <mc:Choice xmlns:v="urn:schemas-microsoft-com:vml" Requires="v">
                  <p:oleObj spid="_x0000_s4" name="公式" r:id="rId7" imgW="21861780" imgH="8576310" progId="Equation.3">
                    <p:embed/>
                  </p:oleObj>
                </mc:Choice>
                <mc:Fallback>
                  <p:oleObj name="公式" r:id="rId7" imgW="21861780" imgH="857631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4" y="2804"/>
                          <a:ext cx="2669" cy="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9" name="AutoShape 31"/>
            <p:cNvSpPr/>
            <p:nvPr/>
          </p:nvSpPr>
          <p:spPr bwMode="auto">
            <a:xfrm>
              <a:off x="567" y="1227"/>
              <a:ext cx="297" cy="2421"/>
            </a:xfrm>
            <a:prstGeom prst="leftBrace">
              <a:avLst>
                <a:gd name="adj1" fmla="val 67929"/>
                <a:gd name="adj2" fmla="val 50000"/>
              </a:avLst>
            </a:prstGeom>
            <a:noFill/>
            <a:ln w="19050">
              <a:solidFill>
                <a:srgbClr val="0000FF"/>
              </a:solidFill>
              <a:round/>
            </a:ln>
            <a:effectLst/>
          </p:spPr>
          <p:txBody>
            <a:bodyPr wrap="none" anchor="ctr"/>
            <a:lstStyle/>
            <a:p>
              <a:endParaRPr lang="zh-CN" altLang="en-US"/>
            </a:p>
          </p:txBody>
        </p:sp>
      </p:grpSp>
      <p:sp>
        <p:nvSpPr>
          <p:cNvPr id="12320" name="Text Box 32"/>
          <p:cNvSpPr txBox="1">
            <a:spLocks noChangeArrowheads="1"/>
          </p:cNvSpPr>
          <p:nvPr/>
        </p:nvSpPr>
        <p:spPr bwMode="auto">
          <a:xfrm>
            <a:off x="2844800" y="115888"/>
            <a:ext cx="4464050" cy="579437"/>
          </a:xfrm>
          <a:prstGeom prst="rect">
            <a:avLst/>
          </a:prstGeom>
          <a:noFill/>
          <a:ln w="9525">
            <a:noFill/>
            <a:miter lim="800000"/>
          </a:ln>
          <a:effectLst/>
        </p:spPr>
        <p:txBody>
          <a:bodyPr>
            <a:spAutoFit/>
          </a:bodyPr>
          <a:lstStyle/>
          <a:p>
            <a:pPr>
              <a:spcBef>
                <a:spcPct val="50000"/>
              </a:spcBef>
            </a:pPr>
            <a:r>
              <a:rPr lang="en-US" altLang="zh-CN" sz="3200" b="1">
                <a:solidFill>
                  <a:schemeClr val="bg1"/>
                </a:solidFill>
                <a:latin typeface="Times New Roman" panose="02020603050405020304" pitchFamily="18" charset="0"/>
              </a:rPr>
              <a:t>   </a:t>
            </a:r>
            <a:r>
              <a:rPr lang="zh-CN" altLang="en-US" sz="3200" b="1">
                <a:solidFill>
                  <a:schemeClr val="bg1"/>
                </a:solidFill>
                <a:latin typeface="Times New Roman" panose="02020603050405020304" pitchFamily="18" charset="0"/>
              </a:rPr>
              <a:t>洛伦兹坐标变换式</a:t>
            </a:r>
            <a:endParaRPr lang="zh-CN" altLang="en-US" sz="3200" b="1">
              <a:solidFill>
                <a:schemeClr val="bg1"/>
              </a:solidFill>
              <a:latin typeface="Times New Roman" panose="02020603050405020304" pitchFamily="18" charset="0"/>
            </a:endParaRPr>
          </a:p>
        </p:txBody>
      </p:sp>
      <p:grpSp>
        <p:nvGrpSpPr>
          <p:cNvPr id="12328" name="Group 40"/>
          <p:cNvGrpSpPr/>
          <p:nvPr/>
        </p:nvGrpSpPr>
        <p:grpSpPr bwMode="auto">
          <a:xfrm>
            <a:off x="5436096" y="2971800"/>
            <a:ext cx="2793504" cy="1447800"/>
            <a:chOff x="3552" y="1872"/>
            <a:chExt cx="1632" cy="912"/>
          </a:xfrm>
        </p:grpSpPr>
        <p:sp>
          <p:nvSpPr>
            <p:cNvPr id="12322" name="Rectangle 34"/>
            <p:cNvSpPr>
              <a:spLocks noChangeArrowheads="1"/>
            </p:cNvSpPr>
            <p:nvPr/>
          </p:nvSpPr>
          <p:spPr bwMode="auto">
            <a:xfrm>
              <a:off x="3552" y="1872"/>
              <a:ext cx="1632" cy="912"/>
            </a:xfrm>
            <a:prstGeom prst="rect">
              <a:avLst/>
            </a:prstGeom>
            <a:gradFill rotWithShape="0">
              <a:gsLst>
                <a:gs pos="0">
                  <a:schemeClr val="bg1"/>
                </a:gs>
                <a:gs pos="50000">
                  <a:schemeClr val="accent1"/>
                </a:gs>
                <a:gs pos="100000">
                  <a:schemeClr val="bg1"/>
                </a:gs>
              </a:gsLst>
              <a:lin ang="5400000" scaled="1"/>
            </a:gradFill>
            <a:ln w="12700">
              <a:solidFill>
                <a:schemeClr val="tx2"/>
              </a:solidFill>
              <a:miter lim="800000"/>
            </a:ln>
            <a:effectLst/>
          </p:spPr>
          <p:txBody>
            <a:bodyPr wrap="none" anchor="ctr"/>
            <a:lstStyle/>
            <a:p>
              <a:endParaRPr lang="zh-CN" altLang="en-US"/>
            </a:p>
          </p:txBody>
        </p:sp>
        <p:graphicFrame>
          <p:nvGraphicFramePr>
            <p:cNvPr id="131072" name="Object 0"/>
            <p:cNvGraphicFramePr>
              <a:graphicFrameLocks noChangeAspect="1"/>
            </p:cNvGraphicFramePr>
            <p:nvPr/>
          </p:nvGraphicFramePr>
          <p:xfrm>
            <a:off x="3647" y="1878"/>
            <a:ext cx="865" cy="349"/>
          </p:xfrm>
          <a:graphic>
            <a:graphicData uri="http://schemas.openxmlformats.org/presentationml/2006/ole">
              <mc:AlternateContent xmlns:mc="http://schemas.openxmlformats.org/markup-compatibility/2006">
                <mc:Choice xmlns:v="urn:schemas-microsoft-com:vml" Requires="v">
                  <p:oleObj spid="_x0000_s5" name="公式" r:id="rId9" imgW="7063105" imgH="2858770" progId="Equation.3">
                    <p:embed/>
                  </p:oleObj>
                </mc:Choice>
                <mc:Fallback>
                  <p:oleObj name="公式" r:id="rId9" imgW="7063105" imgH="2858770" progId="Equation.3">
                    <p:embed/>
                    <p:pic>
                      <p:nvPicPr>
                        <p:cNvPr id="0" name="Object 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7" y="1878"/>
                          <a:ext cx="865" cy="349"/>
                        </a:xfrm>
                        <a:prstGeom prst="rect">
                          <a:avLst/>
                        </a:prstGeom>
                        <a:noFill/>
                        <a:extLst>
                          <a:ext uri="{909E8E84-426E-40DD-AFC4-6F175D3DCCD1}">
                            <a14:hiddenFill xmlns:a14="http://schemas.microsoft.com/office/drawing/2010/main">
                              <a:gradFill rotWithShape="0">
                                <a:gsLst>
                                  <a:gs pos="0">
                                    <a:schemeClr val="bg1"/>
                                  </a:gs>
                                  <a:gs pos="50000">
                                    <a:schemeClr val="accent1"/>
                                  </a:gs>
                                  <a:gs pos="100000">
                                    <a:schemeClr val="bg1"/>
                                  </a:gs>
                                </a:gsLst>
                                <a:lin ang="5400000" scaled="1"/>
                              </a:gradFill>
                            </a14:hiddenFill>
                          </a:ext>
                        </a:extLst>
                      </p:spPr>
                    </p:pic>
                  </p:oleObj>
                </mc:Fallback>
              </mc:AlternateContent>
            </a:graphicData>
          </a:graphic>
        </p:graphicFrame>
        <p:graphicFrame>
          <p:nvGraphicFramePr>
            <p:cNvPr id="131073" name="Object 1"/>
            <p:cNvGraphicFramePr>
              <a:graphicFrameLocks noChangeAspect="1"/>
            </p:cNvGraphicFramePr>
            <p:nvPr/>
          </p:nvGraphicFramePr>
          <p:xfrm>
            <a:off x="3681" y="2306"/>
            <a:ext cx="1455" cy="430"/>
          </p:xfrm>
          <a:graphic>
            <a:graphicData uri="http://schemas.openxmlformats.org/presentationml/2006/ole">
              <mc:AlternateContent xmlns:mc="http://schemas.openxmlformats.org/markup-compatibility/2006">
                <mc:Choice xmlns:v="urn:schemas-microsoft-com:vml" Requires="v">
                  <p:oleObj spid="_x0000_s6" name="公式" r:id="rId11" imgW="11771630" imgH="3699510" progId="Equation.3">
                    <p:embed/>
                  </p:oleObj>
                </mc:Choice>
                <mc:Fallback>
                  <p:oleObj name="公式" r:id="rId11" imgW="11771630" imgH="3699510" progId="Equation.3">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81" y="2306"/>
                          <a:ext cx="1455" cy="430"/>
                        </a:xfrm>
                        <a:prstGeom prst="rect">
                          <a:avLst/>
                        </a:prstGeom>
                        <a:noFill/>
                        <a:extLst>
                          <a:ext uri="{909E8E84-426E-40DD-AFC4-6F175D3DCCD1}">
                            <a14:hiddenFill xmlns:a14="http://schemas.microsoft.com/office/drawing/2010/main">
                              <a:gradFill rotWithShape="0">
                                <a:gsLst>
                                  <a:gs pos="0">
                                    <a:schemeClr val="bg1"/>
                                  </a:gs>
                                  <a:gs pos="50000">
                                    <a:schemeClr val="accent1"/>
                                  </a:gs>
                                  <a:gs pos="100000">
                                    <a:schemeClr val="bg1"/>
                                  </a:gs>
                                </a:gsLst>
                                <a:lin ang="5400000" scaled="1"/>
                              </a:gra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326"/>
                                        </p:tgtEl>
                                        <p:attrNameLst>
                                          <p:attrName>style.visibility</p:attrName>
                                        </p:attrNameLst>
                                      </p:cBhvr>
                                      <p:to>
                                        <p:strVal val="visible"/>
                                      </p:to>
                                    </p:set>
                                    <p:anim calcmode="lin" valueType="num">
                                      <p:cBhvr additive="base">
                                        <p:cTn id="7" dur="500" fill="hold"/>
                                        <p:tgtEl>
                                          <p:spTgt spid="12326"/>
                                        </p:tgtEl>
                                        <p:attrNameLst>
                                          <p:attrName>ppt_x</p:attrName>
                                        </p:attrNameLst>
                                      </p:cBhvr>
                                      <p:tavLst>
                                        <p:tav tm="0">
                                          <p:val>
                                            <p:strVal val="0-#ppt_w/2"/>
                                          </p:val>
                                        </p:tav>
                                        <p:tav tm="100000">
                                          <p:val>
                                            <p:strVal val="#ppt_x"/>
                                          </p:val>
                                        </p:tav>
                                      </p:tavLst>
                                    </p:anim>
                                    <p:anim calcmode="lin" valueType="num">
                                      <p:cBhvr additive="base">
                                        <p:cTn id="8" dur="500" fill="hold"/>
                                        <p:tgtEl>
                                          <p:spTgt spid="123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12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34" name="Group 22"/>
          <p:cNvGrpSpPr/>
          <p:nvPr/>
        </p:nvGrpSpPr>
        <p:grpSpPr bwMode="auto">
          <a:xfrm>
            <a:off x="1524000" y="1255713"/>
            <a:ext cx="2863850" cy="2401887"/>
            <a:chOff x="960" y="695"/>
            <a:chExt cx="1804" cy="1513"/>
          </a:xfrm>
        </p:grpSpPr>
        <p:graphicFrame>
          <p:nvGraphicFramePr>
            <p:cNvPr id="13317" name="Object 5"/>
            <p:cNvGraphicFramePr>
              <a:graphicFrameLocks noChangeAspect="1"/>
            </p:cNvGraphicFramePr>
            <p:nvPr/>
          </p:nvGraphicFramePr>
          <p:xfrm>
            <a:off x="1132" y="695"/>
            <a:ext cx="1440" cy="328"/>
          </p:xfrm>
          <a:graphic>
            <a:graphicData uri="http://schemas.openxmlformats.org/presentationml/2006/ole">
              <mc:AlternateContent xmlns:mc="http://schemas.openxmlformats.org/markup-compatibility/2006">
                <mc:Choice xmlns:v="urn:schemas-microsoft-com:vml" Requires="v">
                  <p:oleObj spid="_x0000_s0" name="公式" r:id="rId1" imgW="12275820" imgH="2690495" progId="Equation.3">
                    <p:embed/>
                  </p:oleObj>
                </mc:Choice>
                <mc:Fallback>
                  <p:oleObj name="公式" r:id="rId1" imgW="12275820" imgH="2690495"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 y="695"/>
                          <a:ext cx="1440" cy="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8" name="Object 6"/>
            <p:cNvGraphicFramePr>
              <a:graphicFrameLocks noChangeAspect="1"/>
            </p:cNvGraphicFramePr>
            <p:nvPr/>
          </p:nvGraphicFramePr>
          <p:xfrm>
            <a:off x="1084" y="983"/>
            <a:ext cx="912" cy="353"/>
          </p:xfrm>
          <a:graphic>
            <a:graphicData uri="http://schemas.openxmlformats.org/presentationml/2006/ole">
              <mc:AlternateContent xmlns:mc="http://schemas.openxmlformats.org/markup-compatibility/2006">
                <mc:Choice xmlns:v="urn:schemas-microsoft-com:vml" Requires="v">
                  <p:oleObj spid="_x0000_s2" name="公式" r:id="rId3" imgW="5549265" imgH="2690495" progId="Equation.3">
                    <p:embed/>
                  </p:oleObj>
                </mc:Choice>
                <mc:Fallback>
                  <p:oleObj name="公式" r:id="rId3" imgW="5549265" imgH="2690495"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4" y="983"/>
                          <a:ext cx="912" cy="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9" name="Object 7"/>
            <p:cNvGraphicFramePr>
              <a:graphicFrameLocks noChangeAspect="1"/>
            </p:cNvGraphicFramePr>
            <p:nvPr/>
          </p:nvGraphicFramePr>
          <p:xfrm>
            <a:off x="1132" y="1328"/>
            <a:ext cx="768" cy="279"/>
          </p:xfrm>
          <a:graphic>
            <a:graphicData uri="http://schemas.openxmlformats.org/presentationml/2006/ole">
              <mc:AlternateContent xmlns:mc="http://schemas.openxmlformats.org/markup-compatibility/2006">
                <mc:Choice xmlns:v="urn:schemas-microsoft-com:vml" Requires="v">
                  <p:oleObj spid="_x0000_s3" name="公式" r:id="rId5" imgW="5045075" imgH="2186305" progId="Equation.3">
                    <p:embed/>
                  </p:oleObj>
                </mc:Choice>
                <mc:Fallback>
                  <p:oleObj name="公式" r:id="rId5" imgW="5045075" imgH="218630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2" y="1328"/>
                          <a:ext cx="768" cy="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0" name="Object 8"/>
            <p:cNvGraphicFramePr>
              <a:graphicFrameLocks noChangeAspect="1"/>
            </p:cNvGraphicFramePr>
            <p:nvPr/>
          </p:nvGraphicFramePr>
          <p:xfrm>
            <a:off x="1084" y="1596"/>
            <a:ext cx="1680" cy="612"/>
          </p:xfrm>
          <a:graphic>
            <a:graphicData uri="http://schemas.openxmlformats.org/presentationml/2006/ole">
              <mc:AlternateContent xmlns:mc="http://schemas.openxmlformats.org/markup-compatibility/2006">
                <mc:Choice xmlns:v="urn:schemas-microsoft-com:vml" Requires="v">
                  <p:oleObj spid="_x0000_s4" name="公式" r:id="rId7" imgW="13117195" imgH="5213350" progId="Equation.3">
                    <p:embed/>
                  </p:oleObj>
                </mc:Choice>
                <mc:Fallback>
                  <p:oleObj name="公式" r:id="rId7" imgW="13117195" imgH="521335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4" y="1596"/>
                          <a:ext cx="1680" cy="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1" name="AutoShape 9"/>
            <p:cNvSpPr/>
            <p:nvPr/>
          </p:nvSpPr>
          <p:spPr bwMode="auto">
            <a:xfrm>
              <a:off x="960" y="777"/>
              <a:ext cx="124" cy="1214"/>
            </a:xfrm>
            <a:prstGeom prst="leftBrace">
              <a:avLst>
                <a:gd name="adj1" fmla="val 81586"/>
                <a:gd name="adj2" fmla="val 50000"/>
              </a:avLst>
            </a:prstGeom>
            <a:noFill/>
            <a:ln w="19050">
              <a:solidFill>
                <a:srgbClr val="FF0000"/>
              </a:solidFill>
              <a:round/>
            </a:ln>
            <a:effectLst/>
          </p:spPr>
          <p:txBody>
            <a:bodyPr wrap="none" anchor="ctr"/>
            <a:lstStyle/>
            <a:p>
              <a:endParaRPr lang="zh-CN" altLang="en-US"/>
            </a:p>
          </p:txBody>
        </p:sp>
      </p:grpSp>
      <p:sp>
        <p:nvSpPr>
          <p:cNvPr id="13322" name="Rectangle 10"/>
          <p:cNvSpPr>
            <a:spLocks noChangeArrowheads="1"/>
          </p:cNvSpPr>
          <p:nvPr/>
        </p:nvSpPr>
        <p:spPr bwMode="auto">
          <a:xfrm>
            <a:off x="838200" y="1579563"/>
            <a:ext cx="554038" cy="1382712"/>
          </a:xfrm>
          <a:prstGeom prst="rect">
            <a:avLst/>
          </a:prstGeom>
          <a:gradFill rotWithShape="0">
            <a:gsLst>
              <a:gs pos="0">
                <a:schemeClr val="accent1"/>
              </a:gs>
              <a:gs pos="50000">
                <a:srgbClr val="FFFFFF"/>
              </a:gs>
              <a:gs pos="100000">
                <a:schemeClr val="accent1"/>
              </a:gs>
            </a:gsLst>
            <a:lin ang="0" scaled="1"/>
          </a:gradFill>
          <a:ln w="9525">
            <a:solidFill>
              <a:schemeClr val="tx1"/>
            </a:solidFill>
            <a:miter lim="800000"/>
          </a:ln>
          <a:effectLst/>
        </p:spPr>
        <p:txBody>
          <a:bodyPr>
            <a:spAutoFit/>
          </a:bodyPr>
          <a:lstStyle/>
          <a:p>
            <a:pPr>
              <a:spcBef>
                <a:spcPct val="50000"/>
              </a:spcBef>
            </a:pPr>
            <a:r>
              <a:rPr lang="zh-CN" altLang="en-US" sz="2800" b="1">
                <a:solidFill>
                  <a:srgbClr val="CC0000"/>
                </a:solidFill>
                <a:latin typeface="Times New Roman" panose="02020603050405020304" pitchFamily="18" charset="0"/>
              </a:rPr>
              <a:t>正</a:t>
            </a:r>
            <a:r>
              <a:rPr lang="zh-CN" altLang="en-US" sz="2800" b="1">
                <a:solidFill>
                  <a:srgbClr val="003366"/>
                </a:solidFill>
                <a:latin typeface="Times New Roman" panose="02020603050405020304" pitchFamily="18" charset="0"/>
              </a:rPr>
              <a:t>变换</a:t>
            </a:r>
            <a:endParaRPr lang="zh-CN" altLang="en-US" sz="2800" b="1">
              <a:solidFill>
                <a:srgbClr val="003366"/>
              </a:solidFill>
              <a:latin typeface="Times New Roman" panose="02020603050405020304" pitchFamily="18" charset="0"/>
            </a:endParaRPr>
          </a:p>
        </p:txBody>
      </p:sp>
      <p:grpSp>
        <p:nvGrpSpPr>
          <p:cNvPr id="13335" name="Group 23"/>
          <p:cNvGrpSpPr/>
          <p:nvPr/>
        </p:nvGrpSpPr>
        <p:grpSpPr bwMode="auto">
          <a:xfrm>
            <a:off x="4648200" y="1219200"/>
            <a:ext cx="3733800" cy="2486025"/>
            <a:chOff x="2928" y="672"/>
            <a:chExt cx="2352" cy="1566"/>
          </a:xfrm>
        </p:grpSpPr>
        <p:graphicFrame>
          <p:nvGraphicFramePr>
            <p:cNvPr id="13324" name="Object 12"/>
            <p:cNvGraphicFramePr>
              <a:graphicFrameLocks noChangeAspect="1"/>
            </p:cNvGraphicFramePr>
            <p:nvPr/>
          </p:nvGraphicFramePr>
          <p:xfrm>
            <a:off x="3583" y="672"/>
            <a:ext cx="1601" cy="336"/>
          </p:xfrm>
          <a:graphic>
            <a:graphicData uri="http://schemas.openxmlformats.org/presentationml/2006/ole">
              <mc:AlternateContent xmlns:mc="http://schemas.openxmlformats.org/markup-compatibility/2006">
                <mc:Choice xmlns:v="urn:schemas-microsoft-com:vml" Requires="v">
                  <p:oleObj spid="_x0000_s5" name="公式" r:id="rId9" imgW="12780645" imgH="2690495" progId="Equation.3">
                    <p:embed/>
                  </p:oleObj>
                </mc:Choice>
                <mc:Fallback>
                  <p:oleObj name="公式" r:id="rId9" imgW="12780645" imgH="2690495"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83" y="672"/>
                          <a:ext cx="1601"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5" name="Object 13"/>
            <p:cNvGraphicFramePr>
              <a:graphicFrameLocks noChangeAspect="1"/>
            </p:cNvGraphicFramePr>
            <p:nvPr/>
          </p:nvGraphicFramePr>
          <p:xfrm>
            <a:off x="3552" y="953"/>
            <a:ext cx="768" cy="339"/>
          </p:xfrm>
          <a:graphic>
            <a:graphicData uri="http://schemas.openxmlformats.org/presentationml/2006/ole">
              <mc:AlternateContent xmlns:mc="http://schemas.openxmlformats.org/markup-compatibility/2006">
                <mc:Choice xmlns:v="urn:schemas-microsoft-com:vml" Requires="v">
                  <p:oleObj spid="_x0000_s6" name="公式" r:id="rId11" imgW="5549265" imgH="2690495" progId="Equation.3">
                    <p:embed/>
                  </p:oleObj>
                </mc:Choice>
                <mc:Fallback>
                  <p:oleObj name="公式" r:id="rId11" imgW="5549265" imgH="2690495"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52" y="953"/>
                          <a:ext cx="768"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6" name="Object 14"/>
            <p:cNvGraphicFramePr>
              <a:graphicFrameLocks noChangeAspect="1"/>
            </p:cNvGraphicFramePr>
            <p:nvPr/>
          </p:nvGraphicFramePr>
          <p:xfrm>
            <a:off x="3600" y="1294"/>
            <a:ext cx="588" cy="268"/>
          </p:xfrm>
          <a:graphic>
            <a:graphicData uri="http://schemas.openxmlformats.org/presentationml/2006/ole">
              <mc:AlternateContent xmlns:mc="http://schemas.openxmlformats.org/markup-compatibility/2006">
                <mc:Choice xmlns:v="urn:schemas-microsoft-com:vml" Requires="v">
                  <p:oleObj spid="_x0000_s7" name="公式" r:id="rId13" imgW="5045075" imgH="2186305" progId="Equation.3">
                    <p:embed/>
                  </p:oleObj>
                </mc:Choice>
                <mc:Fallback>
                  <p:oleObj name="公式" r:id="rId13" imgW="5045075" imgH="2186305"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00" y="1294"/>
                          <a:ext cx="588" cy="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7" name="Object 15"/>
            <p:cNvGraphicFramePr>
              <a:graphicFrameLocks noChangeAspect="1"/>
            </p:cNvGraphicFramePr>
            <p:nvPr/>
          </p:nvGraphicFramePr>
          <p:xfrm>
            <a:off x="3600" y="1584"/>
            <a:ext cx="1680" cy="654"/>
          </p:xfrm>
          <a:graphic>
            <a:graphicData uri="http://schemas.openxmlformats.org/presentationml/2006/ole">
              <mc:AlternateContent xmlns:mc="http://schemas.openxmlformats.org/markup-compatibility/2006">
                <mc:Choice xmlns:v="urn:schemas-microsoft-com:vml" Requires="v">
                  <p:oleObj spid="_x0000_s8" name="公式" r:id="rId15" imgW="13621385" imgH="5213350" progId="Equation.3">
                    <p:embed/>
                  </p:oleObj>
                </mc:Choice>
                <mc:Fallback>
                  <p:oleObj name="公式" r:id="rId15" imgW="13621385" imgH="5213350"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00" y="1584"/>
                          <a:ext cx="1680" cy="6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8" name="AutoShape 16"/>
            <p:cNvSpPr/>
            <p:nvPr/>
          </p:nvSpPr>
          <p:spPr bwMode="auto">
            <a:xfrm>
              <a:off x="3398" y="768"/>
              <a:ext cx="125" cy="1215"/>
            </a:xfrm>
            <a:prstGeom prst="leftBrace">
              <a:avLst>
                <a:gd name="adj1" fmla="val 81000"/>
                <a:gd name="adj2" fmla="val 50000"/>
              </a:avLst>
            </a:prstGeom>
            <a:noFill/>
            <a:ln w="19050">
              <a:solidFill>
                <a:srgbClr val="0000FF"/>
              </a:solidFill>
              <a:round/>
            </a:ln>
            <a:effectLst/>
          </p:spPr>
          <p:txBody>
            <a:bodyPr wrap="none" anchor="ctr"/>
            <a:lstStyle/>
            <a:p>
              <a:endParaRPr lang="zh-CN" altLang="en-US"/>
            </a:p>
          </p:txBody>
        </p:sp>
        <p:sp>
          <p:nvSpPr>
            <p:cNvPr id="13329" name="Rectangle 17"/>
            <p:cNvSpPr>
              <a:spLocks noChangeArrowheads="1"/>
            </p:cNvSpPr>
            <p:nvPr/>
          </p:nvSpPr>
          <p:spPr bwMode="auto">
            <a:xfrm>
              <a:off x="2928" y="912"/>
              <a:ext cx="376" cy="871"/>
            </a:xfrm>
            <a:prstGeom prst="rect">
              <a:avLst/>
            </a:prstGeom>
            <a:gradFill rotWithShape="0">
              <a:gsLst>
                <a:gs pos="0">
                  <a:schemeClr val="accent1"/>
                </a:gs>
                <a:gs pos="50000">
                  <a:srgbClr val="FFFFFF"/>
                </a:gs>
                <a:gs pos="100000">
                  <a:schemeClr val="accent1"/>
                </a:gs>
              </a:gsLst>
              <a:lin ang="0" scaled="1"/>
            </a:gradFill>
            <a:ln w="9525">
              <a:solidFill>
                <a:schemeClr val="tx1"/>
              </a:solidFill>
              <a:miter lim="800000"/>
            </a:ln>
            <a:effectLst/>
          </p:spPr>
          <p:txBody>
            <a:bodyPr>
              <a:spAutoFit/>
            </a:bodyPr>
            <a:lstStyle/>
            <a:p>
              <a:pPr>
                <a:spcBef>
                  <a:spcPct val="50000"/>
                </a:spcBef>
              </a:pPr>
              <a:r>
                <a:rPr lang="zh-CN" altLang="en-US" sz="2800" b="1">
                  <a:solidFill>
                    <a:srgbClr val="0000FF"/>
                  </a:solidFill>
                  <a:latin typeface="Times New Roman" panose="02020603050405020304" pitchFamily="18" charset="0"/>
                </a:rPr>
                <a:t>逆</a:t>
              </a:r>
              <a:r>
                <a:rPr lang="zh-CN" altLang="en-US" sz="2800" b="1">
                  <a:solidFill>
                    <a:srgbClr val="003366"/>
                  </a:solidFill>
                  <a:latin typeface="Times New Roman" panose="02020603050405020304" pitchFamily="18" charset="0"/>
                </a:rPr>
                <a:t>变换</a:t>
              </a:r>
              <a:endParaRPr lang="zh-CN" altLang="en-US" sz="2800" b="1">
                <a:solidFill>
                  <a:srgbClr val="003366"/>
                </a:solidFill>
                <a:latin typeface="Times New Roman" panose="02020603050405020304" pitchFamily="18" charset="0"/>
              </a:endParaRPr>
            </a:p>
          </p:txBody>
        </p:sp>
      </p:grpSp>
      <p:grpSp>
        <p:nvGrpSpPr>
          <p:cNvPr id="13341" name="Group 29"/>
          <p:cNvGrpSpPr/>
          <p:nvPr/>
        </p:nvGrpSpPr>
        <p:grpSpPr bwMode="auto">
          <a:xfrm>
            <a:off x="2667000" y="4403725"/>
            <a:ext cx="4267200" cy="1311275"/>
            <a:chOff x="1680" y="2774"/>
            <a:chExt cx="2688" cy="826"/>
          </a:xfrm>
        </p:grpSpPr>
        <p:sp>
          <p:nvSpPr>
            <p:cNvPr id="13332" name="Rectangle 20"/>
            <p:cNvSpPr>
              <a:spLocks noChangeArrowheads="1"/>
            </p:cNvSpPr>
            <p:nvPr/>
          </p:nvSpPr>
          <p:spPr bwMode="auto">
            <a:xfrm>
              <a:off x="1680" y="2774"/>
              <a:ext cx="2621" cy="826"/>
            </a:xfrm>
            <a:prstGeom prst="rect">
              <a:avLst/>
            </a:prstGeom>
            <a:noFill/>
            <a:ln w="9525">
              <a:noFill/>
              <a:miter lim="800000"/>
            </a:ln>
          </p:spPr>
          <p:txBody>
            <a:bodyPr wrap="none">
              <a:spAutoFit/>
            </a:bodyPr>
            <a:lstStyle/>
            <a:p>
              <a:pPr>
                <a:spcBef>
                  <a:spcPct val="50000"/>
                </a:spcBef>
              </a:pPr>
              <a:r>
                <a:rPr kumimoji="1" lang="en-US" altLang="zh-CN" sz="3200" b="1">
                  <a:solidFill>
                    <a:srgbClr val="3131C3"/>
                  </a:solidFill>
                  <a:latin typeface="Times New Roman" panose="02020603050405020304" pitchFamily="18" charset="0"/>
                </a:rPr>
                <a:t>              </a:t>
              </a:r>
              <a:r>
                <a:rPr kumimoji="1" lang="zh-CN" altLang="en-US" sz="3200" b="1">
                  <a:solidFill>
                    <a:srgbClr val="3131C3"/>
                  </a:solidFill>
                  <a:latin typeface="Times New Roman" panose="02020603050405020304" pitchFamily="18" charset="0"/>
                </a:rPr>
                <a:t>时</a:t>
              </a:r>
              <a:r>
                <a:rPr kumimoji="1" lang="en-US" altLang="zh-CN" sz="3200" b="1">
                  <a:solidFill>
                    <a:srgbClr val="3131C3"/>
                  </a:solidFill>
                  <a:latin typeface="Times New Roman" panose="02020603050405020304" pitchFamily="18" charset="0"/>
                </a:rPr>
                <a:t>, </a:t>
              </a:r>
              <a:endParaRPr kumimoji="1" lang="en-US" altLang="zh-CN" sz="3200" b="1">
                <a:solidFill>
                  <a:srgbClr val="3131C3"/>
                </a:solidFill>
                <a:latin typeface="Times New Roman" panose="02020603050405020304" pitchFamily="18" charset="0"/>
              </a:endParaRPr>
            </a:p>
            <a:p>
              <a:pPr>
                <a:spcBef>
                  <a:spcPct val="50000"/>
                </a:spcBef>
              </a:pPr>
              <a:r>
                <a:rPr kumimoji="1" lang="zh-CN" altLang="en-US" sz="3200" b="1">
                  <a:solidFill>
                    <a:srgbClr val="3131C3"/>
                  </a:solidFill>
                  <a:latin typeface="Times New Roman" panose="02020603050405020304" pitchFamily="18" charset="0"/>
                </a:rPr>
                <a:t>转换为伽利略变换式</a:t>
              </a:r>
              <a:r>
                <a:rPr kumimoji="1" lang="en-US" altLang="zh-CN" sz="3200" b="1">
                  <a:solidFill>
                    <a:srgbClr val="3131C3"/>
                  </a:solidFill>
                  <a:latin typeface="Times New Roman" panose="02020603050405020304" pitchFamily="18" charset="0"/>
                </a:rPr>
                <a:t>.  </a:t>
              </a:r>
              <a:endParaRPr kumimoji="1" lang="en-US" altLang="zh-CN" sz="3200" b="1">
                <a:solidFill>
                  <a:srgbClr val="3131C3"/>
                </a:solidFill>
                <a:latin typeface="Times New Roman" panose="02020603050405020304" pitchFamily="18" charset="0"/>
              </a:endParaRPr>
            </a:p>
          </p:txBody>
        </p:sp>
        <p:graphicFrame>
          <p:nvGraphicFramePr>
            <p:cNvPr id="13339" name="Object 27"/>
            <p:cNvGraphicFramePr>
              <a:graphicFrameLocks noChangeAspect="1"/>
            </p:cNvGraphicFramePr>
            <p:nvPr/>
          </p:nvGraphicFramePr>
          <p:xfrm>
            <a:off x="1728" y="2848"/>
            <a:ext cx="864" cy="272"/>
          </p:xfrm>
          <a:graphic>
            <a:graphicData uri="http://schemas.openxmlformats.org/presentationml/2006/ole">
              <mc:AlternateContent xmlns:mc="http://schemas.openxmlformats.org/markup-compatibility/2006">
                <mc:Choice xmlns:v="urn:schemas-microsoft-com:vml" Requires="v">
                  <p:oleObj spid="_x0000_s9" name="公式" r:id="rId17" imgW="5885815" imgH="1849755" progId="Equation.3">
                    <p:embed/>
                  </p:oleObj>
                </mc:Choice>
                <mc:Fallback>
                  <p:oleObj name="公式" r:id="rId17" imgW="5885815" imgH="1849755" progId="Equation.3">
                    <p:embed/>
                    <p:pic>
                      <p:nvPicPr>
                        <p:cNvPr id="0"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28" y="2848"/>
                          <a:ext cx="864"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40" name="Object 28"/>
            <p:cNvGraphicFramePr>
              <a:graphicFrameLocks noChangeAspect="1"/>
            </p:cNvGraphicFramePr>
            <p:nvPr/>
          </p:nvGraphicFramePr>
          <p:xfrm>
            <a:off x="3050" y="2784"/>
            <a:ext cx="1318" cy="349"/>
          </p:xfrm>
          <a:graphic>
            <a:graphicData uri="http://schemas.openxmlformats.org/presentationml/2006/ole">
              <mc:AlternateContent xmlns:mc="http://schemas.openxmlformats.org/markup-compatibility/2006">
                <mc:Choice xmlns:v="urn:schemas-microsoft-com:vml" Requires="v">
                  <p:oleObj spid="_x0000_s10" name="公式" r:id="rId19" imgW="10762615" imgH="2858770" progId="Equation.3">
                    <p:embed/>
                  </p:oleObj>
                </mc:Choice>
                <mc:Fallback>
                  <p:oleObj name="公式" r:id="rId19" imgW="10762615" imgH="2858770" progId="Equation.3">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50" y="2784"/>
                          <a:ext cx="1318" cy="349"/>
                        </a:xfrm>
                        <a:prstGeom prst="rect">
                          <a:avLst/>
                        </a:prstGeom>
                        <a:noFill/>
                        <a:extLst>
                          <a:ext uri="{909E8E84-426E-40DD-AFC4-6F175D3DCCD1}">
                            <a14:hiddenFill xmlns:a14="http://schemas.microsoft.com/office/drawing/2010/main">
                              <a:gradFill rotWithShape="0">
                                <a:gsLst>
                                  <a:gs pos="0">
                                    <a:schemeClr val="bg1"/>
                                  </a:gs>
                                  <a:gs pos="50000">
                                    <a:schemeClr val="accent1"/>
                                  </a:gs>
                                  <a:gs pos="100000">
                                    <a:schemeClr val="bg1"/>
                                  </a:gs>
                                </a:gsLst>
                                <a:lin ang="5400000" scaled="1"/>
                              </a:gradFill>
                            </a14:hiddenFill>
                          </a:ext>
                        </a:extLst>
                      </p:spPr>
                    </p:pic>
                  </p:oleObj>
                </mc:Fallback>
              </mc:AlternateContent>
            </a:graphicData>
          </a:graphic>
        </p:graphicFrame>
      </p:grpSp>
      <p:sp>
        <p:nvSpPr>
          <p:cNvPr id="13342" name="Text Box 30"/>
          <p:cNvSpPr txBox="1">
            <a:spLocks noChangeArrowheads="1"/>
          </p:cNvSpPr>
          <p:nvPr/>
        </p:nvSpPr>
        <p:spPr bwMode="auto">
          <a:xfrm>
            <a:off x="1908175" y="115888"/>
            <a:ext cx="6408738" cy="579437"/>
          </a:xfrm>
          <a:prstGeom prst="rect">
            <a:avLst/>
          </a:prstGeom>
          <a:noFill/>
          <a:ln w="9525">
            <a:noFill/>
            <a:miter lim="800000"/>
          </a:ln>
          <a:effectLst/>
        </p:spPr>
        <p:txBody>
          <a:bodyPr>
            <a:spAutoFit/>
          </a:bodyPr>
          <a:lstStyle/>
          <a:p>
            <a:pPr>
              <a:spcBef>
                <a:spcPct val="50000"/>
              </a:spcBef>
            </a:pPr>
            <a:r>
              <a:rPr lang="en-US" altLang="zh-CN" sz="3200" b="1">
                <a:solidFill>
                  <a:schemeClr val="bg1"/>
                </a:solidFill>
                <a:latin typeface="Times New Roman" panose="02020603050405020304" pitchFamily="18" charset="0"/>
              </a:rPr>
              <a:t>   </a:t>
            </a:r>
            <a:r>
              <a:rPr lang="zh-CN" altLang="en-US" sz="3200" b="1">
                <a:solidFill>
                  <a:schemeClr val="bg1"/>
                </a:solidFill>
                <a:latin typeface="Times New Roman" panose="02020603050405020304" pitchFamily="18" charset="0"/>
              </a:rPr>
              <a:t>洛伦兹变换</a:t>
            </a:r>
            <a:r>
              <a:rPr lang="en-US" altLang="zh-CN" sz="3200" b="1">
                <a:solidFill>
                  <a:schemeClr val="bg1"/>
                </a:solidFill>
                <a:latin typeface="Times New Roman" panose="02020603050405020304" pitchFamily="18" charset="0"/>
              </a:rPr>
              <a:t>-</a:t>
            </a:r>
            <a:r>
              <a:rPr lang="zh-CN" altLang="en-US" sz="3200" b="1">
                <a:solidFill>
                  <a:schemeClr val="bg1"/>
                </a:solidFill>
                <a:latin typeface="Times New Roman" panose="02020603050405020304" pitchFamily="18" charset="0"/>
              </a:rPr>
              <a:t>正变换与逆变换</a:t>
            </a:r>
            <a:endParaRPr lang="zh-CN" altLang="en-US" sz="3200" b="1">
              <a:solidFill>
                <a:schemeClr val="bg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3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3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3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0" name="Text Box 4"/>
          <p:cNvSpPr txBox="1">
            <a:spLocks noChangeArrowheads="1"/>
          </p:cNvSpPr>
          <p:nvPr/>
        </p:nvSpPr>
        <p:spPr bwMode="auto">
          <a:xfrm>
            <a:off x="34925" y="1052513"/>
            <a:ext cx="8858250" cy="519112"/>
          </a:xfrm>
          <a:prstGeom prst="rect">
            <a:avLst/>
          </a:prstGeom>
          <a:noFill/>
          <a:ln w="9525">
            <a:noFill/>
            <a:miter lim="800000"/>
          </a:ln>
          <a:effectLst/>
        </p:spPr>
        <p:txBody>
          <a:bodyPr>
            <a:spAutoFit/>
          </a:bodyPr>
          <a:lstStyle/>
          <a:p>
            <a:pPr>
              <a:spcBef>
                <a:spcPct val="50000"/>
              </a:spcBef>
            </a:pPr>
            <a:r>
              <a:rPr lang="zh-CN" altLang="en-US" sz="2800" b="1">
                <a:solidFill>
                  <a:srgbClr val="003366"/>
                </a:solidFill>
              </a:rPr>
              <a:t>若两个事件在</a:t>
            </a:r>
            <a:r>
              <a:rPr lang="en-US" altLang="zh-CN" sz="2800" b="1">
                <a:solidFill>
                  <a:srgbClr val="003366"/>
                </a:solidFill>
              </a:rPr>
              <a:t>S</a:t>
            </a:r>
            <a:r>
              <a:rPr lang="zh-CN" altLang="en-US" sz="2800" b="1">
                <a:solidFill>
                  <a:srgbClr val="003366"/>
                </a:solidFill>
              </a:rPr>
              <a:t>系中的空间间隔和时间间隔分别为：</a:t>
            </a:r>
            <a:endParaRPr lang="zh-CN" altLang="en-US" sz="2800" b="1">
              <a:solidFill>
                <a:srgbClr val="003366"/>
              </a:solidFill>
            </a:endParaRPr>
          </a:p>
        </p:txBody>
      </p:sp>
      <p:graphicFrame>
        <p:nvGraphicFramePr>
          <p:cNvPr id="126981" name="Object 5"/>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0" name="公式" r:id="rId1" imgW="2743200" imgH="5181600" progId="Equation.3">
                  <p:embed/>
                </p:oleObj>
              </mc:Choice>
              <mc:Fallback>
                <p:oleObj name="公式" r:id="rId1" imgW="2743200" imgH="51816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83" name="Object 7"/>
          <p:cNvGraphicFramePr>
            <a:graphicFrameLocks noChangeAspect="1"/>
          </p:cNvGraphicFramePr>
          <p:nvPr/>
        </p:nvGraphicFramePr>
        <p:xfrm>
          <a:off x="6372225" y="1714500"/>
          <a:ext cx="2189163" cy="468313"/>
        </p:xfrm>
        <a:graphic>
          <a:graphicData uri="http://schemas.openxmlformats.org/presentationml/2006/ole">
            <mc:AlternateContent xmlns:mc="http://schemas.openxmlformats.org/markup-compatibility/2006">
              <mc:Choice xmlns:v="urn:schemas-microsoft-com:vml" Requires="v">
                <p:oleObj spid="_x0000_s2" name="公式" r:id="rId3" imgW="12612370" imgH="2690495" progId="Equation.3">
                  <p:embed/>
                </p:oleObj>
              </mc:Choice>
              <mc:Fallback>
                <p:oleObj name="公式" r:id="rId3" imgW="12612370" imgH="269049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25" y="1714500"/>
                        <a:ext cx="2189163"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6984" name="Text Box 8"/>
          <p:cNvSpPr txBox="1">
            <a:spLocks noChangeArrowheads="1"/>
          </p:cNvSpPr>
          <p:nvPr/>
        </p:nvSpPr>
        <p:spPr bwMode="auto">
          <a:xfrm>
            <a:off x="34925" y="2276475"/>
            <a:ext cx="8858250" cy="519113"/>
          </a:xfrm>
          <a:prstGeom prst="rect">
            <a:avLst/>
          </a:prstGeom>
          <a:noFill/>
          <a:ln w="9525">
            <a:noFill/>
            <a:miter lim="800000"/>
          </a:ln>
          <a:effectLst/>
        </p:spPr>
        <p:txBody>
          <a:bodyPr>
            <a:spAutoFit/>
          </a:bodyPr>
          <a:lstStyle/>
          <a:p>
            <a:pPr>
              <a:spcBef>
                <a:spcPct val="50000"/>
              </a:spcBef>
            </a:pPr>
            <a:r>
              <a:rPr lang="zh-CN" altLang="en-US" sz="2800" b="1">
                <a:solidFill>
                  <a:srgbClr val="003366"/>
                </a:solidFill>
              </a:rPr>
              <a:t>这两个事件在</a:t>
            </a:r>
            <a:r>
              <a:rPr lang="en-US" altLang="zh-CN" sz="2800" b="1">
                <a:solidFill>
                  <a:srgbClr val="003366"/>
                </a:solidFill>
              </a:rPr>
              <a:t>S‘</a:t>
            </a:r>
            <a:r>
              <a:rPr lang="zh-CN" altLang="en-US" sz="2800" b="1">
                <a:solidFill>
                  <a:srgbClr val="003366"/>
                </a:solidFill>
              </a:rPr>
              <a:t>系中的空间间隔和时间间隔分别为：</a:t>
            </a:r>
            <a:endParaRPr lang="zh-CN" altLang="en-US" sz="2800" b="1">
              <a:solidFill>
                <a:srgbClr val="003366"/>
              </a:solidFill>
            </a:endParaRPr>
          </a:p>
        </p:txBody>
      </p:sp>
      <p:graphicFrame>
        <p:nvGraphicFramePr>
          <p:cNvPr id="126985" name="Object 9"/>
          <p:cNvGraphicFramePr>
            <a:graphicFrameLocks noChangeAspect="1"/>
          </p:cNvGraphicFramePr>
          <p:nvPr/>
        </p:nvGraphicFramePr>
        <p:xfrm>
          <a:off x="6327775" y="2903538"/>
          <a:ext cx="2568575" cy="468312"/>
        </p:xfrm>
        <a:graphic>
          <a:graphicData uri="http://schemas.openxmlformats.org/presentationml/2006/ole">
            <mc:AlternateContent xmlns:mc="http://schemas.openxmlformats.org/markup-compatibility/2006">
              <mc:Choice xmlns:v="urn:schemas-microsoft-com:vml" Requires="v">
                <p:oleObj spid="_x0000_s3" name="公式" r:id="rId5" imgW="14798675" imgH="2690495" progId="Equation.3">
                  <p:embed/>
                </p:oleObj>
              </mc:Choice>
              <mc:Fallback>
                <p:oleObj name="公式" r:id="rId5" imgW="14798675" imgH="2690495"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7775" y="2903538"/>
                        <a:ext cx="2568575" cy="46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93" name="Object 17"/>
          <p:cNvGraphicFramePr>
            <a:graphicFrameLocks noChangeAspect="1"/>
          </p:cNvGraphicFramePr>
          <p:nvPr/>
        </p:nvGraphicFramePr>
        <p:xfrm>
          <a:off x="1550988" y="3932238"/>
          <a:ext cx="2754312" cy="520700"/>
        </p:xfrm>
        <a:graphic>
          <a:graphicData uri="http://schemas.openxmlformats.org/presentationml/2006/ole">
            <mc:AlternateContent xmlns:mc="http://schemas.openxmlformats.org/markup-compatibility/2006">
              <mc:Choice xmlns:v="urn:schemas-microsoft-com:vml" Requires="v">
                <p:oleObj spid="_x0000_s4" name="公式" r:id="rId7" imgW="14798675" imgH="2690495" progId="Equation.3">
                  <p:embed/>
                </p:oleObj>
              </mc:Choice>
              <mc:Fallback>
                <p:oleObj name="公式" r:id="rId7" imgW="14798675" imgH="2690495"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50988" y="3932238"/>
                        <a:ext cx="2754312"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94" name="Object 18"/>
          <p:cNvGraphicFramePr>
            <a:graphicFrameLocks noChangeAspect="1"/>
          </p:cNvGraphicFramePr>
          <p:nvPr/>
        </p:nvGraphicFramePr>
        <p:xfrm>
          <a:off x="1447800" y="4389438"/>
          <a:ext cx="1973263" cy="560387"/>
        </p:xfrm>
        <a:graphic>
          <a:graphicData uri="http://schemas.openxmlformats.org/presentationml/2006/ole">
            <mc:AlternateContent xmlns:mc="http://schemas.openxmlformats.org/markup-compatibility/2006">
              <mc:Choice xmlns:v="urn:schemas-microsoft-com:vml" Requires="v">
                <p:oleObj spid="_x0000_s5" name="公式" r:id="rId9" imgW="7567295" imgH="2690495" progId="Equation.3">
                  <p:embed/>
                </p:oleObj>
              </mc:Choice>
              <mc:Fallback>
                <p:oleObj name="公式" r:id="rId9" imgW="7567295" imgH="2690495"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4389438"/>
                        <a:ext cx="1973263" cy="56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95" name="Object 19"/>
          <p:cNvGraphicFramePr>
            <a:graphicFrameLocks noChangeAspect="1"/>
          </p:cNvGraphicFramePr>
          <p:nvPr/>
        </p:nvGraphicFramePr>
        <p:xfrm>
          <a:off x="1481138" y="4937125"/>
          <a:ext cx="1828800" cy="442913"/>
        </p:xfrm>
        <a:graphic>
          <a:graphicData uri="http://schemas.openxmlformats.org/presentationml/2006/ole">
            <mc:AlternateContent xmlns:mc="http://schemas.openxmlformats.org/markup-compatibility/2006">
              <mc:Choice xmlns:v="urn:schemas-microsoft-com:vml" Requires="v">
                <p:oleObj spid="_x0000_s6" name="公式" r:id="rId11" imgW="7567295" imgH="2186305" progId="Equation.3">
                  <p:embed/>
                </p:oleObj>
              </mc:Choice>
              <mc:Fallback>
                <p:oleObj name="公式" r:id="rId11" imgW="7567295" imgH="2186305"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81138" y="4937125"/>
                        <a:ext cx="1828800"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96" name="Object 20"/>
          <p:cNvGraphicFramePr>
            <a:graphicFrameLocks noChangeAspect="1"/>
          </p:cNvGraphicFramePr>
          <p:nvPr/>
        </p:nvGraphicFramePr>
        <p:xfrm>
          <a:off x="1436688" y="5362575"/>
          <a:ext cx="3214687" cy="971550"/>
        </p:xfrm>
        <a:graphic>
          <a:graphicData uri="http://schemas.openxmlformats.org/presentationml/2006/ole">
            <mc:AlternateContent xmlns:mc="http://schemas.openxmlformats.org/markup-compatibility/2006">
              <mc:Choice xmlns:v="urn:schemas-microsoft-com:vml" Requires="v">
                <p:oleObj spid="_x0000_s7" name="公式" r:id="rId13" imgW="15807690" imgH="5213350" progId="Equation.3">
                  <p:embed/>
                </p:oleObj>
              </mc:Choice>
              <mc:Fallback>
                <p:oleObj name="公式" r:id="rId13" imgW="15807690" imgH="5213350"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36688" y="5362575"/>
                        <a:ext cx="3214687"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6997" name="AutoShape 21"/>
          <p:cNvSpPr/>
          <p:nvPr/>
        </p:nvSpPr>
        <p:spPr bwMode="auto">
          <a:xfrm>
            <a:off x="1187450" y="4062413"/>
            <a:ext cx="196850" cy="1927225"/>
          </a:xfrm>
          <a:prstGeom prst="leftBrace">
            <a:avLst>
              <a:gd name="adj1" fmla="val 81586"/>
              <a:gd name="adj2" fmla="val 50000"/>
            </a:avLst>
          </a:prstGeom>
          <a:noFill/>
          <a:ln w="19050">
            <a:solidFill>
              <a:srgbClr val="FF0000"/>
            </a:solidFill>
            <a:round/>
          </a:ln>
          <a:effectLst/>
        </p:spPr>
        <p:txBody>
          <a:bodyPr wrap="none" anchor="ctr"/>
          <a:lstStyle/>
          <a:p>
            <a:endParaRPr lang="zh-CN" altLang="en-US"/>
          </a:p>
        </p:txBody>
      </p:sp>
      <p:sp>
        <p:nvSpPr>
          <p:cNvPr id="126998" name="Rectangle 22"/>
          <p:cNvSpPr>
            <a:spLocks noChangeArrowheads="1"/>
          </p:cNvSpPr>
          <p:nvPr/>
        </p:nvSpPr>
        <p:spPr bwMode="auto">
          <a:xfrm>
            <a:off x="395288" y="4256088"/>
            <a:ext cx="554037" cy="1382712"/>
          </a:xfrm>
          <a:prstGeom prst="rect">
            <a:avLst/>
          </a:prstGeom>
          <a:gradFill rotWithShape="0">
            <a:gsLst>
              <a:gs pos="0">
                <a:schemeClr val="accent1"/>
              </a:gs>
              <a:gs pos="50000">
                <a:srgbClr val="FFFFFF"/>
              </a:gs>
              <a:gs pos="100000">
                <a:schemeClr val="accent1"/>
              </a:gs>
            </a:gsLst>
            <a:lin ang="0" scaled="1"/>
          </a:gradFill>
          <a:ln w="9525">
            <a:solidFill>
              <a:schemeClr val="tx1"/>
            </a:solidFill>
            <a:miter lim="800000"/>
          </a:ln>
          <a:effectLst/>
        </p:spPr>
        <p:txBody>
          <a:bodyPr>
            <a:spAutoFit/>
          </a:bodyPr>
          <a:lstStyle/>
          <a:p>
            <a:pPr>
              <a:spcBef>
                <a:spcPct val="50000"/>
              </a:spcBef>
            </a:pPr>
            <a:r>
              <a:rPr lang="zh-CN" altLang="en-US" sz="2800" b="1">
                <a:solidFill>
                  <a:srgbClr val="003366"/>
                </a:solidFill>
                <a:latin typeface="Times New Roman" panose="02020603050405020304" pitchFamily="18" charset="0"/>
              </a:rPr>
              <a:t>正变换</a:t>
            </a:r>
            <a:endParaRPr lang="zh-CN" altLang="en-US" sz="2800" b="1">
              <a:solidFill>
                <a:srgbClr val="003366"/>
              </a:solidFill>
              <a:latin typeface="Times New Roman" panose="02020603050405020304" pitchFamily="18" charset="0"/>
            </a:endParaRPr>
          </a:p>
        </p:txBody>
      </p:sp>
      <p:graphicFrame>
        <p:nvGraphicFramePr>
          <p:cNvPr id="127000" name="Object 24"/>
          <p:cNvGraphicFramePr>
            <a:graphicFrameLocks noChangeAspect="1"/>
          </p:cNvGraphicFramePr>
          <p:nvPr/>
        </p:nvGraphicFramePr>
        <p:xfrm>
          <a:off x="5746304" y="3895725"/>
          <a:ext cx="3009900" cy="533400"/>
        </p:xfrm>
        <a:graphic>
          <a:graphicData uri="http://schemas.openxmlformats.org/presentationml/2006/ole">
            <mc:AlternateContent xmlns:mc="http://schemas.openxmlformats.org/markup-compatibility/2006">
              <mc:Choice xmlns:v="urn:schemas-microsoft-com:vml" Requires="v">
                <p:oleObj spid="_x0000_s8" name="公式" r:id="rId15" imgW="15134590" imgH="2690495" progId="Equation.3">
                  <p:embed/>
                </p:oleObj>
              </mc:Choice>
              <mc:Fallback>
                <p:oleObj name="公式" r:id="rId15" imgW="15134590" imgH="2690495"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46304" y="3895725"/>
                        <a:ext cx="30099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001" name="Object 25"/>
          <p:cNvGraphicFramePr>
            <a:graphicFrameLocks noChangeAspect="1"/>
          </p:cNvGraphicFramePr>
          <p:nvPr/>
        </p:nvGraphicFramePr>
        <p:xfrm>
          <a:off x="5709791" y="4341813"/>
          <a:ext cx="1663700" cy="538162"/>
        </p:xfrm>
        <a:graphic>
          <a:graphicData uri="http://schemas.openxmlformats.org/presentationml/2006/ole">
            <mc:AlternateContent xmlns:mc="http://schemas.openxmlformats.org/markup-compatibility/2006">
              <mc:Choice xmlns:v="urn:schemas-microsoft-com:vml" Requires="v">
                <p:oleObj spid="_x0000_s9" name="公式" r:id="rId17" imgW="7567295" imgH="2690495" progId="Equation.3">
                  <p:embed/>
                </p:oleObj>
              </mc:Choice>
              <mc:Fallback>
                <p:oleObj name="公式" r:id="rId17" imgW="7567295" imgH="2690495" progId="Equation.3">
                  <p:embed/>
                  <p:pic>
                    <p:nvPicPr>
                      <p:cNvPr id="0"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09791" y="4341813"/>
                        <a:ext cx="1663700"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002" name="Object 26"/>
          <p:cNvGraphicFramePr>
            <a:graphicFrameLocks noChangeAspect="1"/>
          </p:cNvGraphicFramePr>
          <p:nvPr/>
        </p:nvGraphicFramePr>
        <p:xfrm>
          <a:off x="5774879" y="4883150"/>
          <a:ext cx="1400175" cy="425450"/>
        </p:xfrm>
        <a:graphic>
          <a:graphicData uri="http://schemas.openxmlformats.org/presentationml/2006/ole">
            <mc:AlternateContent xmlns:mc="http://schemas.openxmlformats.org/markup-compatibility/2006">
              <mc:Choice xmlns:v="urn:schemas-microsoft-com:vml" Requires="v">
                <p:oleObj spid="_x0000_s10" name="公式" r:id="rId19" imgW="7567295" imgH="2186305" progId="Equation.3">
                  <p:embed/>
                </p:oleObj>
              </mc:Choice>
              <mc:Fallback>
                <p:oleObj name="公式" r:id="rId19" imgW="7567295" imgH="2186305" progId="Equation.3">
                  <p:embed/>
                  <p:pic>
                    <p:nvPicPr>
                      <p:cNvPr id="0" name="Object 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74879" y="4883150"/>
                        <a:ext cx="1400175"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003" name="Object 27"/>
          <p:cNvGraphicFramePr>
            <a:graphicFrameLocks noChangeAspect="1"/>
          </p:cNvGraphicFramePr>
          <p:nvPr/>
        </p:nvGraphicFramePr>
        <p:xfrm>
          <a:off x="5744716" y="5343525"/>
          <a:ext cx="3194050" cy="1038225"/>
        </p:xfrm>
        <a:graphic>
          <a:graphicData uri="http://schemas.openxmlformats.org/presentationml/2006/ole">
            <mc:AlternateContent xmlns:mc="http://schemas.openxmlformats.org/markup-compatibility/2006">
              <mc:Choice xmlns:v="urn:schemas-microsoft-com:vml" Requires="v">
                <p:oleObj spid="_x0000_s11" name="公式" r:id="rId21" imgW="16311880" imgH="5213350" progId="Equation.3">
                  <p:embed/>
                </p:oleObj>
              </mc:Choice>
              <mc:Fallback>
                <p:oleObj name="公式" r:id="rId21" imgW="16311880" imgH="5213350" progId="Equation.3">
                  <p:embed/>
                  <p:pic>
                    <p:nvPicPr>
                      <p:cNvPr id="0" name="Object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44716" y="5343525"/>
                        <a:ext cx="3194050"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7004" name="AutoShape 28"/>
          <p:cNvSpPr/>
          <p:nvPr/>
        </p:nvSpPr>
        <p:spPr bwMode="auto">
          <a:xfrm>
            <a:off x="5435154" y="4048125"/>
            <a:ext cx="198437" cy="1928813"/>
          </a:xfrm>
          <a:prstGeom prst="leftBrace">
            <a:avLst>
              <a:gd name="adj1" fmla="val 81000"/>
              <a:gd name="adj2" fmla="val 50000"/>
            </a:avLst>
          </a:prstGeom>
          <a:noFill/>
          <a:ln w="19050">
            <a:solidFill>
              <a:srgbClr val="0000FF"/>
            </a:solidFill>
            <a:round/>
          </a:ln>
          <a:effectLst/>
        </p:spPr>
        <p:txBody>
          <a:bodyPr wrap="none" anchor="ctr"/>
          <a:lstStyle/>
          <a:p>
            <a:endParaRPr lang="zh-CN" altLang="en-US"/>
          </a:p>
        </p:txBody>
      </p:sp>
      <p:sp>
        <p:nvSpPr>
          <p:cNvPr id="127005" name="Rectangle 29"/>
          <p:cNvSpPr>
            <a:spLocks noChangeArrowheads="1"/>
          </p:cNvSpPr>
          <p:nvPr/>
        </p:nvSpPr>
        <p:spPr bwMode="auto">
          <a:xfrm>
            <a:off x="4716016" y="4276725"/>
            <a:ext cx="596900" cy="1382713"/>
          </a:xfrm>
          <a:prstGeom prst="rect">
            <a:avLst/>
          </a:prstGeom>
          <a:gradFill rotWithShape="0">
            <a:gsLst>
              <a:gs pos="0">
                <a:schemeClr val="accent1"/>
              </a:gs>
              <a:gs pos="50000">
                <a:srgbClr val="FFFFFF"/>
              </a:gs>
              <a:gs pos="100000">
                <a:schemeClr val="accent1"/>
              </a:gs>
            </a:gsLst>
            <a:lin ang="0" scaled="1"/>
          </a:gradFill>
          <a:ln w="9525">
            <a:solidFill>
              <a:schemeClr val="tx1"/>
            </a:solidFill>
            <a:miter lim="800000"/>
          </a:ln>
          <a:effectLst/>
        </p:spPr>
        <p:txBody>
          <a:bodyPr>
            <a:spAutoFit/>
          </a:bodyPr>
          <a:lstStyle/>
          <a:p>
            <a:pPr>
              <a:spcBef>
                <a:spcPct val="50000"/>
              </a:spcBef>
            </a:pPr>
            <a:r>
              <a:rPr lang="zh-CN" altLang="en-US" sz="2800" b="1">
                <a:solidFill>
                  <a:srgbClr val="003366"/>
                </a:solidFill>
                <a:latin typeface="Times New Roman" panose="02020603050405020304" pitchFamily="18" charset="0"/>
              </a:rPr>
              <a:t>逆变换</a:t>
            </a:r>
            <a:endParaRPr lang="zh-CN" altLang="en-US" sz="2800" b="1">
              <a:solidFill>
                <a:srgbClr val="003366"/>
              </a:solidFill>
              <a:latin typeface="Times New Roman" panose="02020603050405020304" pitchFamily="18" charset="0"/>
            </a:endParaRPr>
          </a:p>
        </p:txBody>
      </p:sp>
      <p:sp>
        <p:nvSpPr>
          <p:cNvPr id="127006" name="Text Box 30"/>
          <p:cNvSpPr txBox="1">
            <a:spLocks noChangeArrowheads="1"/>
          </p:cNvSpPr>
          <p:nvPr/>
        </p:nvSpPr>
        <p:spPr bwMode="auto">
          <a:xfrm>
            <a:off x="179388" y="3141663"/>
            <a:ext cx="2016125" cy="579437"/>
          </a:xfrm>
          <a:prstGeom prst="rect">
            <a:avLst/>
          </a:prstGeom>
          <a:noFill/>
          <a:ln w="9525">
            <a:noFill/>
            <a:miter lim="800000"/>
          </a:ln>
          <a:effectLst/>
        </p:spPr>
        <p:txBody>
          <a:bodyPr>
            <a:spAutoFit/>
          </a:bodyPr>
          <a:lstStyle/>
          <a:p>
            <a:pPr>
              <a:spcBef>
                <a:spcPct val="50000"/>
              </a:spcBef>
            </a:pPr>
            <a:r>
              <a:rPr lang="zh-CN" altLang="en-US" sz="3200" b="1">
                <a:solidFill>
                  <a:srgbClr val="003366"/>
                </a:solidFill>
              </a:rPr>
              <a:t>则有：</a:t>
            </a:r>
            <a:endParaRPr lang="zh-CN" altLang="en-US" sz="3200" b="1">
              <a:solidFill>
                <a:srgbClr val="003366"/>
              </a:solidFill>
            </a:endParaRPr>
          </a:p>
        </p:txBody>
      </p:sp>
      <p:sp>
        <p:nvSpPr>
          <p:cNvPr id="127007" name="Text Box 31"/>
          <p:cNvSpPr txBox="1">
            <a:spLocks noChangeArrowheads="1"/>
          </p:cNvSpPr>
          <p:nvPr/>
        </p:nvSpPr>
        <p:spPr bwMode="auto">
          <a:xfrm>
            <a:off x="1194519" y="116632"/>
            <a:ext cx="6617841" cy="584775"/>
          </a:xfrm>
          <a:prstGeom prst="rect">
            <a:avLst/>
          </a:prstGeom>
          <a:noFill/>
          <a:ln w="9525">
            <a:noFill/>
            <a:miter lim="800000"/>
          </a:ln>
          <a:effectLst/>
        </p:spPr>
        <p:txBody>
          <a:bodyPr wrap="square">
            <a:spAutoFit/>
          </a:bodyPr>
          <a:lstStyle/>
          <a:p>
            <a:pPr>
              <a:spcBef>
                <a:spcPct val="50000"/>
              </a:spcBef>
            </a:pPr>
            <a:r>
              <a:rPr lang="zh-CN" altLang="en-US" b="1" dirty="0">
                <a:solidFill>
                  <a:schemeClr val="bg1"/>
                </a:solidFill>
              </a:rPr>
              <a:t>两事件的时空坐标间隔的变换关系</a:t>
            </a:r>
            <a:endParaRPr lang="zh-CN" altLang="en-US" b="1"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ext Box 4"/>
          <p:cNvSpPr txBox="1">
            <a:spLocks noChangeArrowheads="1"/>
          </p:cNvSpPr>
          <p:nvPr/>
        </p:nvSpPr>
        <p:spPr bwMode="auto">
          <a:xfrm>
            <a:off x="2409825" y="115888"/>
            <a:ext cx="4034383" cy="584775"/>
          </a:xfrm>
          <a:prstGeom prst="rect">
            <a:avLst/>
          </a:prstGeom>
          <a:noFill/>
          <a:ln w="12700">
            <a:noFill/>
            <a:miter lim="800000"/>
            <a:headEnd type="none" w="sm" len="sm"/>
            <a:tailEnd type="none" w="sm" len="sm"/>
          </a:ln>
          <a:effectLst/>
        </p:spPr>
        <p:txBody>
          <a:bodyPr wrap="square">
            <a:spAutoFit/>
          </a:bodyPr>
          <a:lstStyle/>
          <a:p>
            <a:pPr defTabSz="762000" eaLnBrk="0" hangingPunct="0">
              <a:spcBef>
                <a:spcPct val="50000"/>
              </a:spcBef>
            </a:pPr>
            <a:r>
              <a:rPr lang="en-US" altLang="zh-CN" sz="2800" b="1" dirty="0">
                <a:solidFill>
                  <a:schemeClr val="bg1"/>
                </a:solidFill>
                <a:latin typeface="Times New Roman" panose="02020603050405020304" pitchFamily="18" charset="0"/>
              </a:rPr>
              <a:t>  </a:t>
            </a:r>
            <a:r>
              <a:rPr lang="zh-CN" altLang="en-US" b="1" dirty="0">
                <a:solidFill>
                  <a:schemeClr val="bg1"/>
                </a:solidFill>
                <a:latin typeface="Times New Roman" panose="02020603050405020304" pitchFamily="18" charset="0"/>
              </a:rPr>
              <a:t>洛伦兹速度变换式</a:t>
            </a:r>
            <a:endParaRPr lang="zh-CN" altLang="en-US" b="1" dirty="0">
              <a:solidFill>
                <a:schemeClr val="bg1"/>
              </a:solidFill>
              <a:latin typeface="Times New Roman" panose="02020603050405020304" pitchFamily="18" charset="0"/>
            </a:endParaRPr>
          </a:p>
        </p:txBody>
      </p:sp>
      <p:sp>
        <p:nvSpPr>
          <p:cNvPr id="17414" name="Text Box 6"/>
          <p:cNvSpPr txBox="1">
            <a:spLocks noChangeArrowheads="1"/>
          </p:cNvSpPr>
          <p:nvPr/>
        </p:nvSpPr>
        <p:spPr bwMode="auto">
          <a:xfrm>
            <a:off x="1082824" y="1048544"/>
            <a:ext cx="1905000" cy="588962"/>
          </a:xfrm>
          <a:prstGeom prst="rect">
            <a:avLst/>
          </a:prstGeom>
          <a:gradFill rotWithShape="1">
            <a:gsLst>
              <a:gs pos="0">
                <a:srgbClr val="FF9933"/>
              </a:gs>
              <a:gs pos="50000">
                <a:schemeClr val="bg1"/>
              </a:gs>
              <a:gs pos="100000">
                <a:srgbClr val="FF9933"/>
              </a:gs>
            </a:gsLst>
            <a:lin ang="5400000" scaled="1"/>
          </a:gradFill>
          <a:ln w="9525">
            <a:solidFill>
              <a:schemeClr val="tx1"/>
            </a:solidFill>
            <a:miter lim="800000"/>
          </a:ln>
          <a:effectLst/>
        </p:spPr>
        <p:txBody>
          <a:bodyPr>
            <a:spAutoFit/>
          </a:bodyPr>
          <a:lstStyle/>
          <a:p>
            <a:pPr algn="ctr">
              <a:spcBef>
                <a:spcPct val="50000"/>
              </a:spcBef>
            </a:pPr>
            <a:r>
              <a:rPr kumimoji="1" lang="zh-CN" altLang="en-US" sz="3200" b="1">
                <a:solidFill>
                  <a:srgbClr val="003366"/>
                </a:solidFill>
                <a:latin typeface="Times New Roman" panose="02020603050405020304" pitchFamily="18" charset="0"/>
              </a:rPr>
              <a:t>正变换</a:t>
            </a:r>
            <a:endParaRPr kumimoji="1" lang="zh-CN" altLang="en-US" sz="3200" b="1">
              <a:solidFill>
                <a:srgbClr val="003366"/>
              </a:solidFill>
              <a:latin typeface="Times New Roman" panose="02020603050405020304" pitchFamily="18" charset="0"/>
            </a:endParaRPr>
          </a:p>
        </p:txBody>
      </p:sp>
      <p:grpSp>
        <p:nvGrpSpPr>
          <p:cNvPr id="17428" name="Group 20"/>
          <p:cNvGrpSpPr/>
          <p:nvPr/>
        </p:nvGrpSpPr>
        <p:grpSpPr bwMode="auto">
          <a:xfrm>
            <a:off x="611560" y="1772816"/>
            <a:ext cx="3124200" cy="4495800"/>
            <a:chOff x="2016" y="979"/>
            <a:chExt cx="1968" cy="2832"/>
          </a:xfrm>
        </p:grpSpPr>
        <p:graphicFrame>
          <p:nvGraphicFramePr>
            <p:cNvPr id="17416" name="Object 8"/>
            <p:cNvGraphicFramePr>
              <a:graphicFrameLocks noChangeAspect="1"/>
            </p:cNvGraphicFramePr>
            <p:nvPr/>
          </p:nvGraphicFramePr>
          <p:xfrm>
            <a:off x="2304" y="979"/>
            <a:ext cx="1632" cy="845"/>
          </p:xfrm>
          <a:graphic>
            <a:graphicData uri="http://schemas.openxmlformats.org/presentationml/2006/ole">
              <mc:AlternateContent xmlns:mc="http://schemas.openxmlformats.org/markup-compatibility/2006">
                <mc:Choice xmlns:v="urn:schemas-microsoft-com:vml" Requires="v">
                  <p:oleObj spid="_x0000_s0" name="公式" r:id="rId1" imgW="11939905" imgH="7735570" progId="Equation.3">
                    <p:embed/>
                  </p:oleObj>
                </mc:Choice>
                <mc:Fallback>
                  <p:oleObj name="公式" r:id="rId1" imgW="11939905" imgH="773557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4" y="979"/>
                          <a:ext cx="1632" cy="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aphicFrame>
          <p:nvGraphicFramePr>
            <p:cNvPr id="17418" name="Object 10"/>
            <p:cNvGraphicFramePr>
              <a:graphicFrameLocks noChangeAspect="1"/>
            </p:cNvGraphicFramePr>
            <p:nvPr/>
          </p:nvGraphicFramePr>
          <p:xfrm>
            <a:off x="2304" y="2867"/>
            <a:ext cx="1680" cy="944"/>
          </p:xfrm>
          <a:graphic>
            <a:graphicData uri="http://schemas.openxmlformats.org/presentationml/2006/ole">
              <mc:AlternateContent xmlns:mc="http://schemas.openxmlformats.org/markup-compatibility/2006">
                <mc:Choice xmlns:v="urn:schemas-microsoft-com:vml" Requires="v">
                  <p:oleObj spid="_x0000_s2" name="公式" r:id="rId3" imgW="14966950" imgH="8408035" progId="Equation.3">
                    <p:embed/>
                  </p:oleObj>
                </mc:Choice>
                <mc:Fallback>
                  <p:oleObj name="公式" r:id="rId3" imgW="14966950" imgH="8408035"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4" y="2867"/>
                          <a:ext cx="1680" cy="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Lst>
                      </p:spPr>
                    </p:pic>
                  </p:oleObj>
                </mc:Fallback>
              </mc:AlternateContent>
            </a:graphicData>
          </a:graphic>
        </p:graphicFrame>
        <p:sp>
          <p:nvSpPr>
            <p:cNvPr id="17419" name="AutoShape 11"/>
            <p:cNvSpPr/>
            <p:nvPr/>
          </p:nvSpPr>
          <p:spPr bwMode="auto">
            <a:xfrm>
              <a:off x="2016" y="1215"/>
              <a:ext cx="182" cy="1905"/>
            </a:xfrm>
            <a:prstGeom prst="leftBrace">
              <a:avLst>
                <a:gd name="adj1" fmla="val 87225"/>
                <a:gd name="adj2" fmla="val 50000"/>
              </a:avLst>
            </a:prstGeom>
            <a:noFill/>
            <a:ln w="15875">
              <a:solidFill>
                <a:srgbClr val="0000FF"/>
              </a:solidFill>
              <a:round/>
            </a:ln>
            <a:effectLst/>
          </p:spPr>
          <p:txBody>
            <a:bodyPr wrap="none" anchor="ctr"/>
            <a:lstStyle/>
            <a:p>
              <a:endParaRPr lang="zh-CN" altLang="en-US"/>
            </a:p>
          </p:txBody>
        </p:sp>
        <p:graphicFrame>
          <p:nvGraphicFramePr>
            <p:cNvPr id="17427" name="Object 19"/>
            <p:cNvGraphicFramePr>
              <a:graphicFrameLocks noChangeAspect="1"/>
            </p:cNvGraphicFramePr>
            <p:nvPr/>
          </p:nvGraphicFramePr>
          <p:xfrm>
            <a:off x="2208" y="1824"/>
            <a:ext cx="1728" cy="925"/>
          </p:xfrm>
          <a:graphic>
            <a:graphicData uri="http://schemas.openxmlformats.org/presentationml/2006/ole">
              <mc:AlternateContent xmlns:mc="http://schemas.openxmlformats.org/markup-compatibility/2006">
                <mc:Choice xmlns:v="urn:schemas-microsoft-com:vml" Requires="v">
                  <p:oleObj spid="_x0000_s3" name="公式" r:id="rId5" imgW="15134590" imgH="8576310" progId="Equation.3">
                    <p:embed/>
                  </p:oleObj>
                </mc:Choice>
                <mc:Fallback>
                  <p:oleObj name="公式" r:id="rId5" imgW="15134590" imgH="857631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8" y="1824"/>
                          <a:ext cx="1728" cy="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 name="Text Box 4"/>
          <p:cNvSpPr txBox="1">
            <a:spLocks noChangeArrowheads="1"/>
          </p:cNvSpPr>
          <p:nvPr/>
        </p:nvSpPr>
        <p:spPr bwMode="auto">
          <a:xfrm>
            <a:off x="5457726" y="980728"/>
            <a:ext cx="1706562" cy="588962"/>
          </a:xfrm>
          <a:prstGeom prst="rect">
            <a:avLst/>
          </a:prstGeom>
          <a:gradFill rotWithShape="1">
            <a:gsLst>
              <a:gs pos="0">
                <a:srgbClr val="FF9933"/>
              </a:gs>
              <a:gs pos="50000">
                <a:schemeClr val="bg1"/>
              </a:gs>
              <a:gs pos="100000">
                <a:srgbClr val="FF9933"/>
              </a:gs>
            </a:gsLst>
            <a:lin ang="5400000" scaled="1"/>
          </a:gradFill>
          <a:ln w="9525" algn="ctr">
            <a:solidFill>
              <a:schemeClr val="tx1"/>
            </a:solidFill>
            <a:miter lim="800000"/>
            <a:headEnd type="none" w="sm" len="sm"/>
            <a:tailEnd type="none" w="sm" len="sm"/>
          </a:ln>
          <a:effectLst/>
        </p:spPr>
        <p:txBody>
          <a:bodyPr>
            <a:spAutoFit/>
          </a:bodyPr>
          <a:lstStyle/>
          <a:p>
            <a:pPr algn="ctr">
              <a:spcBef>
                <a:spcPct val="50000"/>
              </a:spcBef>
            </a:pPr>
            <a:r>
              <a:rPr kumimoji="1" lang="zh-CN" altLang="en-US" sz="3200" b="1">
                <a:solidFill>
                  <a:srgbClr val="003366"/>
                </a:solidFill>
                <a:latin typeface="Times New Roman" panose="02020603050405020304" pitchFamily="18" charset="0"/>
              </a:rPr>
              <a:t>逆变换</a:t>
            </a:r>
            <a:endParaRPr kumimoji="1" lang="zh-CN" altLang="en-US" sz="3200" b="1">
              <a:solidFill>
                <a:srgbClr val="003366"/>
              </a:solidFill>
              <a:latin typeface="Times New Roman" panose="02020603050405020304" pitchFamily="18" charset="0"/>
            </a:endParaRPr>
          </a:p>
        </p:txBody>
      </p:sp>
      <p:grpSp>
        <p:nvGrpSpPr>
          <p:cNvPr id="5" name="Group 12"/>
          <p:cNvGrpSpPr/>
          <p:nvPr/>
        </p:nvGrpSpPr>
        <p:grpSpPr bwMode="auto">
          <a:xfrm>
            <a:off x="4591339" y="1637506"/>
            <a:ext cx="3354388" cy="4911725"/>
            <a:chOff x="1824" y="602"/>
            <a:chExt cx="2113" cy="3094"/>
          </a:xfrm>
        </p:grpSpPr>
        <p:graphicFrame>
          <p:nvGraphicFramePr>
            <p:cNvPr id="6" name="Object 7"/>
            <p:cNvGraphicFramePr>
              <a:graphicFrameLocks noChangeAspect="1"/>
            </p:cNvGraphicFramePr>
            <p:nvPr/>
          </p:nvGraphicFramePr>
          <p:xfrm>
            <a:off x="2106" y="1632"/>
            <a:ext cx="1830" cy="997"/>
          </p:xfrm>
          <a:graphic>
            <a:graphicData uri="http://schemas.openxmlformats.org/presentationml/2006/ole">
              <mc:AlternateContent xmlns:mc="http://schemas.openxmlformats.org/markup-compatibility/2006">
                <mc:Choice xmlns:v="urn:schemas-microsoft-com:vml" Requires="v">
                  <p:oleObj spid="_x0000_s7" name="公式" r:id="rId7" imgW="15134590" imgH="8576310" progId="Equation.3">
                    <p:embed/>
                  </p:oleObj>
                </mc:Choice>
                <mc:Fallback>
                  <p:oleObj name="公式" r:id="rId7" imgW="15134590" imgH="857631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6" y="1632"/>
                          <a:ext cx="1830" cy="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Lst>
                      </p:spPr>
                    </p:pic>
                  </p:oleObj>
                </mc:Fallback>
              </mc:AlternateContent>
            </a:graphicData>
          </a:graphic>
        </p:graphicFrame>
        <p:graphicFrame>
          <p:nvGraphicFramePr>
            <p:cNvPr id="8" name="Object 8"/>
            <p:cNvGraphicFramePr>
              <a:graphicFrameLocks noChangeAspect="1"/>
            </p:cNvGraphicFramePr>
            <p:nvPr/>
          </p:nvGraphicFramePr>
          <p:xfrm>
            <a:off x="2112" y="2701"/>
            <a:ext cx="1825" cy="995"/>
          </p:xfrm>
          <a:graphic>
            <a:graphicData uri="http://schemas.openxmlformats.org/presentationml/2006/ole">
              <mc:AlternateContent xmlns:mc="http://schemas.openxmlformats.org/markup-compatibility/2006">
                <mc:Choice xmlns:v="urn:schemas-microsoft-com:vml" Requires="v">
                  <p:oleObj spid="_x0000_s9" name="公式" r:id="rId9" imgW="14966950" imgH="8408035" progId="Equation.3">
                    <p:embed/>
                  </p:oleObj>
                </mc:Choice>
                <mc:Fallback>
                  <p:oleObj name="公式" r:id="rId9" imgW="14966950" imgH="8408035"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2" y="2701"/>
                          <a:ext cx="1825" cy="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Lst>
                      </p:spPr>
                    </p:pic>
                  </p:oleObj>
                </mc:Fallback>
              </mc:AlternateContent>
            </a:graphicData>
          </a:graphic>
        </p:graphicFrame>
        <p:sp>
          <p:nvSpPr>
            <p:cNvPr id="10" name="AutoShape 9"/>
            <p:cNvSpPr/>
            <p:nvPr/>
          </p:nvSpPr>
          <p:spPr bwMode="auto">
            <a:xfrm>
              <a:off x="1824" y="864"/>
              <a:ext cx="192" cy="2289"/>
            </a:xfrm>
            <a:prstGeom prst="leftBrace">
              <a:avLst>
                <a:gd name="adj1" fmla="val 99349"/>
                <a:gd name="adj2" fmla="val 50000"/>
              </a:avLst>
            </a:prstGeom>
            <a:noFill/>
            <a:ln w="15875">
              <a:solidFill>
                <a:srgbClr val="0000FF"/>
              </a:solidFill>
              <a:round/>
            </a:ln>
            <a:effectLst/>
          </p:spPr>
          <p:txBody>
            <a:bodyPr wrap="none" anchor="ctr"/>
            <a:lstStyle/>
            <a:p>
              <a:endParaRPr lang="zh-CN" altLang="en-US"/>
            </a:p>
          </p:txBody>
        </p:sp>
        <p:graphicFrame>
          <p:nvGraphicFramePr>
            <p:cNvPr id="11" name="Object 11"/>
            <p:cNvGraphicFramePr>
              <a:graphicFrameLocks noChangeAspect="1"/>
            </p:cNvGraphicFramePr>
            <p:nvPr/>
          </p:nvGraphicFramePr>
          <p:xfrm>
            <a:off x="2160" y="602"/>
            <a:ext cx="1536" cy="982"/>
          </p:xfrm>
          <a:graphic>
            <a:graphicData uri="http://schemas.openxmlformats.org/presentationml/2006/ole">
              <mc:AlternateContent xmlns:mc="http://schemas.openxmlformats.org/markup-compatibility/2006">
                <mc:Choice xmlns:v="urn:schemas-microsoft-com:vml" Requires="v">
                  <p:oleObj spid="_x0000_s12" name="公式" r:id="rId11" imgW="12108180" imgH="7735570" progId="Equation.3">
                    <p:embed/>
                  </p:oleObj>
                </mc:Choice>
                <mc:Fallback>
                  <p:oleObj name="公式" r:id="rId11" imgW="12108180" imgH="773557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60" y="602"/>
                          <a:ext cx="1536"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Text Box 2052"/>
          <p:cNvSpPr txBox="1">
            <a:spLocks noChangeArrowheads="1"/>
          </p:cNvSpPr>
          <p:nvPr/>
        </p:nvSpPr>
        <p:spPr bwMode="auto">
          <a:xfrm>
            <a:off x="3635374" y="115888"/>
            <a:ext cx="2448793" cy="584775"/>
          </a:xfrm>
          <a:prstGeom prst="rect">
            <a:avLst/>
          </a:prstGeom>
          <a:noFill/>
          <a:ln w="9525">
            <a:noFill/>
            <a:miter lim="800000"/>
          </a:ln>
        </p:spPr>
        <p:txBody>
          <a:bodyPr wrap="square">
            <a:spAutoFit/>
          </a:bodyPr>
          <a:lstStyle/>
          <a:p>
            <a:pPr>
              <a:spcBef>
                <a:spcPct val="50000"/>
              </a:spcBef>
            </a:pPr>
            <a:r>
              <a:rPr kumimoji="1" lang="zh-CN" altLang="en-US" sz="3200" b="1" dirty="0">
                <a:solidFill>
                  <a:schemeClr val="bg1"/>
                </a:solidFill>
                <a:latin typeface="Times New Roman" panose="02020603050405020304" pitchFamily="18" charset="0"/>
              </a:rPr>
              <a:t>光速不变</a:t>
            </a:r>
            <a:endParaRPr kumimoji="1" lang="zh-CN" altLang="en-US" sz="2800" b="1" dirty="0">
              <a:solidFill>
                <a:schemeClr val="bg1"/>
              </a:solidFill>
              <a:latin typeface="Times New Roman" panose="02020603050405020304" pitchFamily="18" charset="0"/>
            </a:endParaRPr>
          </a:p>
        </p:txBody>
      </p:sp>
      <p:graphicFrame>
        <p:nvGraphicFramePr>
          <p:cNvPr id="132096" name="Object 2048"/>
          <p:cNvGraphicFramePr>
            <a:graphicFrameLocks noChangeAspect="1"/>
          </p:cNvGraphicFramePr>
          <p:nvPr/>
        </p:nvGraphicFramePr>
        <p:xfrm>
          <a:off x="1371600" y="3505200"/>
          <a:ext cx="2514600" cy="1500188"/>
        </p:xfrm>
        <a:graphic>
          <a:graphicData uri="http://schemas.openxmlformats.org/presentationml/2006/ole">
            <mc:AlternateContent xmlns:mc="http://schemas.openxmlformats.org/markup-compatibility/2006">
              <mc:Choice xmlns:v="urn:schemas-microsoft-com:vml" Requires="v">
                <p:oleObj spid="_x0000_s0" name="公式" r:id="rId1" imgW="12948920" imgH="7735570" progId="Equation.3">
                  <p:embed/>
                </p:oleObj>
              </mc:Choice>
              <mc:Fallback>
                <p:oleObj name="公式" r:id="rId1" imgW="12948920" imgH="7735570" progId="Equation.3">
                  <p:embed/>
                  <p:pic>
                    <p:nvPicPr>
                      <p:cNvPr id="0" name="Object 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505200"/>
                        <a:ext cx="2514600" cy="1500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9462" name="Text Box 2054"/>
          <p:cNvSpPr txBox="1">
            <a:spLocks noChangeArrowheads="1"/>
          </p:cNvSpPr>
          <p:nvPr/>
        </p:nvSpPr>
        <p:spPr bwMode="auto">
          <a:xfrm>
            <a:off x="1676400" y="5181600"/>
            <a:ext cx="2057400" cy="579438"/>
          </a:xfrm>
          <a:prstGeom prst="rect">
            <a:avLst/>
          </a:prstGeom>
          <a:noFill/>
          <a:ln w="9525">
            <a:noFill/>
            <a:miter lim="800000"/>
          </a:ln>
        </p:spPr>
        <p:txBody>
          <a:bodyPr>
            <a:spAutoFit/>
          </a:bodyPr>
          <a:lstStyle/>
          <a:p>
            <a:pPr>
              <a:spcBef>
                <a:spcPct val="50000"/>
              </a:spcBef>
            </a:pPr>
            <a:r>
              <a:rPr kumimoji="1" lang="zh-CN" altLang="en-US" sz="3200" b="1">
                <a:solidFill>
                  <a:srgbClr val="EC2D00"/>
                </a:solidFill>
                <a:latin typeface="Times New Roman" panose="02020603050405020304" pitchFamily="18" charset="0"/>
              </a:rPr>
              <a:t>光速不变</a:t>
            </a:r>
            <a:endParaRPr kumimoji="1" lang="zh-CN" altLang="en-US" sz="3200">
              <a:latin typeface="Times New Roman" panose="02020603050405020304" pitchFamily="18" charset="0"/>
            </a:endParaRPr>
          </a:p>
        </p:txBody>
      </p:sp>
      <p:sp>
        <p:nvSpPr>
          <p:cNvPr id="19464" name="Rectangle 2056"/>
          <p:cNvSpPr>
            <a:spLocks noChangeArrowheads="1"/>
          </p:cNvSpPr>
          <p:nvPr/>
        </p:nvSpPr>
        <p:spPr bwMode="auto">
          <a:xfrm>
            <a:off x="1600200" y="1524000"/>
            <a:ext cx="6757988" cy="1406525"/>
          </a:xfrm>
          <a:prstGeom prst="rect">
            <a:avLst/>
          </a:prstGeom>
          <a:noFill/>
          <a:ln w="9525">
            <a:noFill/>
            <a:miter lim="800000"/>
          </a:ln>
        </p:spPr>
        <p:txBody>
          <a:bodyPr>
            <a:spAutoFit/>
          </a:bodyPr>
          <a:lstStyle/>
          <a:p>
            <a:pPr>
              <a:lnSpc>
                <a:spcPct val="135000"/>
              </a:lnSpc>
              <a:spcBef>
                <a:spcPct val="50000"/>
              </a:spcBef>
            </a:pPr>
            <a:r>
              <a:rPr kumimoji="1" lang="zh-CN" altLang="en-US" sz="3200" b="1">
                <a:solidFill>
                  <a:srgbClr val="003366"/>
                </a:solidFill>
                <a:latin typeface="Times New Roman" panose="02020603050405020304" pitchFamily="18" charset="0"/>
              </a:rPr>
              <a:t>如在</a:t>
            </a:r>
            <a:r>
              <a:rPr kumimoji="1" lang="en-US" altLang="zh-CN" sz="3200" b="1">
                <a:solidFill>
                  <a:srgbClr val="003366"/>
                </a:solidFill>
                <a:latin typeface="Times New Roman" panose="02020603050405020304" pitchFamily="18" charset="0"/>
              </a:rPr>
              <a:t>S</a:t>
            </a:r>
            <a:r>
              <a:rPr kumimoji="1" lang="zh-CN" altLang="en-US" sz="3200" b="1">
                <a:solidFill>
                  <a:srgbClr val="003366"/>
                </a:solidFill>
                <a:latin typeface="Times New Roman" panose="02020603050405020304" pitchFamily="18" charset="0"/>
              </a:rPr>
              <a:t>系中沿</a:t>
            </a:r>
            <a:r>
              <a:rPr kumimoji="1" lang="en-US" altLang="zh-CN" sz="3200" b="1" i="1">
                <a:solidFill>
                  <a:srgbClr val="003366"/>
                </a:solidFill>
                <a:latin typeface="Times New Roman" panose="02020603050405020304" pitchFamily="18" charset="0"/>
              </a:rPr>
              <a:t>x</a:t>
            </a:r>
            <a:r>
              <a:rPr kumimoji="1" lang="zh-CN" altLang="en-US" sz="3200" b="1">
                <a:solidFill>
                  <a:srgbClr val="003366"/>
                </a:solidFill>
                <a:latin typeface="Times New Roman" panose="02020603050405020304" pitchFamily="18" charset="0"/>
              </a:rPr>
              <a:t>方向发射一光信号</a:t>
            </a:r>
            <a:r>
              <a:rPr kumimoji="1" lang="en-US" altLang="zh-CN" sz="3200" b="1">
                <a:solidFill>
                  <a:srgbClr val="003366"/>
                </a:solidFill>
                <a:latin typeface="宋体" panose="02010600030101010101" pitchFamily="2" charset="-122"/>
              </a:rPr>
              <a:t>,</a:t>
            </a:r>
            <a:r>
              <a:rPr kumimoji="1" lang="zh-CN" altLang="en-US" sz="3200" b="1">
                <a:solidFill>
                  <a:srgbClr val="003366"/>
                </a:solidFill>
                <a:latin typeface="Times New Roman" panose="02020603050405020304" pitchFamily="18" charset="0"/>
              </a:rPr>
              <a:t>在</a:t>
            </a:r>
            <a:r>
              <a:rPr kumimoji="1" lang="en-US" altLang="zh-CN" sz="3200" b="1">
                <a:solidFill>
                  <a:srgbClr val="003366"/>
                </a:solidFill>
                <a:latin typeface="Times New Roman" panose="02020603050405020304" pitchFamily="18" charset="0"/>
              </a:rPr>
              <a:t>S′</a:t>
            </a:r>
            <a:r>
              <a:rPr kumimoji="1" lang="zh-CN" altLang="en-US" sz="3200" b="1">
                <a:solidFill>
                  <a:srgbClr val="003366"/>
                </a:solidFill>
                <a:latin typeface="Times New Roman" panose="02020603050405020304" pitchFamily="18" charset="0"/>
              </a:rPr>
              <a:t>系中观察</a:t>
            </a:r>
            <a:r>
              <a:rPr kumimoji="1" lang="en-US" altLang="zh-CN" sz="3200" b="1">
                <a:solidFill>
                  <a:srgbClr val="003366"/>
                </a:solidFill>
                <a:latin typeface="Times New Roman" panose="02020603050405020304" pitchFamily="18" charset="0"/>
              </a:rPr>
              <a:t>:</a:t>
            </a:r>
            <a:endParaRPr kumimoji="1" lang="en-US" altLang="zh-CN" sz="3200" b="1">
              <a:solidFill>
                <a:srgbClr val="003366"/>
              </a:solidFill>
              <a:latin typeface="Times New Roman" panose="02020603050405020304" pitchFamily="18" charset="0"/>
            </a:endParaRPr>
          </a:p>
        </p:txBody>
      </p:sp>
      <p:sp>
        <p:nvSpPr>
          <p:cNvPr id="19465" name="Text Box 2057"/>
          <p:cNvSpPr txBox="1">
            <a:spLocks noChangeArrowheads="1"/>
          </p:cNvSpPr>
          <p:nvPr/>
        </p:nvSpPr>
        <p:spPr bwMode="auto">
          <a:xfrm>
            <a:off x="4419600" y="3124200"/>
            <a:ext cx="4103688" cy="2438400"/>
          </a:xfrm>
          <a:prstGeom prst="rect">
            <a:avLst/>
          </a:prstGeom>
          <a:gradFill rotWithShape="1">
            <a:gsLst>
              <a:gs pos="0">
                <a:srgbClr val="FFCCFF"/>
              </a:gs>
              <a:gs pos="100000">
                <a:srgbClr val="FFCCFF">
                  <a:gamma/>
                  <a:tint val="49804"/>
                  <a:invGamma/>
                </a:srgbClr>
              </a:gs>
            </a:gsLst>
            <a:lin ang="5400000" scaled="1"/>
          </a:gradFill>
          <a:ln w="9525" algn="ctr">
            <a:solidFill>
              <a:srgbClr val="FFCCFF"/>
            </a:solidFill>
            <a:miter lim="800000"/>
          </a:ln>
          <a:effectLst/>
        </p:spPr>
        <p:txBody>
          <a:bodyPr>
            <a:spAutoFit/>
          </a:bodyPr>
          <a:lstStyle/>
          <a:p>
            <a:pPr>
              <a:lnSpc>
                <a:spcPct val="120000"/>
              </a:lnSpc>
            </a:pPr>
            <a:r>
              <a:rPr lang="zh-CN" altLang="zh-CN" sz="3200" b="1">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光速在任何惯性系中均为同一常量，利用它可将时间测量与距离测量联系起来</a:t>
            </a:r>
            <a:r>
              <a:rPr lang="en-US" altLang="zh-CN" sz="3200" b="1">
                <a:solidFill>
                  <a:srgbClr val="003366"/>
                </a:solidFill>
                <a:latin typeface="Times New Roman" panose="02020603050405020304" pitchFamily="18" charset="0"/>
              </a:rPr>
              <a:t>.</a:t>
            </a:r>
            <a:endParaRPr lang="en-US" altLang="zh-CN" sz="3200" b="1">
              <a:solidFill>
                <a:srgbClr val="003366"/>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9464"/>
                                        </p:tgtEl>
                                        <p:attrNameLst>
                                          <p:attrName>style.visibility</p:attrName>
                                        </p:attrNameLst>
                                      </p:cBhvr>
                                      <p:to>
                                        <p:strVal val="visible"/>
                                      </p:to>
                                    </p:set>
                                    <p:animEffect transition="in" filter="box(out)">
                                      <p:cBhvr>
                                        <p:cTn id="7" dur="500"/>
                                        <p:tgtEl>
                                          <p:spTgt spid="1946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32096"/>
                                        </p:tgtEl>
                                        <p:attrNameLst>
                                          <p:attrName>style.visibility</p:attrName>
                                        </p:attrNameLst>
                                      </p:cBhvr>
                                      <p:to>
                                        <p:strVal val="visible"/>
                                      </p:to>
                                    </p:set>
                                    <p:animEffect transition="in" filter="box(out)">
                                      <p:cBhvr>
                                        <p:cTn id="12" dur="500"/>
                                        <p:tgtEl>
                                          <p:spTgt spid="13209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462"/>
                                        </p:tgtEl>
                                        <p:attrNameLst>
                                          <p:attrName>style.visibility</p:attrName>
                                        </p:attrNameLst>
                                      </p:cBhvr>
                                      <p:to>
                                        <p:strVal val="visible"/>
                                      </p:to>
                                    </p:set>
                                    <p:animEffect transition="in" filter="box(out)">
                                      <p:cBhvr>
                                        <p:cTn id="17" dur="500"/>
                                        <p:tgtEl>
                                          <p:spTgt spid="1946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465"/>
                                        </p:tgtEl>
                                        <p:attrNameLst>
                                          <p:attrName>style.visibility</p:attrName>
                                        </p:attrNameLst>
                                      </p:cBhvr>
                                      <p:to>
                                        <p:strVal val="visible"/>
                                      </p:to>
                                    </p:set>
                                    <p:animEffect transition="in" filter="blinds(horizontal)">
                                      <p:cBhvr>
                                        <p:cTn id="22" dur="500"/>
                                        <p:tgtEl>
                                          <p:spTgt spid="19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autoUpdateAnimBg="0"/>
      <p:bldP spid="19464" grpId="0" autoUpdateAnimBg="0"/>
      <p:bldP spid="19465"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136" name="Object 1024"/>
          <p:cNvGraphicFramePr>
            <a:graphicFrameLocks noChangeAspect="1"/>
          </p:cNvGraphicFramePr>
          <p:nvPr/>
        </p:nvGraphicFramePr>
        <p:xfrm>
          <a:off x="2284413" y="838200"/>
          <a:ext cx="2647627" cy="1550857"/>
        </p:xfrm>
        <a:graphic>
          <a:graphicData uri="http://schemas.openxmlformats.org/presentationml/2006/ole">
            <mc:AlternateContent xmlns:mc="http://schemas.openxmlformats.org/markup-compatibility/2006">
              <mc:Choice xmlns:v="urn:schemas-microsoft-com:vml" Requires="v">
                <p:oleObj spid="_x0000_s0" name="Equation" r:id="rId1" imgW="14815820" imgH="9444990" progId="Equation.3">
                  <p:embed/>
                </p:oleObj>
              </mc:Choice>
              <mc:Fallback>
                <p:oleObj name="Equation" r:id="rId1" imgW="14815820" imgH="9444990" progId="Equation.3">
                  <p:embed/>
                  <p:pic>
                    <p:nvPicPr>
                      <p:cNvPr id="0" name="Object 10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4413" y="838200"/>
                        <a:ext cx="2647627" cy="1550857"/>
                      </a:xfrm>
                      <a:prstGeom prst="rect">
                        <a:avLst/>
                      </a:prstGeom>
                      <a:noFill/>
                    </p:spPr>
                  </p:pic>
                </p:oleObj>
              </mc:Fallback>
            </mc:AlternateContent>
          </a:graphicData>
        </a:graphic>
      </p:graphicFrame>
      <p:sp>
        <p:nvSpPr>
          <p:cNvPr id="5136" name="Text Box 16"/>
          <p:cNvSpPr txBox="1">
            <a:spLocks noChangeArrowheads="1"/>
          </p:cNvSpPr>
          <p:nvPr/>
        </p:nvSpPr>
        <p:spPr bwMode="auto">
          <a:xfrm>
            <a:off x="466081" y="3701120"/>
            <a:ext cx="2847466" cy="523220"/>
          </a:xfrm>
          <a:prstGeom prst="rect">
            <a:avLst/>
          </a:prstGeom>
          <a:noFill/>
          <a:ln w="9525">
            <a:noFill/>
            <a:miter lim="800000"/>
          </a:ln>
          <a:effectLst/>
        </p:spPr>
        <p:txBody>
          <a:bodyPr wrap="square">
            <a:spAutoFit/>
          </a:bodyPr>
          <a:lstStyle/>
          <a:p>
            <a:pPr>
              <a:spcBef>
                <a:spcPct val="50000"/>
              </a:spcBef>
            </a:pPr>
            <a:r>
              <a:rPr kumimoji="1" lang="en-US" altLang="zh-CN" sz="2800" b="1" dirty="0">
                <a:solidFill>
                  <a:srgbClr val="FF0000"/>
                </a:solidFill>
                <a:latin typeface="宋体" panose="02010600030101010101" pitchFamily="2" charset="-122"/>
              </a:rPr>
              <a:t>------</a:t>
            </a:r>
            <a:r>
              <a:rPr kumimoji="1" lang="zh-CN" altLang="en-US" sz="2800" b="1" dirty="0">
                <a:solidFill>
                  <a:srgbClr val="FF0000"/>
                </a:solidFill>
                <a:latin typeface="宋体" panose="02010600030101010101" pitchFamily="2" charset="-122"/>
              </a:rPr>
              <a:t>不同时</a:t>
            </a:r>
            <a:endParaRPr kumimoji="1" lang="zh-CN" altLang="en-US" sz="2800" b="1" dirty="0">
              <a:solidFill>
                <a:srgbClr val="FF0000"/>
              </a:solidFill>
              <a:latin typeface="宋体" panose="02010600030101010101" pitchFamily="2" charset="-122"/>
            </a:endParaRPr>
          </a:p>
        </p:txBody>
      </p:sp>
      <p:sp>
        <p:nvSpPr>
          <p:cNvPr id="5145" name="Text Box 25"/>
          <p:cNvSpPr txBox="1">
            <a:spLocks noChangeArrowheads="1"/>
          </p:cNvSpPr>
          <p:nvPr/>
        </p:nvSpPr>
        <p:spPr bwMode="auto">
          <a:xfrm>
            <a:off x="410251" y="5653419"/>
            <a:ext cx="2660524" cy="523220"/>
          </a:xfrm>
          <a:prstGeom prst="rect">
            <a:avLst/>
          </a:prstGeom>
          <a:noFill/>
          <a:ln w="9525">
            <a:noFill/>
            <a:miter lim="800000"/>
          </a:ln>
          <a:effectLst/>
        </p:spPr>
        <p:txBody>
          <a:bodyPr wrap="square">
            <a:spAutoFit/>
          </a:bodyPr>
          <a:lstStyle/>
          <a:p>
            <a:pPr>
              <a:spcBef>
                <a:spcPct val="50000"/>
              </a:spcBef>
            </a:pPr>
            <a:r>
              <a:rPr kumimoji="1" lang="en-US" altLang="zh-CN" sz="2800" b="1" dirty="0">
                <a:solidFill>
                  <a:srgbClr val="FF0000"/>
                </a:solidFill>
                <a:latin typeface="宋体" panose="02010600030101010101" pitchFamily="2" charset="-122"/>
              </a:rPr>
              <a:t>------</a:t>
            </a:r>
            <a:r>
              <a:rPr kumimoji="1" lang="zh-CN" altLang="en-US" sz="2800" b="1" dirty="0">
                <a:solidFill>
                  <a:srgbClr val="FF0000"/>
                </a:solidFill>
                <a:latin typeface="宋体" panose="02010600030101010101" pitchFamily="2" charset="-122"/>
              </a:rPr>
              <a:t>不同时</a:t>
            </a:r>
            <a:endParaRPr kumimoji="1" lang="zh-CN" altLang="en-US" sz="2800" b="1" dirty="0">
              <a:solidFill>
                <a:srgbClr val="FF0000"/>
              </a:solidFill>
              <a:latin typeface="宋体" panose="02010600030101010101" pitchFamily="2" charset="-122"/>
            </a:endParaRPr>
          </a:p>
        </p:txBody>
      </p:sp>
      <p:grpSp>
        <p:nvGrpSpPr>
          <p:cNvPr id="5155" name="Group 35"/>
          <p:cNvGrpSpPr/>
          <p:nvPr/>
        </p:nvGrpSpPr>
        <p:grpSpPr bwMode="auto">
          <a:xfrm>
            <a:off x="285106" y="4250910"/>
            <a:ext cx="2855912" cy="1333500"/>
            <a:chOff x="1129" y="2965"/>
            <a:chExt cx="1799" cy="840"/>
          </a:xfrm>
        </p:grpSpPr>
        <p:sp>
          <p:nvSpPr>
            <p:cNvPr id="5143" name="Rectangle 23"/>
            <p:cNvSpPr>
              <a:spLocks noChangeArrowheads="1"/>
            </p:cNvSpPr>
            <p:nvPr/>
          </p:nvSpPr>
          <p:spPr bwMode="auto">
            <a:xfrm>
              <a:off x="1129" y="2965"/>
              <a:ext cx="228" cy="327"/>
            </a:xfrm>
            <a:prstGeom prst="rect">
              <a:avLst/>
            </a:prstGeom>
            <a:noFill/>
            <a:ln w="9525">
              <a:noFill/>
              <a:miter lim="800000"/>
            </a:ln>
          </p:spPr>
          <p:txBody>
            <a:bodyPr wrap="none">
              <a:spAutoFit/>
            </a:bodyPr>
            <a:lstStyle/>
            <a:p>
              <a:r>
                <a:rPr lang="en-US" altLang="zh-CN" sz="2800" b="1">
                  <a:solidFill>
                    <a:srgbClr val="003366"/>
                  </a:solidFill>
                  <a:latin typeface="Times New Roman" panose="02020603050405020304" pitchFamily="18" charset="0"/>
                  <a:sym typeface="Symbol" panose="05050102010706020507" pitchFamily="18" charset="2"/>
                </a:rPr>
                <a:t>2</a:t>
              </a:r>
              <a:endParaRPr kumimoji="1" lang="en-US" altLang="zh-CN" sz="3200" b="1">
                <a:solidFill>
                  <a:srgbClr val="003366"/>
                </a:solidFill>
                <a:latin typeface="Times New Roman" panose="02020603050405020304" pitchFamily="18" charset="0"/>
                <a:sym typeface="Symbol" panose="05050102010706020507" pitchFamily="18" charset="2"/>
              </a:endParaRPr>
            </a:p>
          </p:txBody>
        </p:sp>
        <p:sp>
          <p:nvSpPr>
            <p:cNvPr id="5144" name="Rectangle 24"/>
            <p:cNvSpPr>
              <a:spLocks noChangeArrowheads="1"/>
            </p:cNvSpPr>
            <p:nvPr/>
          </p:nvSpPr>
          <p:spPr bwMode="auto">
            <a:xfrm>
              <a:off x="1341" y="3475"/>
              <a:ext cx="1587" cy="330"/>
            </a:xfrm>
            <a:prstGeom prst="rect">
              <a:avLst/>
            </a:prstGeom>
            <a:noFill/>
            <a:ln w="9525">
              <a:noFill/>
              <a:miter lim="800000"/>
            </a:ln>
          </p:spPr>
          <p:txBody>
            <a:bodyPr>
              <a:spAutoFit/>
            </a:bodyPr>
            <a:lstStyle/>
            <a:p>
              <a:r>
                <a:rPr kumimoji="1" lang="zh-CN" altLang="en-US" sz="2800" b="1" dirty="0">
                  <a:solidFill>
                    <a:srgbClr val="003366"/>
                  </a:solidFill>
                  <a:latin typeface="Times New Roman" panose="02020603050405020304" pitchFamily="18" charset="0"/>
                </a:rPr>
                <a:t>同地不同时</a:t>
              </a:r>
              <a:endParaRPr kumimoji="1" lang="zh-CN" altLang="en-US" sz="2800" b="1" dirty="0">
                <a:solidFill>
                  <a:srgbClr val="003366"/>
                </a:solidFill>
                <a:latin typeface="Times New Roman" panose="02020603050405020304" pitchFamily="18" charset="0"/>
              </a:endParaRPr>
            </a:p>
          </p:txBody>
        </p:sp>
        <p:graphicFrame>
          <p:nvGraphicFramePr>
            <p:cNvPr id="91138" name="Object 1026"/>
            <p:cNvGraphicFramePr>
              <a:graphicFrameLocks noChangeAspect="1"/>
            </p:cNvGraphicFramePr>
            <p:nvPr/>
          </p:nvGraphicFramePr>
          <p:xfrm>
            <a:off x="1354" y="3029"/>
            <a:ext cx="1526" cy="305"/>
          </p:xfrm>
          <a:graphic>
            <a:graphicData uri="http://schemas.openxmlformats.org/presentationml/2006/ole">
              <mc:AlternateContent xmlns:mc="http://schemas.openxmlformats.org/markup-compatibility/2006">
                <mc:Choice xmlns:v="urn:schemas-microsoft-com:vml" Requires="v">
                  <p:oleObj spid="_x0000_s2" name="Equation" r:id="rId3" imgW="12963525" imgH="2592705" progId="Equation.3">
                    <p:embed/>
                  </p:oleObj>
                </mc:Choice>
                <mc:Fallback>
                  <p:oleObj name="Equation" r:id="rId3" imgW="12963525" imgH="2592705" progId="Equation.3">
                    <p:embed/>
                    <p:pic>
                      <p:nvPicPr>
                        <p:cNvPr id="0" name="Object 10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4" y="3029"/>
                          <a:ext cx="1526"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154" name="Group 34"/>
          <p:cNvGrpSpPr/>
          <p:nvPr/>
        </p:nvGrpSpPr>
        <p:grpSpPr bwMode="auto">
          <a:xfrm>
            <a:off x="374584" y="2383139"/>
            <a:ext cx="2797175" cy="1263650"/>
            <a:chOff x="1118" y="1829"/>
            <a:chExt cx="1762" cy="796"/>
          </a:xfrm>
        </p:grpSpPr>
        <p:sp>
          <p:nvSpPr>
            <p:cNvPr id="5128" name="Rectangle 8"/>
            <p:cNvSpPr>
              <a:spLocks noChangeArrowheads="1"/>
            </p:cNvSpPr>
            <p:nvPr/>
          </p:nvSpPr>
          <p:spPr bwMode="auto">
            <a:xfrm>
              <a:off x="1118" y="1829"/>
              <a:ext cx="228" cy="327"/>
            </a:xfrm>
            <a:prstGeom prst="rect">
              <a:avLst/>
            </a:prstGeom>
            <a:noFill/>
            <a:ln w="9525">
              <a:noFill/>
              <a:miter lim="800000"/>
            </a:ln>
          </p:spPr>
          <p:txBody>
            <a:bodyPr wrap="none">
              <a:spAutoFit/>
            </a:bodyPr>
            <a:lstStyle/>
            <a:p>
              <a:r>
                <a:rPr lang="en-US" altLang="zh-CN" sz="2800" b="1">
                  <a:solidFill>
                    <a:srgbClr val="003366"/>
                  </a:solidFill>
                  <a:latin typeface="Times New Roman" panose="02020603050405020304" pitchFamily="18" charset="0"/>
                  <a:sym typeface="Symbol" panose="05050102010706020507" pitchFamily="18" charset="2"/>
                </a:rPr>
                <a:t>1</a:t>
              </a:r>
              <a:endParaRPr kumimoji="1" lang="en-US" altLang="zh-CN" sz="3200" b="1">
                <a:solidFill>
                  <a:srgbClr val="003366"/>
                </a:solidFill>
                <a:latin typeface="Times New Roman" panose="02020603050405020304" pitchFamily="18" charset="0"/>
                <a:sym typeface="Symbol" panose="05050102010706020507" pitchFamily="18" charset="2"/>
              </a:endParaRPr>
            </a:p>
          </p:txBody>
        </p:sp>
        <p:sp>
          <p:nvSpPr>
            <p:cNvPr id="5131" name="Rectangle 11"/>
            <p:cNvSpPr>
              <a:spLocks noChangeArrowheads="1"/>
            </p:cNvSpPr>
            <p:nvPr/>
          </p:nvSpPr>
          <p:spPr bwMode="auto">
            <a:xfrm>
              <a:off x="1296" y="2295"/>
              <a:ext cx="1452" cy="330"/>
            </a:xfrm>
            <a:prstGeom prst="rect">
              <a:avLst/>
            </a:prstGeom>
            <a:noFill/>
            <a:ln w="9525">
              <a:noFill/>
              <a:miter lim="800000"/>
            </a:ln>
          </p:spPr>
          <p:txBody>
            <a:bodyPr wrap="square">
              <a:spAutoFit/>
            </a:bodyPr>
            <a:lstStyle/>
            <a:p>
              <a:r>
                <a:rPr kumimoji="1" lang="zh-CN" altLang="en-US" sz="2800" b="1" dirty="0">
                  <a:solidFill>
                    <a:srgbClr val="003366"/>
                  </a:solidFill>
                  <a:latin typeface="Times New Roman" panose="02020603050405020304" pitchFamily="18" charset="0"/>
                </a:rPr>
                <a:t>同时不同地</a:t>
              </a:r>
              <a:endParaRPr kumimoji="1" lang="zh-CN" altLang="en-US" sz="2800" b="1" dirty="0">
                <a:solidFill>
                  <a:srgbClr val="003366"/>
                </a:solidFill>
                <a:latin typeface="Times New Roman" panose="02020603050405020304" pitchFamily="18" charset="0"/>
              </a:endParaRPr>
            </a:p>
          </p:txBody>
        </p:sp>
        <p:graphicFrame>
          <p:nvGraphicFramePr>
            <p:cNvPr id="91137" name="Object 1025"/>
            <p:cNvGraphicFramePr>
              <a:graphicFrameLocks noChangeAspect="1"/>
            </p:cNvGraphicFramePr>
            <p:nvPr/>
          </p:nvGraphicFramePr>
          <p:xfrm>
            <a:off x="1354" y="1872"/>
            <a:ext cx="1526" cy="304"/>
          </p:xfrm>
          <a:graphic>
            <a:graphicData uri="http://schemas.openxmlformats.org/presentationml/2006/ole">
              <mc:AlternateContent xmlns:mc="http://schemas.openxmlformats.org/markup-compatibility/2006">
                <mc:Choice xmlns:v="urn:schemas-microsoft-com:vml" Requires="v">
                  <p:oleObj spid="_x0000_s3" name="Equation" r:id="rId5" imgW="12963525" imgH="2592705" progId="Equation.3">
                    <p:embed/>
                  </p:oleObj>
                </mc:Choice>
                <mc:Fallback>
                  <p:oleObj name="Equation" r:id="rId5" imgW="12963525" imgH="2592705"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4" y="1872"/>
                          <a:ext cx="1526"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157" name="Rectangle 37"/>
          <p:cNvSpPr>
            <a:spLocks noChangeArrowheads="1"/>
          </p:cNvSpPr>
          <p:nvPr/>
        </p:nvSpPr>
        <p:spPr bwMode="auto">
          <a:xfrm>
            <a:off x="3275856" y="139700"/>
            <a:ext cx="2656496" cy="584775"/>
          </a:xfrm>
          <a:prstGeom prst="rect">
            <a:avLst/>
          </a:prstGeom>
          <a:noFill/>
          <a:ln w="9525">
            <a:noFill/>
            <a:miter lim="800000"/>
          </a:ln>
        </p:spPr>
        <p:txBody>
          <a:bodyPr wrap="none">
            <a:spAutoFit/>
          </a:bodyPr>
          <a:lstStyle/>
          <a:p>
            <a:r>
              <a:rPr kumimoji="1" lang="zh-CN" altLang="en-US" sz="3200" b="1" dirty="0">
                <a:solidFill>
                  <a:schemeClr val="bg1"/>
                </a:solidFill>
                <a:latin typeface="Times New Roman" panose="02020603050405020304" pitchFamily="18" charset="0"/>
              </a:rPr>
              <a:t>同时的相对性</a:t>
            </a:r>
            <a:endParaRPr kumimoji="1" lang="zh-CN" altLang="en-US" sz="3200" b="1" dirty="0">
              <a:solidFill>
                <a:schemeClr val="bg1"/>
              </a:solidFill>
              <a:latin typeface="Times New Roman" panose="02020603050405020304" pitchFamily="18" charset="0"/>
            </a:endParaRPr>
          </a:p>
        </p:txBody>
      </p:sp>
      <p:grpSp>
        <p:nvGrpSpPr>
          <p:cNvPr id="4" name="Group 26"/>
          <p:cNvGrpSpPr/>
          <p:nvPr/>
        </p:nvGrpSpPr>
        <p:grpSpPr bwMode="auto">
          <a:xfrm>
            <a:off x="4550421" y="5379248"/>
            <a:ext cx="3971923" cy="1071562"/>
            <a:chOff x="1547" y="3309"/>
            <a:chExt cx="2554" cy="675"/>
          </a:xfrm>
        </p:grpSpPr>
        <p:graphicFrame>
          <p:nvGraphicFramePr>
            <p:cNvPr id="5" name="Object 3"/>
            <p:cNvGraphicFramePr>
              <a:graphicFrameLocks noChangeAspect="1"/>
            </p:cNvGraphicFramePr>
            <p:nvPr/>
          </p:nvGraphicFramePr>
          <p:xfrm>
            <a:off x="1547" y="3309"/>
            <a:ext cx="1141" cy="675"/>
          </p:xfrm>
          <a:graphic>
            <a:graphicData uri="http://schemas.openxmlformats.org/presentationml/2006/ole">
              <mc:AlternateContent xmlns:mc="http://schemas.openxmlformats.org/markup-compatibility/2006">
                <mc:Choice xmlns:v="urn:schemas-microsoft-com:vml" Requires="v">
                  <p:oleObj spid="_x0000_s6" name="Equation" r:id="rId7" imgW="10000615" imgH="5741035" progId="Equation.3">
                    <p:embed/>
                  </p:oleObj>
                </mc:Choice>
                <mc:Fallback>
                  <p:oleObj name="Equation" r:id="rId7" imgW="10000615" imgH="5741035"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 y="3309"/>
                          <a:ext cx="1141" cy="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 name="Rectangle 8"/>
            <p:cNvSpPr>
              <a:spLocks noChangeArrowheads="1"/>
            </p:cNvSpPr>
            <p:nvPr/>
          </p:nvSpPr>
          <p:spPr bwMode="auto">
            <a:xfrm>
              <a:off x="2646" y="3406"/>
              <a:ext cx="1455" cy="320"/>
            </a:xfrm>
            <a:prstGeom prst="rect">
              <a:avLst/>
            </a:prstGeom>
            <a:noFill/>
            <a:ln w="9525">
              <a:noFill/>
              <a:miter lim="800000"/>
            </a:ln>
          </p:spPr>
          <p:txBody>
            <a:bodyPr wrap="square">
              <a:spAutoFit/>
            </a:bodyPr>
            <a:lstStyle/>
            <a:p>
              <a:pPr>
                <a:lnSpc>
                  <a:spcPct val="110000"/>
                </a:lnSpc>
                <a:spcBef>
                  <a:spcPct val="50000"/>
                </a:spcBef>
              </a:pPr>
              <a:r>
                <a:rPr kumimoji="1" lang="zh-CN" altLang="en-US" sz="2800" b="1" dirty="0">
                  <a:solidFill>
                    <a:srgbClr val="FF0000"/>
                  </a:solidFill>
                  <a:latin typeface="宋体" panose="02010600030101010101" pitchFamily="2" charset="-122"/>
                </a:rPr>
                <a:t>时</a:t>
              </a:r>
              <a:r>
                <a:rPr kumimoji="1" lang="en-US" altLang="zh-CN" sz="2800" b="1" dirty="0">
                  <a:solidFill>
                    <a:srgbClr val="FF0000"/>
                  </a:solidFill>
                  <a:latin typeface="宋体" panose="02010600030101010101" pitchFamily="2" charset="-122"/>
                </a:rPr>
                <a:t>----</a:t>
              </a:r>
              <a:r>
                <a:rPr kumimoji="1" lang="zh-CN" altLang="en-US" sz="2800" b="1" dirty="0">
                  <a:solidFill>
                    <a:srgbClr val="FF0000"/>
                  </a:solidFill>
                  <a:latin typeface="宋体" panose="02010600030101010101" pitchFamily="2" charset="-122"/>
                </a:rPr>
                <a:t>同时</a:t>
              </a:r>
              <a:r>
                <a:rPr kumimoji="1" lang="zh-CN" altLang="en-US" sz="2800" dirty="0">
                  <a:solidFill>
                    <a:srgbClr val="FF0000"/>
                  </a:solidFill>
                  <a:latin typeface="宋体" panose="02010600030101010101" pitchFamily="2" charset="-122"/>
                </a:rPr>
                <a:t>  </a:t>
              </a:r>
              <a:endParaRPr kumimoji="1" lang="zh-CN" altLang="en-US" sz="2800" dirty="0">
                <a:solidFill>
                  <a:srgbClr val="FF0000"/>
                </a:solidFill>
                <a:latin typeface="宋体" panose="02010600030101010101" pitchFamily="2" charset="-122"/>
              </a:endParaRPr>
            </a:p>
          </p:txBody>
        </p:sp>
      </p:grpSp>
      <p:sp>
        <p:nvSpPr>
          <p:cNvPr id="8" name="Text Box 10"/>
          <p:cNvSpPr txBox="1">
            <a:spLocks noChangeArrowheads="1"/>
          </p:cNvSpPr>
          <p:nvPr/>
        </p:nvSpPr>
        <p:spPr bwMode="auto">
          <a:xfrm>
            <a:off x="4704111" y="3595072"/>
            <a:ext cx="2663825" cy="523220"/>
          </a:xfrm>
          <a:prstGeom prst="rect">
            <a:avLst/>
          </a:prstGeom>
          <a:noFill/>
          <a:ln w="9525">
            <a:noFill/>
            <a:miter lim="800000"/>
          </a:ln>
          <a:effectLst/>
        </p:spPr>
        <p:txBody>
          <a:bodyPr>
            <a:spAutoFit/>
          </a:bodyPr>
          <a:lstStyle/>
          <a:p>
            <a:r>
              <a:rPr kumimoji="1" lang="en-US" altLang="zh-CN" sz="2800" b="1" dirty="0">
                <a:solidFill>
                  <a:srgbClr val="FF0000"/>
                </a:solidFill>
                <a:latin typeface="宋体" panose="02010600030101010101" pitchFamily="2" charset="-122"/>
              </a:rPr>
              <a:t>------</a:t>
            </a:r>
            <a:r>
              <a:rPr kumimoji="1" lang="zh-CN" altLang="en-US" sz="2800" b="1" dirty="0">
                <a:solidFill>
                  <a:srgbClr val="FF0000"/>
                </a:solidFill>
                <a:latin typeface="宋体" panose="02010600030101010101" pitchFamily="2" charset="-122"/>
              </a:rPr>
              <a:t>同时</a:t>
            </a:r>
            <a:endParaRPr lang="zh-CN" altLang="en-US" sz="2800" dirty="0">
              <a:solidFill>
                <a:srgbClr val="FF0000"/>
              </a:solidFill>
              <a:latin typeface="宋体" panose="02010600030101010101" pitchFamily="2" charset="-122"/>
            </a:endParaRPr>
          </a:p>
        </p:txBody>
      </p:sp>
      <p:sp>
        <p:nvSpPr>
          <p:cNvPr id="9" name="Text Box 11"/>
          <p:cNvSpPr txBox="1">
            <a:spLocks noChangeArrowheads="1"/>
          </p:cNvSpPr>
          <p:nvPr/>
        </p:nvSpPr>
        <p:spPr bwMode="auto">
          <a:xfrm>
            <a:off x="7266299" y="4240217"/>
            <a:ext cx="1770198" cy="523220"/>
          </a:xfrm>
          <a:prstGeom prst="rect">
            <a:avLst/>
          </a:prstGeom>
          <a:noFill/>
          <a:ln w="9525">
            <a:noFill/>
            <a:miter lim="800000"/>
          </a:ln>
          <a:effectLst/>
        </p:spPr>
        <p:txBody>
          <a:bodyPr wrap="square">
            <a:spAutoFit/>
          </a:bodyPr>
          <a:lstStyle/>
          <a:p>
            <a:pPr>
              <a:spcBef>
                <a:spcPct val="50000"/>
              </a:spcBef>
            </a:pPr>
            <a:r>
              <a:rPr kumimoji="1" lang="en-US" altLang="zh-CN" sz="2800" b="1" dirty="0">
                <a:solidFill>
                  <a:srgbClr val="FF0000"/>
                </a:solidFill>
                <a:latin typeface="宋体" panose="02010600030101010101" pitchFamily="2" charset="-122"/>
              </a:rPr>
              <a:t>--</a:t>
            </a:r>
            <a:r>
              <a:rPr kumimoji="1" lang="zh-CN" altLang="en-US" sz="2800" b="1" dirty="0">
                <a:solidFill>
                  <a:srgbClr val="FF0000"/>
                </a:solidFill>
                <a:latin typeface="宋体" panose="02010600030101010101" pitchFamily="2" charset="-122"/>
              </a:rPr>
              <a:t>不同时</a:t>
            </a:r>
            <a:endParaRPr kumimoji="1" lang="zh-CN" altLang="en-US" sz="2800" b="1" dirty="0">
              <a:solidFill>
                <a:srgbClr val="FF0000"/>
              </a:solidFill>
              <a:latin typeface="宋体" panose="02010600030101010101" pitchFamily="2" charset="-122"/>
            </a:endParaRPr>
          </a:p>
        </p:txBody>
      </p:sp>
      <p:sp>
        <p:nvSpPr>
          <p:cNvPr id="10" name="AutoShape 12"/>
          <p:cNvSpPr>
            <a:spLocks noChangeArrowheads="1"/>
          </p:cNvSpPr>
          <p:nvPr/>
        </p:nvSpPr>
        <p:spPr bwMode="auto">
          <a:xfrm>
            <a:off x="5893866" y="5326065"/>
            <a:ext cx="301625" cy="371475"/>
          </a:xfrm>
          <a:prstGeom prst="downArrow">
            <a:avLst>
              <a:gd name="adj1" fmla="val 50000"/>
              <a:gd name="adj2" fmla="val 30789"/>
            </a:avLst>
          </a:prstGeom>
          <a:solidFill>
            <a:schemeClr val="accent1"/>
          </a:solidFill>
          <a:ln w="9525">
            <a:solidFill>
              <a:schemeClr val="tx1"/>
            </a:solidFill>
            <a:miter lim="800000"/>
          </a:ln>
          <a:effectLst>
            <a:outerShdw dist="107763" dir="2700000" algn="ctr" rotWithShape="0">
              <a:schemeClr val="bg2">
                <a:alpha val="50000"/>
              </a:schemeClr>
            </a:outerShdw>
          </a:effectLst>
        </p:spPr>
        <p:txBody>
          <a:bodyPr vert="eaVert" wrap="none" anchor="ctr"/>
          <a:lstStyle/>
          <a:p>
            <a:endParaRPr lang="zh-CN" altLang="en-US"/>
          </a:p>
        </p:txBody>
      </p:sp>
      <p:grpSp>
        <p:nvGrpSpPr>
          <p:cNvPr id="11" name="Group 24"/>
          <p:cNvGrpSpPr/>
          <p:nvPr/>
        </p:nvGrpSpPr>
        <p:grpSpPr bwMode="auto">
          <a:xfrm>
            <a:off x="4189198" y="2463737"/>
            <a:ext cx="2952750" cy="1077913"/>
            <a:chOff x="912" y="1590"/>
            <a:chExt cx="1860" cy="679"/>
          </a:xfrm>
        </p:grpSpPr>
        <p:sp>
          <p:nvSpPr>
            <p:cNvPr id="12" name="Rectangle 4"/>
            <p:cNvSpPr>
              <a:spLocks noChangeArrowheads="1"/>
            </p:cNvSpPr>
            <p:nvPr/>
          </p:nvSpPr>
          <p:spPr bwMode="auto">
            <a:xfrm>
              <a:off x="912" y="1590"/>
              <a:ext cx="228" cy="327"/>
            </a:xfrm>
            <a:prstGeom prst="rect">
              <a:avLst/>
            </a:prstGeom>
            <a:noFill/>
            <a:ln w="9525">
              <a:noFill/>
              <a:miter lim="800000"/>
            </a:ln>
          </p:spPr>
          <p:txBody>
            <a:bodyPr wrap="none">
              <a:spAutoFit/>
            </a:bodyPr>
            <a:lstStyle/>
            <a:p>
              <a:r>
                <a:rPr lang="en-US" altLang="zh-CN" sz="2800" b="1">
                  <a:solidFill>
                    <a:srgbClr val="003366"/>
                  </a:solidFill>
                  <a:latin typeface="Times New Roman" panose="02020603050405020304" pitchFamily="18" charset="0"/>
                  <a:sym typeface="Symbol" panose="05050102010706020507" pitchFamily="18" charset="2"/>
                </a:rPr>
                <a:t>3</a:t>
              </a:r>
              <a:endParaRPr kumimoji="1" lang="en-US" altLang="zh-CN" sz="3200" b="1">
                <a:solidFill>
                  <a:srgbClr val="003366"/>
                </a:solidFill>
                <a:latin typeface="宋体" panose="02010600030101010101" pitchFamily="2" charset="-122"/>
                <a:sym typeface="Symbol" panose="05050102010706020507" pitchFamily="18" charset="2"/>
              </a:endParaRPr>
            </a:p>
          </p:txBody>
        </p:sp>
        <p:sp>
          <p:nvSpPr>
            <p:cNvPr id="13" name="Rectangle 5"/>
            <p:cNvSpPr>
              <a:spLocks noChangeArrowheads="1"/>
            </p:cNvSpPr>
            <p:nvPr/>
          </p:nvSpPr>
          <p:spPr bwMode="auto">
            <a:xfrm>
              <a:off x="1320" y="1939"/>
              <a:ext cx="1452" cy="330"/>
            </a:xfrm>
            <a:prstGeom prst="rect">
              <a:avLst/>
            </a:prstGeom>
            <a:noFill/>
            <a:ln w="9525">
              <a:noFill/>
              <a:miter lim="800000"/>
            </a:ln>
          </p:spPr>
          <p:txBody>
            <a:bodyPr>
              <a:spAutoFit/>
            </a:bodyPr>
            <a:lstStyle/>
            <a:p>
              <a:r>
                <a:rPr kumimoji="1" lang="zh-CN" altLang="en-US" sz="2800" b="1" dirty="0">
                  <a:solidFill>
                    <a:srgbClr val="003366"/>
                  </a:solidFill>
                  <a:latin typeface="宋体" panose="02010600030101010101" pitchFamily="2" charset="-122"/>
                </a:rPr>
                <a:t>同时同地</a:t>
              </a:r>
              <a:endParaRPr kumimoji="1" lang="zh-CN" altLang="en-US" sz="2800" b="1" dirty="0">
                <a:solidFill>
                  <a:srgbClr val="003366"/>
                </a:solidFill>
                <a:latin typeface="宋体" panose="02010600030101010101" pitchFamily="2" charset="-122"/>
              </a:endParaRPr>
            </a:p>
          </p:txBody>
        </p:sp>
        <p:graphicFrame>
          <p:nvGraphicFramePr>
            <p:cNvPr id="14" name="Object 2"/>
            <p:cNvGraphicFramePr>
              <a:graphicFrameLocks noChangeAspect="1"/>
            </p:cNvGraphicFramePr>
            <p:nvPr/>
          </p:nvGraphicFramePr>
          <p:xfrm>
            <a:off x="1268" y="1632"/>
            <a:ext cx="1468" cy="297"/>
          </p:xfrm>
          <a:graphic>
            <a:graphicData uri="http://schemas.openxmlformats.org/presentationml/2006/ole">
              <mc:AlternateContent xmlns:mc="http://schemas.openxmlformats.org/markup-compatibility/2006">
                <mc:Choice xmlns:v="urn:schemas-microsoft-com:vml" Requires="v">
                  <p:oleObj spid="_x0000_s15" name="Equation" r:id="rId9" imgW="12778740" imgH="2592705" progId="Equation.3">
                    <p:embed/>
                  </p:oleObj>
                </mc:Choice>
                <mc:Fallback>
                  <p:oleObj name="Equation" r:id="rId9" imgW="12778740" imgH="2592705" progId="Equation.3">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68" y="1632"/>
                          <a:ext cx="1468" cy="2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6" name="Group 25"/>
          <p:cNvGrpSpPr/>
          <p:nvPr/>
        </p:nvGrpSpPr>
        <p:grpSpPr bwMode="auto">
          <a:xfrm>
            <a:off x="4325790" y="4102104"/>
            <a:ext cx="3506787" cy="1198563"/>
            <a:chOff x="917" y="2323"/>
            <a:chExt cx="2209" cy="755"/>
          </a:xfrm>
        </p:grpSpPr>
        <p:sp>
          <p:nvSpPr>
            <p:cNvPr id="17" name="Rectangle 7"/>
            <p:cNvSpPr>
              <a:spLocks noChangeArrowheads="1"/>
            </p:cNvSpPr>
            <p:nvPr/>
          </p:nvSpPr>
          <p:spPr bwMode="auto">
            <a:xfrm>
              <a:off x="917" y="2323"/>
              <a:ext cx="283" cy="327"/>
            </a:xfrm>
            <a:prstGeom prst="rect">
              <a:avLst/>
            </a:prstGeom>
            <a:noFill/>
            <a:ln w="9525">
              <a:noFill/>
              <a:miter lim="800000"/>
            </a:ln>
          </p:spPr>
          <p:txBody>
            <a:bodyPr>
              <a:spAutoFit/>
            </a:bodyPr>
            <a:lstStyle/>
            <a:p>
              <a:r>
                <a:rPr lang="en-US" altLang="zh-CN" sz="2800" b="1">
                  <a:solidFill>
                    <a:srgbClr val="003366"/>
                  </a:solidFill>
                  <a:latin typeface="Times New Roman" panose="02020603050405020304" pitchFamily="18" charset="0"/>
                  <a:sym typeface="Symbol" panose="05050102010706020507" pitchFamily="18" charset="2"/>
                </a:rPr>
                <a:t>4</a:t>
              </a:r>
              <a:endParaRPr kumimoji="1" lang="en-US" altLang="zh-CN" sz="3200" b="1">
                <a:solidFill>
                  <a:srgbClr val="003366"/>
                </a:solidFill>
                <a:latin typeface="宋体" panose="02010600030101010101" pitchFamily="2" charset="-122"/>
                <a:sym typeface="Symbol" panose="05050102010706020507" pitchFamily="18" charset="2"/>
              </a:endParaRPr>
            </a:p>
          </p:txBody>
        </p:sp>
        <p:sp>
          <p:nvSpPr>
            <p:cNvPr id="18" name="Rectangle 9"/>
            <p:cNvSpPr>
              <a:spLocks noChangeArrowheads="1"/>
            </p:cNvSpPr>
            <p:nvPr/>
          </p:nvSpPr>
          <p:spPr bwMode="auto">
            <a:xfrm>
              <a:off x="1085" y="2748"/>
              <a:ext cx="2041" cy="330"/>
            </a:xfrm>
            <a:prstGeom prst="rect">
              <a:avLst/>
            </a:prstGeom>
            <a:noFill/>
            <a:ln w="9525">
              <a:noFill/>
              <a:miter lim="800000"/>
            </a:ln>
          </p:spPr>
          <p:txBody>
            <a:bodyPr>
              <a:spAutoFit/>
            </a:bodyPr>
            <a:lstStyle/>
            <a:p>
              <a:r>
                <a:rPr kumimoji="1" lang="zh-CN" altLang="en-US" sz="2800" b="1" dirty="0">
                  <a:solidFill>
                    <a:srgbClr val="003366"/>
                  </a:solidFill>
                  <a:latin typeface="宋体" panose="02010600030101010101" pitchFamily="2" charset="-122"/>
                </a:rPr>
                <a:t>不同时不同地</a:t>
              </a:r>
              <a:endParaRPr kumimoji="1" lang="zh-CN" altLang="en-US" sz="2800" b="1" dirty="0">
                <a:solidFill>
                  <a:srgbClr val="003366"/>
                </a:solidFill>
                <a:latin typeface="宋体" panose="02010600030101010101" pitchFamily="2" charset="-122"/>
              </a:endParaRPr>
            </a:p>
          </p:txBody>
        </p:sp>
        <p:graphicFrame>
          <p:nvGraphicFramePr>
            <p:cNvPr id="19" name="Object 1"/>
            <p:cNvGraphicFramePr>
              <a:graphicFrameLocks noChangeAspect="1"/>
            </p:cNvGraphicFramePr>
            <p:nvPr/>
          </p:nvGraphicFramePr>
          <p:xfrm>
            <a:off x="1306" y="2400"/>
            <a:ext cx="1478" cy="295"/>
          </p:xfrm>
          <a:graphic>
            <a:graphicData uri="http://schemas.openxmlformats.org/presentationml/2006/ole">
              <mc:AlternateContent xmlns:mc="http://schemas.openxmlformats.org/markup-compatibility/2006">
                <mc:Choice xmlns:v="urn:schemas-microsoft-com:vml" Requires="v">
                  <p:oleObj spid="_x0000_s20" name="Equation" r:id="rId11" imgW="12963525" imgH="2592705" progId="Equation.3">
                    <p:embed/>
                  </p:oleObj>
                </mc:Choice>
                <mc:Fallback>
                  <p:oleObj name="Equation" r:id="rId11" imgW="12963525" imgH="2592705" progId="Equation.3">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06" y="2400"/>
                          <a:ext cx="1478" cy="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5136"/>
                                        </p:tgtEl>
                                        <p:attrNameLst>
                                          <p:attrName>style.visibility</p:attrName>
                                        </p:attrNameLst>
                                      </p:cBhvr>
                                      <p:to>
                                        <p:strVal val="visible"/>
                                      </p:to>
                                    </p:set>
                                    <p:animEffect transition="in" filter="blinds(horizontal)">
                                      <p:cBhvr>
                                        <p:cTn id="11" dur="500"/>
                                        <p:tgtEl>
                                          <p:spTgt spid="513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515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145"/>
                                        </p:tgtEl>
                                        <p:attrNameLst>
                                          <p:attrName>style.visibility</p:attrName>
                                        </p:attrNameLst>
                                      </p:cBhvr>
                                      <p:to>
                                        <p:strVal val="visible"/>
                                      </p:to>
                                    </p:set>
                                    <p:animEffect transition="in" filter="blinds(horizontal)">
                                      <p:cBhvr>
                                        <p:cTn id="20" dur="500"/>
                                        <p:tgtEl>
                                          <p:spTgt spid="514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6" grpId="0" autoUpdateAnimBg="0"/>
      <p:bldP spid="514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p:cNvSpPr txBox="1">
            <a:spLocks noChangeArrowheads="1"/>
          </p:cNvSpPr>
          <p:nvPr/>
        </p:nvSpPr>
        <p:spPr bwMode="auto">
          <a:xfrm>
            <a:off x="2627313" y="1052513"/>
            <a:ext cx="4032250" cy="685800"/>
          </a:xfrm>
          <a:prstGeom prst="rect">
            <a:avLst/>
          </a:prstGeom>
          <a:gradFill rotWithShape="1">
            <a:gsLst>
              <a:gs pos="0">
                <a:srgbClr val="FFCCFF"/>
              </a:gs>
              <a:gs pos="100000">
                <a:srgbClr val="FFCCFF">
                  <a:gamma/>
                  <a:tint val="9412"/>
                  <a:invGamma/>
                </a:srgbClr>
              </a:gs>
            </a:gsLst>
            <a:lin ang="5400000" scaled="1"/>
          </a:gradFill>
          <a:ln w="9525">
            <a:solidFill>
              <a:schemeClr val="hlink"/>
            </a:solidFill>
            <a:miter lim="800000"/>
          </a:ln>
          <a:effectLst/>
        </p:spPr>
        <p:txBody>
          <a:bodyPr>
            <a:spAutoFit/>
          </a:bodyPr>
          <a:lstStyle/>
          <a:p>
            <a:pPr>
              <a:lnSpc>
                <a:spcPct val="120000"/>
              </a:lnSpc>
            </a:pPr>
            <a:r>
              <a:rPr lang="zh-CN" altLang="en-US" sz="3200" b="1">
                <a:solidFill>
                  <a:srgbClr val="003366"/>
                </a:solidFill>
                <a:latin typeface="Times New Roman" panose="02020603050405020304" pitchFamily="18" charset="0"/>
              </a:rPr>
              <a:t>同时性具有相对性</a:t>
            </a:r>
            <a:endParaRPr lang="zh-CN" altLang="en-US" sz="3200" b="1">
              <a:solidFill>
                <a:srgbClr val="003366"/>
              </a:solidFill>
              <a:latin typeface="Times New Roman" panose="02020603050405020304" pitchFamily="18" charset="0"/>
            </a:endParaRPr>
          </a:p>
        </p:txBody>
      </p:sp>
      <p:sp>
        <p:nvSpPr>
          <p:cNvPr id="7173" name="Text Box 5"/>
          <p:cNvSpPr txBox="1">
            <a:spLocks noChangeArrowheads="1"/>
          </p:cNvSpPr>
          <p:nvPr/>
        </p:nvSpPr>
        <p:spPr bwMode="auto">
          <a:xfrm>
            <a:off x="914400" y="1916113"/>
            <a:ext cx="7315200" cy="3597275"/>
          </a:xfrm>
          <a:prstGeom prst="rect">
            <a:avLst/>
          </a:prstGeom>
          <a:noFill/>
          <a:ln w="9525">
            <a:noFill/>
            <a:miter lim="800000"/>
          </a:ln>
          <a:effectLst/>
        </p:spPr>
        <p:txBody>
          <a:bodyPr>
            <a:spAutoFit/>
          </a:bodyPr>
          <a:lstStyle/>
          <a:p>
            <a:pPr>
              <a:lnSpc>
                <a:spcPct val="120000"/>
              </a:lnSpc>
              <a:spcBef>
                <a:spcPct val="50000"/>
              </a:spcBef>
            </a:pPr>
            <a:r>
              <a:rPr lang="en-US" altLang="zh-CN" sz="3200" b="1">
                <a:latin typeface="宋体" panose="02010600030101010101" pitchFamily="2" charset="-122"/>
              </a:rPr>
              <a:t>    </a:t>
            </a:r>
            <a:r>
              <a:rPr lang="zh-CN" altLang="en-US" sz="3200" b="1">
                <a:solidFill>
                  <a:srgbClr val="003366"/>
                </a:solidFill>
                <a:latin typeface="宋体" panose="02010600030101010101" pitchFamily="2" charset="-122"/>
              </a:rPr>
              <a:t>沿两个惯性系运动方向，</a:t>
            </a:r>
            <a:r>
              <a:rPr lang="zh-CN" altLang="en-US" sz="3200" b="1">
                <a:solidFill>
                  <a:srgbClr val="CC0000"/>
                </a:solidFill>
                <a:latin typeface="宋体" panose="02010600030101010101" pitchFamily="2" charset="-122"/>
              </a:rPr>
              <a:t>不同地点</a:t>
            </a:r>
            <a:r>
              <a:rPr lang="zh-CN" altLang="en-US" sz="3200" b="1">
                <a:solidFill>
                  <a:srgbClr val="003366"/>
                </a:solidFill>
                <a:latin typeface="宋体" panose="02010600030101010101" pitchFamily="2" charset="-122"/>
              </a:rPr>
              <a:t>发生的两个事件，在其中一个惯性系中是</a:t>
            </a:r>
            <a:r>
              <a:rPr lang="zh-CN" altLang="en-US" sz="3200" b="1">
                <a:solidFill>
                  <a:srgbClr val="CC0000"/>
                </a:solidFill>
                <a:latin typeface="宋体" panose="02010600030101010101" pitchFamily="2" charset="-122"/>
              </a:rPr>
              <a:t>同时</a:t>
            </a:r>
            <a:r>
              <a:rPr lang="zh-CN" altLang="en-US" sz="3200" b="1">
                <a:solidFill>
                  <a:srgbClr val="003366"/>
                </a:solidFill>
                <a:latin typeface="宋体" panose="02010600030101010101" pitchFamily="2" charset="-122"/>
              </a:rPr>
              <a:t>的，在另一惯性系中观察则</a:t>
            </a:r>
            <a:r>
              <a:rPr lang="zh-CN" altLang="en-US" sz="3200" b="1">
                <a:solidFill>
                  <a:srgbClr val="CC0000"/>
                </a:solidFill>
                <a:latin typeface="宋体" panose="02010600030101010101" pitchFamily="2" charset="-122"/>
              </a:rPr>
              <a:t>不同时</a:t>
            </a:r>
            <a:r>
              <a:rPr lang="zh-CN" altLang="en-US" sz="3200" b="1">
                <a:solidFill>
                  <a:srgbClr val="003366"/>
                </a:solidFill>
                <a:latin typeface="宋体" panose="02010600030101010101" pitchFamily="2" charset="-122"/>
              </a:rPr>
              <a:t>，所以同时具有</a:t>
            </a:r>
            <a:r>
              <a:rPr lang="zh-CN" altLang="en-US" sz="3200" b="1">
                <a:solidFill>
                  <a:srgbClr val="CC0000"/>
                </a:solidFill>
                <a:latin typeface="宋体" panose="02010600030101010101" pitchFamily="2" charset="-122"/>
              </a:rPr>
              <a:t>相对</a:t>
            </a:r>
            <a:r>
              <a:rPr lang="zh-CN" altLang="en-US" sz="3200" b="1">
                <a:solidFill>
                  <a:srgbClr val="003366"/>
                </a:solidFill>
                <a:latin typeface="宋体" panose="02010600030101010101" pitchFamily="2" charset="-122"/>
              </a:rPr>
              <a:t>意义；只有在</a:t>
            </a:r>
            <a:r>
              <a:rPr lang="zh-CN" altLang="en-US" sz="3200" b="1">
                <a:solidFill>
                  <a:srgbClr val="CC0000"/>
                </a:solidFill>
                <a:latin typeface="宋体" panose="02010600030101010101" pitchFamily="2" charset="-122"/>
              </a:rPr>
              <a:t>同一地点</a:t>
            </a:r>
            <a:r>
              <a:rPr lang="zh-CN" altLang="en-US" sz="3200" b="1">
                <a:latin typeface="宋体" panose="02010600030101010101" pitchFamily="2" charset="-122"/>
              </a:rPr>
              <a:t>，</a:t>
            </a:r>
            <a:r>
              <a:rPr lang="zh-CN" altLang="en-US" sz="3200" b="1">
                <a:solidFill>
                  <a:srgbClr val="CC0000"/>
                </a:solidFill>
                <a:latin typeface="宋体" panose="02010600030101010101" pitchFamily="2" charset="-122"/>
              </a:rPr>
              <a:t>同一</a:t>
            </a:r>
            <a:r>
              <a:rPr lang="zh-CN" altLang="en-US" sz="3200" b="1">
                <a:solidFill>
                  <a:srgbClr val="003366"/>
                </a:solidFill>
                <a:latin typeface="宋体" panose="02010600030101010101" pitchFamily="2" charset="-122"/>
              </a:rPr>
              <a:t>时刻发生的两个事件，在其他惯性系中观察也是</a:t>
            </a:r>
            <a:r>
              <a:rPr lang="zh-CN" altLang="en-US" sz="3200" b="1">
                <a:solidFill>
                  <a:srgbClr val="CC0000"/>
                </a:solidFill>
                <a:latin typeface="宋体" panose="02010600030101010101" pitchFamily="2" charset="-122"/>
              </a:rPr>
              <a:t>同时</a:t>
            </a:r>
            <a:r>
              <a:rPr lang="zh-CN" altLang="en-US" sz="3200" b="1">
                <a:solidFill>
                  <a:srgbClr val="003366"/>
                </a:solidFill>
                <a:latin typeface="宋体" panose="02010600030101010101" pitchFamily="2" charset="-122"/>
              </a:rPr>
              <a:t>的</a:t>
            </a:r>
            <a:r>
              <a:rPr lang="en-US" altLang="zh-CN" sz="3200" b="1">
                <a:solidFill>
                  <a:srgbClr val="003366"/>
                </a:solidFill>
                <a:latin typeface="Times New Roman" panose="02020603050405020304" pitchFamily="18" charset="0"/>
              </a:rPr>
              <a:t>.</a:t>
            </a:r>
            <a:endParaRPr lang="en-US" altLang="zh-CN" sz="3200">
              <a:solidFill>
                <a:srgbClr val="003366"/>
              </a:solidFill>
              <a:latin typeface="Times New Roman" panose="02020603050405020304" pitchFamily="18" charset="0"/>
            </a:endParaRPr>
          </a:p>
        </p:txBody>
      </p:sp>
      <p:sp>
        <p:nvSpPr>
          <p:cNvPr id="7176" name="Rectangle 8"/>
          <p:cNvSpPr>
            <a:spLocks noChangeArrowheads="1"/>
          </p:cNvSpPr>
          <p:nvPr/>
        </p:nvSpPr>
        <p:spPr bwMode="auto">
          <a:xfrm>
            <a:off x="3924300" y="52388"/>
            <a:ext cx="1225550" cy="641350"/>
          </a:xfrm>
          <a:prstGeom prst="rect">
            <a:avLst/>
          </a:prstGeom>
          <a:noFill/>
          <a:ln w="9525" algn="ctr">
            <a:noFill/>
            <a:miter lim="800000"/>
          </a:ln>
          <a:effectLst/>
        </p:spPr>
        <p:txBody>
          <a:bodyPr wrap="none">
            <a:spAutoFit/>
          </a:bodyPr>
          <a:lstStyle/>
          <a:p>
            <a:r>
              <a:rPr lang="zh-CN" altLang="en-US" sz="3600" b="1">
                <a:solidFill>
                  <a:schemeClr val="bg1"/>
                </a:solidFill>
              </a:rPr>
              <a:t>结 论</a:t>
            </a:r>
            <a:endParaRPr lang="zh-CN" altLang="en-US" sz="3600" b="1">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3"/>
                                        </p:tgtEl>
                                        <p:attrNameLst>
                                          <p:attrName>style.visibility</p:attrName>
                                        </p:attrNameLst>
                                      </p:cBhvr>
                                      <p:to>
                                        <p:strVal val="visible"/>
                                      </p:to>
                                    </p:set>
                                    <p:animEffect transition="in" filter="blinds(horizontal)">
                                      <p:cBhvr>
                                        <p:cTn id="7"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ChangeArrowheads="1"/>
          </p:cNvSpPr>
          <p:nvPr/>
        </p:nvSpPr>
        <p:spPr bwMode="auto">
          <a:xfrm>
            <a:off x="1080293" y="908720"/>
            <a:ext cx="6983413" cy="523220"/>
          </a:xfrm>
          <a:prstGeom prst="rect">
            <a:avLst/>
          </a:prstGeom>
          <a:noFill/>
          <a:ln w="9525">
            <a:noFill/>
            <a:miter lim="800000"/>
          </a:ln>
          <a:effectLst/>
        </p:spPr>
        <p:txBody>
          <a:bodyPr>
            <a:spAutoFit/>
          </a:bodyPr>
          <a:lstStyle/>
          <a:p>
            <a:pPr>
              <a:spcBef>
                <a:spcPct val="50000"/>
              </a:spcBef>
            </a:pPr>
            <a:r>
              <a:rPr lang="zh-CN" altLang="en-US" sz="2800" b="1" dirty="0">
                <a:solidFill>
                  <a:srgbClr val="003366"/>
                </a:solidFill>
              </a:rPr>
              <a:t>长度的测量和同时性概念密切相关</a:t>
            </a:r>
            <a:r>
              <a:rPr lang="zh-CN" altLang="en-US" sz="2800" b="1" dirty="0">
                <a:solidFill>
                  <a:srgbClr val="003366"/>
                </a:solidFill>
                <a:latin typeface="Times New Roman" panose="02020603050405020304" pitchFamily="18" charset="0"/>
              </a:rPr>
              <a:t>．</a:t>
            </a:r>
            <a:endParaRPr lang="zh-CN" altLang="en-US" sz="2800" b="1" dirty="0">
              <a:solidFill>
                <a:srgbClr val="003366"/>
              </a:solidFill>
              <a:latin typeface="Times New Roman" panose="02020603050405020304" pitchFamily="18" charset="0"/>
            </a:endParaRPr>
          </a:p>
        </p:txBody>
      </p:sp>
      <p:sp>
        <p:nvSpPr>
          <p:cNvPr id="9221" name="Text Box 5"/>
          <p:cNvSpPr txBox="1">
            <a:spLocks noChangeArrowheads="1"/>
          </p:cNvSpPr>
          <p:nvPr/>
        </p:nvSpPr>
        <p:spPr bwMode="auto">
          <a:xfrm>
            <a:off x="2932113" y="115888"/>
            <a:ext cx="2935287" cy="584775"/>
          </a:xfrm>
          <a:prstGeom prst="rect">
            <a:avLst/>
          </a:prstGeom>
          <a:noFill/>
          <a:ln w="9525">
            <a:noFill/>
            <a:miter lim="800000"/>
          </a:ln>
          <a:effectLst/>
        </p:spPr>
        <p:txBody>
          <a:bodyPr>
            <a:spAutoFit/>
          </a:bodyPr>
          <a:lstStyle/>
          <a:p>
            <a:pPr>
              <a:spcBef>
                <a:spcPct val="50000"/>
              </a:spcBef>
            </a:pPr>
            <a:r>
              <a:rPr lang="en-US" altLang="zh-CN" b="1" dirty="0">
                <a:solidFill>
                  <a:srgbClr val="CC0000"/>
                </a:solidFill>
                <a:latin typeface="Times New Roman" panose="02020603050405020304" pitchFamily="18" charset="0"/>
              </a:rPr>
              <a:t>  </a:t>
            </a:r>
            <a:r>
              <a:rPr lang="zh-CN" altLang="en-US" b="1" dirty="0">
                <a:solidFill>
                  <a:schemeClr val="bg1"/>
                </a:solidFill>
                <a:latin typeface="Times New Roman" panose="02020603050405020304" pitchFamily="18" charset="0"/>
              </a:rPr>
              <a:t>长度的收缩</a:t>
            </a:r>
            <a:endParaRPr kumimoji="1" lang="zh-CN" altLang="en-US" sz="2400" b="1" dirty="0">
              <a:solidFill>
                <a:srgbClr val="336600"/>
              </a:solidFill>
              <a:latin typeface="宋体" panose="02010600030101010101" pitchFamily="2" charset="-122"/>
            </a:endParaRPr>
          </a:p>
        </p:txBody>
      </p:sp>
      <p:grpSp>
        <p:nvGrpSpPr>
          <p:cNvPr id="9262" name="Group 46"/>
          <p:cNvGrpSpPr/>
          <p:nvPr/>
        </p:nvGrpSpPr>
        <p:grpSpPr bwMode="auto">
          <a:xfrm>
            <a:off x="683568" y="1575433"/>
            <a:ext cx="4011613" cy="2464644"/>
            <a:chOff x="521" y="2160"/>
            <a:chExt cx="2688" cy="1680"/>
          </a:xfrm>
        </p:grpSpPr>
        <p:sp>
          <p:nvSpPr>
            <p:cNvPr id="9234" name="Rectangle 18"/>
            <p:cNvSpPr>
              <a:spLocks noChangeArrowheads="1"/>
            </p:cNvSpPr>
            <p:nvPr/>
          </p:nvSpPr>
          <p:spPr bwMode="auto">
            <a:xfrm>
              <a:off x="521" y="2160"/>
              <a:ext cx="2688" cy="1680"/>
            </a:xfrm>
            <a:prstGeom prst="rect">
              <a:avLst/>
            </a:prstGeom>
            <a:solidFill>
              <a:schemeClr val="bg1"/>
            </a:solidFill>
            <a:ln w="9525">
              <a:solidFill>
                <a:schemeClr val="tx2"/>
              </a:solidFill>
              <a:miter lim="800000"/>
            </a:ln>
            <a:effectLst/>
          </p:spPr>
          <p:txBody>
            <a:bodyPr wrap="none" anchor="ctr"/>
            <a:lstStyle/>
            <a:p>
              <a:endParaRPr lang="zh-CN" altLang="en-US"/>
            </a:p>
          </p:txBody>
        </p:sp>
        <p:sp>
          <p:nvSpPr>
            <p:cNvPr id="9235" name="Line 19"/>
            <p:cNvSpPr>
              <a:spLocks noChangeShapeType="1"/>
            </p:cNvSpPr>
            <p:nvPr/>
          </p:nvSpPr>
          <p:spPr bwMode="auto">
            <a:xfrm>
              <a:off x="966" y="3261"/>
              <a:ext cx="2147" cy="3"/>
            </a:xfrm>
            <a:prstGeom prst="line">
              <a:avLst/>
            </a:prstGeom>
            <a:noFill/>
            <a:ln w="19050">
              <a:solidFill>
                <a:schemeClr val="tx1"/>
              </a:solidFill>
              <a:round/>
              <a:headEnd type="none" w="sm" len="lg"/>
              <a:tailEnd type="triangle" w="sm" len="lg"/>
            </a:ln>
            <a:effectLst/>
          </p:spPr>
          <p:txBody>
            <a:bodyPr wrap="none" anchor="ctr"/>
            <a:lstStyle/>
            <a:p>
              <a:endParaRPr lang="zh-CN" altLang="en-US"/>
            </a:p>
          </p:txBody>
        </p:sp>
        <p:sp>
          <p:nvSpPr>
            <p:cNvPr id="9236" name="Line 20"/>
            <p:cNvSpPr>
              <a:spLocks noChangeShapeType="1"/>
            </p:cNvSpPr>
            <p:nvPr/>
          </p:nvSpPr>
          <p:spPr bwMode="auto">
            <a:xfrm flipV="1">
              <a:off x="966" y="2388"/>
              <a:ext cx="0" cy="873"/>
            </a:xfrm>
            <a:prstGeom prst="line">
              <a:avLst/>
            </a:prstGeom>
            <a:noFill/>
            <a:ln w="19050">
              <a:solidFill>
                <a:schemeClr val="tx1"/>
              </a:solidFill>
              <a:round/>
              <a:headEnd type="none" w="sm" len="lg"/>
              <a:tailEnd type="triangle" w="sm" len="lg"/>
            </a:ln>
            <a:effectLst/>
          </p:spPr>
          <p:txBody>
            <a:bodyPr wrap="none" anchor="ctr"/>
            <a:lstStyle/>
            <a:p>
              <a:endParaRPr lang="zh-CN" altLang="en-US"/>
            </a:p>
          </p:txBody>
        </p:sp>
        <p:sp>
          <p:nvSpPr>
            <p:cNvPr id="9237" name="Line 21"/>
            <p:cNvSpPr>
              <a:spLocks noChangeShapeType="1"/>
            </p:cNvSpPr>
            <p:nvPr/>
          </p:nvSpPr>
          <p:spPr bwMode="auto">
            <a:xfrm flipH="1">
              <a:off x="713" y="3261"/>
              <a:ext cx="253" cy="327"/>
            </a:xfrm>
            <a:prstGeom prst="line">
              <a:avLst/>
            </a:prstGeom>
            <a:noFill/>
            <a:ln w="28575">
              <a:solidFill>
                <a:schemeClr val="tx1"/>
              </a:solidFill>
              <a:round/>
              <a:headEnd type="none" w="sm" len="lg"/>
              <a:tailEnd type="triangle" w="sm" len="lg"/>
            </a:ln>
            <a:effectLst/>
          </p:spPr>
          <p:txBody>
            <a:bodyPr wrap="none" anchor="ctr"/>
            <a:lstStyle/>
            <a:p>
              <a:endParaRPr lang="zh-CN" altLang="en-US"/>
            </a:p>
          </p:txBody>
        </p:sp>
        <p:graphicFrame>
          <p:nvGraphicFramePr>
            <p:cNvPr id="9238" name="Object 22"/>
            <p:cNvGraphicFramePr>
              <a:graphicFrameLocks noChangeAspect="1"/>
            </p:cNvGraphicFramePr>
            <p:nvPr/>
          </p:nvGraphicFramePr>
          <p:xfrm>
            <a:off x="2873" y="3312"/>
            <a:ext cx="202" cy="219"/>
          </p:xfrm>
          <a:graphic>
            <a:graphicData uri="http://schemas.openxmlformats.org/presentationml/2006/ole">
              <mc:AlternateContent xmlns:mc="http://schemas.openxmlformats.org/markup-compatibility/2006">
                <mc:Choice xmlns:v="urn:schemas-microsoft-com:vml" Requires="v">
                  <p:oleObj spid="_x0000_s0" name="公式" r:id="rId1" imgW="4267200" imgH="4572000" progId="Equation.3">
                    <p:embed/>
                  </p:oleObj>
                </mc:Choice>
                <mc:Fallback>
                  <p:oleObj name="公式" r:id="rId1" imgW="4267200" imgH="4572000" progId="Equation.3">
                    <p:embed/>
                    <p:pic>
                      <p:nvPicPr>
                        <p:cNvPr id="0" name="Object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 y="3312"/>
                          <a:ext cx="202" cy="2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39" name="Object 23"/>
            <p:cNvGraphicFramePr>
              <a:graphicFrameLocks noChangeAspect="1"/>
            </p:cNvGraphicFramePr>
            <p:nvPr/>
          </p:nvGraphicFramePr>
          <p:xfrm>
            <a:off x="1003" y="2352"/>
            <a:ext cx="198" cy="249"/>
          </p:xfrm>
          <a:graphic>
            <a:graphicData uri="http://schemas.openxmlformats.org/presentationml/2006/ole">
              <mc:AlternateContent xmlns:mc="http://schemas.openxmlformats.org/markup-compatibility/2006">
                <mc:Choice xmlns:v="urn:schemas-microsoft-com:vml" Requires="v">
                  <p:oleObj spid="_x0000_s2" name="公式" r:id="rId3" imgW="4572000" imgH="5791200" progId="Equation.3">
                    <p:embed/>
                  </p:oleObj>
                </mc:Choice>
                <mc:Fallback>
                  <p:oleObj name="公式" r:id="rId3" imgW="4572000" imgH="5791200"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3" y="2352"/>
                          <a:ext cx="198" cy="2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0" name="Object 24"/>
            <p:cNvGraphicFramePr>
              <a:graphicFrameLocks noChangeAspect="1"/>
            </p:cNvGraphicFramePr>
            <p:nvPr/>
          </p:nvGraphicFramePr>
          <p:xfrm>
            <a:off x="950" y="3236"/>
            <a:ext cx="177" cy="205"/>
          </p:xfrm>
          <a:graphic>
            <a:graphicData uri="http://schemas.openxmlformats.org/presentationml/2006/ole">
              <mc:AlternateContent xmlns:mc="http://schemas.openxmlformats.org/markup-compatibility/2006">
                <mc:Choice xmlns:v="urn:schemas-microsoft-com:vml" Requires="v">
                  <p:oleObj spid="_x0000_s3" name="Equation" r:id="rId5" imgW="3962400" imgH="4572000" progId="Equation.3">
                    <p:embed/>
                  </p:oleObj>
                </mc:Choice>
                <mc:Fallback>
                  <p:oleObj name="Equation" r:id="rId5" imgW="3962400" imgH="4572000" progId="Equation.3">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0" y="3236"/>
                          <a:ext cx="177" cy="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1" name="Object 25"/>
            <p:cNvGraphicFramePr>
              <a:graphicFrameLocks noChangeAspect="1"/>
            </p:cNvGraphicFramePr>
            <p:nvPr/>
          </p:nvGraphicFramePr>
          <p:xfrm>
            <a:off x="785" y="3530"/>
            <a:ext cx="168" cy="166"/>
          </p:xfrm>
          <a:graphic>
            <a:graphicData uri="http://schemas.openxmlformats.org/presentationml/2006/ole">
              <mc:AlternateContent xmlns:mc="http://schemas.openxmlformats.org/markup-compatibility/2006">
                <mc:Choice xmlns:v="urn:schemas-microsoft-com:vml" Requires="v">
                  <p:oleObj spid="_x0000_s4" name="公式" r:id="rId7" imgW="3962400" imgH="3962400" progId="Equation.3">
                    <p:embed/>
                  </p:oleObj>
                </mc:Choice>
                <mc:Fallback>
                  <p:oleObj name="公式" r:id="rId7" imgW="3962400" imgH="3962400" progId="Equation.3">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 y="3530"/>
                          <a:ext cx="168" cy="1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2" name="Object 26"/>
            <p:cNvGraphicFramePr>
              <a:graphicFrameLocks noChangeAspect="1"/>
            </p:cNvGraphicFramePr>
            <p:nvPr/>
          </p:nvGraphicFramePr>
          <p:xfrm>
            <a:off x="761" y="2640"/>
            <a:ext cx="168" cy="240"/>
          </p:xfrm>
          <a:graphic>
            <a:graphicData uri="http://schemas.openxmlformats.org/presentationml/2006/ole">
              <mc:AlternateContent xmlns:mc="http://schemas.openxmlformats.org/markup-compatibility/2006">
                <mc:Choice xmlns:v="urn:schemas-microsoft-com:vml" Requires="v">
                  <p:oleObj spid="_x0000_s5" name="Equation" r:id="rId9" imgW="3657600" imgH="5181600" progId="Equation.3">
                    <p:embed/>
                  </p:oleObj>
                </mc:Choice>
                <mc:Fallback>
                  <p:oleObj name="Equation" r:id="rId9" imgW="3657600" imgH="5181600" progId="Equation.3">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1" y="2640"/>
                          <a:ext cx="16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3" name="Object 27"/>
            <p:cNvGraphicFramePr>
              <a:graphicFrameLocks noChangeAspect="1"/>
            </p:cNvGraphicFramePr>
            <p:nvPr/>
          </p:nvGraphicFramePr>
          <p:xfrm>
            <a:off x="1481" y="2832"/>
            <a:ext cx="313" cy="392"/>
          </p:xfrm>
          <a:graphic>
            <a:graphicData uri="http://schemas.openxmlformats.org/presentationml/2006/ole">
              <mc:AlternateContent xmlns:mc="http://schemas.openxmlformats.org/markup-compatibility/2006">
                <mc:Choice xmlns:v="urn:schemas-microsoft-com:vml" Requires="v">
                  <p:oleObj spid="_x0000_s6" name="Equation" r:id="rId11" imgW="7315200" imgH="9144000" progId="Equation.3">
                    <p:embed/>
                  </p:oleObj>
                </mc:Choice>
                <mc:Fallback>
                  <p:oleObj name="Equation" r:id="rId11" imgW="7315200" imgH="9144000" progId="Equation.3">
                    <p:embed/>
                    <p:pic>
                      <p:nvPicPr>
                        <p:cNvPr id="0" name="Object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81" y="2832"/>
                          <a:ext cx="313" cy="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4" name="Object 28"/>
            <p:cNvGraphicFramePr>
              <a:graphicFrameLocks noChangeAspect="1"/>
            </p:cNvGraphicFramePr>
            <p:nvPr/>
          </p:nvGraphicFramePr>
          <p:xfrm>
            <a:off x="2416" y="2784"/>
            <a:ext cx="353" cy="424"/>
          </p:xfrm>
          <a:graphic>
            <a:graphicData uri="http://schemas.openxmlformats.org/presentationml/2006/ole">
              <mc:AlternateContent xmlns:mc="http://schemas.openxmlformats.org/markup-compatibility/2006">
                <mc:Choice xmlns:v="urn:schemas-microsoft-com:vml" Requires="v">
                  <p:oleObj spid="_x0000_s7" name="Equation" r:id="rId13" imgW="7620000" imgH="9144000" progId="Equation.3">
                    <p:embed/>
                  </p:oleObj>
                </mc:Choice>
                <mc:Fallback>
                  <p:oleObj name="Equation" r:id="rId13" imgW="7620000" imgH="9144000" progId="Equation.3">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16" y="2784"/>
                          <a:ext cx="353" cy="4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5" name="Line 29"/>
            <p:cNvSpPr>
              <a:spLocks noChangeShapeType="1"/>
            </p:cNvSpPr>
            <p:nvPr/>
          </p:nvSpPr>
          <p:spPr bwMode="auto">
            <a:xfrm flipV="1">
              <a:off x="1769" y="2880"/>
              <a:ext cx="0" cy="288"/>
            </a:xfrm>
            <a:prstGeom prst="line">
              <a:avLst/>
            </a:prstGeom>
            <a:noFill/>
            <a:ln w="12700">
              <a:solidFill>
                <a:schemeClr val="tx1"/>
              </a:solidFill>
              <a:prstDash val="dash"/>
              <a:round/>
              <a:headEnd type="none" w="sm" len="lg"/>
              <a:tailEnd type="none" w="sm" len="lg"/>
            </a:ln>
            <a:effectLst/>
          </p:spPr>
          <p:txBody>
            <a:bodyPr wrap="none" anchor="ctr"/>
            <a:lstStyle/>
            <a:p>
              <a:endParaRPr lang="zh-CN" altLang="en-US"/>
            </a:p>
          </p:txBody>
        </p:sp>
        <p:sp>
          <p:nvSpPr>
            <p:cNvPr id="9246" name="Line 30"/>
            <p:cNvSpPr>
              <a:spLocks noChangeShapeType="1"/>
            </p:cNvSpPr>
            <p:nvPr/>
          </p:nvSpPr>
          <p:spPr bwMode="auto">
            <a:xfrm flipV="1">
              <a:off x="2441" y="2880"/>
              <a:ext cx="0" cy="288"/>
            </a:xfrm>
            <a:prstGeom prst="line">
              <a:avLst/>
            </a:prstGeom>
            <a:noFill/>
            <a:ln w="12700">
              <a:solidFill>
                <a:schemeClr val="tx1"/>
              </a:solidFill>
              <a:prstDash val="dash"/>
              <a:round/>
              <a:headEnd type="none" w="sm" len="lg"/>
              <a:tailEnd type="none" w="sm" len="lg"/>
            </a:ln>
            <a:effectLst/>
          </p:spPr>
          <p:txBody>
            <a:bodyPr wrap="none" anchor="ctr"/>
            <a:lstStyle/>
            <a:p>
              <a:endParaRPr lang="zh-CN" altLang="en-US"/>
            </a:p>
          </p:txBody>
        </p:sp>
        <p:sp>
          <p:nvSpPr>
            <p:cNvPr id="9247" name="Line 31"/>
            <p:cNvSpPr>
              <a:spLocks noChangeShapeType="1"/>
            </p:cNvSpPr>
            <p:nvPr/>
          </p:nvSpPr>
          <p:spPr bwMode="auto">
            <a:xfrm>
              <a:off x="1769" y="2976"/>
              <a:ext cx="672" cy="0"/>
            </a:xfrm>
            <a:prstGeom prst="line">
              <a:avLst/>
            </a:prstGeom>
            <a:noFill/>
            <a:ln w="19050">
              <a:solidFill>
                <a:srgbClr val="FF0066"/>
              </a:solidFill>
              <a:prstDash val="dash"/>
              <a:round/>
              <a:headEnd type="triangle" w="sm" len="lg"/>
              <a:tailEnd type="triangle" w="sm" len="lg"/>
            </a:ln>
            <a:effectLst/>
          </p:spPr>
          <p:txBody>
            <a:bodyPr wrap="none" anchor="ctr"/>
            <a:lstStyle/>
            <a:p>
              <a:endParaRPr lang="zh-CN" altLang="en-US"/>
            </a:p>
          </p:txBody>
        </p:sp>
        <p:graphicFrame>
          <p:nvGraphicFramePr>
            <p:cNvPr id="9248" name="Object 32"/>
            <p:cNvGraphicFramePr>
              <a:graphicFrameLocks noChangeAspect="1"/>
            </p:cNvGraphicFramePr>
            <p:nvPr/>
          </p:nvGraphicFramePr>
          <p:xfrm>
            <a:off x="2057" y="2640"/>
            <a:ext cx="148" cy="364"/>
          </p:xfrm>
          <a:graphic>
            <a:graphicData uri="http://schemas.openxmlformats.org/presentationml/2006/ole">
              <mc:AlternateContent xmlns:mc="http://schemas.openxmlformats.org/markup-compatibility/2006">
                <mc:Choice xmlns:v="urn:schemas-microsoft-com:vml" Requires="v">
                  <p:oleObj spid="_x0000_s8" name="公式" r:id="rId15" imgW="4267200" imgH="7924800" progId="Equation.3">
                    <p:embed/>
                  </p:oleObj>
                </mc:Choice>
                <mc:Fallback>
                  <p:oleObj name="公式" r:id="rId15" imgW="4267200" imgH="7924800" progId="Equation.3">
                    <p:embed/>
                    <p:pic>
                      <p:nvPicPr>
                        <p:cNvPr id="0" name="Object 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57" y="2640"/>
                          <a:ext cx="148" cy="3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9" name="Object 33"/>
            <p:cNvGraphicFramePr>
              <a:graphicFrameLocks noChangeAspect="1"/>
            </p:cNvGraphicFramePr>
            <p:nvPr/>
          </p:nvGraphicFramePr>
          <p:xfrm>
            <a:off x="1486" y="2229"/>
            <a:ext cx="212" cy="316"/>
          </p:xfrm>
          <a:graphic>
            <a:graphicData uri="http://schemas.openxmlformats.org/presentationml/2006/ole">
              <mc:AlternateContent xmlns:mc="http://schemas.openxmlformats.org/markup-compatibility/2006">
                <mc:Choice xmlns:v="urn:schemas-microsoft-com:vml" Requires="v">
                  <p:oleObj spid="_x0000_s9" name="Equation" r:id="rId17" imgW="5486400" imgH="7010400" progId="Equation.3">
                    <p:embed/>
                  </p:oleObj>
                </mc:Choice>
                <mc:Fallback>
                  <p:oleObj name="Equation" r:id="rId17" imgW="5486400" imgH="7010400" progId="Equation.3">
                    <p:embed/>
                    <p:pic>
                      <p:nvPicPr>
                        <p:cNvPr id="0"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86" y="2229"/>
                          <a:ext cx="212" cy="3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50" name="Line 34"/>
            <p:cNvSpPr>
              <a:spLocks noChangeShapeType="1"/>
            </p:cNvSpPr>
            <p:nvPr/>
          </p:nvSpPr>
          <p:spPr bwMode="auto">
            <a:xfrm flipV="1">
              <a:off x="1433" y="2400"/>
              <a:ext cx="0" cy="862"/>
            </a:xfrm>
            <a:prstGeom prst="line">
              <a:avLst/>
            </a:prstGeom>
            <a:noFill/>
            <a:ln w="19050">
              <a:solidFill>
                <a:schemeClr val="tx1"/>
              </a:solidFill>
              <a:round/>
              <a:headEnd type="none" w="sm" len="lg"/>
              <a:tailEnd type="triangle" w="sm" len="lg"/>
            </a:ln>
            <a:effectLst/>
          </p:spPr>
          <p:txBody>
            <a:bodyPr wrap="none" anchor="ctr"/>
            <a:lstStyle/>
            <a:p>
              <a:endParaRPr lang="zh-CN" altLang="en-US"/>
            </a:p>
          </p:txBody>
        </p:sp>
        <p:sp>
          <p:nvSpPr>
            <p:cNvPr id="9251" name="Line 35"/>
            <p:cNvSpPr>
              <a:spLocks noChangeShapeType="1"/>
            </p:cNvSpPr>
            <p:nvPr/>
          </p:nvSpPr>
          <p:spPr bwMode="auto">
            <a:xfrm flipH="1">
              <a:off x="1193" y="3264"/>
              <a:ext cx="240" cy="338"/>
            </a:xfrm>
            <a:prstGeom prst="line">
              <a:avLst/>
            </a:prstGeom>
            <a:noFill/>
            <a:ln w="28575">
              <a:solidFill>
                <a:schemeClr val="tx1"/>
              </a:solidFill>
              <a:round/>
              <a:headEnd type="none" w="sm" len="lg"/>
              <a:tailEnd type="triangle" w="sm" len="lg"/>
            </a:ln>
            <a:effectLst/>
          </p:spPr>
          <p:txBody>
            <a:bodyPr wrap="none" anchor="ctr"/>
            <a:lstStyle/>
            <a:p>
              <a:endParaRPr lang="zh-CN" altLang="en-US"/>
            </a:p>
          </p:txBody>
        </p:sp>
        <p:sp>
          <p:nvSpPr>
            <p:cNvPr id="9252" name="Line 36"/>
            <p:cNvSpPr>
              <a:spLocks noChangeShapeType="1"/>
            </p:cNvSpPr>
            <p:nvPr/>
          </p:nvSpPr>
          <p:spPr bwMode="auto">
            <a:xfrm>
              <a:off x="1433" y="2640"/>
              <a:ext cx="293" cy="0"/>
            </a:xfrm>
            <a:prstGeom prst="line">
              <a:avLst/>
            </a:prstGeom>
            <a:noFill/>
            <a:ln w="28575">
              <a:solidFill>
                <a:srgbClr val="0000FF"/>
              </a:solidFill>
              <a:round/>
              <a:headEnd type="none" w="sm" len="lg"/>
              <a:tailEnd type="triangle" w="sm" len="lg"/>
            </a:ln>
            <a:effectLst/>
          </p:spPr>
          <p:txBody>
            <a:bodyPr wrap="none" anchor="ctr"/>
            <a:lstStyle/>
            <a:p>
              <a:endParaRPr lang="zh-CN" altLang="en-US"/>
            </a:p>
          </p:txBody>
        </p:sp>
        <p:graphicFrame>
          <p:nvGraphicFramePr>
            <p:cNvPr id="9253" name="Object 37"/>
            <p:cNvGraphicFramePr>
              <a:graphicFrameLocks noChangeAspect="1"/>
            </p:cNvGraphicFramePr>
            <p:nvPr/>
          </p:nvGraphicFramePr>
          <p:xfrm>
            <a:off x="2866" y="2976"/>
            <a:ext cx="247" cy="247"/>
          </p:xfrm>
          <a:graphic>
            <a:graphicData uri="http://schemas.openxmlformats.org/presentationml/2006/ole">
              <mc:AlternateContent xmlns:mc="http://schemas.openxmlformats.org/markup-compatibility/2006">
                <mc:Choice xmlns:v="urn:schemas-microsoft-com:vml" Requires="v">
                  <p:oleObj spid="_x0000_s10" name="Equation" r:id="rId19" imgW="5181600" imgH="5791200" progId="Equation.3">
                    <p:embed/>
                  </p:oleObj>
                </mc:Choice>
                <mc:Fallback>
                  <p:oleObj name="Equation" r:id="rId19" imgW="5181600" imgH="5791200" progId="Equation.3">
                    <p:embed/>
                    <p:pic>
                      <p:nvPicPr>
                        <p:cNvPr id="0" name="Object 3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66" y="2976"/>
                          <a:ext cx="247" cy="2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54" name="Object 38"/>
            <p:cNvGraphicFramePr>
              <a:graphicFrameLocks noChangeAspect="1"/>
            </p:cNvGraphicFramePr>
            <p:nvPr/>
          </p:nvGraphicFramePr>
          <p:xfrm>
            <a:off x="1721" y="2448"/>
            <a:ext cx="221" cy="292"/>
          </p:xfrm>
          <a:graphic>
            <a:graphicData uri="http://schemas.openxmlformats.org/presentationml/2006/ole">
              <mc:AlternateContent xmlns:mc="http://schemas.openxmlformats.org/markup-compatibility/2006">
                <mc:Choice xmlns:v="urn:schemas-microsoft-com:vml" Requires="v">
                  <p:oleObj spid="_x0000_s11" name="Equation" r:id="rId21" imgW="4267200" imgH="5486400" progId="Equation.3">
                    <p:embed/>
                  </p:oleObj>
                </mc:Choice>
                <mc:Fallback>
                  <p:oleObj name="Equation" r:id="rId21" imgW="4267200" imgH="5486400" progId="Equation.3">
                    <p:embed/>
                    <p:pic>
                      <p:nvPicPr>
                        <p:cNvPr id="0" name="Object 3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21" y="2448"/>
                          <a:ext cx="221"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55" name="Object 39"/>
            <p:cNvGraphicFramePr>
              <a:graphicFrameLocks noChangeAspect="1"/>
            </p:cNvGraphicFramePr>
            <p:nvPr/>
          </p:nvGraphicFramePr>
          <p:xfrm>
            <a:off x="1385" y="3264"/>
            <a:ext cx="184" cy="225"/>
          </p:xfrm>
          <a:graphic>
            <a:graphicData uri="http://schemas.openxmlformats.org/presentationml/2006/ole">
              <mc:AlternateContent xmlns:mc="http://schemas.openxmlformats.org/markup-compatibility/2006">
                <mc:Choice xmlns:v="urn:schemas-microsoft-com:vml" Requires="v">
                  <p:oleObj spid="_x0000_s12" name="Equation" r:id="rId23" imgW="4876800" imgH="5791200" progId="Equation.3">
                    <p:embed/>
                  </p:oleObj>
                </mc:Choice>
                <mc:Fallback>
                  <p:oleObj name="Equation" r:id="rId23" imgW="4876800" imgH="5791200" progId="Equation.3">
                    <p:embed/>
                    <p:pic>
                      <p:nvPicPr>
                        <p:cNvPr id="0" name="Object 3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85" y="3264"/>
                          <a:ext cx="184" cy="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56" name="Object 40"/>
            <p:cNvGraphicFramePr>
              <a:graphicFrameLocks noChangeAspect="1"/>
            </p:cNvGraphicFramePr>
            <p:nvPr/>
          </p:nvGraphicFramePr>
          <p:xfrm>
            <a:off x="1241" y="3447"/>
            <a:ext cx="208" cy="239"/>
          </p:xfrm>
          <a:graphic>
            <a:graphicData uri="http://schemas.openxmlformats.org/presentationml/2006/ole">
              <mc:AlternateContent xmlns:mc="http://schemas.openxmlformats.org/markup-compatibility/2006">
                <mc:Choice xmlns:v="urn:schemas-microsoft-com:vml" Requires="v">
                  <p:oleObj spid="_x0000_s13" name="Equation" r:id="rId25" imgW="4876800" imgH="5486400" progId="Equation.3">
                    <p:embed/>
                  </p:oleObj>
                </mc:Choice>
                <mc:Fallback>
                  <p:oleObj name="Equation" r:id="rId25" imgW="4876800" imgH="5486400" progId="Equation.3">
                    <p:embed/>
                    <p:pic>
                      <p:nvPicPr>
                        <p:cNvPr id="0" name="Object 4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241" y="3447"/>
                          <a:ext cx="208"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57" name="Object 41"/>
            <p:cNvGraphicFramePr>
              <a:graphicFrameLocks noChangeAspect="1"/>
            </p:cNvGraphicFramePr>
            <p:nvPr/>
          </p:nvGraphicFramePr>
          <p:xfrm>
            <a:off x="1193" y="2592"/>
            <a:ext cx="215" cy="299"/>
          </p:xfrm>
          <a:graphic>
            <a:graphicData uri="http://schemas.openxmlformats.org/presentationml/2006/ole">
              <mc:AlternateContent xmlns:mc="http://schemas.openxmlformats.org/markup-compatibility/2006">
                <mc:Choice xmlns:v="urn:schemas-microsoft-com:vml" Requires="v">
                  <p:oleObj spid="_x0000_s14" name="Equation" r:id="rId27" imgW="4876800" imgH="6705600" progId="Equation.3">
                    <p:embed/>
                  </p:oleObj>
                </mc:Choice>
                <mc:Fallback>
                  <p:oleObj name="Equation" r:id="rId27" imgW="4876800" imgH="6705600" progId="Equation.3">
                    <p:embed/>
                    <p:pic>
                      <p:nvPicPr>
                        <p:cNvPr id="0" name="Object 4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193" y="2592"/>
                          <a:ext cx="215" cy="2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58" name="Rectangle 42" descr="深色竖线"/>
            <p:cNvSpPr>
              <a:spLocks noChangeArrowheads="1"/>
            </p:cNvSpPr>
            <p:nvPr/>
          </p:nvSpPr>
          <p:spPr bwMode="auto">
            <a:xfrm>
              <a:off x="1769" y="3168"/>
              <a:ext cx="672" cy="96"/>
            </a:xfrm>
            <a:prstGeom prst="rect">
              <a:avLst/>
            </a:prstGeom>
            <a:pattFill prst="dkVert">
              <a:fgClr>
                <a:srgbClr val="CC0000"/>
              </a:fgClr>
              <a:bgClr>
                <a:srgbClr val="FFCCFF"/>
              </a:bgClr>
            </a:pattFill>
            <a:ln w="9525">
              <a:solidFill>
                <a:schemeClr val="tx1"/>
              </a:solidFill>
              <a:miter lim="800000"/>
            </a:ln>
            <a:effectLst/>
          </p:spPr>
          <p:txBody>
            <a:bodyPr wrap="none" anchor="ctr"/>
            <a:lstStyle/>
            <a:p>
              <a:endParaRPr lang="zh-CN" altLang="en-US"/>
            </a:p>
          </p:txBody>
        </p:sp>
        <p:sp>
          <p:nvSpPr>
            <p:cNvPr id="9259" name="Line 43"/>
            <p:cNvSpPr>
              <a:spLocks noChangeShapeType="1"/>
            </p:cNvSpPr>
            <p:nvPr/>
          </p:nvSpPr>
          <p:spPr bwMode="auto">
            <a:xfrm>
              <a:off x="1433" y="3264"/>
              <a:ext cx="1680" cy="0"/>
            </a:xfrm>
            <a:prstGeom prst="line">
              <a:avLst/>
            </a:prstGeom>
            <a:noFill/>
            <a:ln w="19050">
              <a:solidFill>
                <a:schemeClr val="tx1"/>
              </a:solidFill>
              <a:round/>
              <a:headEnd type="none" w="sm" len="lg"/>
              <a:tailEnd type="triangle" w="sm" len="lg"/>
            </a:ln>
            <a:effectLst/>
          </p:spPr>
          <p:txBody>
            <a:bodyPr>
              <a:spAutoFit/>
            </a:bodyPr>
            <a:lstStyle/>
            <a:p>
              <a:endParaRPr lang="zh-CN" altLang="en-US"/>
            </a:p>
          </p:txBody>
        </p:sp>
        <p:graphicFrame>
          <p:nvGraphicFramePr>
            <p:cNvPr id="9260" name="Object 44"/>
            <p:cNvGraphicFramePr>
              <a:graphicFrameLocks noChangeAspect="1"/>
            </p:cNvGraphicFramePr>
            <p:nvPr/>
          </p:nvGraphicFramePr>
          <p:xfrm>
            <a:off x="1625" y="3236"/>
            <a:ext cx="279" cy="340"/>
          </p:xfrm>
          <a:graphic>
            <a:graphicData uri="http://schemas.openxmlformats.org/presentationml/2006/ole">
              <mc:AlternateContent xmlns:mc="http://schemas.openxmlformats.org/markup-compatibility/2006">
                <mc:Choice xmlns:v="urn:schemas-microsoft-com:vml" Requires="v">
                  <p:oleObj spid="_x0000_s15" name="Equation" r:id="rId29" imgW="5181600" imgH="7620000" progId="Equation.3">
                    <p:embed/>
                  </p:oleObj>
                </mc:Choice>
                <mc:Fallback>
                  <p:oleObj name="Equation" r:id="rId29" imgW="5181600" imgH="7620000" progId="Equation.3">
                    <p:embed/>
                    <p:pic>
                      <p:nvPicPr>
                        <p:cNvPr id="0" name="Object 4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625" y="3236"/>
                          <a:ext cx="279"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61" name="Object 45"/>
            <p:cNvGraphicFramePr>
              <a:graphicFrameLocks noChangeAspect="1"/>
            </p:cNvGraphicFramePr>
            <p:nvPr/>
          </p:nvGraphicFramePr>
          <p:xfrm>
            <a:off x="2297" y="3236"/>
            <a:ext cx="330" cy="340"/>
          </p:xfrm>
          <a:graphic>
            <a:graphicData uri="http://schemas.openxmlformats.org/presentationml/2006/ole">
              <mc:AlternateContent xmlns:mc="http://schemas.openxmlformats.org/markup-compatibility/2006">
                <mc:Choice xmlns:v="urn:schemas-microsoft-com:vml" Requires="v">
                  <p:oleObj spid="_x0000_s16" name="Equation" r:id="rId31" imgW="6096000" imgH="7620000" progId="Equation.3">
                    <p:embed/>
                  </p:oleObj>
                </mc:Choice>
                <mc:Fallback>
                  <p:oleObj name="Equation" r:id="rId31" imgW="6096000" imgH="7620000" progId="Equation.3">
                    <p:embed/>
                    <p:pic>
                      <p:nvPicPr>
                        <p:cNvPr id="0" name="Object 4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297" y="3236"/>
                          <a:ext cx="330"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276" name="Group 60"/>
          <p:cNvGrpSpPr/>
          <p:nvPr/>
        </p:nvGrpSpPr>
        <p:grpSpPr bwMode="auto">
          <a:xfrm>
            <a:off x="5120520" y="1433283"/>
            <a:ext cx="3686409" cy="1771650"/>
            <a:chOff x="3553" y="1607"/>
            <a:chExt cx="1968" cy="1116"/>
          </a:xfrm>
        </p:grpSpPr>
        <p:sp>
          <p:nvSpPr>
            <p:cNvPr id="9264" name="Text Box 48"/>
            <p:cNvSpPr txBox="1">
              <a:spLocks noChangeArrowheads="1"/>
            </p:cNvSpPr>
            <p:nvPr/>
          </p:nvSpPr>
          <p:spPr bwMode="auto">
            <a:xfrm>
              <a:off x="3553" y="1607"/>
              <a:ext cx="1968" cy="1116"/>
            </a:xfrm>
            <a:prstGeom prst="rect">
              <a:avLst/>
            </a:prstGeom>
            <a:noFill/>
            <a:ln w="9525">
              <a:noFill/>
              <a:miter lim="800000"/>
            </a:ln>
          </p:spPr>
          <p:txBody>
            <a:bodyPr>
              <a:spAutoFit/>
            </a:bodyPr>
            <a:lstStyle/>
            <a:p>
              <a:pPr>
                <a:lnSpc>
                  <a:spcPct val="135000"/>
                </a:lnSpc>
                <a:spcBef>
                  <a:spcPct val="50000"/>
                </a:spcBef>
              </a:pPr>
              <a:r>
                <a:rPr kumimoji="1" lang="zh-CN" altLang="en-US" sz="2800" b="1" dirty="0">
                  <a:solidFill>
                    <a:srgbClr val="003366"/>
                  </a:solidFill>
                  <a:latin typeface="Times New Roman" panose="02020603050405020304" pitchFamily="18" charset="0"/>
                </a:rPr>
                <a:t>棒沿</a:t>
              </a:r>
              <a:r>
                <a:rPr kumimoji="1" lang="zh-CN" altLang="en-US" sz="2800" b="1" i="1" dirty="0">
                  <a:solidFill>
                    <a:srgbClr val="003366"/>
                  </a:solidFill>
                  <a:latin typeface="Times New Roman" panose="02020603050405020304" pitchFamily="18" charset="0"/>
                </a:rPr>
                <a:t>       </a:t>
              </a:r>
              <a:r>
                <a:rPr kumimoji="1" lang="zh-CN" altLang="en-US" sz="2800" b="1" dirty="0">
                  <a:solidFill>
                    <a:srgbClr val="003366"/>
                  </a:solidFill>
                  <a:latin typeface="Times New Roman" panose="02020603050405020304" pitchFamily="18" charset="0"/>
                </a:rPr>
                <a:t>轴对    系静止放置</a:t>
              </a:r>
              <a:r>
                <a:rPr kumimoji="1" lang="en-US" altLang="zh-CN" sz="2800" b="1" dirty="0">
                  <a:solidFill>
                    <a:srgbClr val="003366"/>
                  </a:solidFill>
                  <a:latin typeface="Times New Roman" panose="02020603050405020304" pitchFamily="18" charset="0"/>
                </a:rPr>
                <a:t>,</a:t>
              </a:r>
              <a:r>
                <a:rPr kumimoji="1" lang="zh-CN" altLang="en-US" sz="2800" b="1" dirty="0">
                  <a:solidFill>
                    <a:srgbClr val="003366"/>
                  </a:solidFill>
                  <a:latin typeface="Times New Roman" panose="02020603050405020304" pitchFamily="18" charset="0"/>
                </a:rPr>
                <a:t>在    系中测得两端坐标</a:t>
              </a:r>
              <a:endParaRPr kumimoji="1" lang="zh-CN" altLang="en-US" sz="2800" b="1" dirty="0">
                <a:solidFill>
                  <a:srgbClr val="003366"/>
                </a:solidFill>
                <a:latin typeface="Times New Roman" panose="02020603050405020304" pitchFamily="18" charset="0"/>
              </a:endParaRPr>
            </a:p>
          </p:txBody>
        </p:sp>
        <p:graphicFrame>
          <p:nvGraphicFramePr>
            <p:cNvPr id="9268" name="Object 52"/>
            <p:cNvGraphicFramePr>
              <a:graphicFrameLocks noChangeAspect="1"/>
            </p:cNvGraphicFramePr>
            <p:nvPr/>
          </p:nvGraphicFramePr>
          <p:xfrm>
            <a:off x="4344" y="2386"/>
            <a:ext cx="608" cy="328"/>
          </p:xfrm>
          <a:graphic>
            <a:graphicData uri="http://schemas.openxmlformats.org/presentationml/2006/ole">
              <mc:AlternateContent xmlns:mc="http://schemas.openxmlformats.org/markup-compatibility/2006">
                <mc:Choice xmlns:v="urn:schemas-microsoft-com:vml" Requires="v">
                  <p:oleObj spid="_x0000_s17" name="Equation" r:id="rId33" imgW="4999990" imgH="3148330" progId="Equation.3">
                    <p:embed/>
                  </p:oleObj>
                </mc:Choice>
                <mc:Fallback>
                  <p:oleObj name="Equation" r:id="rId33" imgW="4999990" imgH="3148330" progId="Equation.3">
                    <p:embed/>
                    <p:pic>
                      <p:nvPicPr>
                        <p:cNvPr id="0" name="Object 5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344" y="2386"/>
                          <a:ext cx="608" cy="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71" name="Object 55"/>
            <p:cNvGraphicFramePr>
              <a:graphicFrameLocks noChangeAspect="1"/>
            </p:cNvGraphicFramePr>
            <p:nvPr/>
          </p:nvGraphicFramePr>
          <p:xfrm>
            <a:off x="3952" y="1705"/>
            <a:ext cx="404" cy="283"/>
          </p:xfrm>
          <a:graphic>
            <a:graphicData uri="http://schemas.openxmlformats.org/presentationml/2006/ole">
              <mc:AlternateContent xmlns:mc="http://schemas.openxmlformats.org/markup-compatibility/2006">
                <mc:Choice xmlns:v="urn:schemas-microsoft-com:vml" Requires="v">
                  <p:oleObj spid="_x0000_s18" name="Equation" r:id="rId35" imgW="3703955" imgH="2592705" progId="Equation.3">
                    <p:embed/>
                  </p:oleObj>
                </mc:Choice>
                <mc:Fallback>
                  <p:oleObj name="Equation" r:id="rId35" imgW="3703955" imgH="2592705" progId="Equation.3">
                    <p:embed/>
                    <p:pic>
                      <p:nvPicPr>
                        <p:cNvPr id="0" name="Object 55"/>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952" y="1705"/>
                          <a:ext cx="404" cy="283"/>
                        </a:xfrm>
                        <a:prstGeom prst="rect">
                          <a:avLst/>
                        </a:prstGeom>
                        <a:noFill/>
                      </p:spPr>
                    </p:pic>
                  </p:oleObj>
                </mc:Fallback>
              </mc:AlternateContent>
            </a:graphicData>
          </a:graphic>
        </p:graphicFrame>
        <p:graphicFrame>
          <p:nvGraphicFramePr>
            <p:cNvPr id="9272" name="Object 56"/>
            <p:cNvGraphicFramePr>
              <a:graphicFrameLocks noChangeAspect="1"/>
            </p:cNvGraphicFramePr>
            <p:nvPr/>
          </p:nvGraphicFramePr>
          <p:xfrm>
            <a:off x="4694" y="1660"/>
            <a:ext cx="258" cy="302"/>
          </p:xfrm>
          <a:graphic>
            <a:graphicData uri="http://schemas.openxmlformats.org/presentationml/2006/ole">
              <mc:AlternateContent xmlns:mc="http://schemas.openxmlformats.org/markup-compatibility/2006">
                <mc:Choice xmlns:v="urn:schemas-microsoft-com:vml" Requires="v">
                  <p:oleObj spid="_x0000_s19" name="Equation" r:id="rId37" imgW="2222500" imgH="2592705" progId="Equation.3">
                    <p:embed/>
                  </p:oleObj>
                </mc:Choice>
                <mc:Fallback>
                  <p:oleObj name="Equation" r:id="rId37" imgW="2222500" imgH="2592705" progId="Equation.3">
                    <p:embed/>
                    <p:pic>
                      <p:nvPicPr>
                        <p:cNvPr id="0" name="Object 56"/>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694" y="1660"/>
                          <a:ext cx="258" cy="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73" name="Object 57"/>
            <p:cNvGraphicFramePr>
              <a:graphicFrameLocks noChangeAspect="1"/>
            </p:cNvGraphicFramePr>
            <p:nvPr/>
          </p:nvGraphicFramePr>
          <p:xfrm>
            <a:off x="4218" y="2065"/>
            <a:ext cx="240" cy="280"/>
          </p:xfrm>
          <a:graphic>
            <a:graphicData uri="http://schemas.openxmlformats.org/presentationml/2006/ole">
              <mc:AlternateContent xmlns:mc="http://schemas.openxmlformats.org/markup-compatibility/2006">
                <mc:Choice xmlns:v="urn:schemas-microsoft-com:vml" Requires="v">
                  <p:oleObj spid="_x0000_s20" name="Equation" r:id="rId39" imgW="2222500" imgH="2592705" progId="Equation.3">
                    <p:embed/>
                  </p:oleObj>
                </mc:Choice>
                <mc:Fallback>
                  <p:oleObj name="Equation" r:id="rId39" imgW="2222500" imgH="2592705" progId="Equation.3">
                    <p:embed/>
                    <p:pic>
                      <p:nvPicPr>
                        <p:cNvPr id="0" name="Object 57"/>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218" y="2065"/>
                          <a:ext cx="240" cy="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1" name="Object 1024"/>
          <p:cNvGraphicFramePr>
            <a:graphicFrameLocks noChangeAspect="1"/>
          </p:cNvGraphicFramePr>
          <p:nvPr/>
        </p:nvGraphicFramePr>
        <p:xfrm>
          <a:off x="5728340" y="4027685"/>
          <a:ext cx="1966912" cy="647700"/>
        </p:xfrm>
        <a:graphic>
          <a:graphicData uri="http://schemas.openxmlformats.org/presentationml/2006/ole">
            <mc:AlternateContent xmlns:mc="http://schemas.openxmlformats.org/markup-compatibility/2006">
              <mc:Choice xmlns:v="urn:schemas-microsoft-com:vml" Requires="v">
                <p:oleObj spid="_x0000_s22" name="Equation" r:id="rId41" imgW="10000615" imgH="3333750" progId="Equation.3">
                  <p:embed/>
                </p:oleObj>
              </mc:Choice>
              <mc:Fallback>
                <p:oleObj name="Equation" r:id="rId41" imgW="10000615" imgH="3333750" progId="Equation.3">
                  <p:embed/>
                  <p:pic>
                    <p:nvPicPr>
                      <p:cNvPr id="0" name="Object 1024"/>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728340" y="4027685"/>
                        <a:ext cx="1966912"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5"/>
          <p:cNvSpPr>
            <a:spLocks noChangeArrowheads="1"/>
          </p:cNvSpPr>
          <p:nvPr/>
        </p:nvSpPr>
        <p:spPr bwMode="auto">
          <a:xfrm>
            <a:off x="5176761" y="3265475"/>
            <a:ext cx="3070071" cy="608372"/>
          </a:xfrm>
          <a:prstGeom prst="rect">
            <a:avLst/>
          </a:prstGeom>
          <a:noFill/>
          <a:ln w="9525">
            <a:noFill/>
            <a:miter lim="800000"/>
          </a:ln>
        </p:spPr>
        <p:txBody>
          <a:bodyPr wrap="none">
            <a:spAutoFit/>
          </a:bodyPr>
          <a:lstStyle/>
          <a:p>
            <a:pPr>
              <a:lnSpc>
                <a:spcPct val="135000"/>
              </a:lnSpc>
              <a:spcBef>
                <a:spcPct val="50000"/>
              </a:spcBef>
            </a:pPr>
            <a:r>
              <a:rPr kumimoji="1" lang="zh-CN" altLang="en-US" sz="2800" b="1" dirty="0">
                <a:solidFill>
                  <a:srgbClr val="003366"/>
                </a:solidFill>
                <a:latin typeface="Times New Roman" panose="02020603050405020304" pitchFamily="18" charset="0"/>
              </a:rPr>
              <a:t>则棒的</a:t>
            </a:r>
            <a:r>
              <a:rPr lang="zh-CN" altLang="en-US" sz="2800" b="1" dirty="0">
                <a:solidFill>
                  <a:srgbClr val="003366"/>
                </a:solidFill>
                <a:latin typeface="Times New Roman" panose="02020603050405020304" pitchFamily="18" charset="0"/>
              </a:rPr>
              <a:t>固有长度</a:t>
            </a:r>
            <a:r>
              <a:rPr kumimoji="1" lang="zh-CN" altLang="en-US" sz="2800" b="1" dirty="0">
                <a:solidFill>
                  <a:srgbClr val="003366"/>
                </a:solidFill>
                <a:latin typeface="Times New Roman" panose="02020603050405020304" pitchFamily="18" charset="0"/>
              </a:rPr>
              <a:t>为</a:t>
            </a:r>
            <a:endParaRPr kumimoji="1" lang="zh-CN" altLang="en-US" sz="2800" b="1" dirty="0">
              <a:solidFill>
                <a:srgbClr val="003366"/>
              </a:solidFill>
              <a:latin typeface="Times New Roman" panose="02020603050405020304" pitchFamily="18" charset="0"/>
            </a:endParaRPr>
          </a:p>
        </p:txBody>
      </p:sp>
      <p:sp>
        <p:nvSpPr>
          <p:cNvPr id="24" name="Text Box 8"/>
          <p:cNvSpPr txBox="1">
            <a:spLocks noChangeArrowheads="1"/>
          </p:cNvSpPr>
          <p:nvPr/>
        </p:nvSpPr>
        <p:spPr bwMode="auto">
          <a:xfrm>
            <a:off x="568767" y="4744042"/>
            <a:ext cx="7172325" cy="493148"/>
          </a:xfrm>
          <a:prstGeom prst="rect">
            <a:avLst/>
          </a:prstGeom>
          <a:noFill/>
          <a:ln w="9525">
            <a:noFill/>
            <a:miter lim="800000"/>
          </a:ln>
          <a:effectLst/>
        </p:spPr>
        <p:txBody>
          <a:bodyPr>
            <a:spAutoFit/>
          </a:bodyPr>
          <a:lstStyle/>
          <a:p>
            <a:pPr>
              <a:lnSpc>
                <a:spcPct val="120000"/>
              </a:lnSpc>
              <a:spcBef>
                <a:spcPct val="50000"/>
              </a:spcBef>
            </a:pPr>
            <a:r>
              <a:rPr lang="zh-CN" altLang="en-US" sz="2400" b="1" dirty="0">
                <a:solidFill>
                  <a:srgbClr val="FF0000"/>
                </a:solidFill>
                <a:latin typeface="Times New Roman" panose="02020603050405020304" pitchFamily="18" charset="0"/>
              </a:rPr>
              <a:t>固有长度：物体相对静止时所测得的长度 </a:t>
            </a:r>
            <a:r>
              <a:rPr lang="en-US" altLang="zh-CN" sz="2400" b="1" dirty="0">
                <a:solidFill>
                  <a:srgbClr val="FF0000"/>
                </a:solidFill>
                <a:latin typeface="Times New Roman" panose="02020603050405020304" pitchFamily="18" charset="0"/>
              </a:rPr>
              <a:t>.</a:t>
            </a:r>
            <a:r>
              <a:rPr lang="zh-CN" altLang="en-US" sz="2400" b="1" dirty="0">
                <a:solidFill>
                  <a:srgbClr val="FF0000"/>
                </a:solidFill>
                <a:latin typeface="Times New Roman" panose="02020603050405020304" pitchFamily="18" charset="0"/>
              </a:rPr>
              <a:t>（最长）</a:t>
            </a:r>
            <a:endParaRPr lang="zh-CN" altLang="en-US" sz="2400" b="1" dirty="0">
              <a:solidFill>
                <a:srgbClr val="FF0000"/>
              </a:solidFill>
              <a:latin typeface="Times New Roman" panose="02020603050405020304" pitchFamily="18" charset="0"/>
            </a:endParaRPr>
          </a:p>
        </p:txBody>
      </p:sp>
      <p:sp>
        <p:nvSpPr>
          <p:cNvPr id="25" name="文本框 24"/>
          <p:cNvSpPr txBox="1"/>
          <p:nvPr/>
        </p:nvSpPr>
        <p:spPr>
          <a:xfrm>
            <a:off x="590947" y="5546610"/>
            <a:ext cx="3981053" cy="523220"/>
          </a:xfrm>
          <a:prstGeom prst="rect">
            <a:avLst/>
          </a:prstGeom>
          <a:noFill/>
        </p:spPr>
        <p:txBody>
          <a:bodyPr wrap="square">
            <a:spAutoFit/>
          </a:bodyPr>
          <a:lstStyle/>
          <a:p>
            <a:r>
              <a:rPr kumimoji="1" lang="en-US" altLang="zh-CN" sz="2800" dirty="0">
                <a:solidFill>
                  <a:srgbClr val="003366"/>
                </a:solidFill>
                <a:latin typeface="Times New Roman" panose="02020603050405020304" pitchFamily="18" charset="0"/>
              </a:rPr>
              <a:t>S</a:t>
            </a:r>
            <a:r>
              <a:rPr kumimoji="1" lang="zh-CN" altLang="en-US" sz="2800" b="1" dirty="0">
                <a:solidFill>
                  <a:srgbClr val="003366"/>
                </a:solidFill>
                <a:latin typeface="Times New Roman" panose="02020603050405020304" pitchFamily="18" charset="0"/>
              </a:rPr>
              <a:t>系中测得棒长 </a:t>
            </a:r>
            <a:r>
              <a:rPr kumimoji="1" lang="en-US" altLang="zh-CN" sz="2800" i="1" dirty="0">
                <a:solidFill>
                  <a:srgbClr val="003366"/>
                </a:solidFill>
                <a:latin typeface="Times New Roman" panose="02020603050405020304" pitchFamily="18" charset="0"/>
              </a:rPr>
              <a:t>l</a:t>
            </a:r>
            <a:r>
              <a:rPr kumimoji="1" lang="en-US" altLang="zh-CN" sz="2800" dirty="0">
                <a:solidFill>
                  <a:srgbClr val="003366"/>
                </a:solidFill>
                <a:latin typeface="Times New Roman" panose="02020603050405020304" pitchFamily="18" charset="0"/>
              </a:rPr>
              <a:t>= </a:t>
            </a:r>
            <a:r>
              <a:rPr kumimoji="1" lang="en-US" altLang="zh-CN" sz="2800" i="1" dirty="0">
                <a:solidFill>
                  <a:srgbClr val="003366"/>
                </a:solidFill>
                <a:latin typeface="Times New Roman" panose="02020603050405020304" pitchFamily="18" charset="0"/>
              </a:rPr>
              <a:t>x</a:t>
            </a:r>
            <a:r>
              <a:rPr kumimoji="1" lang="en-US" altLang="zh-CN" sz="2800" baseline="-25000" dirty="0">
                <a:solidFill>
                  <a:srgbClr val="003366"/>
                </a:solidFill>
                <a:latin typeface="Times New Roman" panose="02020603050405020304" pitchFamily="18" charset="0"/>
              </a:rPr>
              <a:t>2</a:t>
            </a:r>
            <a:r>
              <a:rPr kumimoji="1" lang="en-US" altLang="zh-CN" sz="2800" dirty="0">
                <a:solidFill>
                  <a:srgbClr val="003366"/>
                </a:solidFill>
                <a:latin typeface="Times New Roman" panose="02020603050405020304" pitchFamily="18" charset="0"/>
              </a:rPr>
              <a:t> - </a:t>
            </a:r>
            <a:r>
              <a:rPr kumimoji="1" lang="en-US" altLang="zh-CN" sz="2800" i="1" dirty="0">
                <a:solidFill>
                  <a:srgbClr val="003366"/>
                </a:solidFill>
                <a:latin typeface="Times New Roman" panose="02020603050405020304" pitchFamily="18" charset="0"/>
              </a:rPr>
              <a:t>x</a:t>
            </a:r>
            <a:r>
              <a:rPr kumimoji="1" lang="en-US" altLang="zh-CN" sz="2800" baseline="-25000" dirty="0">
                <a:solidFill>
                  <a:srgbClr val="003366"/>
                </a:solidFill>
                <a:latin typeface="Times New Roman" panose="02020603050405020304" pitchFamily="18" charset="0"/>
              </a:rPr>
              <a:t>1</a:t>
            </a:r>
            <a:endParaRPr lang="zh-CN" altLang="en-US" sz="2800" dirty="0"/>
          </a:p>
        </p:txBody>
      </p:sp>
      <mc:AlternateContent xmlns:mc="http://schemas.openxmlformats.org/markup-compatibility/2006">
        <mc:Choice xmlns:a14="http://schemas.microsoft.com/office/drawing/2010/main" Requires="a14">
          <p:sp>
            <p:nvSpPr>
              <p:cNvPr id="26" name="Object 1024"/>
              <p:cNvSpPr txBox="1"/>
              <p:nvPr/>
            </p:nvSpPr>
            <p:spPr bwMode="auto">
              <a:xfrm>
                <a:off x="4695180" y="5383304"/>
                <a:ext cx="3765251" cy="1189632"/>
              </a:xfrm>
              <a:prstGeom prst="rect">
                <a:avLst/>
              </a:prstGeom>
              <a:noFill/>
            </p:spPr>
            <p:txBody>
              <a:bodyPr>
                <a:noAutofit/>
              </a:bodyPr>
              <a:lstStyle/>
              <a:p>
                <a14:m>
                  <m:oMathPara xmlns:m="http://schemas.openxmlformats.org/officeDocument/2006/math">
                    <m:oMathParaPr>
                      <m:jc m:val="left"/>
                    </m:oMathParaPr>
                    <m:oMath xmlns:m="http://schemas.openxmlformats.org/officeDocument/2006/math">
                      <m:sSub>
                        <m:sSubPr>
                          <m:ctrlPr>
                            <a:rPr lang="zh-CN" altLang="en-US" sz="2000" i="1" smtClean="0">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𝒍</m:t>
                          </m:r>
                        </m:e>
                        <m:sub>
                          <m:r>
                            <a:rPr lang="zh-CN" altLang="en-US" sz="2000" b="1" i="1">
                              <a:solidFill>
                                <a:srgbClr val="000000"/>
                              </a:solidFill>
                              <a:latin typeface="Cambria Math" panose="02040503050406030204" pitchFamily="18" charset="0"/>
                            </a:rPr>
                            <m:t>𝟎</m:t>
                          </m:r>
                        </m:sub>
                      </m:sSub>
                      <m:r>
                        <a:rPr lang="zh-CN" altLang="en-US" sz="2000" b="1"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𝒗𝒕</m:t>
                          </m:r>
                          <m:r>
                            <a:rPr lang="zh-CN" altLang="en-US" sz="2000" b="1"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𝒗𝒕</m:t>
                          </m:r>
                          <m:r>
                            <a:rPr lang="zh-CN" altLang="en-US" sz="2000" b="1" i="1">
                              <a:solidFill>
                                <a:srgbClr val="000000"/>
                              </a:solidFill>
                              <a:latin typeface="Cambria Math" panose="02040503050406030204" pitchFamily="18" charset="0"/>
                            </a:rPr>
                            <m:t>)</m:t>
                          </m:r>
                        </m:num>
                        <m:den>
                          <m:rad>
                            <m:radPr>
                              <m:degHide m:val="on"/>
                              <m:ctrlPr>
                                <a:rPr lang="zh-CN" altLang="en-US" sz="2000" i="1">
                                  <a:solidFill>
                                    <a:srgbClr val="000000"/>
                                  </a:solidFill>
                                  <a:latin typeface="Cambria Math" panose="02040503050406030204" pitchFamily="18" charset="0"/>
                                </a:rPr>
                              </m:ctrlPr>
                            </m:radPr>
                            <m:deg/>
                            <m:e>
                              <m:r>
                                <a:rPr lang="zh-CN" altLang="en-US" sz="2000" b="1" i="1">
                                  <a:solidFill>
                                    <a:srgbClr val="000000"/>
                                  </a:solidFill>
                                  <a:latin typeface="Cambria Math" panose="02040503050406030204" pitchFamily="18" charset="0"/>
                                </a:rPr>
                                <m:t>𝟏</m:t>
                              </m:r>
                              <m:r>
                                <a:rPr lang="zh-CN" altLang="en-US" sz="2000" b="1"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b="1" i="1">
                                          <a:solidFill>
                                            <a:srgbClr val="000000"/>
                                          </a:solidFill>
                                          <a:latin typeface="Cambria Math" panose="02040503050406030204" pitchFamily="18" charset="0"/>
                                        </a:rPr>
                                        <m:t>𝒗</m:t>
                                      </m:r>
                                    </m:e>
                                    <m:sup>
                                      <m:r>
                                        <a:rPr lang="zh-CN" altLang="en-US" sz="2000" b="1" i="1">
                                          <a:solidFill>
                                            <a:srgbClr val="000000"/>
                                          </a:solidFill>
                                          <a:latin typeface="Cambria Math" panose="02040503050406030204" pitchFamily="18" charset="0"/>
                                        </a:rPr>
                                        <m:t>𝟐</m:t>
                                      </m:r>
                                    </m:sup>
                                  </m:sSup>
                                </m:num>
                                <m:den>
                                  <m:sSup>
                                    <m:sSupPr>
                                      <m:ctrlPr>
                                        <a:rPr lang="zh-CN" altLang="en-US" sz="2000" i="1">
                                          <a:solidFill>
                                            <a:srgbClr val="000000"/>
                                          </a:solidFill>
                                          <a:latin typeface="Cambria Math" panose="02040503050406030204" pitchFamily="18" charset="0"/>
                                        </a:rPr>
                                      </m:ctrlPr>
                                    </m:sSupPr>
                                    <m:e>
                                      <m:r>
                                        <a:rPr lang="zh-CN" altLang="en-US" sz="2000" b="1" i="1">
                                          <a:solidFill>
                                            <a:srgbClr val="000000"/>
                                          </a:solidFill>
                                          <a:latin typeface="Cambria Math" panose="02040503050406030204" pitchFamily="18" charset="0"/>
                                        </a:rPr>
                                        <m:t>𝒄</m:t>
                                      </m:r>
                                    </m:e>
                                    <m:sup>
                                      <m:r>
                                        <a:rPr lang="zh-CN" altLang="en-US" sz="2000" b="1" i="1">
                                          <a:solidFill>
                                            <a:srgbClr val="000000"/>
                                          </a:solidFill>
                                          <a:latin typeface="Cambria Math" panose="02040503050406030204" pitchFamily="18" charset="0"/>
                                        </a:rPr>
                                        <m:t>𝟐</m:t>
                                      </m:r>
                                    </m:sup>
                                  </m:sSup>
                                </m:den>
                              </m:f>
                            </m:e>
                          </m:rad>
                        </m:den>
                      </m:f>
                      <m:r>
                        <a:rPr lang="en-US" altLang="zh-CN" sz="2000" b="1" i="1" smtClean="0">
                          <a:solidFill>
                            <a:srgbClr val="000000"/>
                          </a:solidFill>
                          <a:latin typeface="Cambria Math" panose="02040503050406030204" pitchFamily="18" charset="0"/>
                        </a:rPr>
                        <m:t>=</m:t>
                      </m:r>
                      <m:r>
                        <a:rPr lang="zh-CN" altLang="en-US" sz="2000" b="1" i="1" smtClean="0">
                          <a:solidFill>
                            <a:srgbClr val="000000"/>
                          </a:solidFill>
                          <a:latin typeface="Cambria Math" panose="02040503050406030204" pitchFamily="18" charset="0"/>
                        </a:rPr>
                        <m:t>𝜸</m:t>
                      </m:r>
                      <m:r>
                        <a:rPr lang="en-US" altLang="zh-CN" sz="2000" b="1" i="1" smtClean="0">
                          <a:solidFill>
                            <a:srgbClr val="000000"/>
                          </a:solidFill>
                          <a:latin typeface="Cambria Math" panose="02040503050406030204" pitchFamily="18" charset="0"/>
                        </a:rPr>
                        <m:t>𝒍</m:t>
                      </m:r>
                    </m:oMath>
                  </m:oMathPara>
                </a14:m>
                <a:endParaRPr lang="zh-CN" altLang="en-US" sz="2000" dirty="0"/>
              </a:p>
            </p:txBody>
          </p:sp>
        </mc:Choice>
        <mc:Fallback>
          <p:sp>
            <p:nvSpPr>
              <p:cNvPr id="26" name="Object 1024"/>
              <p:cNvSpPr txBox="1">
                <a:spLocks noRot="1" noChangeAspect="1" noMove="1" noResize="1" noEditPoints="1" noAdjustHandles="1" noChangeArrowheads="1" noChangeShapeType="1" noTextEdit="1"/>
              </p:cNvSpPr>
              <p:nvPr/>
            </p:nvSpPr>
            <p:spPr bwMode="auto">
              <a:xfrm>
                <a:off x="4695180" y="5383304"/>
                <a:ext cx="3765251" cy="1189632"/>
              </a:xfrm>
              <a:prstGeom prst="rect">
                <a:avLst/>
              </a:prstGeom>
              <a:blipFill rotWithShape="1">
                <a:blip r:embed="rId43"/>
                <a:stretch>
                  <a:fillRect l="-17" t="-34" r="9" b="-762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9" name="Rectangle 9"/>
          <p:cNvSpPr>
            <a:spLocks noChangeArrowheads="1"/>
          </p:cNvSpPr>
          <p:nvPr/>
        </p:nvSpPr>
        <p:spPr bwMode="auto">
          <a:xfrm>
            <a:off x="5638800" y="3346450"/>
            <a:ext cx="2286000" cy="2063750"/>
          </a:xfrm>
          <a:prstGeom prst="rect">
            <a:avLst/>
          </a:prstGeom>
          <a:noFill/>
          <a:ln w="9525">
            <a:noFill/>
            <a:miter lim="800000"/>
          </a:ln>
        </p:spPr>
        <p:txBody>
          <a:bodyPr>
            <a:spAutoFit/>
          </a:bodyPr>
          <a:lstStyle/>
          <a:p>
            <a:pPr>
              <a:lnSpc>
                <a:spcPct val="135000"/>
              </a:lnSpc>
              <a:spcBef>
                <a:spcPct val="50000"/>
              </a:spcBef>
            </a:pPr>
            <a:r>
              <a:rPr lang="zh-CN" altLang="en-US" sz="3200" b="1">
                <a:solidFill>
                  <a:srgbClr val="003366"/>
                </a:solidFill>
                <a:latin typeface="Times New Roman" panose="02020603050405020304" pitchFamily="18" charset="0"/>
              </a:rPr>
              <a:t>问 </a:t>
            </a:r>
            <a:r>
              <a:rPr kumimoji="1" lang="zh-CN" altLang="en-US" sz="3200" b="1">
                <a:solidFill>
                  <a:srgbClr val="003366"/>
                </a:solidFill>
                <a:latin typeface="Times New Roman" panose="02020603050405020304" pitchFamily="18" charset="0"/>
              </a:rPr>
              <a:t>  在</a:t>
            </a:r>
            <a:r>
              <a:rPr kumimoji="1" lang="en-US" altLang="zh-CN" sz="3200">
                <a:solidFill>
                  <a:srgbClr val="003366"/>
                </a:solidFill>
                <a:latin typeface="Times New Roman" panose="02020603050405020304" pitchFamily="18" charset="0"/>
              </a:rPr>
              <a:t>S</a:t>
            </a:r>
            <a:r>
              <a:rPr kumimoji="1" lang="zh-CN" altLang="en-US" sz="3200" b="1">
                <a:solidFill>
                  <a:srgbClr val="003366"/>
                </a:solidFill>
                <a:latin typeface="Times New Roman" panose="02020603050405020304" pitchFamily="18" charset="0"/>
              </a:rPr>
              <a:t>系中测得棒有多长</a:t>
            </a:r>
            <a:r>
              <a:rPr kumimoji="1" lang="en-US" altLang="zh-CN" sz="3200" b="1">
                <a:solidFill>
                  <a:srgbClr val="003366"/>
                </a:solidFill>
                <a:latin typeface="Times New Roman" panose="02020603050405020304" pitchFamily="18" charset="0"/>
              </a:rPr>
              <a:t>?</a:t>
            </a:r>
            <a:endParaRPr kumimoji="1" lang="en-US" altLang="zh-CN" sz="3200" b="1">
              <a:solidFill>
                <a:srgbClr val="003366"/>
              </a:solidFill>
              <a:latin typeface="Times New Roman" panose="02020603050405020304" pitchFamily="18" charset="0"/>
            </a:endParaRPr>
          </a:p>
        </p:txBody>
      </p:sp>
      <p:grpSp>
        <p:nvGrpSpPr>
          <p:cNvPr id="10337" name="Group 97"/>
          <p:cNvGrpSpPr/>
          <p:nvPr/>
        </p:nvGrpSpPr>
        <p:grpSpPr bwMode="auto">
          <a:xfrm>
            <a:off x="914400" y="3124200"/>
            <a:ext cx="4449763" cy="2913063"/>
            <a:chOff x="521" y="2160"/>
            <a:chExt cx="2688" cy="1680"/>
          </a:xfrm>
        </p:grpSpPr>
        <p:sp>
          <p:nvSpPr>
            <p:cNvPr id="10338" name="Rectangle 98"/>
            <p:cNvSpPr>
              <a:spLocks noChangeArrowheads="1"/>
            </p:cNvSpPr>
            <p:nvPr/>
          </p:nvSpPr>
          <p:spPr bwMode="auto">
            <a:xfrm>
              <a:off x="521" y="2160"/>
              <a:ext cx="2688" cy="1680"/>
            </a:xfrm>
            <a:prstGeom prst="rect">
              <a:avLst/>
            </a:prstGeom>
            <a:solidFill>
              <a:schemeClr val="bg1"/>
            </a:solidFill>
            <a:ln w="9525">
              <a:solidFill>
                <a:schemeClr val="tx2"/>
              </a:solidFill>
              <a:miter lim="800000"/>
            </a:ln>
            <a:effectLst/>
          </p:spPr>
          <p:txBody>
            <a:bodyPr wrap="none" anchor="ctr"/>
            <a:lstStyle/>
            <a:p>
              <a:endParaRPr lang="zh-CN" altLang="en-US"/>
            </a:p>
          </p:txBody>
        </p:sp>
        <p:sp>
          <p:nvSpPr>
            <p:cNvPr id="10339" name="Line 99"/>
            <p:cNvSpPr>
              <a:spLocks noChangeShapeType="1"/>
            </p:cNvSpPr>
            <p:nvPr/>
          </p:nvSpPr>
          <p:spPr bwMode="auto">
            <a:xfrm>
              <a:off x="966" y="3261"/>
              <a:ext cx="2147" cy="3"/>
            </a:xfrm>
            <a:prstGeom prst="line">
              <a:avLst/>
            </a:prstGeom>
            <a:noFill/>
            <a:ln w="19050">
              <a:solidFill>
                <a:schemeClr val="tx1"/>
              </a:solidFill>
              <a:round/>
              <a:headEnd type="none" w="sm" len="lg"/>
              <a:tailEnd type="triangle" w="sm" len="lg"/>
            </a:ln>
            <a:effectLst/>
          </p:spPr>
          <p:txBody>
            <a:bodyPr wrap="none" anchor="ctr"/>
            <a:lstStyle/>
            <a:p>
              <a:endParaRPr lang="zh-CN" altLang="en-US"/>
            </a:p>
          </p:txBody>
        </p:sp>
        <p:sp>
          <p:nvSpPr>
            <p:cNvPr id="10340" name="Line 100"/>
            <p:cNvSpPr>
              <a:spLocks noChangeShapeType="1"/>
            </p:cNvSpPr>
            <p:nvPr/>
          </p:nvSpPr>
          <p:spPr bwMode="auto">
            <a:xfrm flipV="1">
              <a:off x="966" y="2388"/>
              <a:ext cx="0" cy="873"/>
            </a:xfrm>
            <a:prstGeom prst="line">
              <a:avLst/>
            </a:prstGeom>
            <a:noFill/>
            <a:ln w="19050">
              <a:solidFill>
                <a:schemeClr val="tx1"/>
              </a:solidFill>
              <a:round/>
              <a:headEnd type="none" w="sm" len="lg"/>
              <a:tailEnd type="triangle" w="sm" len="lg"/>
            </a:ln>
            <a:effectLst/>
          </p:spPr>
          <p:txBody>
            <a:bodyPr wrap="none" anchor="ctr"/>
            <a:lstStyle/>
            <a:p>
              <a:endParaRPr lang="zh-CN" altLang="en-US"/>
            </a:p>
          </p:txBody>
        </p:sp>
        <p:sp>
          <p:nvSpPr>
            <p:cNvPr id="10341" name="Line 101"/>
            <p:cNvSpPr>
              <a:spLocks noChangeShapeType="1"/>
            </p:cNvSpPr>
            <p:nvPr/>
          </p:nvSpPr>
          <p:spPr bwMode="auto">
            <a:xfrm flipH="1">
              <a:off x="713" y="3261"/>
              <a:ext cx="253" cy="327"/>
            </a:xfrm>
            <a:prstGeom prst="line">
              <a:avLst/>
            </a:prstGeom>
            <a:noFill/>
            <a:ln w="28575">
              <a:solidFill>
                <a:schemeClr val="tx1"/>
              </a:solidFill>
              <a:round/>
              <a:headEnd type="none" w="sm" len="lg"/>
              <a:tailEnd type="triangle" w="sm" len="lg"/>
            </a:ln>
            <a:effectLst/>
          </p:spPr>
          <p:txBody>
            <a:bodyPr wrap="none" anchor="ctr"/>
            <a:lstStyle/>
            <a:p>
              <a:endParaRPr lang="zh-CN" altLang="en-US"/>
            </a:p>
          </p:txBody>
        </p:sp>
        <p:graphicFrame>
          <p:nvGraphicFramePr>
            <p:cNvPr id="93185" name="Object 1025"/>
            <p:cNvGraphicFramePr>
              <a:graphicFrameLocks noChangeAspect="1"/>
            </p:cNvGraphicFramePr>
            <p:nvPr/>
          </p:nvGraphicFramePr>
          <p:xfrm>
            <a:off x="2873" y="3312"/>
            <a:ext cx="202" cy="219"/>
          </p:xfrm>
          <a:graphic>
            <a:graphicData uri="http://schemas.openxmlformats.org/presentationml/2006/ole">
              <mc:AlternateContent xmlns:mc="http://schemas.openxmlformats.org/markup-compatibility/2006">
                <mc:Choice xmlns:v="urn:schemas-microsoft-com:vml" Requires="v">
                  <p:oleObj spid="_x0000_s0" name="公式" r:id="rId1" imgW="4267200" imgH="4572000" progId="Equation.3">
                    <p:embed/>
                  </p:oleObj>
                </mc:Choice>
                <mc:Fallback>
                  <p:oleObj name="公式" r:id="rId1" imgW="4267200" imgH="4572000" progId="Equation.3">
                    <p:embed/>
                    <p:pic>
                      <p:nvPicPr>
                        <p:cNvPr id="0" name="Object 1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 y="3312"/>
                          <a:ext cx="202" cy="2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86" name="Object 1026"/>
            <p:cNvGraphicFramePr>
              <a:graphicFrameLocks noChangeAspect="1"/>
            </p:cNvGraphicFramePr>
            <p:nvPr/>
          </p:nvGraphicFramePr>
          <p:xfrm>
            <a:off x="1003" y="2352"/>
            <a:ext cx="198" cy="249"/>
          </p:xfrm>
          <a:graphic>
            <a:graphicData uri="http://schemas.openxmlformats.org/presentationml/2006/ole">
              <mc:AlternateContent xmlns:mc="http://schemas.openxmlformats.org/markup-compatibility/2006">
                <mc:Choice xmlns:v="urn:schemas-microsoft-com:vml" Requires="v">
                  <p:oleObj spid="_x0000_s2" name="公式" r:id="rId3" imgW="4572000" imgH="5791200" progId="Equation.3">
                    <p:embed/>
                  </p:oleObj>
                </mc:Choice>
                <mc:Fallback>
                  <p:oleObj name="公式" r:id="rId3" imgW="4572000" imgH="5791200" progId="Equation.3">
                    <p:embed/>
                    <p:pic>
                      <p:nvPicPr>
                        <p:cNvPr id="0" name="Object 10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3" y="2352"/>
                          <a:ext cx="198" cy="2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87" name="Object 1027"/>
            <p:cNvGraphicFramePr>
              <a:graphicFrameLocks noChangeAspect="1"/>
            </p:cNvGraphicFramePr>
            <p:nvPr/>
          </p:nvGraphicFramePr>
          <p:xfrm>
            <a:off x="950" y="3236"/>
            <a:ext cx="177" cy="205"/>
          </p:xfrm>
          <a:graphic>
            <a:graphicData uri="http://schemas.openxmlformats.org/presentationml/2006/ole">
              <mc:AlternateContent xmlns:mc="http://schemas.openxmlformats.org/markup-compatibility/2006">
                <mc:Choice xmlns:v="urn:schemas-microsoft-com:vml" Requires="v">
                  <p:oleObj spid="_x0000_s3" name="Equation" r:id="rId5" imgW="3962400" imgH="4572000" progId="Equation.3">
                    <p:embed/>
                  </p:oleObj>
                </mc:Choice>
                <mc:Fallback>
                  <p:oleObj name="Equation" r:id="rId5" imgW="3962400" imgH="4572000" progId="Equation.3">
                    <p:embed/>
                    <p:pic>
                      <p:nvPicPr>
                        <p:cNvPr id="0" name="Object 10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0" y="3236"/>
                          <a:ext cx="177" cy="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88" name="Object 1028"/>
            <p:cNvGraphicFramePr>
              <a:graphicFrameLocks noChangeAspect="1"/>
            </p:cNvGraphicFramePr>
            <p:nvPr/>
          </p:nvGraphicFramePr>
          <p:xfrm>
            <a:off x="785" y="3530"/>
            <a:ext cx="168" cy="166"/>
          </p:xfrm>
          <a:graphic>
            <a:graphicData uri="http://schemas.openxmlformats.org/presentationml/2006/ole">
              <mc:AlternateContent xmlns:mc="http://schemas.openxmlformats.org/markup-compatibility/2006">
                <mc:Choice xmlns:v="urn:schemas-microsoft-com:vml" Requires="v">
                  <p:oleObj spid="_x0000_s4" name="公式" r:id="rId7" imgW="3962400" imgH="3962400" progId="Equation.3">
                    <p:embed/>
                  </p:oleObj>
                </mc:Choice>
                <mc:Fallback>
                  <p:oleObj name="公式" r:id="rId7" imgW="3962400" imgH="3962400" progId="Equation.3">
                    <p:embed/>
                    <p:pic>
                      <p:nvPicPr>
                        <p:cNvPr id="0" name="Object 10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 y="3530"/>
                          <a:ext cx="168" cy="1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89" name="Object 1029"/>
            <p:cNvGraphicFramePr>
              <a:graphicFrameLocks noChangeAspect="1"/>
            </p:cNvGraphicFramePr>
            <p:nvPr/>
          </p:nvGraphicFramePr>
          <p:xfrm>
            <a:off x="761" y="2640"/>
            <a:ext cx="168" cy="240"/>
          </p:xfrm>
          <a:graphic>
            <a:graphicData uri="http://schemas.openxmlformats.org/presentationml/2006/ole">
              <mc:AlternateContent xmlns:mc="http://schemas.openxmlformats.org/markup-compatibility/2006">
                <mc:Choice xmlns:v="urn:schemas-microsoft-com:vml" Requires="v">
                  <p:oleObj spid="_x0000_s5" name="Equation" r:id="rId9" imgW="3657600" imgH="5181600" progId="Equation.3">
                    <p:embed/>
                  </p:oleObj>
                </mc:Choice>
                <mc:Fallback>
                  <p:oleObj name="Equation" r:id="rId9" imgW="3657600" imgH="5181600" progId="Equation.3">
                    <p:embed/>
                    <p:pic>
                      <p:nvPicPr>
                        <p:cNvPr id="0" name="Object 10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1" y="2640"/>
                          <a:ext cx="16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90" name="Object 1030"/>
            <p:cNvGraphicFramePr>
              <a:graphicFrameLocks noChangeAspect="1"/>
            </p:cNvGraphicFramePr>
            <p:nvPr/>
          </p:nvGraphicFramePr>
          <p:xfrm>
            <a:off x="1481" y="2832"/>
            <a:ext cx="313" cy="392"/>
          </p:xfrm>
          <a:graphic>
            <a:graphicData uri="http://schemas.openxmlformats.org/presentationml/2006/ole">
              <mc:AlternateContent xmlns:mc="http://schemas.openxmlformats.org/markup-compatibility/2006">
                <mc:Choice xmlns:v="urn:schemas-microsoft-com:vml" Requires="v">
                  <p:oleObj spid="_x0000_s6" name="Equation" r:id="rId11" imgW="7315200" imgH="9144000" progId="Equation.3">
                    <p:embed/>
                  </p:oleObj>
                </mc:Choice>
                <mc:Fallback>
                  <p:oleObj name="Equation" r:id="rId11" imgW="7315200" imgH="9144000" progId="Equation.3">
                    <p:embed/>
                    <p:pic>
                      <p:nvPicPr>
                        <p:cNvPr id="0" name="Object 10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81" y="2832"/>
                          <a:ext cx="313" cy="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91" name="Object 1031"/>
            <p:cNvGraphicFramePr>
              <a:graphicFrameLocks noChangeAspect="1"/>
            </p:cNvGraphicFramePr>
            <p:nvPr/>
          </p:nvGraphicFramePr>
          <p:xfrm>
            <a:off x="2416" y="2784"/>
            <a:ext cx="353" cy="424"/>
          </p:xfrm>
          <a:graphic>
            <a:graphicData uri="http://schemas.openxmlformats.org/presentationml/2006/ole">
              <mc:AlternateContent xmlns:mc="http://schemas.openxmlformats.org/markup-compatibility/2006">
                <mc:Choice xmlns:v="urn:schemas-microsoft-com:vml" Requires="v">
                  <p:oleObj spid="_x0000_s7" name="Equation" r:id="rId13" imgW="7620000" imgH="9144000" progId="Equation.3">
                    <p:embed/>
                  </p:oleObj>
                </mc:Choice>
                <mc:Fallback>
                  <p:oleObj name="Equation" r:id="rId13" imgW="7620000" imgH="9144000" progId="Equation.3">
                    <p:embed/>
                    <p:pic>
                      <p:nvPicPr>
                        <p:cNvPr id="0" name="Object 10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16" y="2784"/>
                          <a:ext cx="353" cy="4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9" name="Line 109"/>
            <p:cNvSpPr>
              <a:spLocks noChangeShapeType="1"/>
            </p:cNvSpPr>
            <p:nvPr/>
          </p:nvSpPr>
          <p:spPr bwMode="auto">
            <a:xfrm flipV="1">
              <a:off x="1769" y="2880"/>
              <a:ext cx="0" cy="288"/>
            </a:xfrm>
            <a:prstGeom prst="line">
              <a:avLst/>
            </a:prstGeom>
            <a:noFill/>
            <a:ln w="12700">
              <a:solidFill>
                <a:schemeClr val="tx1"/>
              </a:solidFill>
              <a:prstDash val="dash"/>
              <a:round/>
              <a:headEnd type="none" w="sm" len="lg"/>
              <a:tailEnd type="none" w="sm" len="lg"/>
            </a:ln>
            <a:effectLst/>
          </p:spPr>
          <p:txBody>
            <a:bodyPr wrap="none" anchor="ctr"/>
            <a:lstStyle/>
            <a:p>
              <a:endParaRPr lang="zh-CN" altLang="en-US"/>
            </a:p>
          </p:txBody>
        </p:sp>
        <p:sp>
          <p:nvSpPr>
            <p:cNvPr id="10350" name="Line 110"/>
            <p:cNvSpPr>
              <a:spLocks noChangeShapeType="1"/>
            </p:cNvSpPr>
            <p:nvPr/>
          </p:nvSpPr>
          <p:spPr bwMode="auto">
            <a:xfrm flipV="1">
              <a:off x="2441" y="2880"/>
              <a:ext cx="0" cy="288"/>
            </a:xfrm>
            <a:prstGeom prst="line">
              <a:avLst/>
            </a:prstGeom>
            <a:noFill/>
            <a:ln w="12700">
              <a:solidFill>
                <a:schemeClr val="tx1"/>
              </a:solidFill>
              <a:prstDash val="dash"/>
              <a:round/>
              <a:headEnd type="none" w="sm" len="lg"/>
              <a:tailEnd type="none" w="sm" len="lg"/>
            </a:ln>
            <a:effectLst/>
          </p:spPr>
          <p:txBody>
            <a:bodyPr wrap="none" anchor="ctr"/>
            <a:lstStyle/>
            <a:p>
              <a:endParaRPr lang="zh-CN" altLang="en-US"/>
            </a:p>
          </p:txBody>
        </p:sp>
        <p:sp>
          <p:nvSpPr>
            <p:cNvPr id="10351" name="Line 111"/>
            <p:cNvSpPr>
              <a:spLocks noChangeShapeType="1"/>
            </p:cNvSpPr>
            <p:nvPr/>
          </p:nvSpPr>
          <p:spPr bwMode="auto">
            <a:xfrm>
              <a:off x="1769" y="2976"/>
              <a:ext cx="672" cy="0"/>
            </a:xfrm>
            <a:prstGeom prst="line">
              <a:avLst/>
            </a:prstGeom>
            <a:noFill/>
            <a:ln w="19050">
              <a:solidFill>
                <a:srgbClr val="FF0066"/>
              </a:solidFill>
              <a:prstDash val="dash"/>
              <a:round/>
              <a:headEnd type="triangle" w="sm" len="lg"/>
              <a:tailEnd type="triangle" w="sm" len="lg"/>
            </a:ln>
            <a:effectLst/>
          </p:spPr>
          <p:txBody>
            <a:bodyPr wrap="none" anchor="ctr"/>
            <a:lstStyle/>
            <a:p>
              <a:endParaRPr lang="zh-CN" altLang="en-US"/>
            </a:p>
          </p:txBody>
        </p:sp>
        <p:graphicFrame>
          <p:nvGraphicFramePr>
            <p:cNvPr id="93192" name="Object 1032"/>
            <p:cNvGraphicFramePr>
              <a:graphicFrameLocks noChangeAspect="1"/>
            </p:cNvGraphicFramePr>
            <p:nvPr/>
          </p:nvGraphicFramePr>
          <p:xfrm>
            <a:off x="2057" y="2640"/>
            <a:ext cx="148" cy="364"/>
          </p:xfrm>
          <a:graphic>
            <a:graphicData uri="http://schemas.openxmlformats.org/presentationml/2006/ole">
              <mc:AlternateContent xmlns:mc="http://schemas.openxmlformats.org/markup-compatibility/2006">
                <mc:Choice xmlns:v="urn:schemas-microsoft-com:vml" Requires="v">
                  <p:oleObj spid="_x0000_s8" name="公式" r:id="rId15" imgW="4267200" imgH="7924800" progId="Equation.3">
                    <p:embed/>
                  </p:oleObj>
                </mc:Choice>
                <mc:Fallback>
                  <p:oleObj name="公式" r:id="rId15" imgW="4267200" imgH="7924800" progId="Equation.3">
                    <p:embed/>
                    <p:pic>
                      <p:nvPicPr>
                        <p:cNvPr id="0" name="Object 10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57" y="2640"/>
                          <a:ext cx="148" cy="3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93" name="Object 1033"/>
            <p:cNvGraphicFramePr>
              <a:graphicFrameLocks noChangeAspect="1"/>
            </p:cNvGraphicFramePr>
            <p:nvPr/>
          </p:nvGraphicFramePr>
          <p:xfrm>
            <a:off x="1486" y="2229"/>
            <a:ext cx="212" cy="316"/>
          </p:xfrm>
          <a:graphic>
            <a:graphicData uri="http://schemas.openxmlformats.org/presentationml/2006/ole">
              <mc:AlternateContent xmlns:mc="http://schemas.openxmlformats.org/markup-compatibility/2006">
                <mc:Choice xmlns:v="urn:schemas-microsoft-com:vml" Requires="v">
                  <p:oleObj spid="_x0000_s9" name="Equation" r:id="rId17" imgW="5486400" imgH="7010400" progId="Equation.3">
                    <p:embed/>
                  </p:oleObj>
                </mc:Choice>
                <mc:Fallback>
                  <p:oleObj name="Equation" r:id="rId17" imgW="5486400" imgH="7010400" progId="Equation.3">
                    <p:embed/>
                    <p:pic>
                      <p:nvPicPr>
                        <p:cNvPr id="0" name="Object 10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86" y="2229"/>
                          <a:ext cx="212" cy="3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54" name="Line 114"/>
            <p:cNvSpPr>
              <a:spLocks noChangeShapeType="1"/>
            </p:cNvSpPr>
            <p:nvPr/>
          </p:nvSpPr>
          <p:spPr bwMode="auto">
            <a:xfrm flipV="1">
              <a:off x="1433" y="2400"/>
              <a:ext cx="0" cy="862"/>
            </a:xfrm>
            <a:prstGeom prst="line">
              <a:avLst/>
            </a:prstGeom>
            <a:noFill/>
            <a:ln w="19050">
              <a:solidFill>
                <a:schemeClr val="tx1"/>
              </a:solidFill>
              <a:round/>
              <a:headEnd type="none" w="sm" len="lg"/>
              <a:tailEnd type="triangle" w="sm" len="lg"/>
            </a:ln>
            <a:effectLst/>
          </p:spPr>
          <p:txBody>
            <a:bodyPr wrap="none" anchor="ctr"/>
            <a:lstStyle/>
            <a:p>
              <a:endParaRPr lang="zh-CN" altLang="en-US"/>
            </a:p>
          </p:txBody>
        </p:sp>
        <p:sp>
          <p:nvSpPr>
            <p:cNvPr id="10355" name="Line 115"/>
            <p:cNvSpPr>
              <a:spLocks noChangeShapeType="1"/>
            </p:cNvSpPr>
            <p:nvPr/>
          </p:nvSpPr>
          <p:spPr bwMode="auto">
            <a:xfrm flipH="1">
              <a:off x="1193" y="3264"/>
              <a:ext cx="240" cy="338"/>
            </a:xfrm>
            <a:prstGeom prst="line">
              <a:avLst/>
            </a:prstGeom>
            <a:noFill/>
            <a:ln w="28575">
              <a:solidFill>
                <a:schemeClr val="tx1"/>
              </a:solidFill>
              <a:round/>
              <a:headEnd type="none" w="sm" len="lg"/>
              <a:tailEnd type="triangle" w="sm" len="lg"/>
            </a:ln>
            <a:effectLst/>
          </p:spPr>
          <p:txBody>
            <a:bodyPr wrap="none" anchor="ctr"/>
            <a:lstStyle/>
            <a:p>
              <a:endParaRPr lang="zh-CN" altLang="en-US"/>
            </a:p>
          </p:txBody>
        </p:sp>
        <p:sp>
          <p:nvSpPr>
            <p:cNvPr id="10356" name="Line 116"/>
            <p:cNvSpPr>
              <a:spLocks noChangeShapeType="1"/>
            </p:cNvSpPr>
            <p:nvPr/>
          </p:nvSpPr>
          <p:spPr bwMode="auto">
            <a:xfrm>
              <a:off x="1433" y="2640"/>
              <a:ext cx="293" cy="0"/>
            </a:xfrm>
            <a:prstGeom prst="line">
              <a:avLst/>
            </a:prstGeom>
            <a:noFill/>
            <a:ln w="28575">
              <a:solidFill>
                <a:srgbClr val="0000FF"/>
              </a:solidFill>
              <a:round/>
              <a:headEnd type="none" w="sm" len="lg"/>
              <a:tailEnd type="triangle" w="sm" len="lg"/>
            </a:ln>
            <a:effectLst/>
          </p:spPr>
          <p:txBody>
            <a:bodyPr wrap="none" anchor="ctr"/>
            <a:lstStyle/>
            <a:p>
              <a:endParaRPr lang="zh-CN" altLang="en-US"/>
            </a:p>
          </p:txBody>
        </p:sp>
        <p:graphicFrame>
          <p:nvGraphicFramePr>
            <p:cNvPr id="93194" name="Object 1034"/>
            <p:cNvGraphicFramePr>
              <a:graphicFrameLocks noChangeAspect="1"/>
            </p:cNvGraphicFramePr>
            <p:nvPr/>
          </p:nvGraphicFramePr>
          <p:xfrm>
            <a:off x="2866" y="2976"/>
            <a:ext cx="247" cy="247"/>
          </p:xfrm>
          <a:graphic>
            <a:graphicData uri="http://schemas.openxmlformats.org/presentationml/2006/ole">
              <mc:AlternateContent xmlns:mc="http://schemas.openxmlformats.org/markup-compatibility/2006">
                <mc:Choice xmlns:v="urn:schemas-microsoft-com:vml" Requires="v">
                  <p:oleObj spid="_x0000_s10" name="Equation" r:id="rId19" imgW="5181600" imgH="5791200" progId="Equation.3">
                    <p:embed/>
                  </p:oleObj>
                </mc:Choice>
                <mc:Fallback>
                  <p:oleObj name="Equation" r:id="rId19" imgW="5181600" imgH="5791200" progId="Equation.3">
                    <p:embed/>
                    <p:pic>
                      <p:nvPicPr>
                        <p:cNvPr id="0" name="Object 10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66" y="2976"/>
                          <a:ext cx="247" cy="2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95" name="Object 1035"/>
            <p:cNvGraphicFramePr>
              <a:graphicFrameLocks noChangeAspect="1"/>
            </p:cNvGraphicFramePr>
            <p:nvPr/>
          </p:nvGraphicFramePr>
          <p:xfrm>
            <a:off x="1721" y="2448"/>
            <a:ext cx="221" cy="292"/>
          </p:xfrm>
          <a:graphic>
            <a:graphicData uri="http://schemas.openxmlformats.org/presentationml/2006/ole">
              <mc:AlternateContent xmlns:mc="http://schemas.openxmlformats.org/markup-compatibility/2006">
                <mc:Choice xmlns:v="urn:schemas-microsoft-com:vml" Requires="v">
                  <p:oleObj spid="_x0000_s11" name="Equation" r:id="rId21" imgW="4267200" imgH="5486400" progId="Equation.3">
                    <p:embed/>
                  </p:oleObj>
                </mc:Choice>
                <mc:Fallback>
                  <p:oleObj name="Equation" r:id="rId21" imgW="4267200" imgH="5486400" progId="Equation.3">
                    <p:embed/>
                    <p:pic>
                      <p:nvPicPr>
                        <p:cNvPr id="0" name="Object 10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21" y="2448"/>
                          <a:ext cx="221"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96" name="Object 1036"/>
            <p:cNvGraphicFramePr>
              <a:graphicFrameLocks noChangeAspect="1"/>
            </p:cNvGraphicFramePr>
            <p:nvPr/>
          </p:nvGraphicFramePr>
          <p:xfrm>
            <a:off x="1385" y="3264"/>
            <a:ext cx="184" cy="225"/>
          </p:xfrm>
          <a:graphic>
            <a:graphicData uri="http://schemas.openxmlformats.org/presentationml/2006/ole">
              <mc:AlternateContent xmlns:mc="http://schemas.openxmlformats.org/markup-compatibility/2006">
                <mc:Choice xmlns:v="urn:schemas-microsoft-com:vml" Requires="v">
                  <p:oleObj spid="_x0000_s12" name="Equation" r:id="rId23" imgW="4876800" imgH="5791200" progId="Equation.3">
                    <p:embed/>
                  </p:oleObj>
                </mc:Choice>
                <mc:Fallback>
                  <p:oleObj name="Equation" r:id="rId23" imgW="4876800" imgH="5791200" progId="Equation.3">
                    <p:embed/>
                    <p:pic>
                      <p:nvPicPr>
                        <p:cNvPr id="0" name="Object 10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85" y="3264"/>
                          <a:ext cx="184" cy="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97" name="Object 1037"/>
            <p:cNvGraphicFramePr>
              <a:graphicFrameLocks noChangeAspect="1"/>
            </p:cNvGraphicFramePr>
            <p:nvPr/>
          </p:nvGraphicFramePr>
          <p:xfrm>
            <a:off x="1241" y="3447"/>
            <a:ext cx="208" cy="239"/>
          </p:xfrm>
          <a:graphic>
            <a:graphicData uri="http://schemas.openxmlformats.org/presentationml/2006/ole">
              <mc:AlternateContent xmlns:mc="http://schemas.openxmlformats.org/markup-compatibility/2006">
                <mc:Choice xmlns:v="urn:schemas-microsoft-com:vml" Requires="v">
                  <p:oleObj spid="_x0000_s13" name="Equation" r:id="rId25" imgW="4876800" imgH="5486400" progId="Equation.3">
                    <p:embed/>
                  </p:oleObj>
                </mc:Choice>
                <mc:Fallback>
                  <p:oleObj name="Equation" r:id="rId25" imgW="4876800" imgH="5486400" progId="Equation.3">
                    <p:embed/>
                    <p:pic>
                      <p:nvPicPr>
                        <p:cNvPr id="0" name="Object 103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241" y="3447"/>
                          <a:ext cx="208"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98" name="Object 1038"/>
            <p:cNvGraphicFramePr>
              <a:graphicFrameLocks noChangeAspect="1"/>
            </p:cNvGraphicFramePr>
            <p:nvPr/>
          </p:nvGraphicFramePr>
          <p:xfrm>
            <a:off x="1193" y="2592"/>
            <a:ext cx="215" cy="299"/>
          </p:xfrm>
          <a:graphic>
            <a:graphicData uri="http://schemas.openxmlformats.org/presentationml/2006/ole">
              <mc:AlternateContent xmlns:mc="http://schemas.openxmlformats.org/markup-compatibility/2006">
                <mc:Choice xmlns:v="urn:schemas-microsoft-com:vml" Requires="v">
                  <p:oleObj spid="_x0000_s14" name="Equation" r:id="rId27" imgW="4876800" imgH="6705600" progId="Equation.3">
                    <p:embed/>
                  </p:oleObj>
                </mc:Choice>
                <mc:Fallback>
                  <p:oleObj name="Equation" r:id="rId27" imgW="4876800" imgH="6705600" progId="Equation.3">
                    <p:embed/>
                    <p:pic>
                      <p:nvPicPr>
                        <p:cNvPr id="0" name="Object 103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193" y="2592"/>
                          <a:ext cx="215" cy="2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62" name="Rectangle 122" descr="深色竖线"/>
            <p:cNvSpPr>
              <a:spLocks noChangeArrowheads="1"/>
            </p:cNvSpPr>
            <p:nvPr/>
          </p:nvSpPr>
          <p:spPr bwMode="auto">
            <a:xfrm>
              <a:off x="1769" y="3168"/>
              <a:ext cx="672" cy="96"/>
            </a:xfrm>
            <a:prstGeom prst="rect">
              <a:avLst/>
            </a:prstGeom>
            <a:pattFill prst="dkVert">
              <a:fgClr>
                <a:srgbClr val="CC0000"/>
              </a:fgClr>
              <a:bgClr>
                <a:srgbClr val="FFCCFF"/>
              </a:bgClr>
            </a:pattFill>
            <a:ln w="9525">
              <a:solidFill>
                <a:schemeClr val="tx1"/>
              </a:solidFill>
              <a:miter lim="800000"/>
            </a:ln>
            <a:effectLst/>
          </p:spPr>
          <p:txBody>
            <a:bodyPr wrap="none" anchor="ctr"/>
            <a:lstStyle/>
            <a:p>
              <a:endParaRPr lang="zh-CN" altLang="en-US"/>
            </a:p>
          </p:txBody>
        </p:sp>
        <p:sp>
          <p:nvSpPr>
            <p:cNvPr id="10363" name="Line 123"/>
            <p:cNvSpPr>
              <a:spLocks noChangeShapeType="1"/>
            </p:cNvSpPr>
            <p:nvPr/>
          </p:nvSpPr>
          <p:spPr bwMode="auto">
            <a:xfrm>
              <a:off x="1433" y="3264"/>
              <a:ext cx="1680" cy="0"/>
            </a:xfrm>
            <a:prstGeom prst="line">
              <a:avLst/>
            </a:prstGeom>
            <a:noFill/>
            <a:ln w="19050">
              <a:solidFill>
                <a:schemeClr val="tx1"/>
              </a:solidFill>
              <a:round/>
              <a:headEnd type="none" w="sm" len="lg"/>
              <a:tailEnd type="triangle" w="sm" len="lg"/>
            </a:ln>
            <a:effectLst/>
          </p:spPr>
          <p:txBody>
            <a:bodyPr>
              <a:spAutoFit/>
            </a:bodyPr>
            <a:lstStyle/>
            <a:p>
              <a:endParaRPr lang="zh-CN" altLang="en-US"/>
            </a:p>
          </p:txBody>
        </p:sp>
        <p:graphicFrame>
          <p:nvGraphicFramePr>
            <p:cNvPr id="93199" name="Object 1039"/>
            <p:cNvGraphicFramePr>
              <a:graphicFrameLocks noChangeAspect="1"/>
            </p:cNvGraphicFramePr>
            <p:nvPr/>
          </p:nvGraphicFramePr>
          <p:xfrm>
            <a:off x="1625" y="3236"/>
            <a:ext cx="279" cy="340"/>
          </p:xfrm>
          <a:graphic>
            <a:graphicData uri="http://schemas.openxmlformats.org/presentationml/2006/ole">
              <mc:AlternateContent xmlns:mc="http://schemas.openxmlformats.org/markup-compatibility/2006">
                <mc:Choice xmlns:v="urn:schemas-microsoft-com:vml" Requires="v">
                  <p:oleObj spid="_x0000_s15" name="Equation" r:id="rId29" imgW="5181600" imgH="7620000" progId="Equation.3">
                    <p:embed/>
                  </p:oleObj>
                </mc:Choice>
                <mc:Fallback>
                  <p:oleObj name="Equation" r:id="rId29" imgW="5181600" imgH="7620000" progId="Equation.3">
                    <p:embed/>
                    <p:pic>
                      <p:nvPicPr>
                        <p:cNvPr id="0" name="Object 103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625" y="3236"/>
                          <a:ext cx="279"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200" name="Object 1040"/>
            <p:cNvGraphicFramePr>
              <a:graphicFrameLocks noChangeAspect="1"/>
            </p:cNvGraphicFramePr>
            <p:nvPr/>
          </p:nvGraphicFramePr>
          <p:xfrm>
            <a:off x="2297" y="3236"/>
            <a:ext cx="330" cy="340"/>
          </p:xfrm>
          <a:graphic>
            <a:graphicData uri="http://schemas.openxmlformats.org/presentationml/2006/ole">
              <mc:AlternateContent xmlns:mc="http://schemas.openxmlformats.org/markup-compatibility/2006">
                <mc:Choice xmlns:v="urn:schemas-microsoft-com:vml" Requires="v">
                  <p:oleObj spid="_x0000_s16" name="Equation" r:id="rId31" imgW="6096000" imgH="7620000" progId="Equation.3">
                    <p:embed/>
                  </p:oleObj>
                </mc:Choice>
                <mc:Fallback>
                  <p:oleObj name="Equation" r:id="rId31" imgW="6096000" imgH="7620000" progId="Equation.3">
                    <p:embed/>
                    <p:pic>
                      <p:nvPicPr>
                        <p:cNvPr id="0" name="Object 104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297" y="3236"/>
                          <a:ext cx="330"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367" name="Text Box 127"/>
          <p:cNvSpPr txBox="1">
            <a:spLocks noChangeArrowheads="1"/>
          </p:cNvSpPr>
          <p:nvPr/>
        </p:nvSpPr>
        <p:spPr bwMode="auto">
          <a:xfrm>
            <a:off x="2932113" y="115888"/>
            <a:ext cx="2935287" cy="641350"/>
          </a:xfrm>
          <a:prstGeom prst="rect">
            <a:avLst/>
          </a:prstGeom>
          <a:noFill/>
          <a:ln w="9525">
            <a:noFill/>
            <a:miter lim="800000"/>
          </a:ln>
          <a:effectLst/>
        </p:spPr>
        <p:txBody>
          <a:bodyPr>
            <a:spAutoFit/>
          </a:bodyPr>
          <a:lstStyle/>
          <a:p>
            <a:pPr>
              <a:spcBef>
                <a:spcPct val="50000"/>
              </a:spcBef>
            </a:pPr>
            <a:r>
              <a:rPr lang="en-US" altLang="zh-CN" sz="3600" b="1">
                <a:solidFill>
                  <a:srgbClr val="CC0000"/>
                </a:solidFill>
                <a:latin typeface="Times New Roman" panose="02020603050405020304" pitchFamily="18" charset="0"/>
              </a:rPr>
              <a:t>  </a:t>
            </a:r>
            <a:r>
              <a:rPr lang="zh-CN" altLang="en-US" sz="3600" b="1">
                <a:solidFill>
                  <a:schemeClr val="bg1"/>
                </a:solidFill>
                <a:latin typeface="Times New Roman" panose="02020603050405020304" pitchFamily="18" charset="0"/>
              </a:rPr>
              <a:t>长度的收缩</a:t>
            </a:r>
            <a:endParaRPr kumimoji="1" lang="zh-CN" altLang="en-US" sz="2800" b="1">
              <a:solidFill>
                <a:srgbClr val="3366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9"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3" name="Text Box 35"/>
          <p:cNvSpPr txBox="1">
            <a:spLocks noChangeArrowheads="1"/>
          </p:cNvSpPr>
          <p:nvPr/>
        </p:nvSpPr>
        <p:spPr bwMode="auto">
          <a:xfrm>
            <a:off x="1066800" y="4221088"/>
            <a:ext cx="5181600" cy="579438"/>
          </a:xfrm>
          <a:prstGeom prst="rect">
            <a:avLst/>
          </a:prstGeom>
          <a:noFill/>
          <a:ln w="9525">
            <a:noFill/>
            <a:miter lim="800000"/>
          </a:ln>
        </p:spPr>
        <p:txBody>
          <a:bodyPr>
            <a:spAutoFit/>
          </a:bodyPr>
          <a:lstStyle/>
          <a:p>
            <a:pPr>
              <a:spcBef>
                <a:spcPct val="50000"/>
              </a:spcBef>
            </a:pPr>
            <a:r>
              <a:rPr lang="zh-CN" altLang="en-US" sz="3200" b="1" dirty="0">
                <a:solidFill>
                  <a:srgbClr val="FF0000"/>
                </a:solidFill>
                <a:latin typeface="Times New Roman" panose="02020603050405020304" pitchFamily="18" charset="0"/>
              </a:rPr>
              <a:t>结论 </a:t>
            </a:r>
            <a:r>
              <a:rPr kumimoji="1" lang="zh-CN" altLang="en-US" sz="3200" b="1" dirty="0">
                <a:solidFill>
                  <a:srgbClr val="FF0000"/>
                </a:solidFill>
                <a:latin typeface="Times New Roman" panose="02020603050405020304" pitchFamily="18" charset="0"/>
              </a:rPr>
              <a:t>  长度具有相对意义</a:t>
            </a:r>
            <a:endParaRPr kumimoji="1" lang="zh-CN" altLang="en-US" sz="3200" b="1" dirty="0">
              <a:solidFill>
                <a:srgbClr val="FF0000"/>
              </a:solidFill>
              <a:latin typeface="Times New Roman" panose="02020603050405020304" pitchFamily="18" charset="0"/>
            </a:endParaRPr>
          </a:p>
        </p:txBody>
      </p:sp>
      <p:grpSp>
        <p:nvGrpSpPr>
          <p:cNvPr id="12330" name="Group 42"/>
          <p:cNvGrpSpPr/>
          <p:nvPr/>
        </p:nvGrpSpPr>
        <p:grpSpPr bwMode="auto">
          <a:xfrm>
            <a:off x="1066800" y="846138"/>
            <a:ext cx="7239000" cy="3163887"/>
            <a:chOff x="672" y="533"/>
            <a:chExt cx="4560" cy="1993"/>
          </a:xfrm>
        </p:grpSpPr>
        <p:graphicFrame>
          <p:nvGraphicFramePr>
            <p:cNvPr id="95232" name="Object 2048"/>
            <p:cNvGraphicFramePr>
              <a:graphicFrameLocks noChangeAspect="1"/>
            </p:cNvGraphicFramePr>
            <p:nvPr/>
          </p:nvGraphicFramePr>
          <p:xfrm>
            <a:off x="1536" y="533"/>
            <a:ext cx="1374" cy="763"/>
          </p:xfrm>
          <a:graphic>
            <a:graphicData uri="http://schemas.openxmlformats.org/presentationml/2006/ole">
              <mc:AlternateContent xmlns:mc="http://schemas.openxmlformats.org/markup-compatibility/2006">
                <mc:Choice xmlns:v="urn:schemas-microsoft-com:vml" Requires="v">
                  <p:oleObj spid="_x0000_s0" name="Equation" r:id="rId1" imgW="19812000" imgH="10972800" progId="Equation.3">
                    <p:embed/>
                  </p:oleObj>
                </mc:Choice>
                <mc:Fallback>
                  <p:oleObj name="Equation" r:id="rId1" imgW="19812000" imgH="10972800" progId="Equation.3">
                    <p:embed/>
                    <p:pic>
                      <p:nvPicPr>
                        <p:cNvPr id="0" name="Object 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 y="533"/>
                          <a:ext cx="1374" cy="763"/>
                        </a:xfrm>
                        <a:prstGeom prst="rect">
                          <a:avLst/>
                        </a:prstGeom>
                        <a:gradFill rotWithShape="1">
                          <a:gsLst>
                            <a:gs pos="0">
                              <a:srgbClr val="FFCCFF"/>
                            </a:gs>
                            <a:gs pos="100000">
                              <a:srgbClr val="FFCCFF">
                                <a:gamma/>
                                <a:tint val="31765"/>
                                <a:invGamma/>
                              </a:srgbClr>
                            </a:gs>
                          </a:gsLst>
                          <a:lin ang="5400000" scaled="1"/>
                        </a:gradFill>
                        <a:ln>
                          <a:noFill/>
                        </a:ln>
                        <a:extLs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sp>
          <p:nvSpPr>
            <p:cNvPr id="12298" name="Rectangle 10"/>
            <p:cNvSpPr>
              <a:spLocks noChangeArrowheads="1"/>
            </p:cNvSpPr>
            <p:nvPr/>
          </p:nvSpPr>
          <p:spPr bwMode="auto">
            <a:xfrm>
              <a:off x="672" y="1504"/>
              <a:ext cx="1921" cy="330"/>
            </a:xfrm>
            <a:prstGeom prst="rect">
              <a:avLst/>
            </a:prstGeom>
            <a:noFill/>
            <a:ln w="9525">
              <a:noFill/>
              <a:miter lim="800000"/>
            </a:ln>
          </p:spPr>
          <p:txBody>
            <a:bodyPr wrap="none">
              <a:spAutoFit/>
            </a:bodyPr>
            <a:lstStyle/>
            <a:p>
              <a:r>
                <a:rPr lang="en-US" altLang="zh-CN" sz="2800" b="1" dirty="0">
                  <a:solidFill>
                    <a:srgbClr val="003366"/>
                  </a:solidFill>
                  <a:latin typeface="Times New Roman" panose="02020603050405020304" pitchFamily="18" charset="0"/>
                </a:rPr>
                <a:t>1</a:t>
              </a:r>
              <a:r>
                <a:rPr kumimoji="1" lang="en-US" altLang="zh-CN" sz="2800" b="1" dirty="0">
                  <a:solidFill>
                    <a:srgbClr val="003366"/>
                  </a:solidFill>
                  <a:latin typeface="Times New Roman" panose="02020603050405020304" pitchFamily="18" charset="0"/>
                </a:rPr>
                <a:t>  </a:t>
              </a:r>
              <a:r>
                <a:rPr kumimoji="1" lang="zh-CN" altLang="en-US" sz="2800" b="1" dirty="0">
                  <a:solidFill>
                    <a:srgbClr val="003366"/>
                  </a:solidFill>
                  <a:latin typeface="Times New Roman" panose="02020603050405020304" pitchFamily="18" charset="0"/>
                </a:rPr>
                <a:t>长度收缩     </a:t>
              </a:r>
              <a:r>
                <a:rPr kumimoji="1" lang="zh-CN" altLang="en-US" sz="2800" b="1" i="1" dirty="0">
                  <a:solidFill>
                    <a:srgbClr val="003366"/>
                  </a:solidFill>
                  <a:latin typeface="Times New Roman" panose="02020603050405020304" pitchFamily="18" charset="0"/>
                </a:rPr>
                <a:t> </a:t>
              </a:r>
              <a:r>
                <a:rPr kumimoji="1" lang="en-US" altLang="zh-CN" sz="2800" i="1" dirty="0">
                  <a:solidFill>
                    <a:srgbClr val="003366"/>
                  </a:solidFill>
                  <a:latin typeface="Times New Roman" panose="02020603050405020304" pitchFamily="18" charset="0"/>
                </a:rPr>
                <a:t>l</a:t>
              </a:r>
              <a:r>
                <a:rPr kumimoji="1" lang="en-US" altLang="zh-CN" sz="2800" dirty="0">
                  <a:solidFill>
                    <a:srgbClr val="003366"/>
                  </a:solidFill>
                  <a:latin typeface="Times New Roman" panose="02020603050405020304" pitchFamily="18" charset="0"/>
                </a:rPr>
                <a:t>&lt;</a:t>
              </a:r>
              <a:r>
                <a:rPr kumimoji="1" lang="en-US" altLang="zh-CN" sz="2800" i="1" dirty="0">
                  <a:solidFill>
                    <a:srgbClr val="003366"/>
                  </a:solidFill>
                  <a:latin typeface="Times New Roman" panose="02020603050405020304" pitchFamily="18" charset="0"/>
                </a:rPr>
                <a:t>l</a:t>
              </a:r>
              <a:r>
                <a:rPr kumimoji="1" lang="en-US" altLang="zh-CN" sz="2800" baseline="-25000" dirty="0">
                  <a:solidFill>
                    <a:srgbClr val="003366"/>
                  </a:solidFill>
                  <a:latin typeface="Times New Roman" panose="02020603050405020304" pitchFamily="18" charset="0"/>
                </a:rPr>
                <a:t>0</a:t>
              </a:r>
              <a:endParaRPr kumimoji="1" lang="en-US" altLang="zh-CN" sz="2800" baseline="-25000" dirty="0">
                <a:solidFill>
                  <a:srgbClr val="003366"/>
                </a:solidFill>
                <a:latin typeface="Times New Roman" panose="02020603050405020304" pitchFamily="18" charset="0"/>
              </a:endParaRPr>
            </a:p>
          </p:txBody>
        </p:sp>
        <p:sp>
          <p:nvSpPr>
            <p:cNvPr id="12295" name="AutoShape 7"/>
            <p:cNvSpPr>
              <a:spLocks noChangeArrowheads="1"/>
            </p:cNvSpPr>
            <p:nvPr/>
          </p:nvSpPr>
          <p:spPr bwMode="auto">
            <a:xfrm rot="5411147">
              <a:off x="4105" y="23"/>
              <a:ext cx="238" cy="1728"/>
            </a:xfrm>
            <a:prstGeom prst="can">
              <a:avLst>
                <a:gd name="adj" fmla="val 42353"/>
              </a:avLst>
            </a:prstGeom>
            <a:gradFill rotWithShape="0">
              <a:gsLst>
                <a:gs pos="0">
                  <a:schemeClr val="accent1"/>
                </a:gs>
                <a:gs pos="50000">
                  <a:srgbClr val="FFFFFF"/>
                </a:gs>
                <a:gs pos="100000">
                  <a:schemeClr val="accent1"/>
                </a:gs>
              </a:gsLst>
              <a:lin ang="5400000" scaled="1"/>
            </a:gradFill>
            <a:ln w="9525">
              <a:solidFill>
                <a:schemeClr val="tx1"/>
              </a:solidFill>
              <a:round/>
            </a:ln>
            <a:effectLst>
              <a:outerShdw sy="50000" kx="-2453608" rotWithShape="0">
                <a:srgbClr val="808080"/>
              </a:outerShdw>
            </a:effectLst>
          </p:spPr>
          <p:txBody>
            <a:bodyPr wrap="none" anchor="ctr"/>
            <a:lstStyle/>
            <a:p>
              <a:endParaRPr lang="zh-CN" altLang="en-US"/>
            </a:p>
          </p:txBody>
        </p:sp>
        <p:sp>
          <p:nvSpPr>
            <p:cNvPr id="12296" name="AutoShape 8"/>
            <p:cNvSpPr>
              <a:spLocks noChangeArrowheads="1"/>
            </p:cNvSpPr>
            <p:nvPr/>
          </p:nvSpPr>
          <p:spPr bwMode="auto">
            <a:xfrm rot="5411147">
              <a:off x="3674" y="981"/>
              <a:ext cx="235" cy="864"/>
            </a:xfrm>
            <a:prstGeom prst="can">
              <a:avLst>
                <a:gd name="adj" fmla="val 35626"/>
              </a:avLst>
            </a:prstGeom>
            <a:gradFill rotWithShape="0">
              <a:gsLst>
                <a:gs pos="0">
                  <a:schemeClr val="accent1"/>
                </a:gs>
                <a:gs pos="50000">
                  <a:srgbClr val="FFFFFF"/>
                </a:gs>
                <a:gs pos="100000">
                  <a:schemeClr val="accent1"/>
                </a:gs>
              </a:gsLst>
              <a:lin ang="5400000" scaled="1"/>
            </a:gradFill>
            <a:ln w="9525">
              <a:solidFill>
                <a:schemeClr val="tx1"/>
              </a:solidFill>
              <a:round/>
            </a:ln>
            <a:effectLst>
              <a:outerShdw sy="50000" kx="-2453608" rotWithShape="0">
                <a:srgbClr val="808080"/>
              </a:outerShdw>
            </a:effectLst>
          </p:spPr>
          <p:txBody>
            <a:bodyPr wrap="none" anchor="ctr"/>
            <a:lstStyle/>
            <a:p>
              <a:endParaRPr lang="zh-CN" altLang="en-US"/>
            </a:p>
          </p:txBody>
        </p:sp>
        <p:sp>
          <p:nvSpPr>
            <p:cNvPr id="12297" name="Line 9"/>
            <p:cNvSpPr>
              <a:spLocks noChangeShapeType="1"/>
            </p:cNvSpPr>
            <p:nvPr/>
          </p:nvSpPr>
          <p:spPr bwMode="auto">
            <a:xfrm>
              <a:off x="4176" y="1440"/>
              <a:ext cx="576" cy="0"/>
            </a:xfrm>
            <a:prstGeom prst="line">
              <a:avLst/>
            </a:prstGeom>
            <a:noFill/>
            <a:ln w="38100">
              <a:solidFill>
                <a:srgbClr val="EC2D00"/>
              </a:solidFill>
              <a:round/>
              <a:tailEnd type="triangle" w="med" len="med"/>
            </a:ln>
          </p:spPr>
          <p:txBody>
            <a:bodyPr wrap="none" anchor="ctr"/>
            <a:lstStyle/>
            <a:p>
              <a:endParaRPr lang="zh-CN" altLang="en-US"/>
            </a:p>
          </p:txBody>
        </p:sp>
        <p:sp>
          <p:nvSpPr>
            <p:cNvPr id="12318" name="Rectangle 30"/>
            <p:cNvSpPr>
              <a:spLocks noChangeArrowheads="1"/>
            </p:cNvSpPr>
            <p:nvPr/>
          </p:nvSpPr>
          <p:spPr bwMode="auto">
            <a:xfrm>
              <a:off x="4800" y="1296"/>
              <a:ext cx="265" cy="327"/>
            </a:xfrm>
            <a:prstGeom prst="rect">
              <a:avLst/>
            </a:prstGeom>
            <a:noFill/>
            <a:ln w="9525">
              <a:noFill/>
              <a:miter lim="800000"/>
            </a:ln>
          </p:spPr>
          <p:txBody>
            <a:bodyPr wrap="none">
              <a:spAutoFit/>
            </a:bodyPr>
            <a:lstStyle/>
            <a:p>
              <a:r>
                <a:rPr kumimoji="1" lang="en-US" altLang="zh-CN" sz="2800" b="1" i="1">
                  <a:solidFill>
                    <a:srgbClr val="003366"/>
                  </a:solidFill>
                  <a:latin typeface="Times New Roman" panose="02020603050405020304" pitchFamily="18" charset="0"/>
                </a:rPr>
                <a:t>V</a:t>
              </a:r>
              <a:endParaRPr kumimoji="1" lang="en-US" altLang="zh-CN" sz="2800" b="1" i="1">
                <a:solidFill>
                  <a:srgbClr val="003366"/>
                </a:solidFill>
                <a:latin typeface="Times New Roman" panose="02020603050405020304" pitchFamily="18" charset="0"/>
              </a:endParaRPr>
            </a:p>
          </p:txBody>
        </p:sp>
        <p:sp>
          <p:nvSpPr>
            <p:cNvPr id="12322" name="Rectangle 34"/>
            <p:cNvSpPr>
              <a:spLocks noChangeArrowheads="1"/>
            </p:cNvSpPr>
            <p:nvPr/>
          </p:nvSpPr>
          <p:spPr bwMode="auto">
            <a:xfrm>
              <a:off x="687" y="1824"/>
              <a:ext cx="4545" cy="702"/>
            </a:xfrm>
            <a:prstGeom prst="rect">
              <a:avLst/>
            </a:prstGeom>
            <a:noFill/>
            <a:ln w="9525">
              <a:noFill/>
              <a:miter lim="800000"/>
            </a:ln>
          </p:spPr>
          <p:txBody>
            <a:bodyPr>
              <a:spAutoFit/>
            </a:bodyPr>
            <a:lstStyle/>
            <a:p>
              <a:pPr>
                <a:lnSpc>
                  <a:spcPct val="125000"/>
                </a:lnSpc>
                <a:spcBef>
                  <a:spcPct val="50000"/>
                </a:spcBef>
              </a:pPr>
              <a:r>
                <a:rPr lang="en-US" altLang="zh-CN" sz="2800" b="1" dirty="0">
                  <a:solidFill>
                    <a:srgbClr val="003366"/>
                  </a:solidFill>
                  <a:latin typeface="Times New Roman" panose="02020603050405020304" pitchFamily="18" charset="0"/>
                </a:rPr>
                <a:t>2</a:t>
              </a:r>
              <a:r>
                <a:rPr kumimoji="1" lang="en-US" altLang="zh-CN" sz="2800" b="1" dirty="0">
                  <a:solidFill>
                    <a:srgbClr val="003366"/>
                  </a:solidFill>
                  <a:latin typeface="Times New Roman" panose="02020603050405020304" pitchFamily="18" charset="0"/>
                </a:rPr>
                <a:t>  </a:t>
              </a:r>
              <a:r>
                <a:rPr kumimoji="1" lang="zh-CN" altLang="en-US" sz="2800" b="1" dirty="0">
                  <a:solidFill>
                    <a:srgbClr val="003366"/>
                  </a:solidFill>
                  <a:latin typeface="Times New Roman" panose="02020603050405020304" pitchFamily="18" charset="0"/>
                </a:rPr>
                <a:t>如将物体固定于   系</a:t>
              </a:r>
              <a:r>
                <a:rPr kumimoji="1" lang="en-US" altLang="zh-CN" sz="2800" b="1" dirty="0">
                  <a:solidFill>
                    <a:srgbClr val="003366"/>
                  </a:solidFill>
                  <a:latin typeface="宋体" panose="02010600030101010101" pitchFamily="2" charset="-122"/>
                </a:rPr>
                <a:t>,</a:t>
              </a:r>
              <a:r>
                <a:rPr kumimoji="1" lang="zh-CN" altLang="en-US" sz="2800" b="1" dirty="0">
                  <a:solidFill>
                    <a:srgbClr val="003366"/>
                  </a:solidFill>
                  <a:latin typeface="Times New Roman" panose="02020603050405020304" pitchFamily="18" charset="0"/>
                </a:rPr>
                <a:t>由    系测量</a:t>
              </a:r>
              <a:r>
                <a:rPr kumimoji="1" lang="en-US" altLang="zh-CN" sz="2800" b="1" dirty="0">
                  <a:solidFill>
                    <a:srgbClr val="003366"/>
                  </a:solidFill>
                  <a:latin typeface="宋体" panose="02010600030101010101" pitchFamily="2" charset="-122"/>
                </a:rPr>
                <a:t>,</a:t>
              </a:r>
              <a:r>
                <a:rPr kumimoji="1" lang="zh-CN" altLang="en-US" sz="2800" b="1" dirty="0">
                  <a:solidFill>
                    <a:srgbClr val="003366"/>
                  </a:solidFill>
                  <a:latin typeface="Times New Roman" panose="02020603050405020304" pitchFamily="18" charset="0"/>
                </a:rPr>
                <a:t>同样出现长度收缩现象</a:t>
              </a:r>
              <a:r>
                <a:rPr kumimoji="1" lang="en-US" altLang="zh-CN" sz="2800" b="1" dirty="0">
                  <a:solidFill>
                    <a:srgbClr val="003366"/>
                  </a:solidFill>
                  <a:latin typeface="Times New Roman" panose="02020603050405020304" pitchFamily="18" charset="0"/>
                </a:rPr>
                <a:t>.</a:t>
              </a:r>
              <a:endParaRPr kumimoji="1" lang="en-US" altLang="zh-CN" sz="2800" b="1" dirty="0">
                <a:solidFill>
                  <a:srgbClr val="003366"/>
                </a:solidFill>
                <a:latin typeface="Times New Roman" panose="02020603050405020304" pitchFamily="18" charset="0"/>
              </a:endParaRPr>
            </a:p>
          </p:txBody>
        </p:sp>
        <p:graphicFrame>
          <p:nvGraphicFramePr>
            <p:cNvPr id="95233" name="Object 2049"/>
            <p:cNvGraphicFramePr>
              <a:graphicFrameLocks noChangeAspect="1"/>
            </p:cNvGraphicFramePr>
            <p:nvPr/>
          </p:nvGraphicFramePr>
          <p:xfrm>
            <a:off x="3262" y="1888"/>
            <a:ext cx="278" cy="324"/>
          </p:xfrm>
          <a:graphic>
            <a:graphicData uri="http://schemas.openxmlformats.org/presentationml/2006/ole">
              <mc:AlternateContent xmlns:mc="http://schemas.openxmlformats.org/markup-compatibility/2006">
                <mc:Choice xmlns:v="urn:schemas-microsoft-com:vml" Requires="v">
                  <p:oleObj spid="_x0000_s2" name="Equation" r:id="rId3" imgW="2222500" imgH="2592705" progId="Equation.3">
                    <p:embed/>
                  </p:oleObj>
                </mc:Choice>
                <mc:Fallback>
                  <p:oleObj name="Equation" r:id="rId3" imgW="2222500" imgH="2592705" progId="Equation.3">
                    <p:embed/>
                    <p:pic>
                      <p:nvPicPr>
                        <p:cNvPr id="0" name="Object 20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2" y="1888"/>
                          <a:ext cx="278" cy="3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234" name="Object 2050"/>
            <p:cNvGraphicFramePr>
              <a:graphicFrameLocks noChangeAspect="1"/>
            </p:cNvGraphicFramePr>
            <p:nvPr/>
          </p:nvGraphicFramePr>
          <p:xfrm>
            <a:off x="2560" y="1842"/>
            <a:ext cx="232" cy="324"/>
          </p:xfrm>
          <a:graphic>
            <a:graphicData uri="http://schemas.openxmlformats.org/presentationml/2006/ole">
              <mc:AlternateContent xmlns:mc="http://schemas.openxmlformats.org/markup-compatibility/2006">
                <mc:Choice xmlns:v="urn:schemas-microsoft-com:vml" Requires="v">
                  <p:oleObj spid="_x0000_s3" name="Equation" r:id="rId5" imgW="1851660" imgH="2592705" progId="Equation.3">
                    <p:embed/>
                  </p:oleObj>
                </mc:Choice>
                <mc:Fallback>
                  <p:oleObj name="Equation" r:id="rId5" imgW="1851660" imgH="2592705" progId="Equation.3">
                    <p:embed/>
                    <p:pic>
                      <p:nvPicPr>
                        <p:cNvPr id="0" name="Object 20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0" y="1842"/>
                          <a:ext cx="232" cy="3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326" name="Text Box 38"/>
          <p:cNvSpPr txBox="1">
            <a:spLocks noChangeArrowheads="1"/>
          </p:cNvSpPr>
          <p:nvPr/>
        </p:nvSpPr>
        <p:spPr bwMode="auto">
          <a:xfrm>
            <a:off x="876300" y="4910192"/>
            <a:ext cx="7391400" cy="1311275"/>
          </a:xfrm>
          <a:prstGeom prst="rect">
            <a:avLst/>
          </a:prstGeom>
          <a:noFill/>
          <a:ln w="9525">
            <a:noFill/>
            <a:miter lim="800000"/>
          </a:ln>
        </p:spPr>
        <p:txBody>
          <a:bodyPr>
            <a:spAutoFit/>
          </a:bodyPr>
          <a:lstStyle/>
          <a:p>
            <a:pPr>
              <a:lnSpc>
                <a:spcPct val="125000"/>
              </a:lnSpc>
              <a:spcBef>
                <a:spcPct val="50000"/>
              </a:spcBef>
            </a:pPr>
            <a:r>
              <a:rPr kumimoji="1" lang="en-US" altLang="zh-CN" sz="3200" b="1" dirty="0">
                <a:solidFill>
                  <a:srgbClr val="003366"/>
                </a:solidFill>
                <a:effectLst>
                  <a:outerShdw blurRad="38100" dist="38100" dir="2700000" algn="tl">
                    <a:srgbClr val="C0C0C0"/>
                  </a:outerShdw>
                </a:effectLst>
                <a:latin typeface="Times New Roman" panose="02020603050405020304" pitchFamily="18" charset="0"/>
              </a:rPr>
              <a:t>        </a:t>
            </a:r>
            <a:r>
              <a:rPr kumimoji="1" lang="zh-CN" altLang="en-US" sz="3200" b="1" dirty="0">
                <a:solidFill>
                  <a:srgbClr val="003366"/>
                </a:solidFill>
                <a:latin typeface="Times New Roman" panose="02020603050405020304" pitchFamily="18" charset="0"/>
              </a:rPr>
              <a:t>物体对观察者向何处运动</a:t>
            </a:r>
            <a:r>
              <a:rPr kumimoji="1" lang="en-US" altLang="zh-CN" sz="3200" b="1" dirty="0">
                <a:solidFill>
                  <a:srgbClr val="003366"/>
                </a:solidFill>
                <a:latin typeface="宋体" panose="02010600030101010101" pitchFamily="2" charset="-122"/>
              </a:rPr>
              <a:t>,</a:t>
            </a:r>
            <a:r>
              <a:rPr kumimoji="1" lang="zh-CN" altLang="en-US" sz="3200" b="1" dirty="0">
                <a:solidFill>
                  <a:srgbClr val="003366"/>
                </a:solidFill>
                <a:latin typeface="Times New Roman" panose="02020603050405020304" pitchFamily="18" charset="0"/>
              </a:rPr>
              <a:t>观察者观测到在</a:t>
            </a:r>
            <a:r>
              <a:rPr kumimoji="1" lang="zh-CN" altLang="en-US" sz="3200" b="1" dirty="0">
                <a:solidFill>
                  <a:srgbClr val="FF0000"/>
                </a:solidFill>
                <a:latin typeface="Times New Roman" panose="02020603050405020304" pitchFamily="18" charset="0"/>
              </a:rPr>
              <a:t>该方向上</a:t>
            </a:r>
            <a:r>
              <a:rPr kumimoji="1" lang="zh-CN" altLang="en-US" sz="3200" b="1" dirty="0">
                <a:solidFill>
                  <a:srgbClr val="003366"/>
                </a:solidFill>
                <a:latin typeface="Times New Roman" panose="02020603050405020304" pitchFamily="18" charset="0"/>
              </a:rPr>
              <a:t>其长度收缩</a:t>
            </a:r>
            <a:r>
              <a:rPr kumimoji="1" lang="en-US" altLang="zh-CN" sz="3200" b="1" dirty="0">
                <a:solidFill>
                  <a:srgbClr val="003366"/>
                </a:solidFill>
                <a:latin typeface="Times New Roman" panose="02020603050405020304" pitchFamily="18" charset="0"/>
              </a:rPr>
              <a:t>.</a:t>
            </a:r>
            <a:endParaRPr kumimoji="1" lang="en-US" altLang="zh-CN" sz="3200" b="1" dirty="0">
              <a:solidFill>
                <a:srgbClr val="003366"/>
              </a:solidFill>
              <a:latin typeface="Times New Roman" panose="02020603050405020304" pitchFamily="18" charset="0"/>
            </a:endParaRPr>
          </a:p>
        </p:txBody>
      </p:sp>
      <p:sp>
        <p:nvSpPr>
          <p:cNvPr id="12331" name="Rectangle 43"/>
          <p:cNvSpPr>
            <a:spLocks noChangeArrowheads="1"/>
          </p:cNvSpPr>
          <p:nvPr/>
        </p:nvSpPr>
        <p:spPr bwMode="auto">
          <a:xfrm>
            <a:off x="4079875" y="139700"/>
            <a:ext cx="1098550" cy="579438"/>
          </a:xfrm>
          <a:prstGeom prst="rect">
            <a:avLst/>
          </a:prstGeom>
          <a:noFill/>
          <a:ln w="9525">
            <a:noFill/>
            <a:miter lim="800000"/>
          </a:ln>
        </p:spPr>
        <p:txBody>
          <a:bodyPr wrap="none">
            <a:spAutoFit/>
          </a:bodyPr>
          <a:lstStyle/>
          <a:p>
            <a:r>
              <a:rPr kumimoji="1" lang="zh-CN" altLang="en-US" sz="3200" b="1" dirty="0">
                <a:solidFill>
                  <a:schemeClr val="bg1"/>
                </a:solidFill>
                <a:latin typeface="Times New Roman" panose="02020603050405020304" pitchFamily="18" charset="0"/>
              </a:rPr>
              <a:t>讨 论</a:t>
            </a:r>
            <a:endParaRPr kumimoji="1" lang="zh-CN" altLang="en-US" sz="3200" b="1" dirty="0">
              <a:solidFill>
                <a:schemeClr val="bg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23"/>
                                        </p:tgtEl>
                                        <p:attrNameLst>
                                          <p:attrName>style.visibility</p:attrName>
                                        </p:attrNameLst>
                                      </p:cBhvr>
                                      <p:to>
                                        <p:strVal val="visible"/>
                                      </p:to>
                                    </p:set>
                                    <p:anim calcmode="lin" valueType="num">
                                      <p:cBhvr additive="base">
                                        <p:cTn id="7" dur="500" fill="hold"/>
                                        <p:tgtEl>
                                          <p:spTgt spid="12323"/>
                                        </p:tgtEl>
                                        <p:attrNameLst>
                                          <p:attrName>ppt_x</p:attrName>
                                        </p:attrNameLst>
                                      </p:cBhvr>
                                      <p:tavLst>
                                        <p:tav tm="0">
                                          <p:val>
                                            <p:strVal val="0-#ppt_w/2"/>
                                          </p:val>
                                        </p:tav>
                                        <p:tav tm="100000">
                                          <p:val>
                                            <p:strVal val="#ppt_x"/>
                                          </p:val>
                                        </p:tav>
                                      </p:tavLst>
                                    </p:anim>
                                    <p:anim calcmode="lin" valueType="num">
                                      <p:cBhvr additive="base">
                                        <p:cTn id="8" dur="500" fill="hold"/>
                                        <p:tgtEl>
                                          <p:spTgt spid="123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2326"/>
                                        </p:tgtEl>
                                        <p:attrNameLst>
                                          <p:attrName>style.visibility</p:attrName>
                                        </p:attrNameLst>
                                      </p:cBhvr>
                                      <p:to>
                                        <p:strVal val="visible"/>
                                      </p:to>
                                    </p:set>
                                    <p:animEffect transition="in" filter="box(in)">
                                      <p:cBhvr>
                                        <p:cTn id="13" dur="500"/>
                                        <p:tgtEl>
                                          <p:spTgt spid="12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23" grpId="0" autoUpdateAnimBg="0"/>
      <p:bldP spid="1232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4" name="Group 4"/>
          <p:cNvGrpSpPr/>
          <p:nvPr/>
        </p:nvGrpSpPr>
        <p:grpSpPr bwMode="auto">
          <a:xfrm>
            <a:off x="838200" y="3276600"/>
            <a:ext cx="3567113" cy="2743200"/>
            <a:chOff x="192" y="2112"/>
            <a:chExt cx="2496" cy="1920"/>
          </a:xfrm>
        </p:grpSpPr>
        <p:sp>
          <p:nvSpPr>
            <p:cNvPr id="25605" name="Rectangle 5"/>
            <p:cNvSpPr>
              <a:spLocks noChangeArrowheads="1"/>
            </p:cNvSpPr>
            <p:nvPr/>
          </p:nvSpPr>
          <p:spPr bwMode="auto">
            <a:xfrm>
              <a:off x="192" y="2112"/>
              <a:ext cx="2496" cy="1920"/>
            </a:xfrm>
            <a:prstGeom prst="rect">
              <a:avLst/>
            </a:prstGeom>
            <a:solidFill>
              <a:schemeClr val="bg1"/>
            </a:solidFill>
            <a:ln w="9525">
              <a:solidFill>
                <a:schemeClr val="tx1"/>
              </a:solidFill>
              <a:miter lim="800000"/>
            </a:ln>
            <a:effectLst/>
          </p:spPr>
          <p:txBody>
            <a:bodyPr wrap="none" anchor="ctr"/>
            <a:lstStyle/>
            <a:p>
              <a:endParaRPr lang="zh-CN" altLang="en-US"/>
            </a:p>
          </p:txBody>
        </p:sp>
        <p:sp>
          <p:nvSpPr>
            <p:cNvPr id="25606" name="Line 6"/>
            <p:cNvSpPr>
              <a:spLocks noChangeShapeType="1"/>
            </p:cNvSpPr>
            <p:nvPr/>
          </p:nvSpPr>
          <p:spPr bwMode="auto">
            <a:xfrm flipV="1">
              <a:off x="1392" y="2352"/>
              <a:ext cx="0" cy="1008"/>
            </a:xfrm>
            <a:prstGeom prst="line">
              <a:avLst/>
            </a:prstGeom>
            <a:noFill/>
            <a:ln w="19050">
              <a:solidFill>
                <a:srgbClr val="0000FF"/>
              </a:solidFill>
              <a:prstDash val="dash"/>
              <a:round/>
              <a:headEnd type="triangle" w="sm" len="lg"/>
              <a:tailEnd type="triangle" w="sm" len="lg"/>
            </a:ln>
            <a:effectLst/>
          </p:spPr>
          <p:txBody>
            <a:bodyPr wrap="none" anchor="ctr"/>
            <a:lstStyle/>
            <a:p>
              <a:endParaRPr lang="zh-CN" altLang="en-US"/>
            </a:p>
          </p:txBody>
        </p:sp>
        <p:sp>
          <p:nvSpPr>
            <p:cNvPr id="25607" name="Line 7"/>
            <p:cNvSpPr>
              <a:spLocks noChangeShapeType="1"/>
            </p:cNvSpPr>
            <p:nvPr/>
          </p:nvSpPr>
          <p:spPr bwMode="auto">
            <a:xfrm>
              <a:off x="384" y="3360"/>
              <a:ext cx="2208" cy="0"/>
            </a:xfrm>
            <a:prstGeom prst="line">
              <a:avLst/>
            </a:prstGeom>
            <a:noFill/>
            <a:ln w="19050">
              <a:solidFill>
                <a:schemeClr val="tx1"/>
              </a:solidFill>
              <a:round/>
              <a:tailEnd type="triangle" w="sm" len="lg"/>
            </a:ln>
            <a:effectLst/>
          </p:spPr>
          <p:txBody>
            <a:bodyPr wrap="none" anchor="ctr"/>
            <a:lstStyle/>
            <a:p>
              <a:endParaRPr lang="zh-CN" altLang="en-US"/>
            </a:p>
          </p:txBody>
        </p:sp>
        <p:sp>
          <p:nvSpPr>
            <p:cNvPr id="25608" name="Line 8"/>
            <p:cNvSpPr>
              <a:spLocks noChangeShapeType="1"/>
            </p:cNvSpPr>
            <p:nvPr/>
          </p:nvSpPr>
          <p:spPr bwMode="auto">
            <a:xfrm flipV="1">
              <a:off x="384" y="2211"/>
              <a:ext cx="0" cy="1149"/>
            </a:xfrm>
            <a:prstGeom prst="line">
              <a:avLst/>
            </a:prstGeom>
            <a:noFill/>
            <a:ln w="19050">
              <a:solidFill>
                <a:schemeClr val="tx1"/>
              </a:solidFill>
              <a:round/>
              <a:tailEnd type="triangle" w="sm" len="lg"/>
            </a:ln>
            <a:effectLst/>
          </p:spPr>
          <p:txBody>
            <a:bodyPr wrap="none" anchor="ctr"/>
            <a:lstStyle/>
            <a:p>
              <a:endParaRPr lang="zh-CN" altLang="en-US"/>
            </a:p>
          </p:txBody>
        </p:sp>
        <p:graphicFrame>
          <p:nvGraphicFramePr>
            <p:cNvPr id="25609" name="Object 9"/>
            <p:cNvGraphicFramePr>
              <a:graphicFrameLocks noChangeAspect="1"/>
            </p:cNvGraphicFramePr>
            <p:nvPr/>
          </p:nvGraphicFramePr>
          <p:xfrm>
            <a:off x="2437" y="3408"/>
            <a:ext cx="251" cy="213"/>
          </p:xfrm>
          <a:graphic>
            <a:graphicData uri="http://schemas.openxmlformats.org/presentationml/2006/ole">
              <mc:AlternateContent xmlns:mc="http://schemas.openxmlformats.org/markup-compatibility/2006">
                <mc:Choice xmlns:v="urn:schemas-microsoft-com:vml" Requires="v">
                  <p:oleObj spid="_x0000_s0" name="公式" r:id="rId1" imgW="4267200" imgH="4572000" progId="Equation.3">
                    <p:embed/>
                  </p:oleObj>
                </mc:Choice>
                <mc:Fallback>
                  <p:oleObj name="公式" r:id="rId1" imgW="4267200" imgH="4572000"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7" y="3408"/>
                          <a:ext cx="251" cy="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0" name="Object 10"/>
            <p:cNvGraphicFramePr>
              <a:graphicFrameLocks noChangeAspect="1"/>
            </p:cNvGraphicFramePr>
            <p:nvPr/>
          </p:nvGraphicFramePr>
          <p:xfrm>
            <a:off x="384" y="2208"/>
            <a:ext cx="250" cy="248"/>
          </p:xfrm>
          <a:graphic>
            <a:graphicData uri="http://schemas.openxmlformats.org/presentationml/2006/ole">
              <mc:AlternateContent xmlns:mc="http://schemas.openxmlformats.org/markup-compatibility/2006">
                <mc:Choice xmlns:v="urn:schemas-microsoft-com:vml" Requires="v">
                  <p:oleObj spid="_x0000_s2" name="公式" r:id="rId3" imgW="4572000" imgH="5791200" progId="Equation.3">
                    <p:embed/>
                  </p:oleObj>
                </mc:Choice>
                <mc:Fallback>
                  <p:oleObj name="公式" r:id="rId3" imgW="4572000" imgH="57912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 y="2208"/>
                          <a:ext cx="250"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1" name="Object 11"/>
            <p:cNvGraphicFramePr>
              <a:graphicFrameLocks noChangeAspect="1"/>
            </p:cNvGraphicFramePr>
            <p:nvPr/>
          </p:nvGraphicFramePr>
          <p:xfrm>
            <a:off x="288" y="3356"/>
            <a:ext cx="192" cy="175"/>
          </p:xfrm>
          <a:graphic>
            <a:graphicData uri="http://schemas.openxmlformats.org/presentationml/2006/ole">
              <mc:AlternateContent xmlns:mc="http://schemas.openxmlformats.org/markup-compatibility/2006">
                <mc:Choice xmlns:v="urn:schemas-microsoft-com:vml" Requires="v">
                  <p:oleObj spid="_x0000_s3" name="Equation" r:id="rId5" imgW="3962400" imgH="4572000" progId="Equation.3">
                    <p:embed/>
                  </p:oleObj>
                </mc:Choice>
                <mc:Fallback>
                  <p:oleObj name="Equation" r:id="rId5" imgW="3962400" imgH="45720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 y="3356"/>
                          <a:ext cx="192" cy="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2" name="Object 12"/>
            <p:cNvGraphicFramePr>
              <a:graphicFrameLocks noChangeAspect="1"/>
            </p:cNvGraphicFramePr>
            <p:nvPr/>
          </p:nvGraphicFramePr>
          <p:xfrm>
            <a:off x="201" y="2448"/>
            <a:ext cx="210" cy="228"/>
          </p:xfrm>
          <a:graphic>
            <a:graphicData uri="http://schemas.openxmlformats.org/presentationml/2006/ole">
              <mc:AlternateContent xmlns:mc="http://schemas.openxmlformats.org/markup-compatibility/2006">
                <mc:Choice xmlns:v="urn:schemas-microsoft-com:vml" Requires="v">
                  <p:oleObj spid="_x0000_s4" name="Equation" r:id="rId7" imgW="3352800" imgH="4572000" progId="Equation.3">
                    <p:embed/>
                  </p:oleObj>
                </mc:Choice>
                <mc:Fallback>
                  <p:oleObj name="Equation" r:id="rId7" imgW="3352800" imgH="45720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 y="2448"/>
                          <a:ext cx="210" cy="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3" name="Object 13"/>
            <p:cNvGraphicFramePr>
              <a:graphicFrameLocks noChangeAspect="1"/>
            </p:cNvGraphicFramePr>
            <p:nvPr/>
          </p:nvGraphicFramePr>
          <p:xfrm>
            <a:off x="1392" y="2736"/>
            <a:ext cx="156" cy="253"/>
          </p:xfrm>
          <a:graphic>
            <a:graphicData uri="http://schemas.openxmlformats.org/presentationml/2006/ole">
              <mc:AlternateContent xmlns:mc="http://schemas.openxmlformats.org/markup-compatibility/2006">
                <mc:Choice xmlns:v="urn:schemas-microsoft-com:vml" Requires="v">
                  <p:oleObj spid="_x0000_s5" name="公式" r:id="rId9" imgW="4572000" imgH="6096000" progId="Equation.3">
                    <p:embed/>
                  </p:oleObj>
                </mc:Choice>
                <mc:Fallback>
                  <p:oleObj name="公式" r:id="rId9" imgW="4572000" imgH="60960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2" y="2736"/>
                          <a:ext cx="156" cy="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14" name="Rectangle 14"/>
            <p:cNvSpPr>
              <a:spLocks noChangeArrowheads="1"/>
            </p:cNvSpPr>
            <p:nvPr/>
          </p:nvSpPr>
          <p:spPr bwMode="auto">
            <a:xfrm>
              <a:off x="1200" y="2352"/>
              <a:ext cx="422" cy="44"/>
            </a:xfrm>
            <a:prstGeom prst="rect">
              <a:avLst/>
            </a:prstGeom>
            <a:solidFill>
              <a:srgbClr val="CCCC00"/>
            </a:solidFill>
            <a:ln w="9525">
              <a:solidFill>
                <a:srgbClr val="000000"/>
              </a:solidFill>
              <a:miter lim="800000"/>
            </a:ln>
            <a:effectLst/>
          </p:spPr>
          <p:txBody>
            <a:bodyPr wrap="none" anchor="ctr"/>
            <a:lstStyle/>
            <a:p>
              <a:endParaRPr lang="zh-CN" altLang="en-US"/>
            </a:p>
          </p:txBody>
        </p:sp>
        <p:sp>
          <p:nvSpPr>
            <p:cNvPr id="25615" name="Freeform 15"/>
            <p:cNvSpPr/>
            <p:nvPr/>
          </p:nvSpPr>
          <p:spPr bwMode="auto">
            <a:xfrm rot="3073162">
              <a:off x="1875" y="3165"/>
              <a:ext cx="349" cy="67"/>
            </a:xfrm>
            <a:custGeom>
              <a:avLst/>
              <a:gdLst/>
              <a:ahLst/>
              <a:cxnLst>
                <a:cxn ang="0">
                  <a:pos x="0" y="96"/>
                </a:cxn>
                <a:cxn ang="0">
                  <a:pos x="48" y="0"/>
                </a:cxn>
                <a:cxn ang="0">
                  <a:pos x="96" y="96"/>
                </a:cxn>
                <a:cxn ang="0">
                  <a:pos x="144" y="0"/>
                </a:cxn>
                <a:cxn ang="0">
                  <a:pos x="192" y="96"/>
                </a:cxn>
                <a:cxn ang="0">
                  <a:pos x="240" y="0"/>
                </a:cxn>
                <a:cxn ang="0">
                  <a:pos x="288" y="96"/>
                </a:cxn>
                <a:cxn ang="0">
                  <a:pos x="336" y="0"/>
                </a:cxn>
                <a:cxn ang="0">
                  <a:pos x="384" y="96"/>
                </a:cxn>
                <a:cxn ang="0">
                  <a:pos x="432" y="0"/>
                </a:cxn>
                <a:cxn ang="0">
                  <a:pos x="480" y="96"/>
                </a:cxn>
                <a:cxn ang="0">
                  <a:pos x="528" y="48"/>
                </a:cxn>
                <a:cxn ang="0">
                  <a:pos x="624" y="48"/>
                </a:cxn>
                <a:cxn ang="0">
                  <a:pos x="672" y="48"/>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FF0000"/>
              </a:solidFill>
              <a:round/>
              <a:headEnd type="none" w="med" len="med"/>
              <a:tailEnd type="triangle" w="sm" len="lg"/>
            </a:ln>
            <a:effectLst/>
          </p:spPr>
          <p:txBody>
            <a:bodyPr wrap="none" anchor="ctr"/>
            <a:lstStyle/>
            <a:p>
              <a:endParaRPr lang="zh-CN" altLang="en-US"/>
            </a:p>
          </p:txBody>
        </p:sp>
        <p:sp>
          <p:nvSpPr>
            <p:cNvPr id="25616" name="Freeform 16"/>
            <p:cNvSpPr/>
            <p:nvPr/>
          </p:nvSpPr>
          <p:spPr bwMode="auto">
            <a:xfrm rot="-3106469">
              <a:off x="608" y="3117"/>
              <a:ext cx="349" cy="67"/>
            </a:xfrm>
            <a:custGeom>
              <a:avLst/>
              <a:gdLst/>
              <a:ahLst/>
              <a:cxnLst>
                <a:cxn ang="0">
                  <a:pos x="0" y="96"/>
                </a:cxn>
                <a:cxn ang="0">
                  <a:pos x="48" y="0"/>
                </a:cxn>
                <a:cxn ang="0">
                  <a:pos x="96" y="96"/>
                </a:cxn>
                <a:cxn ang="0">
                  <a:pos x="144" y="0"/>
                </a:cxn>
                <a:cxn ang="0">
                  <a:pos x="192" y="96"/>
                </a:cxn>
                <a:cxn ang="0">
                  <a:pos x="240" y="0"/>
                </a:cxn>
                <a:cxn ang="0">
                  <a:pos x="288" y="96"/>
                </a:cxn>
                <a:cxn ang="0">
                  <a:pos x="336" y="0"/>
                </a:cxn>
                <a:cxn ang="0">
                  <a:pos x="384" y="96"/>
                </a:cxn>
                <a:cxn ang="0">
                  <a:pos x="432" y="0"/>
                </a:cxn>
                <a:cxn ang="0">
                  <a:pos x="480" y="96"/>
                </a:cxn>
                <a:cxn ang="0">
                  <a:pos x="528" y="48"/>
                </a:cxn>
                <a:cxn ang="0">
                  <a:pos x="624" y="48"/>
                </a:cxn>
                <a:cxn ang="0">
                  <a:pos x="672" y="48"/>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FF0000"/>
              </a:solidFill>
              <a:round/>
              <a:headEnd type="none" w="med" len="med"/>
              <a:tailEnd type="triangle" w="sm" len="lg"/>
            </a:ln>
            <a:effectLst/>
          </p:spPr>
          <p:txBody>
            <a:bodyPr wrap="none" anchor="ctr"/>
            <a:lstStyle/>
            <a:p>
              <a:endParaRPr lang="zh-CN" altLang="en-US"/>
            </a:p>
          </p:txBody>
        </p:sp>
        <p:sp>
          <p:nvSpPr>
            <p:cNvPr id="25617" name="Rectangle 17"/>
            <p:cNvSpPr>
              <a:spLocks noChangeArrowheads="1"/>
            </p:cNvSpPr>
            <p:nvPr/>
          </p:nvSpPr>
          <p:spPr bwMode="auto">
            <a:xfrm>
              <a:off x="528" y="3291"/>
              <a:ext cx="192" cy="65"/>
            </a:xfrm>
            <a:prstGeom prst="rect">
              <a:avLst/>
            </a:prstGeom>
            <a:solidFill>
              <a:srgbClr val="009900"/>
            </a:solidFill>
            <a:ln w="9525">
              <a:solidFill>
                <a:srgbClr val="000000"/>
              </a:solidFill>
              <a:miter lim="800000"/>
            </a:ln>
            <a:effectLst/>
          </p:spPr>
          <p:txBody>
            <a:bodyPr wrap="none" anchor="ctr"/>
            <a:lstStyle/>
            <a:p>
              <a:endParaRPr lang="zh-CN" altLang="en-US"/>
            </a:p>
          </p:txBody>
        </p:sp>
        <p:grpSp>
          <p:nvGrpSpPr>
            <p:cNvPr id="25618" name="Group 18"/>
            <p:cNvGrpSpPr/>
            <p:nvPr/>
          </p:nvGrpSpPr>
          <p:grpSpPr bwMode="auto">
            <a:xfrm>
              <a:off x="336" y="3408"/>
              <a:ext cx="576" cy="584"/>
              <a:chOff x="384" y="3264"/>
              <a:chExt cx="576" cy="584"/>
            </a:xfrm>
          </p:grpSpPr>
          <p:sp>
            <p:nvSpPr>
              <p:cNvPr id="25619" name="Oval 19"/>
              <p:cNvSpPr>
                <a:spLocks noChangeArrowheads="1"/>
              </p:cNvSpPr>
              <p:nvPr/>
            </p:nvSpPr>
            <p:spPr bwMode="auto">
              <a:xfrm>
                <a:off x="384" y="3264"/>
                <a:ext cx="576" cy="576"/>
              </a:xfrm>
              <a:prstGeom prst="ellipse">
                <a:avLst/>
              </a:prstGeom>
              <a:solidFill>
                <a:srgbClr val="F4FCE4"/>
              </a:solidFill>
              <a:ln w="19050">
                <a:solidFill>
                  <a:schemeClr val="tx2"/>
                </a:solidFill>
                <a:round/>
              </a:ln>
              <a:effectLst/>
            </p:spPr>
            <p:txBody>
              <a:bodyPr wrap="none" anchor="ctr"/>
              <a:lstStyle/>
              <a:p>
                <a:endParaRPr lang="zh-CN" altLang="en-US"/>
              </a:p>
            </p:txBody>
          </p:sp>
          <p:graphicFrame>
            <p:nvGraphicFramePr>
              <p:cNvPr id="25620" name="Object 20"/>
              <p:cNvGraphicFramePr>
                <a:graphicFrameLocks noChangeAspect="1"/>
              </p:cNvGraphicFramePr>
              <p:nvPr/>
            </p:nvGraphicFramePr>
            <p:xfrm>
              <a:off x="600" y="3264"/>
              <a:ext cx="168" cy="144"/>
            </p:xfrm>
            <a:graphic>
              <a:graphicData uri="http://schemas.openxmlformats.org/presentationml/2006/ole">
                <mc:AlternateContent xmlns:mc="http://schemas.openxmlformats.org/markup-compatibility/2006">
                  <mc:Choice xmlns:v="urn:schemas-microsoft-com:vml" Requires="v">
                    <p:oleObj spid="_x0000_s6" name="Equation" r:id="rId11" imgW="6400800" imgH="5486400" progId="Equation.3">
                      <p:embed/>
                    </p:oleObj>
                  </mc:Choice>
                  <mc:Fallback>
                    <p:oleObj name="Equation" r:id="rId11" imgW="6400800" imgH="548640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0" y="3264"/>
                            <a:ext cx="168"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21" name="Object 21"/>
              <p:cNvGraphicFramePr>
                <a:graphicFrameLocks noChangeAspect="1"/>
              </p:cNvGraphicFramePr>
              <p:nvPr/>
            </p:nvGraphicFramePr>
            <p:xfrm>
              <a:off x="864" y="3496"/>
              <a:ext cx="96" cy="152"/>
            </p:xfrm>
            <a:graphic>
              <a:graphicData uri="http://schemas.openxmlformats.org/presentationml/2006/ole">
                <mc:AlternateContent xmlns:mc="http://schemas.openxmlformats.org/markup-compatibility/2006">
                  <mc:Choice xmlns:v="urn:schemas-microsoft-com:vml" Requires="v">
                    <p:oleObj spid="_x0000_s7" name="Equation" r:id="rId13" imgW="3657600" imgH="5791200" progId="Equation.3">
                      <p:embed/>
                    </p:oleObj>
                  </mc:Choice>
                  <mc:Fallback>
                    <p:oleObj name="Equation" r:id="rId13" imgW="3657600" imgH="5791200"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64" y="3496"/>
                            <a:ext cx="96"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22" name="Object 22"/>
              <p:cNvGraphicFramePr>
                <a:graphicFrameLocks noChangeAspect="1"/>
              </p:cNvGraphicFramePr>
              <p:nvPr/>
            </p:nvGraphicFramePr>
            <p:xfrm>
              <a:off x="624" y="3696"/>
              <a:ext cx="104" cy="152"/>
            </p:xfrm>
            <a:graphic>
              <a:graphicData uri="http://schemas.openxmlformats.org/presentationml/2006/ole">
                <mc:AlternateContent xmlns:mc="http://schemas.openxmlformats.org/markup-compatibility/2006">
                  <mc:Choice xmlns:v="urn:schemas-microsoft-com:vml" Requires="v">
                    <p:oleObj spid="_x0000_s8" name="Equation" r:id="rId15" imgW="3962400" imgH="5791200" progId="Equation.3">
                      <p:embed/>
                    </p:oleObj>
                  </mc:Choice>
                  <mc:Fallback>
                    <p:oleObj name="Equation" r:id="rId15" imgW="3962400" imgH="5791200"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4" y="3696"/>
                            <a:ext cx="104"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23" name="Object 23"/>
              <p:cNvGraphicFramePr>
                <a:graphicFrameLocks noChangeAspect="1"/>
              </p:cNvGraphicFramePr>
              <p:nvPr/>
            </p:nvGraphicFramePr>
            <p:xfrm>
              <a:off x="384" y="3496"/>
              <a:ext cx="104" cy="152"/>
            </p:xfrm>
            <a:graphic>
              <a:graphicData uri="http://schemas.openxmlformats.org/presentationml/2006/ole">
                <mc:AlternateContent xmlns:mc="http://schemas.openxmlformats.org/markup-compatibility/2006">
                  <mc:Choice xmlns:v="urn:schemas-microsoft-com:vml" Requires="v">
                    <p:oleObj spid="_x0000_s9" name="Equation" r:id="rId17" imgW="3962400" imgH="5791200" progId="Equation.3">
                      <p:embed/>
                    </p:oleObj>
                  </mc:Choice>
                  <mc:Fallback>
                    <p:oleObj name="Equation" r:id="rId17" imgW="3962400" imgH="5791200" progId="Equation.3">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4" y="3496"/>
                            <a:ext cx="104"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24" name="Oval 24"/>
              <p:cNvSpPr>
                <a:spLocks noChangeArrowheads="1"/>
              </p:cNvSpPr>
              <p:nvPr/>
            </p:nvSpPr>
            <p:spPr bwMode="auto">
              <a:xfrm>
                <a:off x="768" y="3312"/>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25" name="Oval 25"/>
              <p:cNvSpPr>
                <a:spLocks noChangeArrowheads="1"/>
              </p:cNvSpPr>
              <p:nvPr/>
            </p:nvSpPr>
            <p:spPr bwMode="auto">
              <a:xfrm>
                <a:off x="864" y="3408"/>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26" name="Oval 26"/>
              <p:cNvSpPr>
                <a:spLocks noChangeArrowheads="1"/>
              </p:cNvSpPr>
              <p:nvPr/>
            </p:nvSpPr>
            <p:spPr bwMode="auto">
              <a:xfrm>
                <a:off x="864" y="3648"/>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27" name="Oval 27"/>
              <p:cNvSpPr>
                <a:spLocks noChangeArrowheads="1"/>
              </p:cNvSpPr>
              <p:nvPr/>
            </p:nvSpPr>
            <p:spPr bwMode="auto">
              <a:xfrm>
                <a:off x="768" y="3744"/>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28" name="Oval 28"/>
              <p:cNvSpPr>
                <a:spLocks noChangeArrowheads="1"/>
              </p:cNvSpPr>
              <p:nvPr/>
            </p:nvSpPr>
            <p:spPr bwMode="auto">
              <a:xfrm>
                <a:off x="528" y="3312"/>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29" name="Oval 29"/>
              <p:cNvSpPr>
                <a:spLocks noChangeArrowheads="1"/>
              </p:cNvSpPr>
              <p:nvPr/>
            </p:nvSpPr>
            <p:spPr bwMode="auto">
              <a:xfrm>
                <a:off x="432" y="3408"/>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30" name="Oval 30"/>
              <p:cNvSpPr>
                <a:spLocks noChangeArrowheads="1"/>
              </p:cNvSpPr>
              <p:nvPr/>
            </p:nvSpPr>
            <p:spPr bwMode="auto">
              <a:xfrm>
                <a:off x="432" y="3648"/>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31" name="Oval 31"/>
              <p:cNvSpPr>
                <a:spLocks noChangeArrowheads="1"/>
              </p:cNvSpPr>
              <p:nvPr/>
            </p:nvSpPr>
            <p:spPr bwMode="auto">
              <a:xfrm>
                <a:off x="528" y="3744"/>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32" name="Line 32"/>
              <p:cNvSpPr>
                <a:spLocks noChangeShapeType="1"/>
              </p:cNvSpPr>
              <p:nvPr/>
            </p:nvSpPr>
            <p:spPr bwMode="auto">
              <a:xfrm flipV="1">
                <a:off x="672" y="3312"/>
                <a:ext cx="0" cy="288"/>
              </a:xfrm>
              <a:prstGeom prst="line">
                <a:avLst/>
              </a:prstGeom>
              <a:noFill/>
              <a:ln w="19050">
                <a:solidFill>
                  <a:srgbClr val="CC0099"/>
                </a:solidFill>
                <a:prstDash val="dash"/>
                <a:round/>
                <a:tailEnd type="triangle" w="sm" len="lg"/>
              </a:ln>
              <a:effectLst/>
            </p:spPr>
            <p:txBody>
              <a:bodyPr wrap="none"/>
              <a:lstStyle/>
              <a:p>
                <a:endParaRPr lang="zh-CN" altLang="en-US"/>
              </a:p>
            </p:txBody>
          </p:sp>
          <p:sp>
            <p:nvSpPr>
              <p:cNvPr id="25633" name="Line 33"/>
              <p:cNvSpPr>
                <a:spLocks noChangeShapeType="1"/>
              </p:cNvSpPr>
              <p:nvPr/>
            </p:nvSpPr>
            <p:spPr bwMode="auto">
              <a:xfrm flipV="1">
                <a:off x="672" y="3600"/>
                <a:ext cx="240" cy="0"/>
              </a:xfrm>
              <a:prstGeom prst="line">
                <a:avLst/>
              </a:prstGeom>
              <a:noFill/>
              <a:ln w="28575">
                <a:solidFill>
                  <a:srgbClr val="CC0099"/>
                </a:solidFill>
                <a:round/>
                <a:tailEnd type="triangle" w="sm" len="lg"/>
              </a:ln>
              <a:effectLst/>
            </p:spPr>
            <p:txBody>
              <a:bodyPr wrap="none"/>
              <a:lstStyle/>
              <a:p>
                <a:endParaRPr lang="zh-CN" altLang="en-US"/>
              </a:p>
            </p:txBody>
          </p:sp>
        </p:grpSp>
        <p:sp>
          <p:nvSpPr>
            <p:cNvPr id="25634" name="Line 34"/>
            <p:cNvSpPr>
              <a:spLocks noChangeShapeType="1"/>
            </p:cNvSpPr>
            <p:nvPr/>
          </p:nvSpPr>
          <p:spPr bwMode="auto">
            <a:xfrm flipV="1">
              <a:off x="672" y="2400"/>
              <a:ext cx="720" cy="912"/>
            </a:xfrm>
            <a:prstGeom prst="line">
              <a:avLst/>
            </a:prstGeom>
            <a:noFill/>
            <a:ln w="12700">
              <a:solidFill>
                <a:schemeClr val="tx1"/>
              </a:solidFill>
              <a:prstDash val="dash"/>
              <a:round/>
              <a:tailEnd type="triangle" w="sm" len="lg"/>
            </a:ln>
            <a:effectLst/>
          </p:spPr>
          <p:txBody>
            <a:bodyPr wrap="none"/>
            <a:lstStyle/>
            <a:p>
              <a:endParaRPr lang="zh-CN" altLang="en-US"/>
            </a:p>
          </p:txBody>
        </p:sp>
        <p:sp>
          <p:nvSpPr>
            <p:cNvPr id="25635" name="Line 35"/>
            <p:cNvSpPr>
              <a:spLocks noChangeShapeType="1"/>
            </p:cNvSpPr>
            <p:nvPr/>
          </p:nvSpPr>
          <p:spPr bwMode="auto">
            <a:xfrm flipH="1" flipV="1">
              <a:off x="1392" y="2400"/>
              <a:ext cx="768" cy="912"/>
            </a:xfrm>
            <a:prstGeom prst="line">
              <a:avLst/>
            </a:prstGeom>
            <a:noFill/>
            <a:ln w="12700">
              <a:solidFill>
                <a:schemeClr val="tx1"/>
              </a:solidFill>
              <a:prstDash val="dash"/>
              <a:round/>
              <a:headEnd type="triangle" w="sm" len="lg"/>
            </a:ln>
            <a:effectLst/>
          </p:spPr>
          <p:txBody>
            <a:bodyPr wrap="none"/>
            <a:lstStyle/>
            <a:p>
              <a:endParaRPr lang="zh-CN" altLang="en-US"/>
            </a:p>
          </p:txBody>
        </p:sp>
        <p:sp>
          <p:nvSpPr>
            <p:cNvPr id="25636" name="Rectangle 36"/>
            <p:cNvSpPr>
              <a:spLocks noChangeArrowheads="1"/>
            </p:cNvSpPr>
            <p:nvPr/>
          </p:nvSpPr>
          <p:spPr bwMode="auto">
            <a:xfrm>
              <a:off x="2064" y="3309"/>
              <a:ext cx="192" cy="47"/>
            </a:xfrm>
            <a:prstGeom prst="rect">
              <a:avLst/>
            </a:prstGeom>
            <a:solidFill>
              <a:srgbClr val="009900"/>
            </a:solidFill>
            <a:ln w="9525">
              <a:solidFill>
                <a:srgbClr val="000000"/>
              </a:solidFill>
              <a:miter lim="800000"/>
            </a:ln>
            <a:effectLst/>
          </p:spPr>
          <p:txBody>
            <a:bodyPr wrap="none" anchor="ctr"/>
            <a:lstStyle/>
            <a:p>
              <a:endParaRPr lang="zh-CN" altLang="en-US"/>
            </a:p>
          </p:txBody>
        </p:sp>
        <p:grpSp>
          <p:nvGrpSpPr>
            <p:cNvPr id="25637" name="Group 37"/>
            <p:cNvGrpSpPr/>
            <p:nvPr/>
          </p:nvGrpSpPr>
          <p:grpSpPr bwMode="auto">
            <a:xfrm>
              <a:off x="1872" y="3408"/>
              <a:ext cx="576" cy="584"/>
              <a:chOff x="1920" y="3264"/>
              <a:chExt cx="576" cy="584"/>
            </a:xfrm>
          </p:grpSpPr>
          <p:sp>
            <p:nvSpPr>
              <p:cNvPr id="25638" name="Oval 38"/>
              <p:cNvSpPr>
                <a:spLocks noChangeArrowheads="1"/>
              </p:cNvSpPr>
              <p:nvPr/>
            </p:nvSpPr>
            <p:spPr bwMode="auto">
              <a:xfrm>
                <a:off x="1920" y="3264"/>
                <a:ext cx="576" cy="576"/>
              </a:xfrm>
              <a:prstGeom prst="ellipse">
                <a:avLst/>
              </a:prstGeom>
              <a:solidFill>
                <a:srgbClr val="F4FCE4"/>
              </a:solidFill>
              <a:ln w="19050">
                <a:solidFill>
                  <a:schemeClr val="tx2"/>
                </a:solidFill>
                <a:round/>
              </a:ln>
              <a:effectLst/>
            </p:spPr>
            <p:txBody>
              <a:bodyPr wrap="none" anchor="ctr"/>
              <a:lstStyle/>
              <a:p>
                <a:endParaRPr lang="zh-CN" altLang="en-US"/>
              </a:p>
            </p:txBody>
          </p:sp>
          <p:graphicFrame>
            <p:nvGraphicFramePr>
              <p:cNvPr id="25639" name="Object 39"/>
              <p:cNvGraphicFramePr>
                <a:graphicFrameLocks noChangeAspect="1"/>
              </p:cNvGraphicFramePr>
              <p:nvPr/>
            </p:nvGraphicFramePr>
            <p:xfrm>
              <a:off x="2136" y="3264"/>
              <a:ext cx="168" cy="144"/>
            </p:xfrm>
            <a:graphic>
              <a:graphicData uri="http://schemas.openxmlformats.org/presentationml/2006/ole">
                <mc:AlternateContent xmlns:mc="http://schemas.openxmlformats.org/markup-compatibility/2006">
                  <mc:Choice xmlns:v="urn:schemas-microsoft-com:vml" Requires="v">
                    <p:oleObj spid="_x0000_s10" name="Equation" r:id="rId19" imgW="266700" imgH="228600" progId="Equation.3">
                      <p:embed/>
                    </p:oleObj>
                  </mc:Choice>
                  <mc:Fallback>
                    <p:oleObj name="Equation" r:id="rId19" imgW="266700" imgH="228600" progId="Equation.3">
                      <p:embed/>
                      <p:pic>
                        <p:nvPicPr>
                          <p:cNvPr id="0" name="Object 3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36" y="3264"/>
                            <a:ext cx="168"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40" name="Object 40"/>
              <p:cNvGraphicFramePr>
                <a:graphicFrameLocks noChangeAspect="1"/>
              </p:cNvGraphicFramePr>
              <p:nvPr/>
            </p:nvGraphicFramePr>
            <p:xfrm>
              <a:off x="2400" y="3496"/>
              <a:ext cx="96" cy="152"/>
            </p:xfrm>
            <a:graphic>
              <a:graphicData uri="http://schemas.openxmlformats.org/presentationml/2006/ole">
                <mc:AlternateContent xmlns:mc="http://schemas.openxmlformats.org/markup-compatibility/2006">
                  <mc:Choice xmlns:v="urn:schemas-microsoft-com:vml" Requires="v">
                    <p:oleObj spid="_x0000_s11" name="Equation" r:id="rId21" imgW="152400" imgH="241300" progId="Equation.3">
                      <p:embed/>
                    </p:oleObj>
                  </mc:Choice>
                  <mc:Fallback>
                    <p:oleObj name="Equation" r:id="rId21" imgW="152400" imgH="241300" progId="Equation.3">
                      <p:embed/>
                      <p:pic>
                        <p:nvPicPr>
                          <p:cNvPr id="0" name="Object 4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00" y="3496"/>
                            <a:ext cx="96"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41" name="Object 41"/>
              <p:cNvGraphicFramePr>
                <a:graphicFrameLocks noChangeAspect="1"/>
              </p:cNvGraphicFramePr>
              <p:nvPr/>
            </p:nvGraphicFramePr>
            <p:xfrm>
              <a:off x="2160" y="3696"/>
              <a:ext cx="104" cy="152"/>
            </p:xfrm>
            <a:graphic>
              <a:graphicData uri="http://schemas.openxmlformats.org/presentationml/2006/ole">
                <mc:AlternateContent xmlns:mc="http://schemas.openxmlformats.org/markup-compatibility/2006">
                  <mc:Choice xmlns:v="urn:schemas-microsoft-com:vml" Requires="v">
                    <p:oleObj spid="_x0000_s12" name="Equation" r:id="rId23" imgW="165100" imgH="241300" progId="Equation.3">
                      <p:embed/>
                    </p:oleObj>
                  </mc:Choice>
                  <mc:Fallback>
                    <p:oleObj name="Equation" r:id="rId23" imgW="165100" imgH="241300" progId="Equation.3">
                      <p:embed/>
                      <p:pic>
                        <p:nvPicPr>
                          <p:cNvPr id="0" name="Object 4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160" y="3696"/>
                            <a:ext cx="104"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42" name="Object 42"/>
              <p:cNvGraphicFramePr>
                <a:graphicFrameLocks noChangeAspect="1"/>
              </p:cNvGraphicFramePr>
              <p:nvPr/>
            </p:nvGraphicFramePr>
            <p:xfrm>
              <a:off x="1920" y="3496"/>
              <a:ext cx="104" cy="152"/>
            </p:xfrm>
            <a:graphic>
              <a:graphicData uri="http://schemas.openxmlformats.org/presentationml/2006/ole">
                <mc:AlternateContent xmlns:mc="http://schemas.openxmlformats.org/markup-compatibility/2006">
                  <mc:Choice xmlns:v="urn:schemas-microsoft-com:vml" Requires="v">
                    <p:oleObj spid="_x0000_s13" name="Equation" r:id="rId25" imgW="165100" imgH="241300" progId="Equation.3">
                      <p:embed/>
                    </p:oleObj>
                  </mc:Choice>
                  <mc:Fallback>
                    <p:oleObj name="Equation" r:id="rId25" imgW="165100" imgH="241300" progId="Equation.3">
                      <p:embed/>
                      <p:pic>
                        <p:nvPicPr>
                          <p:cNvPr id="0" name="Object 4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20" y="3496"/>
                            <a:ext cx="104"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43" name="Oval 43"/>
              <p:cNvSpPr>
                <a:spLocks noChangeArrowheads="1"/>
              </p:cNvSpPr>
              <p:nvPr/>
            </p:nvSpPr>
            <p:spPr bwMode="auto">
              <a:xfrm>
                <a:off x="2304" y="3312"/>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44" name="Oval 44"/>
              <p:cNvSpPr>
                <a:spLocks noChangeArrowheads="1"/>
              </p:cNvSpPr>
              <p:nvPr/>
            </p:nvSpPr>
            <p:spPr bwMode="auto">
              <a:xfrm>
                <a:off x="2400" y="3408"/>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45" name="Oval 45"/>
              <p:cNvSpPr>
                <a:spLocks noChangeArrowheads="1"/>
              </p:cNvSpPr>
              <p:nvPr/>
            </p:nvSpPr>
            <p:spPr bwMode="auto">
              <a:xfrm>
                <a:off x="2400" y="3648"/>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46" name="Oval 46"/>
              <p:cNvSpPr>
                <a:spLocks noChangeArrowheads="1"/>
              </p:cNvSpPr>
              <p:nvPr/>
            </p:nvSpPr>
            <p:spPr bwMode="auto">
              <a:xfrm>
                <a:off x="2304" y="3744"/>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47" name="Oval 47"/>
              <p:cNvSpPr>
                <a:spLocks noChangeArrowheads="1"/>
              </p:cNvSpPr>
              <p:nvPr/>
            </p:nvSpPr>
            <p:spPr bwMode="auto">
              <a:xfrm>
                <a:off x="2064" y="3312"/>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48" name="Oval 48"/>
              <p:cNvSpPr>
                <a:spLocks noChangeArrowheads="1"/>
              </p:cNvSpPr>
              <p:nvPr/>
            </p:nvSpPr>
            <p:spPr bwMode="auto">
              <a:xfrm>
                <a:off x="1968" y="3408"/>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49" name="Oval 49"/>
              <p:cNvSpPr>
                <a:spLocks noChangeArrowheads="1"/>
              </p:cNvSpPr>
              <p:nvPr/>
            </p:nvSpPr>
            <p:spPr bwMode="auto">
              <a:xfrm>
                <a:off x="1968" y="3648"/>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50" name="Oval 50"/>
              <p:cNvSpPr>
                <a:spLocks noChangeArrowheads="1"/>
              </p:cNvSpPr>
              <p:nvPr/>
            </p:nvSpPr>
            <p:spPr bwMode="auto">
              <a:xfrm>
                <a:off x="2064" y="3744"/>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51" name="Line 51"/>
              <p:cNvSpPr>
                <a:spLocks noChangeShapeType="1"/>
              </p:cNvSpPr>
              <p:nvPr/>
            </p:nvSpPr>
            <p:spPr bwMode="auto">
              <a:xfrm flipV="1">
                <a:off x="2208" y="3600"/>
                <a:ext cx="240" cy="0"/>
              </a:xfrm>
              <a:prstGeom prst="line">
                <a:avLst/>
              </a:prstGeom>
              <a:noFill/>
              <a:ln w="28575">
                <a:solidFill>
                  <a:srgbClr val="CC0099"/>
                </a:solidFill>
                <a:round/>
                <a:tailEnd type="triangle" w="sm" len="lg"/>
              </a:ln>
              <a:effectLst/>
            </p:spPr>
            <p:txBody>
              <a:bodyPr wrap="none"/>
              <a:lstStyle/>
              <a:p>
                <a:endParaRPr lang="zh-CN" altLang="en-US"/>
              </a:p>
            </p:txBody>
          </p:sp>
          <p:sp>
            <p:nvSpPr>
              <p:cNvPr id="25652" name="Line 52"/>
              <p:cNvSpPr>
                <a:spLocks noChangeShapeType="1"/>
              </p:cNvSpPr>
              <p:nvPr/>
            </p:nvSpPr>
            <p:spPr bwMode="auto">
              <a:xfrm flipV="1">
                <a:off x="2208" y="3264"/>
                <a:ext cx="0" cy="336"/>
              </a:xfrm>
              <a:prstGeom prst="line">
                <a:avLst/>
              </a:prstGeom>
              <a:noFill/>
              <a:ln w="9525">
                <a:solidFill>
                  <a:schemeClr val="tx1"/>
                </a:solidFill>
                <a:prstDash val="dash"/>
                <a:round/>
              </a:ln>
              <a:effectLst/>
            </p:spPr>
            <p:txBody>
              <a:bodyPr wrap="none"/>
              <a:lstStyle/>
              <a:p>
                <a:endParaRPr lang="zh-CN" altLang="en-US"/>
              </a:p>
            </p:txBody>
          </p:sp>
        </p:grpSp>
        <p:graphicFrame>
          <p:nvGraphicFramePr>
            <p:cNvPr id="25653" name="Object 53"/>
            <p:cNvGraphicFramePr>
              <a:graphicFrameLocks noChangeAspect="1"/>
            </p:cNvGraphicFramePr>
            <p:nvPr/>
          </p:nvGraphicFramePr>
          <p:xfrm>
            <a:off x="384" y="2976"/>
            <a:ext cx="279" cy="344"/>
          </p:xfrm>
          <a:graphic>
            <a:graphicData uri="http://schemas.openxmlformats.org/presentationml/2006/ole">
              <mc:AlternateContent xmlns:mc="http://schemas.openxmlformats.org/markup-compatibility/2006">
                <mc:Choice xmlns:v="urn:schemas-microsoft-com:vml" Requires="v">
                  <p:oleObj spid="_x0000_s14" name="Equation" r:id="rId27" imgW="5181600" imgH="7620000" progId="Equation.3">
                    <p:embed/>
                  </p:oleObj>
                </mc:Choice>
                <mc:Fallback>
                  <p:oleObj name="Equation" r:id="rId27" imgW="5181600" imgH="7620000" progId="Equation.3">
                    <p:embed/>
                    <p:pic>
                      <p:nvPicPr>
                        <p:cNvPr id="0" name="Object 5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84" y="2976"/>
                          <a:ext cx="279"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54" name="Object 54"/>
            <p:cNvGraphicFramePr>
              <a:graphicFrameLocks noChangeAspect="1"/>
            </p:cNvGraphicFramePr>
            <p:nvPr/>
          </p:nvGraphicFramePr>
          <p:xfrm>
            <a:off x="2112" y="2976"/>
            <a:ext cx="328" cy="344"/>
          </p:xfrm>
          <a:graphic>
            <a:graphicData uri="http://schemas.openxmlformats.org/presentationml/2006/ole">
              <mc:AlternateContent xmlns:mc="http://schemas.openxmlformats.org/markup-compatibility/2006">
                <mc:Choice xmlns:v="urn:schemas-microsoft-com:vml" Requires="v">
                  <p:oleObj spid="_x0000_s15" name="Equation" r:id="rId29" imgW="6096000" imgH="7620000" progId="Equation.3">
                    <p:embed/>
                  </p:oleObj>
                </mc:Choice>
                <mc:Fallback>
                  <p:oleObj name="Equation" r:id="rId29" imgW="6096000" imgH="7620000" progId="Equation.3">
                    <p:embed/>
                    <p:pic>
                      <p:nvPicPr>
                        <p:cNvPr id="0" name="Object 5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112" y="2976"/>
                          <a:ext cx="328"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5655" name="Group 55"/>
            <p:cNvGrpSpPr/>
            <p:nvPr/>
          </p:nvGrpSpPr>
          <p:grpSpPr bwMode="auto">
            <a:xfrm>
              <a:off x="1632" y="2160"/>
              <a:ext cx="576" cy="584"/>
              <a:chOff x="1680" y="1152"/>
              <a:chExt cx="576" cy="584"/>
            </a:xfrm>
          </p:grpSpPr>
          <p:sp>
            <p:nvSpPr>
              <p:cNvPr id="25656" name="Oval 56"/>
              <p:cNvSpPr>
                <a:spLocks noChangeArrowheads="1"/>
              </p:cNvSpPr>
              <p:nvPr/>
            </p:nvSpPr>
            <p:spPr bwMode="auto">
              <a:xfrm>
                <a:off x="1680" y="1152"/>
                <a:ext cx="576" cy="576"/>
              </a:xfrm>
              <a:prstGeom prst="ellipse">
                <a:avLst/>
              </a:prstGeom>
              <a:solidFill>
                <a:srgbClr val="FDF1FC"/>
              </a:solidFill>
              <a:ln w="19050">
                <a:solidFill>
                  <a:srgbClr val="CC00CC"/>
                </a:solidFill>
                <a:round/>
              </a:ln>
              <a:effectLst/>
            </p:spPr>
            <p:txBody>
              <a:bodyPr wrap="none" anchor="ctr"/>
              <a:lstStyle/>
              <a:p>
                <a:endParaRPr lang="zh-CN" altLang="en-US"/>
              </a:p>
            </p:txBody>
          </p:sp>
          <p:graphicFrame>
            <p:nvGraphicFramePr>
              <p:cNvPr id="25657" name="Object 57"/>
              <p:cNvGraphicFramePr>
                <a:graphicFrameLocks noChangeAspect="1"/>
              </p:cNvGraphicFramePr>
              <p:nvPr/>
            </p:nvGraphicFramePr>
            <p:xfrm>
              <a:off x="1896" y="1152"/>
              <a:ext cx="168" cy="144"/>
            </p:xfrm>
            <a:graphic>
              <a:graphicData uri="http://schemas.openxmlformats.org/presentationml/2006/ole">
                <mc:AlternateContent xmlns:mc="http://schemas.openxmlformats.org/markup-compatibility/2006">
                  <mc:Choice xmlns:v="urn:schemas-microsoft-com:vml" Requires="v">
                    <p:oleObj spid="_x0000_s16" name="Equation" r:id="rId31" imgW="266700" imgH="228600" progId="Equation.3">
                      <p:embed/>
                    </p:oleObj>
                  </mc:Choice>
                  <mc:Fallback>
                    <p:oleObj name="Equation" r:id="rId31" imgW="266700" imgH="228600" progId="Equation.3">
                      <p:embed/>
                      <p:pic>
                        <p:nvPicPr>
                          <p:cNvPr id="0" name="Object 5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96" y="1152"/>
                            <a:ext cx="168"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58" name="Object 58"/>
              <p:cNvGraphicFramePr>
                <a:graphicFrameLocks noChangeAspect="1"/>
              </p:cNvGraphicFramePr>
              <p:nvPr/>
            </p:nvGraphicFramePr>
            <p:xfrm>
              <a:off x="2160" y="1384"/>
              <a:ext cx="96" cy="152"/>
            </p:xfrm>
            <a:graphic>
              <a:graphicData uri="http://schemas.openxmlformats.org/presentationml/2006/ole">
                <mc:AlternateContent xmlns:mc="http://schemas.openxmlformats.org/markup-compatibility/2006">
                  <mc:Choice xmlns:v="urn:schemas-microsoft-com:vml" Requires="v">
                    <p:oleObj spid="_x0000_s17" name="Equation" r:id="rId32" imgW="152400" imgH="241300" progId="Equation.3">
                      <p:embed/>
                    </p:oleObj>
                  </mc:Choice>
                  <mc:Fallback>
                    <p:oleObj name="Equation" r:id="rId32" imgW="152400" imgH="241300" progId="Equation.3">
                      <p:embed/>
                      <p:pic>
                        <p:nvPicPr>
                          <p:cNvPr id="0" name="Object 5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60" y="1384"/>
                            <a:ext cx="96"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59" name="Object 59"/>
              <p:cNvGraphicFramePr>
                <a:graphicFrameLocks noChangeAspect="1"/>
              </p:cNvGraphicFramePr>
              <p:nvPr/>
            </p:nvGraphicFramePr>
            <p:xfrm>
              <a:off x="1920" y="1584"/>
              <a:ext cx="104" cy="152"/>
            </p:xfrm>
            <a:graphic>
              <a:graphicData uri="http://schemas.openxmlformats.org/presentationml/2006/ole">
                <mc:AlternateContent xmlns:mc="http://schemas.openxmlformats.org/markup-compatibility/2006">
                  <mc:Choice xmlns:v="urn:schemas-microsoft-com:vml" Requires="v">
                    <p:oleObj spid="_x0000_s18" name="Equation" r:id="rId33" imgW="165100" imgH="241300" progId="Equation.3">
                      <p:embed/>
                    </p:oleObj>
                  </mc:Choice>
                  <mc:Fallback>
                    <p:oleObj name="Equation" r:id="rId33" imgW="165100" imgH="241300" progId="Equation.3">
                      <p:embed/>
                      <p:pic>
                        <p:nvPicPr>
                          <p:cNvPr id="0" name="Object 5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920" y="1584"/>
                            <a:ext cx="104"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60" name="Object 60"/>
              <p:cNvGraphicFramePr>
                <a:graphicFrameLocks noChangeAspect="1"/>
              </p:cNvGraphicFramePr>
              <p:nvPr/>
            </p:nvGraphicFramePr>
            <p:xfrm>
              <a:off x="1680" y="1384"/>
              <a:ext cx="104" cy="152"/>
            </p:xfrm>
            <a:graphic>
              <a:graphicData uri="http://schemas.openxmlformats.org/presentationml/2006/ole">
                <mc:AlternateContent xmlns:mc="http://schemas.openxmlformats.org/markup-compatibility/2006">
                  <mc:Choice xmlns:v="urn:schemas-microsoft-com:vml" Requires="v">
                    <p:oleObj spid="_x0000_s19" name="Equation" r:id="rId34" imgW="165100" imgH="241300" progId="Equation.3">
                      <p:embed/>
                    </p:oleObj>
                  </mc:Choice>
                  <mc:Fallback>
                    <p:oleObj name="Equation" r:id="rId34" imgW="165100" imgH="241300" progId="Equation.3">
                      <p:embed/>
                      <p:pic>
                        <p:nvPicPr>
                          <p:cNvPr id="0" name="Object 6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680" y="1384"/>
                            <a:ext cx="104"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61" name="Oval 61"/>
              <p:cNvSpPr>
                <a:spLocks noChangeArrowheads="1"/>
              </p:cNvSpPr>
              <p:nvPr/>
            </p:nvSpPr>
            <p:spPr bwMode="auto">
              <a:xfrm>
                <a:off x="2064" y="1200"/>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62" name="Oval 62"/>
              <p:cNvSpPr>
                <a:spLocks noChangeArrowheads="1"/>
              </p:cNvSpPr>
              <p:nvPr/>
            </p:nvSpPr>
            <p:spPr bwMode="auto">
              <a:xfrm>
                <a:off x="2160" y="1296"/>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63" name="Oval 63"/>
              <p:cNvSpPr>
                <a:spLocks noChangeArrowheads="1"/>
              </p:cNvSpPr>
              <p:nvPr/>
            </p:nvSpPr>
            <p:spPr bwMode="auto">
              <a:xfrm>
                <a:off x="2160" y="1536"/>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64" name="Oval 64"/>
              <p:cNvSpPr>
                <a:spLocks noChangeArrowheads="1"/>
              </p:cNvSpPr>
              <p:nvPr/>
            </p:nvSpPr>
            <p:spPr bwMode="auto">
              <a:xfrm>
                <a:off x="2064" y="1632"/>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65" name="Oval 65"/>
              <p:cNvSpPr>
                <a:spLocks noChangeArrowheads="1"/>
              </p:cNvSpPr>
              <p:nvPr/>
            </p:nvSpPr>
            <p:spPr bwMode="auto">
              <a:xfrm>
                <a:off x="1824" y="1200"/>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66" name="Oval 66"/>
              <p:cNvSpPr>
                <a:spLocks noChangeArrowheads="1"/>
              </p:cNvSpPr>
              <p:nvPr/>
            </p:nvSpPr>
            <p:spPr bwMode="auto">
              <a:xfrm>
                <a:off x="1728" y="1296"/>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67" name="Oval 67"/>
              <p:cNvSpPr>
                <a:spLocks noChangeArrowheads="1"/>
              </p:cNvSpPr>
              <p:nvPr/>
            </p:nvSpPr>
            <p:spPr bwMode="auto">
              <a:xfrm>
                <a:off x="1728" y="1536"/>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68" name="Oval 68"/>
              <p:cNvSpPr>
                <a:spLocks noChangeArrowheads="1"/>
              </p:cNvSpPr>
              <p:nvPr/>
            </p:nvSpPr>
            <p:spPr bwMode="auto">
              <a:xfrm>
                <a:off x="1824" y="1632"/>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669" name="Line 69"/>
              <p:cNvSpPr>
                <a:spLocks noChangeShapeType="1"/>
              </p:cNvSpPr>
              <p:nvPr/>
            </p:nvSpPr>
            <p:spPr bwMode="auto">
              <a:xfrm flipV="1">
                <a:off x="1968" y="1200"/>
                <a:ext cx="0" cy="288"/>
              </a:xfrm>
              <a:prstGeom prst="line">
                <a:avLst/>
              </a:prstGeom>
              <a:noFill/>
              <a:ln w="19050">
                <a:solidFill>
                  <a:srgbClr val="0000FF"/>
                </a:solidFill>
                <a:prstDash val="dash"/>
                <a:round/>
                <a:tailEnd type="triangle" w="sm" len="lg"/>
              </a:ln>
              <a:effectLst/>
            </p:spPr>
            <p:txBody>
              <a:bodyPr wrap="none"/>
              <a:lstStyle/>
              <a:p>
                <a:endParaRPr lang="zh-CN" altLang="en-US"/>
              </a:p>
            </p:txBody>
          </p:sp>
          <p:sp>
            <p:nvSpPr>
              <p:cNvPr id="25670" name="Line 70"/>
              <p:cNvSpPr>
                <a:spLocks noChangeShapeType="1"/>
              </p:cNvSpPr>
              <p:nvPr/>
            </p:nvSpPr>
            <p:spPr bwMode="auto">
              <a:xfrm flipV="1">
                <a:off x="1968" y="1344"/>
                <a:ext cx="240" cy="144"/>
              </a:xfrm>
              <a:prstGeom prst="line">
                <a:avLst/>
              </a:prstGeom>
              <a:noFill/>
              <a:ln w="28575">
                <a:solidFill>
                  <a:srgbClr val="0000FF"/>
                </a:solidFill>
                <a:round/>
                <a:tailEnd type="triangle" w="sm" len="lg"/>
              </a:ln>
              <a:effectLst/>
            </p:spPr>
            <p:txBody>
              <a:bodyPr wrap="none"/>
              <a:lstStyle/>
              <a:p>
                <a:endParaRPr lang="zh-CN" altLang="en-US"/>
              </a:p>
            </p:txBody>
          </p:sp>
        </p:grpSp>
      </p:grpSp>
      <p:grpSp>
        <p:nvGrpSpPr>
          <p:cNvPr id="25671" name="Group 71"/>
          <p:cNvGrpSpPr/>
          <p:nvPr/>
        </p:nvGrpSpPr>
        <p:grpSpPr bwMode="auto">
          <a:xfrm>
            <a:off x="838200" y="762000"/>
            <a:ext cx="3567113" cy="2171700"/>
            <a:chOff x="192" y="480"/>
            <a:chExt cx="2496" cy="1520"/>
          </a:xfrm>
        </p:grpSpPr>
        <p:sp>
          <p:nvSpPr>
            <p:cNvPr id="25672" name="Rectangle 72"/>
            <p:cNvSpPr>
              <a:spLocks noChangeArrowheads="1"/>
            </p:cNvSpPr>
            <p:nvPr/>
          </p:nvSpPr>
          <p:spPr bwMode="auto">
            <a:xfrm>
              <a:off x="192" y="480"/>
              <a:ext cx="2496" cy="1488"/>
            </a:xfrm>
            <a:prstGeom prst="rect">
              <a:avLst/>
            </a:prstGeom>
            <a:solidFill>
              <a:schemeClr val="bg1"/>
            </a:solidFill>
            <a:ln w="9525">
              <a:solidFill>
                <a:schemeClr val="tx1"/>
              </a:solidFill>
              <a:miter lim="800000"/>
            </a:ln>
            <a:effectLst/>
          </p:spPr>
          <p:txBody>
            <a:bodyPr wrap="none" anchor="ctr"/>
            <a:lstStyle/>
            <a:p>
              <a:endParaRPr lang="zh-CN" altLang="en-US"/>
            </a:p>
          </p:txBody>
        </p:sp>
        <p:sp>
          <p:nvSpPr>
            <p:cNvPr id="25673" name="Oval 73"/>
            <p:cNvSpPr>
              <a:spLocks noChangeArrowheads="1"/>
            </p:cNvSpPr>
            <p:nvPr/>
          </p:nvSpPr>
          <p:spPr bwMode="auto">
            <a:xfrm>
              <a:off x="1920" y="1584"/>
              <a:ext cx="288" cy="288"/>
            </a:xfrm>
            <a:prstGeom prst="ellipse">
              <a:avLst/>
            </a:prstGeom>
            <a:solidFill>
              <a:schemeClr val="accent1"/>
            </a:solidFill>
            <a:ln w="38100">
              <a:solidFill>
                <a:schemeClr val="tx2"/>
              </a:solidFill>
              <a:round/>
            </a:ln>
            <a:effectLst/>
          </p:spPr>
          <p:txBody>
            <a:bodyPr wrap="none" anchor="ctr"/>
            <a:lstStyle/>
            <a:p>
              <a:endParaRPr lang="zh-CN" altLang="en-US"/>
            </a:p>
          </p:txBody>
        </p:sp>
        <p:sp>
          <p:nvSpPr>
            <p:cNvPr id="25674" name="Oval 74"/>
            <p:cNvSpPr>
              <a:spLocks noChangeArrowheads="1"/>
            </p:cNvSpPr>
            <p:nvPr/>
          </p:nvSpPr>
          <p:spPr bwMode="auto">
            <a:xfrm>
              <a:off x="1248" y="1584"/>
              <a:ext cx="288" cy="288"/>
            </a:xfrm>
            <a:prstGeom prst="ellipse">
              <a:avLst/>
            </a:prstGeom>
            <a:solidFill>
              <a:schemeClr val="accent1"/>
            </a:solidFill>
            <a:ln w="38100">
              <a:solidFill>
                <a:schemeClr val="tx2"/>
              </a:solidFill>
              <a:round/>
            </a:ln>
            <a:effectLst/>
          </p:spPr>
          <p:txBody>
            <a:bodyPr wrap="none" anchor="ctr"/>
            <a:lstStyle/>
            <a:p>
              <a:endParaRPr lang="zh-CN" altLang="en-US"/>
            </a:p>
          </p:txBody>
        </p:sp>
        <p:sp>
          <p:nvSpPr>
            <p:cNvPr id="25675" name="AutoShape 75"/>
            <p:cNvSpPr>
              <a:spLocks noChangeArrowheads="1"/>
            </p:cNvSpPr>
            <p:nvPr/>
          </p:nvSpPr>
          <p:spPr bwMode="auto">
            <a:xfrm>
              <a:off x="1152" y="712"/>
              <a:ext cx="1152" cy="1008"/>
            </a:xfrm>
            <a:prstGeom prst="roundRect">
              <a:avLst>
                <a:gd name="adj" fmla="val 16667"/>
              </a:avLst>
            </a:prstGeom>
            <a:solidFill>
              <a:schemeClr val="bg1"/>
            </a:solidFill>
            <a:ln w="28575">
              <a:solidFill>
                <a:schemeClr val="tx2"/>
              </a:solidFill>
              <a:round/>
            </a:ln>
            <a:effectLst/>
          </p:spPr>
          <p:txBody>
            <a:bodyPr wrap="none" anchor="ctr"/>
            <a:lstStyle/>
            <a:p>
              <a:endParaRPr lang="zh-CN" altLang="en-US"/>
            </a:p>
          </p:txBody>
        </p:sp>
        <p:sp>
          <p:nvSpPr>
            <p:cNvPr id="25676" name="Line 76"/>
            <p:cNvSpPr>
              <a:spLocks noChangeShapeType="1"/>
            </p:cNvSpPr>
            <p:nvPr/>
          </p:nvSpPr>
          <p:spPr bwMode="auto">
            <a:xfrm flipV="1">
              <a:off x="1440" y="712"/>
              <a:ext cx="0" cy="1008"/>
            </a:xfrm>
            <a:prstGeom prst="line">
              <a:avLst/>
            </a:prstGeom>
            <a:noFill/>
            <a:ln w="19050">
              <a:solidFill>
                <a:srgbClr val="0000FF"/>
              </a:solidFill>
              <a:prstDash val="dash"/>
              <a:round/>
              <a:headEnd type="triangle" w="sm" len="lg"/>
              <a:tailEnd type="triangle" w="sm" len="lg"/>
            </a:ln>
            <a:effectLst/>
          </p:spPr>
          <p:txBody>
            <a:bodyPr wrap="none" anchor="ctr"/>
            <a:lstStyle/>
            <a:p>
              <a:endParaRPr lang="zh-CN" altLang="en-US"/>
            </a:p>
          </p:txBody>
        </p:sp>
        <p:graphicFrame>
          <p:nvGraphicFramePr>
            <p:cNvPr id="25677" name="Object 77"/>
            <p:cNvGraphicFramePr>
              <a:graphicFrameLocks noChangeAspect="1"/>
            </p:cNvGraphicFramePr>
            <p:nvPr/>
          </p:nvGraphicFramePr>
          <p:xfrm>
            <a:off x="768" y="546"/>
            <a:ext cx="248" cy="283"/>
          </p:xfrm>
          <a:graphic>
            <a:graphicData uri="http://schemas.openxmlformats.org/presentationml/2006/ole">
              <mc:AlternateContent xmlns:mc="http://schemas.openxmlformats.org/markup-compatibility/2006">
                <mc:Choice xmlns:v="urn:schemas-microsoft-com:vml" Requires="v">
                  <p:oleObj spid="_x0000_s20" name="Equation" r:id="rId35" imgW="5486400" imgH="7010400" progId="Equation.3">
                    <p:embed/>
                  </p:oleObj>
                </mc:Choice>
                <mc:Fallback>
                  <p:oleObj name="Equation" r:id="rId35" imgW="5486400" imgH="7010400" progId="Equation.3">
                    <p:embed/>
                    <p:pic>
                      <p:nvPicPr>
                        <p:cNvPr id="0" name="Object 77"/>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68" y="546"/>
                          <a:ext cx="248" cy="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78" name="Line 78"/>
            <p:cNvSpPr>
              <a:spLocks noChangeShapeType="1"/>
            </p:cNvSpPr>
            <p:nvPr/>
          </p:nvSpPr>
          <p:spPr bwMode="auto">
            <a:xfrm>
              <a:off x="426" y="1706"/>
              <a:ext cx="2166" cy="22"/>
            </a:xfrm>
            <a:prstGeom prst="line">
              <a:avLst/>
            </a:prstGeom>
            <a:noFill/>
            <a:ln w="19050">
              <a:solidFill>
                <a:schemeClr val="tx1"/>
              </a:solidFill>
              <a:round/>
              <a:tailEnd type="triangle" w="sm" len="lg"/>
            </a:ln>
            <a:effectLst/>
          </p:spPr>
          <p:txBody>
            <a:bodyPr wrap="none" anchor="ctr"/>
            <a:lstStyle/>
            <a:p>
              <a:endParaRPr lang="zh-CN" altLang="en-US"/>
            </a:p>
          </p:txBody>
        </p:sp>
        <p:sp>
          <p:nvSpPr>
            <p:cNvPr id="25679" name="Line 79"/>
            <p:cNvSpPr>
              <a:spLocks noChangeShapeType="1"/>
            </p:cNvSpPr>
            <p:nvPr/>
          </p:nvSpPr>
          <p:spPr bwMode="auto">
            <a:xfrm flipV="1">
              <a:off x="432" y="579"/>
              <a:ext cx="0" cy="1149"/>
            </a:xfrm>
            <a:prstGeom prst="line">
              <a:avLst/>
            </a:prstGeom>
            <a:noFill/>
            <a:ln w="19050">
              <a:solidFill>
                <a:schemeClr val="tx1"/>
              </a:solidFill>
              <a:round/>
              <a:tailEnd type="triangle" w="sm" len="lg"/>
            </a:ln>
            <a:effectLst/>
          </p:spPr>
          <p:txBody>
            <a:bodyPr wrap="none" anchor="ctr"/>
            <a:lstStyle/>
            <a:p>
              <a:endParaRPr lang="zh-CN" altLang="en-US"/>
            </a:p>
          </p:txBody>
        </p:sp>
        <p:sp>
          <p:nvSpPr>
            <p:cNvPr id="25680" name="Line 80"/>
            <p:cNvSpPr>
              <a:spLocks noChangeShapeType="1"/>
            </p:cNvSpPr>
            <p:nvPr/>
          </p:nvSpPr>
          <p:spPr bwMode="auto">
            <a:xfrm flipV="1">
              <a:off x="768" y="592"/>
              <a:ext cx="0" cy="1136"/>
            </a:xfrm>
            <a:prstGeom prst="line">
              <a:avLst/>
            </a:prstGeom>
            <a:noFill/>
            <a:ln w="19050">
              <a:solidFill>
                <a:schemeClr val="tx1"/>
              </a:solidFill>
              <a:round/>
              <a:tailEnd type="triangle" w="sm" len="lg"/>
            </a:ln>
            <a:effectLst/>
          </p:spPr>
          <p:txBody>
            <a:bodyPr wrap="none" anchor="ctr"/>
            <a:lstStyle/>
            <a:p>
              <a:endParaRPr lang="zh-CN" altLang="en-US"/>
            </a:p>
          </p:txBody>
        </p:sp>
        <p:sp>
          <p:nvSpPr>
            <p:cNvPr id="25681" name="Line 81"/>
            <p:cNvSpPr>
              <a:spLocks noChangeShapeType="1"/>
            </p:cNvSpPr>
            <p:nvPr/>
          </p:nvSpPr>
          <p:spPr bwMode="auto">
            <a:xfrm>
              <a:off x="768" y="864"/>
              <a:ext cx="281" cy="0"/>
            </a:xfrm>
            <a:prstGeom prst="line">
              <a:avLst/>
            </a:prstGeom>
            <a:noFill/>
            <a:ln w="28575">
              <a:solidFill>
                <a:srgbClr val="0000FF"/>
              </a:solidFill>
              <a:round/>
              <a:tailEnd type="triangle" w="sm" len="lg"/>
            </a:ln>
            <a:effectLst/>
          </p:spPr>
          <p:txBody>
            <a:bodyPr wrap="none" anchor="ctr"/>
            <a:lstStyle/>
            <a:p>
              <a:endParaRPr lang="zh-CN" altLang="en-US"/>
            </a:p>
          </p:txBody>
        </p:sp>
        <p:graphicFrame>
          <p:nvGraphicFramePr>
            <p:cNvPr id="25682" name="Object 82"/>
            <p:cNvGraphicFramePr>
              <a:graphicFrameLocks noChangeAspect="1"/>
            </p:cNvGraphicFramePr>
            <p:nvPr/>
          </p:nvGraphicFramePr>
          <p:xfrm>
            <a:off x="2352" y="1728"/>
            <a:ext cx="251" cy="213"/>
          </p:xfrm>
          <a:graphic>
            <a:graphicData uri="http://schemas.openxmlformats.org/presentationml/2006/ole">
              <mc:AlternateContent xmlns:mc="http://schemas.openxmlformats.org/markup-compatibility/2006">
                <mc:Choice xmlns:v="urn:schemas-microsoft-com:vml" Requires="v">
                  <p:oleObj spid="_x0000_s21" name="公式" r:id="rId37" imgW="177800" imgH="190500" progId="Equation.3">
                    <p:embed/>
                  </p:oleObj>
                </mc:Choice>
                <mc:Fallback>
                  <p:oleObj name="公式" r:id="rId37" imgW="177800" imgH="190500" progId="Equation.3">
                    <p:embed/>
                    <p:pic>
                      <p:nvPicPr>
                        <p:cNvPr id="0" name="Object 82"/>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352" y="1728"/>
                          <a:ext cx="251" cy="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83" name="Object 83"/>
            <p:cNvGraphicFramePr>
              <a:graphicFrameLocks noChangeAspect="1"/>
            </p:cNvGraphicFramePr>
            <p:nvPr/>
          </p:nvGraphicFramePr>
          <p:xfrm>
            <a:off x="2393" y="1413"/>
            <a:ext cx="295" cy="264"/>
          </p:xfrm>
          <a:graphic>
            <a:graphicData uri="http://schemas.openxmlformats.org/presentationml/2006/ole">
              <mc:AlternateContent xmlns:mc="http://schemas.openxmlformats.org/markup-compatibility/2006">
                <mc:Choice xmlns:v="urn:schemas-microsoft-com:vml" Requires="v">
                  <p:oleObj spid="_x0000_s22" name="Equation" r:id="rId39" imgW="5181600" imgH="5791200" progId="Equation.3">
                    <p:embed/>
                  </p:oleObj>
                </mc:Choice>
                <mc:Fallback>
                  <p:oleObj name="Equation" r:id="rId39" imgW="5181600" imgH="5791200" progId="Equation.3">
                    <p:embed/>
                    <p:pic>
                      <p:nvPicPr>
                        <p:cNvPr id="0" name="Object 83"/>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393" y="1413"/>
                          <a:ext cx="295"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84" name="Object 84"/>
            <p:cNvGraphicFramePr>
              <a:graphicFrameLocks noChangeAspect="1"/>
            </p:cNvGraphicFramePr>
            <p:nvPr/>
          </p:nvGraphicFramePr>
          <p:xfrm>
            <a:off x="426" y="615"/>
            <a:ext cx="250" cy="248"/>
          </p:xfrm>
          <a:graphic>
            <a:graphicData uri="http://schemas.openxmlformats.org/presentationml/2006/ole">
              <mc:AlternateContent xmlns:mc="http://schemas.openxmlformats.org/markup-compatibility/2006">
                <mc:Choice xmlns:v="urn:schemas-microsoft-com:vml" Requires="v">
                  <p:oleObj spid="_x0000_s23" name="公式" r:id="rId41" imgW="190500" imgH="241300" progId="Equation.3">
                    <p:embed/>
                  </p:oleObj>
                </mc:Choice>
                <mc:Fallback>
                  <p:oleObj name="公式" r:id="rId41" imgW="190500" imgH="241300" progId="Equation.3">
                    <p:embed/>
                    <p:pic>
                      <p:nvPicPr>
                        <p:cNvPr id="0" name="Object 84"/>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26" y="615"/>
                          <a:ext cx="250"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85" name="Object 85"/>
            <p:cNvGraphicFramePr>
              <a:graphicFrameLocks noChangeAspect="1"/>
            </p:cNvGraphicFramePr>
            <p:nvPr/>
          </p:nvGraphicFramePr>
          <p:xfrm>
            <a:off x="960" y="624"/>
            <a:ext cx="271" cy="277"/>
          </p:xfrm>
          <a:graphic>
            <a:graphicData uri="http://schemas.openxmlformats.org/presentationml/2006/ole">
              <mc:AlternateContent xmlns:mc="http://schemas.openxmlformats.org/markup-compatibility/2006">
                <mc:Choice xmlns:v="urn:schemas-microsoft-com:vml" Requires="v">
                  <p:oleObj spid="_x0000_s24" name="Equation" r:id="rId43" imgW="4267200" imgH="5486400" progId="Equation.3">
                    <p:embed/>
                  </p:oleObj>
                </mc:Choice>
                <mc:Fallback>
                  <p:oleObj name="Equation" r:id="rId43" imgW="4267200" imgH="5486400" progId="Equation.3">
                    <p:embed/>
                    <p:pic>
                      <p:nvPicPr>
                        <p:cNvPr id="0" name="Object 85"/>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960" y="624"/>
                          <a:ext cx="271" cy="2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86" name="Object 86"/>
            <p:cNvGraphicFramePr>
              <a:graphicFrameLocks noChangeAspect="1"/>
            </p:cNvGraphicFramePr>
            <p:nvPr/>
          </p:nvGraphicFramePr>
          <p:xfrm>
            <a:off x="336" y="1724"/>
            <a:ext cx="192" cy="175"/>
          </p:xfrm>
          <a:graphic>
            <a:graphicData uri="http://schemas.openxmlformats.org/presentationml/2006/ole">
              <mc:AlternateContent xmlns:mc="http://schemas.openxmlformats.org/markup-compatibility/2006">
                <mc:Choice xmlns:v="urn:schemas-microsoft-com:vml" Requires="v">
                  <p:oleObj spid="_x0000_s25" name="Equation" r:id="rId45" imgW="165100" imgH="190500" progId="Equation.3">
                    <p:embed/>
                  </p:oleObj>
                </mc:Choice>
                <mc:Fallback>
                  <p:oleObj name="Equation" r:id="rId45" imgW="165100" imgH="190500" progId="Equation.3">
                    <p:embed/>
                    <p:pic>
                      <p:nvPicPr>
                        <p:cNvPr id="0" name="Object 86"/>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336" y="1724"/>
                          <a:ext cx="192" cy="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87" name="Object 87"/>
            <p:cNvGraphicFramePr>
              <a:graphicFrameLocks noChangeAspect="1"/>
            </p:cNvGraphicFramePr>
            <p:nvPr/>
          </p:nvGraphicFramePr>
          <p:xfrm>
            <a:off x="624" y="1744"/>
            <a:ext cx="240" cy="224"/>
          </p:xfrm>
          <a:graphic>
            <a:graphicData uri="http://schemas.openxmlformats.org/presentationml/2006/ole">
              <mc:AlternateContent xmlns:mc="http://schemas.openxmlformats.org/markup-compatibility/2006">
                <mc:Choice xmlns:v="urn:schemas-microsoft-com:vml" Requires="v">
                  <p:oleObj spid="_x0000_s26" name="Equation" r:id="rId47" imgW="4876800" imgH="5791200" progId="Equation.3">
                    <p:embed/>
                  </p:oleObj>
                </mc:Choice>
                <mc:Fallback>
                  <p:oleObj name="Equation" r:id="rId47" imgW="4876800" imgH="5791200" progId="Equation.3">
                    <p:embed/>
                    <p:pic>
                      <p:nvPicPr>
                        <p:cNvPr id="0" name="Object 87"/>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624" y="1744"/>
                          <a:ext cx="240" cy="2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88" name="Object 88"/>
            <p:cNvGraphicFramePr>
              <a:graphicFrameLocks noChangeAspect="1"/>
            </p:cNvGraphicFramePr>
            <p:nvPr/>
          </p:nvGraphicFramePr>
          <p:xfrm>
            <a:off x="535" y="714"/>
            <a:ext cx="199" cy="264"/>
          </p:xfrm>
          <a:graphic>
            <a:graphicData uri="http://schemas.openxmlformats.org/presentationml/2006/ole">
              <mc:AlternateContent xmlns:mc="http://schemas.openxmlformats.org/markup-compatibility/2006">
                <mc:Choice xmlns:v="urn:schemas-microsoft-com:vml" Requires="v">
                  <p:oleObj spid="_x0000_s27" name="Equation" r:id="rId49" imgW="4267200" imgH="5791200" progId="Equation.3">
                    <p:embed/>
                  </p:oleObj>
                </mc:Choice>
                <mc:Fallback>
                  <p:oleObj name="Equation" r:id="rId49" imgW="4267200" imgH="5791200" progId="Equation.3">
                    <p:embed/>
                    <p:pic>
                      <p:nvPicPr>
                        <p:cNvPr id="0" name="Object 88"/>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535" y="714"/>
                          <a:ext cx="199"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89" name="Object 89"/>
            <p:cNvGraphicFramePr>
              <a:graphicFrameLocks noChangeAspect="1"/>
            </p:cNvGraphicFramePr>
            <p:nvPr/>
          </p:nvGraphicFramePr>
          <p:xfrm>
            <a:off x="240" y="816"/>
            <a:ext cx="210" cy="228"/>
          </p:xfrm>
          <a:graphic>
            <a:graphicData uri="http://schemas.openxmlformats.org/presentationml/2006/ole">
              <mc:AlternateContent xmlns:mc="http://schemas.openxmlformats.org/markup-compatibility/2006">
                <mc:Choice xmlns:v="urn:schemas-microsoft-com:vml" Requires="v">
                  <p:oleObj spid="_x0000_s28" name="Equation" r:id="rId51" imgW="3352800" imgH="4572000" progId="Equation.3">
                    <p:embed/>
                  </p:oleObj>
                </mc:Choice>
                <mc:Fallback>
                  <p:oleObj name="Equation" r:id="rId51" imgW="3352800" imgH="4572000" progId="Equation.3">
                    <p:embed/>
                    <p:pic>
                      <p:nvPicPr>
                        <p:cNvPr id="0" name="Object 89"/>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240" y="816"/>
                          <a:ext cx="210" cy="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90" name="Object 90"/>
            <p:cNvGraphicFramePr>
              <a:graphicFrameLocks noChangeAspect="1"/>
            </p:cNvGraphicFramePr>
            <p:nvPr/>
          </p:nvGraphicFramePr>
          <p:xfrm>
            <a:off x="1248" y="1096"/>
            <a:ext cx="156" cy="253"/>
          </p:xfrm>
          <a:graphic>
            <a:graphicData uri="http://schemas.openxmlformats.org/presentationml/2006/ole">
              <mc:AlternateContent xmlns:mc="http://schemas.openxmlformats.org/markup-compatibility/2006">
                <mc:Choice xmlns:v="urn:schemas-microsoft-com:vml" Requires="v">
                  <p:oleObj spid="_x0000_s29" name="公式" r:id="rId53" imgW="190500" imgH="254000" progId="Equation.3">
                    <p:embed/>
                  </p:oleObj>
                </mc:Choice>
                <mc:Fallback>
                  <p:oleObj name="公式" r:id="rId53" imgW="190500" imgH="254000" progId="Equation.3">
                    <p:embed/>
                    <p:pic>
                      <p:nvPicPr>
                        <p:cNvPr id="0" name="Object 90"/>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1248" y="1096"/>
                          <a:ext cx="156" cy="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91" name="Rectangle 91"/>
            <p:cNvSpPr>
              <a:spLocks noChangeArrowheads="1"/>
            </p:cNvSpPr>
            <p:nvPr/>
          </p:nvSpPr>
          <p:spPr bwMode="auto">
            <a:xfrm>
              <a:off x="1344" y="712"/>
              <a:ext cx="422" cy="44"/>
            </a:xfrm>
            <a:prstGeom prst="rect">
              <a:avLst/>
            </a:prstGeom>
            <a:solidFill>
              <a:srgbClr val="CCCC00"/>
            </a:solidFill>
            <a:ln w="9525">
              <a:solidFill>
                <a:srgbClr val="000000"/>
              </a:solidFill>
              <a:miter lim="800000"/>
            </a:ln>
            <a:effectLst/>
          </p:spPr>
          <p:txBody>
            <a:bodyPr wrap="none" anchor="ctr"/>
            <a:lstStyle/>
            <a:p>
              <a:endParaRPr lang="zh-CN" altLang="en-US"/>
            </a:p>
          </p:txBody>
        </p:sp>
        <p:sp>
          <p:nvSpPr>
            <p:cNvPr id="25692" name="Freeform 92"/>
            <p:cNvSpPr/>
            <p:nvPr/>
          </p:nvSpPr>
          <p:spPr bwMode="auto">
            <a:xfrm rot="5292763">
              <a:off x="1424" y="901"/>
              <a:ext cx="349" cy="67"/>
            </a:xfrm>
            <a:custGeom>
              <a:avLst/>
              <a:gdLst/>
              <a:ahLst/>
              <a:cxnLst>
                <a:cxn ang="0">
                  <a:pos x="0" y="96"/>
                </a:cxn>
                <a:cxn ang="0">
                  <a:pos x="48" y="0"/>
                </a:cxn>
                <a:cxn ang="0">
                  <a:pos x="96" y="96"/>
                </a:cxn>
                <a:cxn ang="0">
                  <a:pos x="144" y="0"/>
                </a:cxn>
                <a:cxn ang="0">
                  <a:pos x="192" y="96"/>
                </a:cxn>
                <a:cxn ang="0">
                  <a:pos x="240" y="0"/>
                </a:cxn>
                <a:cxn ang="0">
                  <a:pos x="288" y="96"/>
                </a:cxn>
                <a:cxn ang="0">
                  <a:pos x="336" y="0"/>
                </a:cxn>
                <a:cxn ang="0">
                  <a:pos x="384" y="96"/>
                </a:cxn>
                <a:cxn ang="0">
                  <a:pos x="432" y="0"/>
                </a:cxn>
                <a:cxn ang="0">
                  <a:pos x="480" y="96"/>
                </a:cxn>
                <a:cxn ang="0">
                  <a:pos x="528" y="48"/>
                </a:cxn>
                <a:cxn ang="0">
                  <a:pos x="624" y="48"/>
                </a:cxn>
                <a:cxn ang="0">
                  <a:pos x="672" y="48"/>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FF0000"/>
              </a:solidFill>
              <a:round/>
              <a:headEnd type="none" w="med" len="med"/>
              <a:tailEnd type="triangle" w="sm" len="lg"/>
            </a:ln>
            <a:effectLst/>
          </p:spPr>
          <p:txBody>
            <a:bodyPr wrap="none" anchor="ctr"/>
            <a:lstStyle/>
            <a:p>
              <a:endParaRPr lang="zh-CN" altLang="en-US"/>
            </a:p>
          </p:txBody>
        </p:sp>
        <p:sp>
          <p:nvSpPr>
            <p:cNvPr id="25693" name="Freeform 93"/>
            <p:cNvSpPr/>
            <p:nvPr/>
          </p:nvSpPr>
          <p:spPr bwMode="auto">
            <a:xfrm rot="-5376588">
              <a:off x="1347" y="1477"/>
              <a:ext cx="349" cy="67"/>
            </a:xfrm>
            <a:custGeom>
              <a:avLst/>
              <a:gdLst/>
              <a:ahLst/>
              <a:cxnLst>
                <a:cxn ang="0">
                  <a:pos x="0" y="96"/>
                </a:cxn>
                <a:cxn ang="0">
                  <a:pos x="48" y="0"/>
                </a:cxn>
                <a:cxn ang="0">
                  <a:pos x="96" y="96"/>
                </a:cxn>
                <a:cxn ang="0">
                  <a:pos x="144" y="0"/>
                </a:cxn>
                <a:cxn ang="0">
                  <a:pos x="192" y="96"/>
                </a:cxn>
                <a:cxn ang="0">
                  <a:pos x="240" y="0"/>
                </a:cxn>
                <a:cxn ang="0">
                  <a:pos x="288" y="96"/>
                </a:cxn>
                <a:cxn ang="0">
                  <a:pos x="336" y="0"/>
                </a:cxn>
                <a:cxn ang="0">
                  <a:pos x="384" y="96"/>
                </a:cxn>
                <a:cxn ang="0">
                  <a:pos x="432" y="0"/>
                </a:cxn>
                <a:cxn ang="0">
                  <a:pos x="480" y="96"/>
                </a:cxn>
                <a:cxn ang="0">
                  <a:pos x="528" y="48"/>
                </a:cxn>
                <a:cxn ang="0">
                  <a:pos x="624" y="48"/>
                </a:cxn>
                <a:cxn ang="0">
                  <a:pos x="672" y="48"/>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FF0000"/>
              </a:solidFill>
              <a:round/>
              <a:headEnd type="none" w="med" len="med"/>
              <a:tailEnd type="triangle" w="sm" len="lg"/>
            </a:ln>
            <a:effectLst/>
          </p:spPr>
          <p:txBody>
            <a:bodyPr wrap="none" anchor="ctr"/>
            <a:lstStyle/>
            <a:p>
              <a:endParaRPr lang="zh-CN" altLang="en-US"/>
            </a:p>
          </p:txBody>
        </p:sp>
        <p:sp>
          <p:nvSpPr>
            <p:cNvPr id="25694" name="Rectangle 94"/>
            <p:cNvSpPr>
              <a:spLocks noChangeArrowheads="1"/>
            </p:cNvSpPr>
            <p:nvPr/>
          </p:nvSpPr>
          <p:spPr bwMode="auto">
            <a:xfrm>
              <a:off x="1440" y="1669"/>
              <a:ext cx="240" cy="47"/>
            </a:xfrm>
            <a:prstGeom prst="rect">
              <a:avLst/>
            </a:prstGeom>
            <a:solidFill>
              <a:srgbClr val="009900"/>
            </a:solidFill>
            <a:ln w="9525">
              <a:solidFill>
                <a:srgbClr val="000000"/>
              </a:solidFill>
              <a:miter lim="800000"/>
            </a:ln>
            <a:effectLst/>
          </p:spPr>
          <p:txBody>
            <a:bodyPr wrap="none" anchor="ctr"/>
            <a:lstStyle/>
            <a:p>
              <a:endParaRPr lang="zh-CN" altLang="en-US"/>
            </a:p>
          </p:txBody>
        </p:sp>
        <p:sp>
          <p:nvSpPr>
            <p:cNvPr id="25695" name="Text Box 95"/>
            <p:cNvSpPr txBox="1">
              <a:spLocks noChangeArrowheads="1"/>
            </p:cNvSpPr>
            <p:nvPr/>
          </p:nvSpPr>
          <p:spPr bwMode="auto">
            <a:xfrm>
              <a:off x="1392" y="1680"/>
              <a:ext cx="422" cy="320"/>
            </a:xfrm>
            <a:prstGeom prst="rect">
              <a:avLst/>
            </a:prstGeom>
            <a:noFill/>
            <a:ln w="9525">
              <a:noFill/>
              <a:miter lim="800000"/>
            </a:ln>
            <a:effectLst/>
          </p:spPr>
          <p:txBody>
            <a:bodyPr>
              <a:spAutoFit/>
            </a:bodyPr>
            <a:lstStyle/>
            <a:p>
              <a:pPr algn="ctr">
                <a:spcBef>
                  <a:spcPct val="50000"/>
                </a:spcBef>
              </a:pPr>
              <a:r>
                <a:rPr lang="en-US" altLang="zh-CN" sz="2400" b="1" i="1">
                  <a:solidFill>
                    <a:srgbClr val="003366"/>
                  </a:solidFill>
                  <a:latin typeface="Times New Roman" panose="02020603050405020304" pitchFamily="18" charset="0"/>
                </a:rPr>
                <a:t>B</a:t>
              </a:r>
              <a:endParaRPr lang="en-US" altLang="zh-CN" sz="2400" b="1" i="1">
                <a:solidFill>
                  <a:srgbClr val="003366"/>
                </a:solidFill>
                <a:latin typeface="Times New Roman" panose="02020603050405020304" pitchFamily="18" charset="0"/>
              </a:endParaRPr>
            </a:p>
          </p:txBody>
        </p:sp>
        <p:grpSp>
          <p:nvGrpSpPr>
            <p:cNvPr id="25696" name="Group 96"/>
            <p:cNvGrpSpPr/>
            <p:nvPr/>
          </p:nvGrpSpPr>
          <p:grpSpPr bwMode="auto">
            <a:xfrm>
              <a:off x="1680" y="1104"/>
              <a:ext cx="576" cy="584"/>
              <a:chOff x="1680" y="1152"/>
              <a:chExt cx="576" cy="584"/>
            </a:xfrm>
          </p:grpSpPr>
          <p:sp>
            <p:nvSpPr>
              <p:cNvPr id="25697" name="Oval 97"/>
              <p:cNvSpPr>
                <a:spLocks noChangeArrowheads="1"/>
              </p:cNvSpPr>
              <p:nvPr/>
            </p:nvSpPr>
            <p:spPr bwMode="auto">
              <a:xfrm>
                <a:off x="1680" y="1152"/>
                <a:ext cx="576" cy="576"/>
              </a:xfrm>
              <a:prstGeom prst="ellipse">
                <a:avLst/>
              </a:prstGeom>
              <a:solidFill>
                <a:srgbClr val="FDF1FC"/>
              </a:solidFill>
              <a:ln w="19050">
                <a:solidFill>
                  <a:srgbClr val="CC00CC"/>
                </a:solidFill>
                <a:round/>
              </a:ln>
              <a:effectLst/>
            </p:spPr>
            <p:txBody>
              <a:bodyPr wrap="none" anchor="ctr"/>
              <a:lstStyle/>
              <a:p>
                <a:endParaRPr lang="zh-CN" altLang="en-US"/>
              </a:p>
            </p:txBody>
          </p:sp>
          <p:graphicFrame>
            <p:nvGraphicFramePr>
              <p:cNvPr id="25698" name="Object 98"/>
              <p:cNvGraphicFramePr>
                <a:graphicFrameLocks noChangeAspect="1"/>
              </p:cNvGraphicFramePr>
              <p:nvPr/>
            </p:nvGraphicFramePr>
            <p:xfrm>
              <a:off x="1896" y="1152"/>
              <a:ext cx="168" cy="144"/>
            </p:xfrm>
            <a:graphic>
              <a:graphicData uri="http://schemas.openxmlformats.org/presentationml/2006/ole">
                <mc:AlternateContent xmlns:mc="http://schemas.openxmlformats.org/markup-compatibility/2006">
                  <mc:Choice xmlns:v="urn:schemas-microsoft-com:vml" Requires="v">
                    <p:oleObj spid="_x0000_s30" name="Equation" r:id="rId55" imgW="266700" imgH="228600" progId="Equation.3">
                      <p:embed/>
                    </p:oleObj>
                  </mc:Choice>
                  <mc:Fallback>
                    <p:oleObj name="Equation" r:id="rId55" imgW="266700" imgH="228600" progId="Equation.3">
                      <p:embed/>
                      <p:pic>
                        <p:nvPicPr>
                          <p:cNvPr id="0" name="Object 9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96" y="1152"/>
                            <a:ext cx="168"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99" name="Object 99"/>
              <p:cNvGraphicFramePr>
                <a:graphicFrameLocks noChangeAspect="1"/>
              </p:cNvGraphicFramePr>
              <p:nvPr/>
            </p:nvGraphicFramePr>
            <p:xfrm>
              <a:off x="2160" y="1384"/>
              <a:ext cx="96" cy="152"/>
            </p:xfrm>
            <a:graphic>
              <a:graphicData uri="http://schemas.openxmlformats.org/presentationml/2006/ole">
                <mc:AlternateContent xmlns:mc="http://schemas.openxmlformats.org/markup-compatibility/2006">
                  <mc:Choice xmlns:v="urn:schemas-microsoft-com:vml" Requires="v">
                    <p:oleObj spid="_x0000_s31" name="Equation" r:id="rId56" imgW="152400" imgH="241300" progId="Equation.3">
                      <p:embed/>
                    </p:oleObj>
                  </mc:Choice>
                  <mc:Fallback>
                    <p:oleObj name="Equation" r:id="rId56" imgW="152400" imgH="241300" progId="Equation.3">
                      <p:embed/>
                      <p:pic>
                        <p:nvPicPr>
                          <p:cNvPr id="0" name="Object 9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60" y="1384"/>
                            <a:ext cx="96"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700" name="Object 100"/>
              <p:cNvGraphicFramePr>
                <a:graphicFrameLocks noChangeAspect="1"/>
              </p:cNvGraphicFramePr>
              <p:nvPr/>
            </p:nvGraphicFramePr>
            <p:xfrm>
              <a:off x="1920" y="1584"/>
              <a:ext cx="104" cy="152"/>
            </p:xfrm>
            <a:graphic>
              <a:graphicData uri="http://schemas.openxmlformats.org/presentationml/2006/ole">
                <mc:AlternateContent xmlns:mc="http://schemas.openxmlformats.org/markup-compatibility/2006">
                  <mc:Choice xmlns:v="urn:schemas-microsoft-com:vml" Requires="v">
                    <p:oleObj spid="_x0000_s32" name="Equation" r:id="rId57" imgW="165100" imgH="241300" progId="Equation.3">
                      <p:embed/>
                    </p:oleObj>
                  </mc:Choice>
                  <mc:Fallback>
                    <p:oleObj name="Equation" r:id="rId57" imgW="165100" imgH="241300" progId="Equation.3">
                      <p:embed/>
                      <p:pic>
                        <p:nvPicPr>
                          <p:cNvPr id="0" name="Object 10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920" y="1584"/>
                            <a:ext cx="104"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701" name="Object 101"/>
              <p:cNvGraphicFramePr>
                <a:graphicFrameLocks noChangeAspect="1"/>
              </p:cNvGraphicFramePr>
              <p:nvPr/>
            </p:nvGraphicFramePr>
            <p:xfrm>
              <a:off x="1680" y="1384"/>
              <a:ext cx="104" cy="152"/>
            </p:xfrm>
            <a:graphic>
              <a:graphicData uri="http://schemas.openxmlformats.org/presentationml/2006/ole">
                <mc:AlternateContent xmlns:mc="http://schemas.openxmlformats.org/markup-compatibility/2006">
                  <mc:Choice xmlns:v="urn:schemas-microsoft-com:vml" Requires="v">
                    <p:oleObj spid="_x0000_s33" name="Equation" r:id="rId58" imgW="165100" imgH="241300" progId="Equation.3">
                      <p:embed/>
                    </p:oleObj>
                  </mc:Choice>
                  <mc:Fallback>
                    <p:oleObj name="Equation" r:id="rId58" imgW="165100" imgH="241300" progId="Equation.3">
                      <p:embed/>
                      <p:pic>
                        <p:nvPicPr>
                          <p:cNvPr id="0" name="Object 10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680" y="1384"/>
                            <a:ext cx="104"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702" name="Oval 102"/>
              <p:cNvSpPr>
                <a:spLocks noChangeArrowheads="1"/>
              </p:cNvSpPr>
              <p:nvPr/>
            </p:nvSpPr>
            <p:spPr bwMode="auto">
              <a:xfrm>
                <a:off x="2064" y="1200"/>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703" name="Oval 103"/>
              <p:cNvSpPr>
                <a:spLocks noChangeArrowheads="1"/>
              </p:cNvSpPr>
              <p:nvPr/>
            </p:nvSpPr>
            <p:spPr bwMode="auto">
              <a:xfrm>
                <a:off x="2160" y="1296"/>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704" name="Oval 104"/>
              <p:cNvSpPr>
                <a:spLocks noChangeArrowheads="1"/>
              </p:cNvSpPr>
              <p:nvPr/>
            </p:nvSpPr>
            <p:spPr bwMode="auto">
              <a:xfrm>
                <a:off x="2160" y="1536"/>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705" name="Oval 105"/>
              <p:cNvSpPr>
                <a:spLocks noChangeArrowheads="1"/>
              </p:cNvSpPr>
              <p:nvPr/>
            </p:nvSpPr>
            <p:spPr bwMode="auto">
              <a:xfrm>
                <a:off x="2064" y="1632"/>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706" name="Oval 106"/>
              <p:cNvSpPr>
                <a:spLocks noChangeArrowheads="1"/>
              </p:cNvSpPr>
              <p:nvPr/>
            </p:nvSpPr>
            <p:spPr bwMode="auto">
              <a:xfrm>
                <a:off x="1824" y="1200"/>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707" name="Oval 107"/>
              <p:cNvSpPr>
                <a:spLocks noChangeArrowheads="1"/>
              </p:cNvSpPr>
              <p:nvPr/>
            </p:nvSpPr>
            <p:spPr bwMode="auto">
              <a:xfrm>
                <a:off x="1728" y="1296"/>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708" name="Oval 108"/>
              <p:cNvSpPr>
                <a:spLocks noChangeArrowheads="1"/>
              </p:cNvSpPr>
              <p:nvPr/>
            </p:nvSpPr>
            <p:spPr bwMode="auto">
              <a:xfrm>
                <a:off x="1728" y="1536"/>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709" name="Oval 109"/>
              <p:cNvSpPr>
                <a:spLocks noChangeArrowheads="1"/>
              </p:cNvSpPr>
              <p:nvPr/>
            </p:nvSpPr>
            <p:spPr bwMode="auto">
              <a:xfrm>
                <a:off x="1824" y="1632"/>
                <a:ext cx="48" cy="48"/>
              </a:xfrm>
              <a:prstGeom prst="ellipse">
                <a:avLst/>
              </a:prstGeom>
              <a:solidFill>
                <a:srgbClr val="336699"/>
              </a:solidFill>
              <a:ln w="9525">
                <a:solidFill>
                  <a:schemeClr val="tx1"/>
                </a:solidFill>
                <a:round/>
              </a:ln>
              <a:effectLst/>
            </p:spPr>
            <p:txBody>
              <a:bodyPr wrap="none" anchor="ctr"/>
              <a:lstStyle/>
              <a:p>
                <a:endParaRPr lang="zh-CN" altLang="en-US"/>
              </a:p>
            </p:txBody>
          </p:sp>
          <p:sp>
            <p:nvSpPr>
              <p:cNvPr id="25710" name="Line 110"/>
              <p:cNvSpPr>
                <a:spLocks noChangeShapeType="1"/>
              </p:cNvSpPr>
              <p:nvPr/>
            </p:nvSpPr>
            <p:spPr bwMode="auto">
              <a:xfrm flipV="1">
                <a:off x="1968" y="1200"/>
                <a:ext cx="0" cy="288"/>
              </a:xfrm>
              <a:prstGeom prst="line">
                <a:avLst/>
              </a:prstGeom>
              <a:noFill/>
              <a:ln w="19050">
                <a:solidFill>
                  <a:srgbClr val="0000FF"/>
                </a:solidFill>
                <a:prstDash val="dash"/>
                <a:round/>
                <a:tailEnd type="triangle" w="sm" len="lg"/>
              </a:ln>
              <a:effectLst/>
            </p:spPr>
            <p:txBody>
              <a:bodyPr wrap="none"/>
              <a:lstStyle/>
              <a:p>
                <a:endParaRPr lang="zh-CN" altLang="en-US"/>
              </a:p>
            </p:txBody>
          </p:sp>
          <p:sp>
            <p:nvSpPr>
              <p:cNvPr id="25711" name="Line 111"/>
              <p:cNvSpPr>
                <a:spLocks noChangeShapeType="1"/>
              </p:cNvSpPr>
              <p:nvPr/>
            </p:nvSpPr>
            <p:spPr bwMode="auto">
              <a:xfrm flipV="1">
                <a:off x="1968" y="1344"/>
                <a:ext cx="240" cy="144"/>
              </a:xfrm>
              <a:prstGeom prst="line">
                <a:avLst/>
              </a:prstGeom>
              <a:noFill/>
              <a:ln w="28575">
                <a:solidFill>
                  <a:srgbClr val="0000FF"/>
                </a:solidFill>
                <a:round/>
                <a:tailEnd type="triangle" w="sm" len="lg"/>
              </a:ln>
              <a:effectLst/>
            </p:spPr>
            <p:txBody>
              <a:bodyPr wrap="none"/>
              <a:lstStyle/>
              <a:p>
                <a:endParaRPr lang="zh-CN" altLang="en-US"/>
              </a:p>
            </p:txBody>
          </p:sp>
        </p:grpSp>
        <p:sp>
          <p:nvSpPr>
            <p:cNvPr id="25712" name="Line 112"/>
            <p:cNvSpPr>
              <a:spLocks noChangeShapeType="1"/>
            </p:cNvSpPr>
            <p:nvPr/>
          </p:nvSpPr>
          <p:spPr bwMode="auto">
            <a:xfrm>
              <a:off x="2064" y="1728"/>
              <a:ext cx="96" cy="96"/>
            </a:xfrm>
            <a:prstGeom prst="line">
              <a:avLst/>
            </a:prstGeom>
            <a:noFill/>
            <a:ln w="19050">
              <a:solidFill>
                <a:schemeClr val="tx2"/>
              </a:solidFill>
              <a:round/>
            </a:ln>
            <a:effectLst/>
          </p:spPr>
          <p:txBody>
            <a:bodyPr wrap="none"/>
            <a:lstStyle/>
            <a:p>
              <a:endParaRPr lang="zh-CN" altLang="en-US"/>
            </a:p>
          </p:txBody>
        </p:sp>
        <p:sp>
          <p:nvSpPr>
            <p:cNvPr id="25713" name="Line 113"/>
            <p:cNvSpPr>
              <a:spLocks noChangeShapeType="1"/>
            </p:cNvSpPr>
            <p:nvPr/>
          </p:nvSpPr>
          <p:spPr bwMode="auto">
            <a:xfrm>
              <a:off x="1392" y="1728"/>
              <a:ext cx="96" cy="96"/>
            </a:xfrm>
            <a:prstGeom prst="line">
              <a:avLst/>
            </a:prstGeom>
            <a:noFill/>
            <a:ln w="19050">
              <a:solidFill>
                <a:schemeClr val="tx2"/>
              </a:solidFill>
              <a:round/>
            </a:ln>
            <a:effectLst/>
          </p:spPr>
          <p:txBody>
            <a:bodyPr wrap="none"/>
            <a:lstStyle/>
            <a:p>
              <a:endParaRPr lang="zh-CN" altLang="en-US"/>
            </a:p>
          </p:txBody>
        </p:sp>
        <p:sp>
          <p:nvSpPr>
            <p:cNvPr id="25714" name="Line 114"/>
            <p:cNvSpPr>
              <a:spLocks noChangeShapeType="1"/>
            </p:cNvSpPr>
            <p:nvPr/>
          </p:nvSpPr>
          <p:spPr bwMode="auto">
            <a:xfrm flipH="1" flipV="1">
              <a:off x="2064" y="1728"/>
              <a:ext cx="0" cy="144"/>
            </a:xfrm>
            <a:prstGeom prst="line">
              <a:avLst/>
            </a:prstGeom>
            <a:noFill/>
            <a:ln w="19050">
              <a:solidFill>
                <a:schemeClr val="tx2"/>
              </a:solidFill>
              <a:round/>
            </a:ln>
            <a:effectLst/>
          </p:spPr>
          <p:txBody>
            <a:bodyPr wrap="none"/>
            <a:lstStyle/>
            <a:p>
              <a:endParaRPr lang="zh-CN" altLang="en-US"/>
            </a:p>
          </p:txBody>
        </p:sp>
        <p:sp>
          <p:nvSpPr>
            <p:cNvPr id="25715" name="Line 115"/>
            <p:cNvSpPr>
              <a:spLocks noChangeShapeType="1"/>
            </p:cNvSpPr>
            <p:nvPr/>
          </p:nvSpPr>
          <p:spPr bwMode="auto">
            <a:xfrm flipH="1" flipV="1">
              <a:off x="1392" y="1728"/>
              <a:ext cx="0" cy="144"/>
            </a:xfrm>
            <a:prstGeom prst="line">
              <a:avLst/>
            </a:prstGeom>
            <a:noFill/>
            <a:ln w="19050">
              <a:solidFill>
                <a:schemeClr val="tx2"/>
              </a:solidFill>
              <a:round/>
            </a:ln>
            <a:effectLst/>
          </p:spPr>
          <p:txBody>
            <a:bodyPr wrap="none"/>
            <a:lstStyle/>
            <a:p>
              <a:endParaRPr lang="zh-CN" altLang="en-US"/>
            </a:p>
          </p:txBody>
        </p:sp>
        <p:sp>
          <p:nvSpPr>
            <p:cNvPr id="25716" name="Line 116"/>
            <p:cNvSpPr>
              <a:spLocks noChangeShapeType="1"/>
            </p:cNvSpPr>
            <p:nvPr/>
          </p:nvSpPr>
          <p:spPr bwMode="auto">
            <a:xfrm flipV="1">
              <a:off x="1968" y="1728"/>
              <a:ext cx="96" cy="96"/>
            </a:xfrm>
            <a:prstGeom prst="line">
              <a:avLst/>
            </a:prstGeom>
            <a:noFill/>
            <a:ln w="19050">
              <a:solidFill>
                <a:schemeClr val="tx2"/>
              </a:solidFill>
              <a:round/>
            </a:ln>
            <a:effectLst/>
          </p:spPr>
          <p:txBody>
            <a:bodyPr wrap="none"/>
            <a:lstStyle/>
            <a:p>
              <a:endParaRPr lang="zh-CN" altLang="en-US"/>
            </a:p>
          </p:txBody>
        </p:sp>
        <p:sp>
          <p:nvSpPr>
            <p:cNvPr id="25717" name="Line 117"/>
            <p:cNvSpPr>
              <a:spLocks noChangeShapeType="1"/>
            </p:cNvSpPr>
            <p:nvPr/>
          </p:nvSpPr>
          <p:spPr bwMode="auto">
            <a:xfrm flipV="1">
              <a:off x="1296" y="1728"/>
              <a:ext cx="96" cy="96"/>
            </a:xfrm>
            <a:prstGeom prst="line">
              <a:avLst/>
            </a:prstGeom>
            <a:noFill/>
            <a:ln w="19050">
              <a:solidFill>
                <a:schemeClr val="tx2"/>
              </a:solidFill>
              <a:round/>
            </a:ln>
            <a:effectLst/>
          </p:spPr>
          <p:txBody>
            <a:bodyPr wrap="none"/>
            <a:lstStyle/>
            <a:p>
              <a:endParaRPr lang="zh-CN" altLang="en-US"/>
            </a:p>
          </p:txBody>
        </p:sp>
        <p:sp>
          <p:nvSpPr>
            <p:cNvPr id="25718" name="Line 118"/>
            <p:cNvSpPr>
              <a:spLocks noChangeShapeType="1"/>
            </p:cNvSpPr>
            <p:nvPr/>
          </p:nvSpPr>
          <p:spPr bwMode="auto">
            <a:xfrm>
              <a:off x="1536" y="720"/>
              <a:ext cx="0" cy="960"/>
            </a:xfrm>
            <a:prstGeom prst="line">
              <a:avLst/>
            </a:prstGeom>
            <a:noFill/>
            <a:ln w="12700">
              <a:solidFill>
                <a:schemeClr val="tx1"/>
              </a:solidFill>
              <a:prstDash val="dash"/>
              <a:round/>
              <a:headEnd type="triangle" w="sm" len="lg"/>
            </a:ln>
            <a:effectLst/>
          </p:spPr>
          <p:txBody>
            <a:bodyPr wrap="none"/>
            <a:lstStyle/>
            <a:p>
              <a:endParaRPr lang="zh-CN" altLang="en-US"/>
            </a:p>
          </p:txBody>
        </p:sp>
        <p:sp>
          <p:nvSpPr>
            <p:cNvPr id="25719" name="Line 119"/>
            <p:cNvSpPr>
              <a:spLocks noChangeShapeType="1"/>
            </p:cNvSpPr>
            <p:nvPr/>
          </p:nvSpPr>
          <p:spPr bwMode="auto">
            <a:xfrm>
              <a:off x="1584" y="768"/>
              <a:ext cx="0" cy="912"/>
            </a:xfrm>
            <a:prstGeom prst="line">
              <a:avLst/>
            </a:prstGeom>
            <a:noFill/>
            <a:ln w="12700">
              <a:solidFill>
                <a:schemeClr val="tx1"/>
              </a:solidFill>
              <a:prstDash val="dash"/>
              <a:round/>
              <a:tailEnd type="triangle" w="sm" len="lg"/>
            </a:ln>
            <a:effectLst/>
          </p:spPr>
          <p:txBody>
            <a:bodyPr wrap="none"/>
            <a:lstStyle/>
            <a:p>
              <a:endParaRPr lang="zh-CN" altLang="en-US"/>
            </a:p>
          </p:txBody>
        </p:sp>
      </p:grpSp>
      <p:graphicFrame>
        <p:nvGraphicFramePr>
          <p:cNvPr id="25720" name="Object 120"/>
          <p:cNvGraphicFramePr>
            <a:graphicFrameLocks noChangeAspect="1"/>
          </p:cNvGraphicFramePr>
          <p:nvPr/>
        </p:nvGraphicFramePr>
        <p:xfrm>
          <a:off x="4895850" y="890588"/>
          <a:ext cx="2876550" cy="1260475"/>
        </p:xfrm>
        <a:graphic>
          <a:graphicData uri="http://schemas.openxmlformats.org/presentationml/2006/ole">
            <mc:AlternateContent xmlns:mc="http://schemas.openxmlformats.org/markup-compatibility/2006">
              <mc:Choice xmlns:v="urn:schemas-microsoft-com:vml" Requires="v">
                <p:oleObj spid="_x0000_s34" name="Equation" r:id="rId59" imgW="12407900" imgH="6852285" progId="Equation.3">
                  <p:embed/>
                </p:oleObj>
              </mc:Choice>
              <mc:Fallback>
                <p:oleObj name="Equation" r:id="rId59" imgW="12407900" imgH="6852285" progId="Equation.3">
                  <p:embed/>
                  <p:pic>
                    <p:nvPicPr>
                      <p:cNvPr id="0" name="Object 120"/>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4895850" y="890588"/>
                        <a:ext cx="2876550" cy="1260475"/>
                      </a:xfrm>
                      <a:prstGeom prst="rect">
                        <a:avLst/>
                      </a:prstGeom>
                      <a:gradFill rotWithShape="1">
                        <a:gsLst>
                          <a:gs pos="0">
                            <a:srgbClr val="FF7C80"/>
                          </a:gs>
                          <a:gs pos="50000">
                            <a:srgbClr val="FFFFFF"/>
                          </a:gs>
                          <a:gs pos="100000">
                            <a:srgbClr val="FF7C80"/>
                          </a:gs>
                        </a:gsLst>
                        <a:lin ang="5400000" scaled="1"/>
                      </a:gradFill>
                      <a:ln w="9525">
                        <a:solidFill>
                          <a:schemeClr val="tx2"/>
                        </a:solidFill>
                        <a:miter lim="800000"/>
                        <a:headEnd/>
                        <a:tailEnd/>
                      </a:ln>
                    </p:spPr>
                  </p:pic>
                </p:oleObj>
              </mc:Fallback>
            </mc:AlternateContent>
          </a:graphicData>
        </a:graphic>
      </p:graphicFrame>
      <p:sp>
        <p:nvSpPr>
          <p:cNvPr id="25721" name="Text Box 121"/>
          <p:cNvSpPr txBox="1">
            <a:spLocks noChangeArrowheads="1"/>
          </p:cNvSpPr>
          <p:nvPr/>
        </p:nvSpPr>
        <p:spPr bwMode="auto">
          <a:xfrm>
            <a:off x="4419600" y="2270125"/>
            <a:ext cx="3959225" cy="1844675"/>
          </a:xfrm>
          <a:prstGeom prst="rect">
            <a:avLst/>
          </a:prstGeom>
          <a:noFill/>
          <a:ln w="9525">
            <a:noFill/>
            <a:miter lim="800000"/>
          </a:ln>
          <a:effectLst/>
        </p:spPr>
        <p:txBody>
          <a:bodyPr>
            <a:spAutoFit/>
          </a:bodyPr>
          <a:lstStyle/>
          <a:p>
            <a:pPr>
              <a:lnSpc>
                <a:spcPct val="120000"/>
              </a:lnSpc>
            </a:pPr>
            <a:r>
              <a:rPr lang="zh-CN" altLang="en-US" sz="3200" b="1">
                <a:solidFill>
                  <a:srgbClr val="003366"/>
                </a:solidFill>
                <a:latin typeface="Times New Roman" panose="02020603050405020304" pitchFamily="18" charset="0"/>
              </a:rPr>
              <a:t>固有时间 ：同一地点发生的两事件的时间间隔 </a:t>
            </a:r>
            <a:r>
              <a:rPr lang="en-US" altLang="zh-CN" sz="3200" b="1">
                <a:solidFill>
                  <a:srgbClr val="003366"/>
                </a:solidFill>
                <a:latin typeface="Times New Roman" panose="02020603050405020304" pitchFamily="18" charset="0"/>
              </a:rPr>
              <a:t>.</a:t>
            </a:r>
            <a:endParaRPr lang="en-US" altLang="zh-CN" sz="3200" b="1">
              <a:solidFill>
                <a:srgbClr val="003366"/>
              </a:solidFill>
              <a:latin typeface="Times New Roman" panose="02020603050405020304" pitchFamily="18" charset="0"/>
            </a:endParaRPr>
          </a:p>
        </p:txBody>
      </p:sp>
      <p:sp>
        <p:nvSpPr>
          <p:cNvPr id="25722" name="Text Box 122"/>
          <p:cNvSpPr txBox="1">
            <a:spLocks noChangeArrowheads="1"/>
          </p:cNvSpPr>
          <p:nvPr/>
        </p:nvSpPr>
        <p:spPr bwMode="auto">
          <a:xfrm>
            <a:off x="4768850" y="4724400"/>
            <a:ext cx="3384550" cy="1270000"/>
          </a:xfrm>
          <a:prstGeom prst="rect">
            <a:avLst/>
          </a:prstGeom>
          <a:gradFill rotWithShape="1">
            <a:gsLst>
              <a:gs pos="0">
                <a:srgbClr val="FF7C80"/>
              </a:gs>
              <a:gs pos="50000">
                <a:srgbClr val="FFFFFF"/>
              </a:gs>
              <a:gs pos="100000">
                <a:srgbClr val="FF7C80"/>
              </a:gs>
            </a:gsLst>
            <a:lin ang="5400000" scaled="1"/>
          </a:gradFill>
          <a:ln w="9525" algn="ctr">
            <a:solidFill>
              <a:schemeClr val="tx2"/>
            </a:solidFill>
            <a:miter lim="800000"/>
          </a:ln>
          <a:effectLst/>
        </p:spPr>
        <p:txBody>
          <a:bodyPr>
            <a:spAutoFit/>
          </a:bodyPr>
          <a:lstStyle/>
          <a:p>
            <a:pPr>
              <a:lnSpc>
                <a:spcPct val="120000"/>
              </a:lnSpc>
            </a:pPr>
            <a:r>
              <a:rPr lang="zh-CN" altLang="en-US" sz="3200" b="1">
                <a:solidFill>
                  <a:srgbClr val="003366"/>
                </a:solidFill>
                <a:latin typeface="Times New Roman" panose="02020603050405020304" pitchFamily="18" charset="0"/>
              </a:rPr>
              <a:t>时间延缓 ：运动的钟走得慢 </a:t>
            </a:r>
            <a:r>
              <a:rPr lang="en-US" altLang="zh-CN" sz="3200" b="1">
                <a:solidFill>
                  <a:srgbClr val="003366"/>
                </a:solidFill>
                <a:latin typeface="Times New Roman" panose="02020603050405020304" pitchFamily="18" charset="0"/>
              </a:rPr>
              <a:t>.</a:t>
            </a:r>
            <a:endParaRPr lang="en-US" altLang="zh-CN" sz="3200" b="1">
              <a:solidFill>
                <a:srgbClr val="003366"/>
              </a:solidFill>
              <a:latin typeface="Times New Roman" panose="02020603050405020304" pitchFamily="18" charset="0"/>
            </a:endParaRPr>
          </a:p>
        </p:txBody>
      </p:sp>
      <p:graphicFrame>
        <p:nvGraphicFramePr>
          <p:cNvPr id="25724" name="Object 124"/>
          <p:cNvGraphicFramePr>
            <a:graphicFrameLocks noChangeAspect="1"/>
          </p:cNvGraphicFramePr>
          <p:nvPr/>
        </p:nvGraphicFramePr>
        <p:xfrm>
          <a:off x="5200650" y="3962400"/>
          <a:ext cx="2627313" cy="677863"/>
        </p:xfrm>
        <a:graphic>
          <a:graphicData uri="http://schemas.openxmlformats.org/presentationml/2006/ole">
            <mc:AlternateContent xmlns:mc="http://schemas.openxmlformats.org/markup-compatibility/2006">
              <mc:Choice xmlns:v="urn:schemas-microsoft-com:vml" Requires="v">
                <p:oleObj spid="_x0000_s35" name="Equation" r:id="rId61" imgW="12407900" imgH="3333750" progId="Equation.3">
                  <p:embed/>
                </p:oleObj>
              </mc:Choice>
              <mc:Fallback>
                <p:oleObj name="Equation" r:id="rId61" imgW="12407900" imgH="3333750" progId="Equation.3">
                  <p:embed/>
                  <p:pic>
                    <p:nvPicPr>
                      <p:cNvPr id="0" name="Object 124"/>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5200650" y="3962400"/>
                        <a:ext cx="2627313" cy="677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726" name="Text Box 126"/>
          <p:cNvSpPr txBox="1">
            <a:spLocks noChangeArrowheads="1"/>
          </p:cNvSpPr>
          <p:nvPr/>
        </p:nvSpPr>
        <p:spPr bwMode="auto">
          <a:xfrm>
            <a:off x="2958951" y="107921"/>
            <a:ext cx="3197225" cy="584775"/>
          </a:xfrm>
          <a:prstGeom prst="rect">
            <a:avLst/>
          </a:prstGeom>
          <a:noFill/>
          <a:ln w="9525">
            <a:noFill/>
            <a:miter lim="800000"/>
          </a:ln>
          <a:effectLst/>
        </p:spPr>
        <p:txBody>
          <a:bodyPr>
            <a:spAutoFit/>
          </a:bodyPr>
          <a:lstStyle/>
          <a:p>
            <a:pPr>
              <a:spcBef>
                <a:spcPct val="50000"/>
              </a:spcBef>
            </a:pPr>
            <a:r>
              <a:rPr lang="en-US" altLang="zh-CN" b="1" dirty="0">
                <a:solidFill>
                  <a:srgbClr val="CC0000"/>
                </a:solidFill>
                <a:latin typeface="Times New Roman" panose="02020603050405020304" pitchFamily="18" charset="0"/>
              </a:rPr>
              <a:t>  </a:t>
            </a:r>
            <a:r>
              <a:rPr lang="zh-CN" altLang="en-US" b="1" dirty="0">
                <a:solidFill>
                  <a:schemeClr val="bg1"/>
                </a:solidFill>
                <a:latin typeface="Times New Roman" panose="02020603050405020304" pitchFamily="18" charset="0"/>
              </a:rPr>
              <a:t>时间的延缓</a:t>
            </a:r>
            <a:endParaRPr kumimoji="1" lang="zh-CN" altLang="en-US" sz="2400" b="1" dirty="0">
              <a:solidFill>
                <a:schemeClr val="bg1"/>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box(out)">
                                      <p:cBhvr>
                                        <p:cTn id="7" dur="500"/>
                                        <p:tgtEl>
                                          <p:spTgt spid="256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5720"/>
                                        </p:tgtEl>
                                        <p:attrNameLst>
                                          <p:attrName>style.visibility</p:attrName>
                                        </p:attrNameLst>
                                      </p:cBhvr>
                                      <p:to>
                                        <p:strVal val="visible"/>
                                      </p:to>
                                    </p:set>
                                    <p:animEffect transition="in" filter="blinds(vertical)">
                                      <p:cBhvr>
                                        <p:cTn id="12" dur="500"/>
                                        <p:tgtEl>
                                          <p:spTgt spid="257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721"/>
                                        </p:tgtEl>
                                        <p:attrNameLst>
                                          <p:attrName>style.visibility</p:attrName>
                                        </p:attrNameLst>
                                      </p:cBhvr>
                                      <p:to>
                                        <p:strVal val="visible"/>
                                      </p:to>
                                    </p:set>
                                    <p:animEffect transition="in" filter="blinds(horizontal)">
                                      <p:cBhvr>
                                        <p:cTn id="17" dur="500"/>
                                        <p:tgtEl>
                                          <p:spTgt spid="2572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5724"/>
                                        </p:tgtEl>
                                        <p:attrNameLst>
                                          <p:attrName>style.visibility</p:attrName>
                                        </p:attrNameLst>
                                      </p:cBhvr>
                                      <p:to>
                                        <p:strVal val="visible"/>
                                      </p:to>
                                    </p:set>
                                    <p:animEffect transition="in" filter="blinds(horizontal)">
                                      <p:cBhvr>
                                        <p:cTn id="22" dur="500"/>
                                        <p:tgtEl>
                                          <p:spTgt spid="2572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722"/>
                                        </p:tgtEl>
                                        <p:attrNameLst>
                                          <p:attrName>style.visibility</p:attrName>
                                        </p:attrNameLst>
                                      </p:cBhvr>
                                      <p:to>
                                        <p:strVal val="visible"/>
                                      </p:to>
                                    </p:set>
                                    <p:animEffect transition="in" filter="blinds(horizontal)">
                                      <p:cBhvr>
                                        <p:cTn id="27" dur="500"/>
                                        <p:tgtEl>
                                          <p:spTgt spid="25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21" grpId="0" autoUpdateAnimBg="0"/>
      <p:bldP spid="25722"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Text Box 5"/>
          <p:cNvSpPr txBox="1">
            <a:spLocks noChangeArrowheads="1"/>
          </p:cNvSpPr>
          <p:nvPr/>
        </p:nvSpPr>
        <p:spPr bwMode="auto">
          <a:xfrm>
            <a:off x="1835150" y="4227513"/>
            <a:ext cx="5867400" cy="579437"/>
          </a:xfrm>
          <a:prstGeom prst="rect">
            <a:avLst/>
          </a:prstGeom>
          <a:noFill/>
          <a:ln w="9525">
            <a:noFill/>
            <a:miter lim="800000"/>
          </a:ln>
          <a:effectLst/>
        </p:spPr>
        <p:txBody>
          <a:bodyPr>
            <a:spAutoFit/>
          </a:bodyPr>
          <a:lstStyle/>
          <a:p>
            <a:pPr>
              <a:spcBef>
                <a:spcPct val="50000"/>
              </a:spcBef>
            </a:pPr>
            <a:r>
              <a:rPr lang="en-US" altLang="zh-CN" sz="3200" b="1">
                <a:solidFill>
                  <a:srgbClr val="003366"/>
                </a:solidFill>
                <a:latin typeface="宋体" panose="02010600030101010101" pitchFamily="2" charset="-122"/>
              </a:rPr>
              <a:t> </a:t>
            </a:r>
            <a:r>
              <a:rPr lang="en-US" altLang="zh-CN" sz="3200" b="1">
                <a:solidFill>
                  <a:srgbClr val="003366"/>
                </a:solidFill>
                <a:latin typeface="Times New Roman" panose="02020603050405020304" pitchFamily="18" charset="0"/>
              </a:rPr>
              <a:t>3</a:t>
            </a:r>
            <a:r>
              <a:rPr lang="en-US" altLang="zh-CN" sz="3200" b="1">
                <a:solidFill>
                  <a:srgbClr val="003366"/>
                </a:solidFill>
                <a:latin typeface="宋体" panose="02010600030101010101" pitchFamily="2" charset="-122"/>
              </a:rPr>
              <a:t> </a:t>
            </a:r>
            <a:r>
              <a:rPr lang="en-US" altLang="zh-CN" sz="3200" b="1">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时，                  </a:t>
            </a:r>
            <a:r>
              <a:rPr lang="en-US" altLang="zh-CN" sz="3200" b="1">
                <a:solidFill>
                  <a:srgbClr val="003366"/>
                </a:solidFill>
                <a:latin typeface="Times New Roman" panose="02020603050405020304" pitchFamily="18" charset="0"/>
              </a:rPr>
              <a:t>.</a:t>
            </a:r>
            <a:endParaRPr lang="en-US" altLang="zh-CN" sz="3200" b="1">
              <a:solidFill>
                <a:srgbClr val="003366"/>
              </a:solidFill>
              <a:latin typeface="Times New Roman" panose="02020603050405020304" pitchFamily="18" charset="0"/>
            </a:endParaRPr>
          </a:p>
        </p:txBody>
      </p:sp>
      <p:graphicFrame>
        <p:nvGraphicFramePr>
          <p:cNvPr id="26630" name="Object 6"/>
          <p:cNvGraphicFramePr>
            <a:graphicFrameLocks noChangeAspect="1"/>
          </p:cNvGraphicFramePr>
          <p:nvPr/>
        </p:nvGraphicFramePr>
        <p:xfrm>
          <a:off x="2667000" y="4292600"/>
          <a:ext cx="1447800" cy="468313"/>
        </p:xfrm>
        <a:graphic>
          <a:graphicData uri="http://schemas.openxmlformats.org/presentationml/2006/ole">
            <mc:AlternateContent xmlns:mc="http://schemas.openxmlformats.org/markup-compatibility/2006">
              <mc:Choice xmlns:v="urn:schemas-microsoft-com:vml" Requires="v">
                <p:oleObj spid="_x0000_s0" name="Equation" r:id="rId1" imgW="6296660" imgH="2037080" progId="Equation.3">
                  <p:embed/>
                </p:oleObj>
              </mc:Choice>
              <mc:Fallback>
                <p:oleObj name="Equation" r:id="rId1" imgW="6296660" imgH="203708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292600"/>
                        <a:ext cx="144780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1" name="Object 7"/>
          <p:cNvGraphicFramePr>
            <a:graphicFrameLocks noChangeAspect="1"/>
          </p:cNvGraphicFramePr>
          <p:nvPr/>
        </p:nvGraphicFramePr>
        <p:xfrm>
          <a:off x="4876800" y="4268788"/>
          <a:ext cx="1828800" cy="492125"/>
        </p:xfrm>
        <a:graphic>
          <a:graphicData uri="http://schemas.openxmlformats.org/presentationml/2006/ole">
            <mc:AlternateContent xmlns:mc="http://schemas.openxmlformats.org/markup-compatibility/2006">
              <mc:Choice xmlns:v="urn:schemas-microsoft-com:vml" Requires="v">
                <p:oleObj spid="_x0000_s2" name="Equation" r:id="rId3" imgW="7778115" imgH="2592705" progId="Equation.3">
                  <p:embed/>
                </p:oleObj>
              </mc:Choice>
              <mc:Fallback>
                <p:oleObj name="Equation" r:id="rId3" imgW="7778115" imgH="259270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4268788"/>
                        <a:ext cx="1828800"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2" name="Rectangle 8"/>
          <p:cNvSpPr>
            <a:spLocks noChangeArrowheads="1"/>
          </p:cNvSpPr>
          <p:nvPr/>
        </p:nvSpPr>
        <p:spPr bwMode="auto">
          <a:xfrm>
            <a:off x="1828800" y="1484313"/>
            <a:ext cx="5791200" cy="579437"/>
          </a:xfrm>
          <a:prstGeom prst="rect">
            <a:avLst/>
          </a:prstGeom>
          <a:noFill/>
          <a:ln w="9525">
            <a:noFill/>
            <a:miter lim="800000"/>
          </a:ln>
          <a:effectLst/>
        </p:spPr>
        <p:txBody>
          <a:bodyPr>
            <a:spAutoFit/>
          </a:bodyPr>
          <a:lstStyle/>
          <a:p>
            <a:pPr>
              <a:spcBef>
                <a:spcPct val="50000"/>
              </a:spcBef>
            </a:pPr>
            <a:r>
              <a:rPr lang="en-US" altLang="zh-CN" sz="3200" b="1">
                <a:solidFill>
                  <a:srgbClr val="003366"/>
                </a:solidFill>
                <a:latin typeface="宋体" panose="02010600030101010101" pitchFamily="2" charset="-122"/>
              </a:rPr>
              <a:t> </a:t>
            </a:r>
            <a:r>
              <a:rPr lang="en-US" altLang="zh-CN" sz="3200" b="1">
                <a:solidFill>
                  <a:srgbClr val="003366"/>
                </a:solidFill>
                <a:latin typeface="Times New Roman" panose="02020603050405020304" pitchFamily="18" charset="0"/>
              </a:rPr>
              <a:t>1</a:t>
            </a:r>
            <a:r>
              <a:rPr lang="en-US" altLang="zh-CN" sz="3200" b="1">
                <a:solidFill>
                  <a:srgbClr val="003366"/>
                </a:solidFill>
                <a:latin typeface="宋体" panose="02010600030101010101" pitchFamily="2" charset="-122"/>
              </a:rPr>
              <a:t> </a:t>
            </a:r>
            <a:r>
              <a:rPr lang="zh-CN" altLang="en-US" sz="3200" b="1">
                <a:solidFill>
                  <a:srgbClr val="003366"/>
                </a:solidFill>
                <a:latin typeface="Times New Roman" panose="02020603050405020304" pitchFamily="18" charset="0"/>
              </a:rPr>
              <a:t>时间延缓是一种相对效应 </a:t>
            </a:r>
            <a:r>
              <a:rPr lang="en-US" altLang="zh-CN" sz="3200" b="1">
                <a:solidFill>
                  <a:srgbClr val="003366"/>
                </a:solidFill>
                <a:latin typeface="Times New Roman" panose="02020603050405020304" pitchFamily="18" charset="0"/>
              </a:rPr>
              <a:t>.</a:t>
            </a:r>
            <a:endParaRPr lang="en-US" altLang="zh-CN" sz="3200" b="1">
              <a:solidFill>
                <a:srgbClr val="003366"/>
              </a:solidFill>
              <a:latin typeface="Times New Roman" panose="02020603050405020304" pitchFamily="18" charset="0"/>
            </a:endParaRPr>
          </a:p>
        </p:txBody>
      </p:sp>
      <p:sp>
        <p:nvSpPr>
          <p:cNvPr id="26633" name="Rectangle 9"/>
          <p:cNvSpPr>
            <a:spLocks noChangeArrowheads="1"/>
          </p:cNvSpPr>
          <p:nvPr/>
        </p:nvSpPr>
        <p:spPr bwMode="auto">
          <a:xfrm>
            <a:off x="990600" y="2200275"/>
            <a:ext cx="7315200" cy="1844675"/>
          </a:xfrm>
          <a:prstGeom prst="rect">
            <a:avLst/>
          </a:prstGeom>
          <a:noFill/>
          <a:ln w="9525">
            <a:noFill/>
            <a:miter lim="800000"/>
          </a:ln>
          <a:effectLst/>
        </p:spPr>
        <p:txBody>
          <a:bodyPr>
            <a:spAutoFit/>
          </a:bodyPr>
          <a:lstStyle/>
          <a:p>
            <a:pPr>
              <a:lnSpc>
                <a:spcPct val="120000"/>
              </a:lnSpc>
              <a:spcBef>
                <a:spcPct val="50000"/>
              </a:spcBef>
            </a:pPr>
            <a:r>
              <a:rPr lang="en-US" altLang="zh-CN" sz="3200" b="1">
                <a:solidFill>
                  <a:srgbClr val="003366"/>
                </a:solidFill>
                <a:latin typeface="Times New Roman" panose="02020603050405020304" pitchFamily="18" charset="0"/>
              </a:rPr>
              <a:t>        </a:t>
            </a:r>
            <a:r>
              <a:rPr lang="en-US" altLang="zh-CN" sz="3200" b="1">
                <a:solidFill>
                  <a:srgbClr val="003366"/>
                </a:solidFill>
                <a:latin typeface="宋体" panose="02010600030101010101" pitchFamily="2" charset="-122"/>
              </a:rPr>
              <a:t> </a:t>
            </a:r>
            <a:r>
              <a:rPr lang="en-US" altLang="zh-CN" sz="3200" b="1">
                <a:solidFill>
                  <a:srgbClr val="003366"/>
                </a:solidFill>
                <a:latin typeface="Times New Roman" panose="02020603050405020304" pitchFamily="18" charset="0"/>
              </a:rPr>
              <a:t>2</a:t>
            </a:r>
            <a:r>
              <a:rPr lang="en-US" altLang="zh-CN" sz="3200" b="1">
                <a:solidFill>
                  <a:srgbClr val="003366"/>
                </a:solidFill>
                <a:latin typeface="宋体" panose="02010600030101010101" pitchFamily="2" charset="-122"/>
              </a:rPr>
              <a:t> </a:t>
            </a:r>
            <a:r>
              <a:rPr lang="zh-CN" altLang="en-US" sz="3200" b="1">
                <a:solidFill>
                  <a:srgbClr val="003366"/>
                </a:solidFill>
                <a:latin typeface="Times New Roman" panose="02020603050405020304" pitchFamily="18" charset="0"/>
              </a:rPr>
              <a:t>时间的流逝不是绝对的，运动将改变时间的进程</a:t>
            </a:r>
            <a:r>
              <a:rPr lang="en-US" altLang="zh-CN" sz="3200" b="1">
                <a:solidFill>
                  <a:srgbClr val="003366"/>
                </a:solidFill>
                <a:latin typeface="Times New Roman" panose="02020603050405020304" pitchFamily="18" charset="0"/>
              </a:rPr>
              <a:t>.</a:t>
            </a:r>
            <a:r>
              <a:rPr lang="zh-CN" altLang="en-US" sz="3200" b="1">
                <a:solidFill>
                  <a:srgbClr val="003366"/>
                </a:solidFill>
                <a:latin typeface="Times New Roman" panose="02020603050405020304" pitchFamily="18" charset="0"/>
              </a:rPr>
              <a:t>（例如新陈代谢、放射性的衰变、寿命等 ）</a:t>
            </a:r>
            <a:endParaRPr lang="zh-CN" altLang="en-US" sz="3200" b="1">
              <a:solidFill>
                <a:srgbClr val="003366"/>
              </a:solidFill>
              <a:latin typeface="Times New Roman" panose="02020603050405020304" pitchFamily="18" charset="0"/>
            </a:endParaRPr>
          </a:p>
        </p:txBody>
      </p:sp>
      <p:sp>
        <p:nvSpPr>
          <p:cNvPr id="26640" name="Text Box 16"/>
          <p:cNvSpPr txBox="1">
            <a:spLocks noChangeArrowheads="1"/>
          </p:cNvSpPr>
          <p:nvPr/>
        </p:nvSpPr>
        <p:spPr bwMode="auto">
          <a:xfrm>
            <a:off x="3635375" y="115888"/>
            <a:ext cx="2520950" cy="641350"/>
          </a:xfrm>
          <a:prstGeom prst="rect">
            <a:avLst/>
          </a:prstGeom>
          <a:noFill/>
          <a:ln w="9525" algn="ctr">
            <a:noFill/>
            <a:miter lim="800000"/>
          </a:ln>
          <a:effectLst/>
        </p:spPr>
        <p:txBody>
          <a:bodyPr>
            <a:spAutoFit/>
          </a:bodyPr>
          <a:lstStyle/>
          <a:p>
            <a:pPr>
              <a:spcBef>
                <a:spcPct val="50000"/>
              </a:spcBef>
            </a:pPr>
            <a:r>
              <a:rPr lang="zh-CN" altLang="en-US" sz="3600">
                <a:solidFill>
                  <a:schemeClr val="bg1"/>
                </a:solidFill>
              </a:rPr>
              <a:t>讨 论</a:t>
            </a:r>
            <a:endParaRPr lang="zh-CN" altLang="en-US" sz="360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4"/>
          <p:cNvSpPr txBox="1">
            <a:spLocks noChangeArrowheads="1"/>
          </p:cNvSpPr>
          <p:nvPr/>
        </p:nvSpPr>
        <p:spPr bwMode="auto">
          <a:xfrm>
            <a:off x="582960" y="1412776"/>
            <a:ext cx="7978080" cy="4327338"/>
          </a:xfrm>
          <a:prstGeom prst="rect">
            <a:avLst/>
          </a:prstGeom>
          <a:noFill/>
          <a:ln w="9525">
            <a:noFill/>
            <a:miter lim="800000"/>
          </a:ln>
          <a:effectLst/>
        </p:spPr>
        <p:txBody>
          <a:bodyPr wrap="square">
            <a:spAutoFit/>
          </a:bodyPr>
          <a:lstStyle/>
          <a:p>
            <a:pPr>
              <a:lnSpc>
                <a:spcPct val="120000"/>
              </a:lnSpc>
            </a:pPr>
            <a:r>
              <a:rPr lang="en-US" altLang="zh-CN" sz="3200" b="1" dirty="0">
                <a:solidFill>
                  <a:srgbClr val="003366"/>
                </a:solidFill>
                <a:latin typeface="Times New Roman" panose="02020603050405020304" pitchFamily="18" charset="0"/>
              </a:rPr>
              <a:t>     </a:t>
            </a:r>
            <a:r>
              <a:rPr lang="en-US" altLang="zh-CN" sz="3200" b="1" dirty="0">
                <a:solidFill>
                  <a:srgbClr val="003366"/>
                </a:solidFill>
                <a:latin typeface="宋体" panose="02010600030101010101" pitchFamily="2" charset="-122"/>
              </a:rPr>
              <a:t>(</a:t>
            </a:r>
            <a:r>
              <a:rPr lang="en-US" altLang="zh-CN" sz="3200" b="1" dirty="0">
                <a:solidFill>
                  <a:srgbClr val="003366"/>
                </a:solidFill>
                <a:latin typeface="Times New Roman" panose="02020603050405020304" pitchFamily="18" charset="0"/>
              </a:rPr>
              <a:t>1</a:t>
            </a:r>
            <a:r>
              <a:rPr lang="en-US" altLang="zh-CN" sz="3200" b="1" dirty="0">
                <a:solidFill>
                  <a:srgbClr val="003366"/>
                </a:solidFill>
                <a:latin typeface="宋体" panose="02010600030101010101" pitchFamily="2" charset="-122"/>
              </a:rPr>
              <a:t>)</a:t>
            </a:r>
            <a:r>
              <a:rPr lang="en-US" altLang="zh-CN" sz="3200" b="1" dirty="0">
                <a:solidFill>
                  <a:srgbClr val="003366"/>
                </a:solidFill>
                <a:latin typeface="Times New Roman" panose="02020603050405020304" pitchFamily="18" charset="0"/>
              </a:rPr>
              <a:t> </a:t>
            </a:r>
            <a:r>
              <a:rPr lang="zh-CN" altLang="en-US" sz="3200" b="1" dirty="0">
                <a:solidFill>
                  <a:srgbClr val="003366"/>
                </a:solidFill>
                <a:latin typeface="Times New Roman" panose="02020603050405020304" pitchFamily="18" charset="0"/>
              </a:rPr>
              <a:t>两个事件在不同的惯性系看来，它们的空间关系是相对的，时间关系也是相对的，只有将空间和时间联系在一起才有意义</a:t>
            </a:r>
            <a:r>
              <a:rPr lang="en-US" altLang="zh-CN" sz="3200" b="1" dirty="0">
                <a:solidFill>
                  <a:srgbClr val="003366"/>
                </a:solidFill>
                <a:latin typeface="Times New Roman" panose="02020603050405020304" pitchFamily="18" charset="0"/>
              </a:rPr>
              <a:t>.</a:t>
            </a:r>
            <a:endParaRPr lang="en-US" altLang="zh-CN" sz="3200" b="1" dirty="0">
              <a:solidFill>
                <a:srgbClr val="003366"/>
              </a:solidFill>
              <a:latin typeface="Times New Roman" panose="02020603050405020304" pitchFamily="18" charset="0"/>
            </a:endParaRPr>
          </a:p>
          <a:p>
            <a:pPr>
              <a:spcBef>
                <a:spcPct val="50000"/>
              </a:spcBef>
            </a:pPr>
            <a:r>
              <a:rPr lang="en-US" altLang="zh-CN" sz="3200" b="1" dirty="0">
                <a:solidFill>
                  <a:srgbClr val="003366"/>
                </a:solidFill>
                <a:latin typeface="Times New Roman" panose="02020603050405020304" pitchFamily="18" charset="0"/>
              </a:rPr>
              <a:t>       </a:t>
            </a:r>
            <a:r>
              <a:rPr lang="en-US" altLang="zh-CN" sz="3200" b="1" dirty="0">
                <a:solidFill>
                  <a:srgbClr val="003366"/>
                </a:solidFill>
                <a:latin typeface="宋体" panose="02010600030101010101" pitchFamily="2" charset="-122"/>
              </a:rPr>
              <a:t>(</a:t>
            </a:r>
            <a:r>
              <a:rPr lang="en-US" altLang="zh-CN" sz="3200" b="1" dirty="0">
                <a:solidFill>
                  <a:srgbClr val="003366"/>
                </a:solidFill>
                <a:latin typeface="Times New Roman" panose="02020603050405020304" pitchFamily="18" charset="0"/>
              </a:rPr>
              <a:t>2</a:t>
            </a:r>
            <a:r>
              <a:rPr lang="en-US" altLang="zh-CN" sz="3200" b="1" dirty="0">
                <a:solidFill>
                  <a:srgbClr val="003366"/>
                </a:solidFill>
                <a:latin typeface="宋体" panose="02010600030101010101" pitchFamily="2" charset="-122"/>
              </a:rPr>
              <a:t>)</a:t>
            </a:r>
            <a:r>
              <a:rPr lang="zh-CN" altLang="en-US" sz="3200" b="1" dirty="0">
                <a:solidFill>
                  <a:srgbClr val="003366"/>
                </a:solidFill>
                <a:latin typeface="Times New Roman" panose="02020603050405020304" pitchFamily="18" charset="0"/>
              </a:rPr>
              <a:t>时</a:t>
            </a:r>
            <a:r>
              <a:rPr lang="en-US" altLang="zh-CN" sz="3200" b="1" dirty="0">
                <a:solidFill>
                  <a:srgbClr val="003366"/>
                </a:solidFill>
                <a:latin typeface="Times New Roman" panose="02020603050405020304" pitchFamily="18" charset="0"/>
              </a:rPr>
              <a:t>—</a:t>
            </a:r>
            <a:r>
              <a:rPr lang="zh-CN" altLang="en-US" sz="3200" b="1" dirty="0">
                <a:solidFill>
                  <a:srgbClr val="003366"/>
                </a:solidFill>
                <a:latin typeface="Times New Roman" panose="02020603050405020304" pitchFamily="18" charset="0"/>
              </a:rPr>
              <a:t>空不互相独立，而是不可分割的整体</a:t>
            </a:r>
            <a:r>
              <a:rPr lang="en-US" altLang="zh-CN" sz="3200" b="1" dirty="0">
                <a:solidFill>
                  <a:srgbClr val="003366"/>
                </a:solidFill>
                <a:latin typeface="Times New Roman" panose="02020603050405020304" pitchFamily="18" charset="0"/>
              </a:rPr>
              <a:t>.</a:t>
            </a:r>
            <a:endParaRPr lang="en-US" altLang="zh-CN" sz="3200" b="1" dirty="0">
              <a:solidFill>
                <a:srgbClr val="003366"/>
              </a:solidFill>
              <a:latin typeface="Times New Roman" panose="02020603050405020304" pitchFamily="18" charset="0"/>
            </a:endParaRPr>
          </a:p>
          <a:p>
            <a:pPr>
              <a:spcBef>
                <a:spcPct val="50000"/>
              </a:spcBef>
            </a:pPr>
            <a:r>
              <a:rPr lang="en-US" altLang="zh-CN" sz="3200" b="1" dirty="0">
                <a:solidFill>
                  <a:srgbClr val="003366"/>
                </a:solidFill>
                <a:latin typeface="Times New Roman" panose="02020603050405020304" pitchFamily="18" charset="0"/>
              </a:rPr>
              <a:t>       </a:t>
            </a:r>
            <a:r>
              <a:rPr lang="en-US" altLang="zh-CN" sz="3200" b="1" dirty="0">
                <a:solidFill>
                  <a:srgbClr val="003366"/>
                </a:solidFill>
                <a:latin typeface="宋体" panose="02010600030101010101" pitchFamily="2" charset="-122"/>
              </a:rPr>
              <a:t>(</a:t>
            </a:r>
            <a:r>
              <a:rPr lang="en-US" altLang="zh-CN" sz="3200" b="1" dirty="0">
                <a:solidFill>
                  <a:srgbClr val="003366"/>
                </a:solidFill>
                <a:latin typeface="Times New Roman" panose="02020603050405020304" pitchFamily="18" charset="0"/>
              </a:rPr>
              <a:t>3</a:t>
            </a:r>
            <a:r>
              <a:rPr lang="en-US" altLang="zh-CN" sz="3200" b="1" dirty="0">
                <a:solidFill>
                  <a:srgbClr val="003366"/>
                </a:solidFill>
                <a:latin typeface="宋体" panose="02010600030101010101" pitchFamily="2" charset="-122"/>
              </a:rPr>
              <a:t>)</a:t>
            </a:r>
            <a:r>
              <a:rPr lang="zh-CN" altLang="en-US" sz="3200" b="1" dirty="0">
                <a:solidFill>
                  <a:srgbClr val="003366"/>
                </a:solidFill>
                <a:latin typeface="Times New Roman" panose="02020603050405020304" pitchFamily="18" charset="0"/>
              </a:rPr>
              <a:t>光速 </a:t>
            </a:r>
            <a:r>
              <a:rPr lang="en-US" altLang="zh-CN" sz="3200" b="1" i="1" dirty="0">
                <a:solidFill>
                  <a:srgbClr val="003366"/>
                </a:solidFill>
                <a:latin typeface="Times New Roman" panose="02020603050405020304" pitchFamily="18" charset="0"/>
              </a:rPr>
              <a:t>C</a:t>
            </a:r>
            <a:r>
              <a:rPr lang="en-US" altLang="zh-CN" sz="3200" b="1" dirty="0">
                <a:solidFill>
                  <a:srgbClr val="003366"/>
                </a:solidFill>
                <a:latin typeface="Times New Roman" panose="02020603050405020304" pitchFamily="18" charset="0"/>
              </a:rPr>
              <a:t> </a:t>
            </a:r>
            <a:r>
              <a:rPr lang="zh-CN" altLang="en-US" sz="3200" b="1" dirty="0">
                <a:solidFill>
                  <a:srgbClr val="003366"/>
                </a:solidFill>
                <a:latin typeface="Times New Roman" panose="02020603050405020304" pitchFamily="18" charset="0"/>
              </a:rPr>
              <a:t>是建立不同惯性系间时空变换的纽带</a:t>
            </a:r>
            <a:r>
              <a:rPr lang="en-US" altLang="zh-CN" sz="3200" b="1" dirty="0">
                <a:solidFill>
                  <a:srgbClr val="003366"/>
                </a:solidFill>
                <a:latin typeface="Times New Roman" panose="02020603050405020304" pitchFamily="18" charset="0"/>
              </a:rPr>
              <a:t>.</a:t>
            </a:r>
            <a:endParaRPr lang="en-US" altLang="zh-CN" sz="3200" b="1" dirty="0">
              <a:solidFill>
                <a:srgbClr val="003366"/>
              </a:solidFill>
              <a:latin typeface="Times New Roman" panose="02020603050405020304" pitchFamily="18" charset="0"/>
            </a:endParaRPr>
          </a:p>
        </p:txBody>
      </p:sp>
      <p:sp>
        <p:nvSpPr>
          <p:cNvPr id="27653" name="Text Box 5"/>
          <p:cNvSpPr txBox="1">
            <a:spLocks noChangeArrowheads="1"/>
          </p:cNvSpPr>
          <p:nvPr/>
        </p:nvSpPr>
        <p:spPr bwMode="auto">
          <a:xfrm>
            <a:off x="2339975" y="115888"/>
            <a:ext cx="4824413" cy="641350"/>
          </a:xfrm>
          <a:prstGeom prst="rect">
            <a:avLst/>
          </a:prstGeom>
          <a:noFill/>
          <a:ln w="9525" algn="ctr">
            <a:noFill/>
            <a:miter lim="800000"/>
          </a:ln>
          <a:effectLst/>
        </p:spPr>
        <p:txBody>
          <a:bodyPr>
            <a:spAutoFit/>
          </a:bodyPr>
          <a:lstStyle/>
          <a:p>
            <a:pPr>
              <a:spcBef>
                <a:spcPct val="50000"/>
              </a:spcBef>
            </a:pPr>
            <a:r>
              <a:rPr lang="zh-CN" altLang="en-US" sz="3600" b="1">
                <a:solidFill>
                  <a:schemeClr val="bg1"/>
                </a:solidFill>
              </a:rPr>
              <a:t>狭义相对论的时空观</a:t>
            </a:r>
            <a:endParaRPr lang="zh-CN" altLang="en-US" sz="3600" b="1">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blinds(horizontal)">
                                      <p:cBhvr>
                                        <p:cTn id="7" dur="500"/>
                                        <p:tgtEl>
                                          <p:spTgt spid="2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258" name="Object 2"/>
          <p:cNvGraphicFramePr>
            <a:graphicFrameLocks noChangeAspect="1"/>
          </p:cNvGraphicFramePr>
          <p:nvPr/>
        </p:nvGraphicFramePr>
        <p:xfrm>
          <a:off x="2476501" y="1342038"/>
          <a:ext cx="2133600" cy="1236662"/>
        </p:xfrm>
        <a:graphic>
          <a:graphicData uri="http://schemas.openxmlformats.org/presentationml/2006/ole">
            <mc:AlternateContent xmlns:mc="http://schemas.openxmlformats.org/markup-compatibility/2006">
              <mc:Choice xmlns:v="urn:schemas-microsoft-com:vml" Requires="v">
                <p:oleObj spid="_x0000_s0" name="公式" r:id="rId1" imgW="562610" imgH="325755" progId="Equation.3">
                  <p:embed/>
                </p:oleObj>
              </mc:Choice>
              <mc:Fallback>
                <p:oleObj name="公式" r:id="rId1" imgW="562610" imgH="32575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1" y="1342038"/>
                        <a:ext cx="2133600" cy="1236662"/>
                      </a:xfrm>
                      <a:prstGeom prst="rect">
                        <a:avLst/>
                      </a:prstGeom>
                      <a:gradFill rotWithShape="0">
                        <a:gsLst>
                          <a:gs pos="0">
                            <a:srgbClr val="FFE7FF"/>
                          </a:gs>
                          <a:gs pos="50000">
                            <a:srgbClr val="FFFFFF"/>
                          </a:gs>
                          <a:gs pos="100000">
                            <a:srgbClr val="FFE7FF"/>
                          </a:gs>
                        </a:gsLst>
                        <a:lin ang="5400000" scaled="1"/>
                      </a:gradFill>
                      <a:ln w="12700">
                        <a:solidFill>
                          <a:srgbClr val="CC00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6278" name="Group 22"/>
          <p:cNvGrpSpPr/>
          <p:nvPr/>
        </p:nvGrpSpPr>
        <p:grpSpPr bwMode="auto">
          <a:xfrm>
            <a:off x="417512" y="2939256"/>
            <a:ext cx="5543551" cy="1192213"/>
            <a:chOff x="293" y="1976"/>
            <a:chExt cx="3492" cy="751"/>
          </a:xfrm>
        </p:grpSpPr>
        <p:graphicFrame>
          <p:nvGraphicFramePr>
            <p:cNvPr id="96260" name="Object 4"/>
            <p:cNvGraphicFramePr>
              <a:graphicFrameLocks noChangeAspect="1"/>
            </p:cNvGraphicFramePr>
            <p:nvPr/>
          </p:nvGraphicFramePr>
          <p:xfrm>
            <a:off x="1560" y="1976"/>
            <a:ext cx="424" cy="461"/>
          </p:xfrm>
          <a:graphic>
            <a:graphicData uri="http://schemas.openxmlformats.org/presentationml/2006/ole">
              <mc:AlternateContent xmlns:mc="http://schemas.openxmlformats.org/markup-compatibility/2006">
                <mc:Choice xmlns:v="urn:schemas-microsoft-com:vml" Requires="v">
                  <p:oleObj spid="_x0000_s2" name="公式" r:id="rId3" imgW="141605" imgH="157480" progId="Equation.3">
                    <p:embed/>
                  </p:oleObj>
                </mc:Choice>
                <mc:Fallback>
                  <p:oleObj name="公式" r:id="rId3" imgW="141605" imgH="1574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0" y="1976"/>
                          <a:ext cx="424" cy="4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61" name="Text Box 5"/>
            <p:cNvSpPr txBox="1">
              <a:spLocks noChangeArrowheads="1"/>
            </p:cNvSpPr>
            <p:nvPr/>
          </p:nvSpPr>
          <p:spPr bwMode="auto">
            <a:xfrm>
              <a:off x="293" y="1996"/>
              <a:ext cx="3492" cy="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zh-CN" altLang="en-US" sz="2800" b="1" dirty="0">
                  <a:solidFill>
                    <a:srgbClr val="CC0000"/>
                  </a:solidFill>
                  <a:latin typeface="Times New Roman" panose="02020603050405020304" pitchFamily="18" charset="0"/>
                </a:rPr>
                <a:t>静质量</a:t>
              </a:r>
              <a:r>
                <a:rPr lang="zh-CN" altLang="en-US" sz="2800" b="1" dirty="0">
                  <a:solidFill>
                    <a:srgbClr val="003366"/>
                  </a:solidFill>
                  <a:latin typeface="Times New Roman" panose="02020603050405020304" pitchFamily="18" charset="0"/>
                </a:rPr>
                <a:t> </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a:spcBef>
                  <a:spcPct val="50000"/>
                </a:spcBef>
              </a:pPr>
              <a:r>
                <a:rPr lang="zh-CN" altLang="en-US" sz="2800" b="1" dirty="0">
                  <a:solidFill>
                    <a:srgbClr val="003366"/>
                  </a:solidFill>
                  <a:latin typeface="Times New Roman" panose="02020603050405020304" pitchFamily="18" charset="0"/>
                </a:rPr>
                <a:t>物体相对于惯性系静止时的质量 </a:t>
              </a:r>
              <a:r>
                <a:rPr lang="en-US" altLang="zh-CN" sz="2800" b="1" dirty="0">
                  <a:solidFill>
                    <a:srgbClr val="003366"/>
                  </a:solidFill>
                  <a:latin typeface="Times New Roman" panose="02020603050405020304" pitchFamily="18" charset="0"/>
                </a:rPr>
                <a:t>.</a:t>
              </a:r>
              <a:endParaRPr lang="en-US" altLang="zh-CN" sz="2800" b="1" dirty="0">
                <a:solidFill>
                  <a:srgbClr val="003366"/>
                </a:solidFill>
                <a:latin typeface="Times New Roman" panose="02020603050405020304" pitchFamily="18" charset="0"/>
              </a:endParaRPr>
            </a:p>
          </p:txBody>
        </p:sp>
      </p:grpSp>
      <p:grpSp>
        <p:nvGrpSpPr>
          <p:cNvPr id="96262" name="Group 6"/>
          <p:cNvGrpSpPr/>
          <p:nvPr/>
        </p:nvGrpSpPr>
        <p:grpSpPr bwMode="auto">
          <a:xfrm>
            <a:off x="600451" y="4523775"/>
            <a:ext cx="4038600" cy="569912"/>
            <a:chOff x="480" y="2496"/>
            <a:chExt cx="2544" cy="359"/>
          </a:xfrm>
        </p:grpSpPr>
        <p:sp>
          <p:nvSpPr>
            <p:cNvPr id="96263" name="Text Box 7"/>
            <p:cNvSpPr txBox="1">
              <a:spLocks noChangeArrowheads="1"/>
            </p:cNvSpPr>
            <p:nvPr/>
          </p:nvSpPr>
          <p:spPr bwMode="auto">
            <a:xfrm>
              <a:off x="480" y="2496"/>
              <a:ext cx="22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003366"/>
                  </a:solidFill>
                  <a:latin typeface="Times New Roman" panose="02020603050405020304" pitchFamily="18" charset="0"/>
                </a:rPr>
                <a:t>当</a:t>
              </a:r>
              <a:r>
                <a:rPr lang="zh-CN" altLang="en-US" sz="2800" b="1">
                  <a:latin typeface="Times New Roman" panose="02020603050405020304" pitchFamily="18" charset="0"/>
                </a:rPr>
                <a:t>                   </a:t>
              </a:r>
              <a:r>
                <a:rPr lang="zh-CN" altLang="en-US" sz="2800" b="1">
                  <a:solidFill>
                    <a:srgbClr val="003366"/>
                  </a:solidFill>
                  <a:latin typeface="Times New Roman" panose="02020603050405020304" pitchFamily="18" charset="0"/>
                </a:rPr>
                <a:t>时</a:t>
              </a:r>
              <a:endParaRPr lang="zh-CN" altLang="en-US" sz="2800" b="1">
                <a:solidFill>
                  <a:srgbClr val="003366"/>
                </a:solidFill>
                <a:latin typeface="Times New Roman" panose="02020603050405020304" pitchFamily="18" charset="0"/>
              </a:endParaRPr>
            </a:p>
          </p:txBody>
        </p:sp>
        <p:graphicFrame>
          <p:nvGraphicFramePr>
            <p:cNvPr id="96264" name="Object 8"/>
            <p:cNvGraphicFramePr>
              <a:graphicFrameLocks noChangeAspect="1"/>
            </p:cNvGraphicFramePr>
            <p:nvPr/>
          </p:nvGraphicFramePr>
          <p:xfrm>
            <a:off x="816" y="2544"/>
            <a:ext cx="897" cy="248"/>
          </p:xfrm>
          <a:graphic>
            <a:graphicData uri="http://schemas.openxmlformats.org/presentationml/2006/ole">
              <mc:AlternateContent xmlns:mc="http://schemas.openxmlformats.org/markup-compatibility/2006">
                <mc:Choice xmlns:v="urn:schemas-microsoft-com:vml" Requires="v">
                  <p:oleObj spid="_x0000_s3" name="Equation" r:id="rId5" imgW="473075" imgH="131445" progId="Equation.3">
                    <p:embed/>
                  </p:oleObj>
                </mc:Choice>
                <mc:Fallback>
                  <p:oleObj name="Equation" r:id="rId5" imgW="473075" imgH="131445"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6" y="2544"/>
                          <a:ext cx="89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5" name="Object 9"/>
            <p:cNvGraphicFramePr>
              <a:graphicFrameLocks noChangeAspect="1"/>
            </p:cNvGraphicFramePr>
            <p:nvPr/>
          </p:nvGraphicFramePr>
          <p:xfrm>
            <a:off x="2112" y="2496"/>
            <a:ext cx="912" cy="359"/>
          </p:xfrm>
          <a:graphic>
            <a:graphicData uri="http://schemas.openxmlformats.org/presentationml/2006/ole">
              <mc:AlternateContent xmlns:mc="http://schemas.openxmlformats.org/markup-compatibility/2006">
                <mc:Choice xmlns:v="urn:schemas-microsoft-com:vml" Requires="v">
                  <p:oleObj spid="_x0000_s4" name="公式" r:id="rId7" imgW="577850" imgH="226060" progId="Equation.3">
                    <p:embed/>
                  </p:oleObj>
                </mc:Choice>
                <mc:Fallback>
                  <p:oleObj name="公式" r:id="rId7" imgW="577850" imgH="22606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2" y="2496"/>
                          <a:ext cx="912"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6266" name="Group 10"/>
          <p:cNvGrpSpPr/>
          <p:nvPr/>
        </p:nvGrpSpPr>
        <p:grpSpPr bwMode="auto">
          <a:xfrm>
            <a:off x="6096000" y="1341438"/>
            <a:ext cx="3048000" cy="2362200"/>
            <a:chOff x="3552" y="672"/>
            <a:chExt cx="1920" cy="1488"/>
          </a:xfrm>
        </p:grpSpPr>
        <p:sp>
          <p:nvSpPr>
            <p:cNvPr id="96267" name="Rectangle 11"/>
            <p:cNvSpPr>
              <a:spLocks noChangeArrowheads="1"/>
            </p:cNvSpPr>
            <p:nvPr/>
          </p:nvSpPr>
          <p:spPr bwMode="auto">
            <a:xfrm>
              <a:off x="3552" y="672"/>
              <a:ext cx="1920" cy="14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268" name="Line 12"/>
            <p:cNvSpPr>
              <a:spLocks noChangeShapeType="1"/>
            </p:cNvSpPr>
            <p:nvPr/>
          </p:nvSpPr>
          <p:spPr bwMode="auto">
            <a:xfrm>
              <a:off x="3888" y="1824"/>
              <a:ext cx="1488" cy="0"/>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96269" name="Line 13"/>
            <p:cNvSpPr>
              <a:spLocks noChangeShapeType="1"/>
            </p:cNvSpPr>
            <p:nvPr/>
          </p:nvSpPr>
          <p:spPr bwMode="auto">
            <a:xfrm flipV="1">
              <a:off x="3888" y="912"/>
              <a:ext cx="0" cy="912"/>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96270" name="Object 14"/>
            <p:cNvGraphicFramePr>
              <a:graphicFrameLocks noChangeAspect="1"/>
            </p:cNvGraphicFramePr>
            <p:nvPr/>
          </p:nvGraphicFramePr>
          <p:xfrm>
            <a:off x="5168" y="1868"/>
            <a:ext cx="180" cy="196"/>
          </p:xfrm>
          <a:graphic>
            <a:graphicData uri="http://schemas.openxmlformats.org/presentationml/2006/ole">
              <mc:AlternateContent xmlns:mc="http://schemas.openxmlformats.org/markup-compatibility/2006">
                <mc:Choice xmlns:v="urn:schemas-microsoft-com:vml" Requires="v">
                  <p:oleObj spid="_x0000_s5" name="Equation" r:id="rId9" imgW="120650" imgH="131445" progId="Equation.3">
                    <p:embed/>
                  </p:oleObj>
                </mc:Choice>
                <mc:Fallback>
                  <p:oleObj name="Equation" r:id="rId9" imgW="120650" imgH="131445"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68" y="1868"/>
                          <a:ext cx="180"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71" name="Object 15"/>
            <p:cNvGraphicFramePr>
              <a:graphicFrameLocks noChangeAspect="1"/>
            </p:cNvGraphicFramePr>
            <p:nvPr/>
          </p:nvGraphicFramePr>
          <p:xfrm>
            <a:off x="3946" y="816"/>
            <a:ext cx="247" cy="212"/>
          </p:xfrm>
          <a:graphic>
            <a:graphicData uri="http://schemas.openxmlformats.org/presentationml/2006/ole">
              <mc:AlternateContent xmlns:mc="http://schemas.openxmlformats.org/markup-compatibility/2006">
                <mc:Choice xmlns:v="urn:schemas-microsoft-com:vml" Requires="v">
                  <p:oleObj spid="_x0000_s6" name="公式" r:id="rId11" imgW="115570" imgH="94615" progId="Equation.3">
                    <p:embed/>
                  </p:oleObj>
                </mc:Choice>
                <mc:Fallback>
                  <p:oleObj name="公式" r:id="rId11" imgW="115570" imgH="94615"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46" y="816"/>
                          <a:ext cx="247"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72" name="Line 16"/>
            <p:cNvSpPr>
              <a:spLocks noChangeShapeType="1"/>
            </p:cNvSpPr>
            <p:nvPr/>
          </p:nvSpPr>
          <p:spPr bwMode="auto">
            <a:xfrm>
              <a:off x="5088" y="864"/>
              <a:ext cx="0" cy="960"/>
            </a:xfrm>
            <a:prstGeom prst="line">
              <a:avLst/>
            </a:prstGeom>
            <a:noFill/>
            <a:ln w="19050">
              <a:solidFill>
                <a:schemeClr val="tx1"/>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6273" name="Text Box 17"/>
            <p:cNvSpPr txBox="1">
              <a:spLocks noChangeArrowheads="1"/>
            </p:cNvSpPr>
            <p:nvPr/>
          </p:nvSpPr>
          <p:spPr bwMode="auto">
            <a:xfrm>
              <a:off x="4944" y="1776"/>
              <a:ext cx="33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400" b="1" i="1">
                  <a:solidFill>
                    <a:srgbClr val="CC0000"/>
                  </a:solidFill>
                  <a:latin typeface="Times New Roman" panose="02020603050405020304" pitchFamily="18" charset="0"/>
                </a:rPr>
                <a:t>C</a:t>
              </a:r>
              <a:endParaRPr lang="en-US" altLang="zh-CN" sz="2400" b="1" i="1">
                <a:solidFill>
                  <a:srgbClr val="CC0000"/>
                </a:solidFill>
                <a:latin typeface="Times New Roman" panose="02020603050405020304" pitchFamily="18" charset="0"/>
              </a:endParaRPr>
            </a:p>
          </p:txBody>
        </p:sp>
        <p:graphicFrame>
          <p:nvGraphicFramePr>
            <p:cNvPr id="96274" name="Object 18"/>
            <p:cNvGraphicFramePr>
              <a:graphicFrameLocks noChangeAspect="1"/>
            </p:cNvGraphicFramePr>
            <p:nvPr/>
          </p:nvGraphicFramePr>
          <p:xfrm>
            <a:off x="3600" y="1344"/>
            <a:ext cx="304" cy="347"/>
          </p:xfrm>
          <a:graphic>
            <a:graphicData uri="http://schemas.openxmlformats.org/presentationml/2006/ole">
              <mc:AlternateContent xmlns:mc="http://schemas.openxmlformats.org/markup-compatibility/2006">
                <mc:Choice xmlns:v="urn:schemas-microsoft-com:vml" Requires="v">
                  <p:oleObj spid="_x0000_s7" name="公式" r:id="rId13" imgW="141605" imgH="157480" progId="Equation.3">
                    <p:embed/>
                  </p:oleObj>
                </mc:Choice>
                <mc:Fallback>
                  <p:oleObj name="公式" r:id="rId13" imgW="141605" imgH="157480"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00" y="1344"/>
                          <a:ext cx="304" cy="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75" name="Freeform 19"/>
            <p:cNvSpPr/>
            <p:nvPr/>
          </p:nvSpPr>
          <p:spPr bwMode="auto">
            <a:xfrm>
              <a:off x="3888" y="808"/>
              <a:ext cx="1152" cy="920"/>
            </a:xfrm>
            <a:custGeom>
              <a:avLst/>
              <a:gdLst>
                <a:gd name="T0" fmla="*/ 0 w 1152"/>
                <a:gd name="T1" fmla="*/ 912 h 920"/>
                <a:gd name="T2" fmla="*/ 480 w 1152"/>
                <a:gd name="T3" fmla="*/ 912 h 920"/>
                <a:gd name="T4" fmla="*/ 912 w 1152"/>
                <a:gd name="T5" fmla="*/ 864 h 920"/>
                <a:gd name="T6" fmla="*/ 1104 w 1152"/>
                <a:gd name="T7" fmla="*/ 624 h 920"/>
                <a:gd name="T8" fmla="*/ 1152 w 1152"/>
                <a:gd name="T9" fmla="*/ 0 h 920"/>
              </a:gdLst>
              <a:ahLst/>
              <a:cxnLst>
                <a:cxn ang="0">
                  <a:pos x="T0" y="T1"/>
                </a:cxn>
                <a:cxn ang="0">
                  <a:pos x="T2" y="T3"/>
                </a:cxn>
                <a:cxn ang="0">
                  <a:pos x="T4" y="T5"/>
                </a:cxn>
                <a:cxn ang="0">
                  <a:pos x="T6" y="T7"/>
                </a:cxn>
                <a:cxn ang="0">
                  <a:pos x="T8" y="T9"/>
                </a:cxn>
              </a:cxnLst>
              <a:rect l="0" t="0" r="r" b="b"/>
              <a:pathLst>
                <a:path w="1152" h="920">
                  <a:moveTo>
                    <a:pt x="0" y="912"/>
                  </a:moveTo>
                  <a:cubicBezTo>
                    <a:pt x="164" y="916"/>
                    <a:pt x="328" y="920"/>
                    <a:pt x="480" y="912"/>
                  </a:cubicBezTo>
                  <a:cubicBezTo>
                    <a:pt x="632" y="904"/>
                    <a:pt x="808" y="912"/>
                    <a:pt x="912" y="864"/>
                  </a:cubicBezTo>
                  <a:cubicBezTo>
                    <a:pt x="1016" y="816"/>
                    <a:pt x="1064" y="768"/>
                    <a:pt x="1104" y="624"/>
                  </a:cubicBezTo>
                  <a:cubicBezTo>
                    <a:pt x="1144" y="480"/>
                    <a:pt x="1148" y="240"/>
                    <a:pt x="1152" y="0"/>
                  </a:cubicBezTo>
                </a:path>
              </a:pathLst>
            </a:custGeom>
            <a:noFill/>
            <a:ln w="19050" cap="flat" cmpd="sng">
              <a:solidFill>
                <a:srgbClr val="FF0000"/>
              </a:solidFill>
              <a:prstDash val="solid"/>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96276" name="Object 20"/>
            <p:cNvGraphicFramePr>
              <a:graphicFrameLocks noChangeAspect="1"/>
            </p:cNvGraphicFramePr>
            <p:nvPr/>
          </p:nvGraphicFramePr>
          <p:xfrm>
            <a:off x="3840" y="1824"/>
            <a:ext cx="167" cy="192"/>
          </p:xfrm>
          <a:graphic>
            <a:graphicData uri="http://schemas.openxmlformats.org/presentationml/2006/ole">
              <mc:AlternateContent xmlns:mc="http://schemas.openxmlformats.org/markup-compatibility/2006">
                <mc:Choice xmlns:v="urn:schemas-microsoft-com:vml" Requires="v">
                  <p:oleObj spid="_x0000_s8" name="Equation" r:id="rId15" imgW="115570" imgH="131445" progId="Equation.3">
                    <p:embed/>
                  </p:oleObj>
                </mc:Choice>
                <mc:Fallback>
                  <p:oleObj name="Equation" r:id="rId15" imgW="115570" imgH="131445" progId="Equation.3">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40" y="1824"/>
                          <a:ext cx="16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6277" name="Text Box 21"/>
          <p:cNvSpPr txBox="1">
            <a:spLocks noChangeArrowheads="1"/>
          </p:cNvSpPr>
          <p:nvPr/>
        </p:nvSpPr>
        <p:spPr bwMode="auto">
          <a:xfrm>
            <a:off x="3071813" y="44450"/>
            <a:ext cx="27955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a:solidFill>
                  <a:schemeClr val="bg1"/>
                </a:solidFill>
                <a:latin typeface="Times New Roman" panose="02020603050405020304" pitchFamily="18" charset="0"/>
              </a:rPr>
              <a:t>相对论质量</a:t>
            </a:r>
            <a:endParaRPr lang="zh-CN" altLang="en-US" sz="2800" b="1">
              <a:solidFill>
                <a:srgbClr val="CC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6278"/>
                                        </p:tgtEl>
                                        <p:attrNameLst>
                                          <p:attrName>style.visibility</p:attrName>
                                        </p:attrNameLst>
                                      </p:cBhvr>
                                      <p:to>
                                        <p:strVal val="visible"/>
                                      </p:to>
                                    </p:set>
                                    <p:animEffect transition="in" filter="blinds(horizontal)">
                                      <p:cBhvr>
                                        <p:cTn id="7" dur="500"/>
                                        <p:tgtEl>
                                          <p:spTgt spid="9627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6266"/>
                                        </p:tgtEl>
                                        <p:attrNameLst>
                                          <p:attrName>style.visibility</p:attrName>
                                        </p:attrNameLst>
                                      </p:cBhvr>
                                      <p:to>
                                        <p:strVal val="visible"/>
                                      </p:to>
                                    </p:set>
                                    <p:animEffect transition="in" filter="box(out)">
                                      <p:cBhvr>
                                        <p:cTn id="12" dur="500"/>
                                        <p:tgtEl>
                                          <p:spTgt spid="9626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6262"/>
                                        </p:tgtEl>
                                        <p:attrNameLst>
                                          <p:attrName>style.visibility</p:attrName>
                                        </p:attrNameLst>
                                      </p:cBhvr>
                                      <p:to>
                                        <p:strVal val="visible"/>
                                      </p:to>
                                    </p:set>
                                    <p:animEffect transition="in" filter="blinds(horizontal)">
                                      <p:cBhvr>
                                        <p:cTn id="17" dur="500"/>
                                        <p:tgtEl>
                                          <p:spTgt spid="96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3042319" y="67077"/>
            <a:ext cx="4242519"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pPr>
            <a:r>
              <a:rPr lang="zh-CN" altLang="en-US" b="1" dirty="0">
                <a:solidFill>
                  <a:schemeClr val="bg1"/>
                </a:solidFill>
              </a:rPr>
              <a:t>相对论动量</a:t>
            </a:r>
            <a:r>
              <a:rPr lang="zh-CN" altLang="en-US" dirty="0">
                <a:solidFill>
                  <a:schemeClr val="bg1"/>
                </a:solidFill>
              </a:rPr>
              <a:t>和动能</a:t>
            </a:r>
            <a:endParaRPr lang="zh-CN" altLang="en-US" b="1" dirty="0">
              <a:solidFill>
                <a:schemeClr val="bg1"/>
              </a:solidFill>
            </a:endParaRPr>
          </a:p>
        </p:txBody>
      </p:sp>
      <p:graphicFrame>
        <p:nvGraphicFramePr>
          <p:cNvPr id="97283" name="Object 3"/>
          <p:cNvGraphicFramePr>
            <a:graphicFrameLocks noChangeAspect="1"/>
          </p:cNvGraphicFramePr>
          <p:nvPr/>
        </p:nvGraphicFramePr>
        <p:xfrm>
          <a:off x="5947246" y="1490613"/>
          <a:ext cx="1289050" cy="569912"/>
        </p:xfrm>
        <a:graphic>
          <a:graphicData uri="http://schemas.openxmlformats.org/presentationml/2006/ole">
            <mc:AlternateContent xmlns:mc="http://schemas.openxmlformats.org/markup-compatibility/2006">
              <mc:Choice xmlns:v="urn:schemas-microsoft-com:vml" Requires="v">
                <p:oleObj spid="_x0000_s0" name="Equation" r:id="rId1" imgW="315595" imgH="157480" progId="Equation.3">
                  <p:embed/>
                </p:oleObj>
              </mc:Choice>
              <mc:Fallback>
                <p:oleObj name="Equation" r:id="rId1" imgW="315595" imgH="15748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7246" y="1490613"/>
                        <a:ext cx="1289050" cy="569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7284" name="Group 4"/>
          <p:cNvGrpSpPr/>
          <p:nvPr/>
        </p:nvGrpSpPr>
        <p:grpSpPr bwMode="auto">
          <a:xfrm>
            <a:off x="1323628" y="2539437"/>
            <a:ext cx="6096000" cy="584200"/>
            <a:chOff x="720" y="3675"/>
            <a:chExt cx="3840" cy="368"/>
          </a:xfrm>
        </p:grpSpPr>
        <p:sp>
          <p:nvSpPr>
            <p:cNvPr id="97285" name="Text Box 5"/>
            <p:cNvSpPr txBox="1">
              <a:spLocks noChangeArrowheads="1"/>
            </p:cNvSpPr>
            <p:nvPr/>
          </p:nvSpPr>
          <p:spPr bwMode="auto">
            <a:xfrm>
              <a:off x="720" y="3696"/>
              <a:ext cx="21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003366"/>
                  </a:solidFill>
                  <a:latin typeface="Times New Roman" panose="02020603050405020304" pitchFamily="18" charset="0"/>
                </a:rPr>
                <a:t>当                   时</a:t>
              </a:r>
              <a:endParaRPr lang="zh-CN" altLang="en-US" sz="2800" b="1">
                <a:solidFill>
                  <a:srgbClr val="003366"/>
                </a:solidFill>
                <a:latin typeface="Times New Roman" panose="02020603050405020304" pitchFamily="18" charset="0"/>
              </a:endParaRPr>
            </a:p>
          </p:txBody>
        </p:sp>
        <p:graphicFrame>
          <p:nvGraphicFramePr>
            <p:cNvPr id="97286" name="Object 6"/>
            <p:cNvGraphicFramePr>
              <a:graphicFrameLocks noChangeAspect="1"/>
            </p:cNvGraphicFramePr>
            <p:nvPr/>
          </p:nvGraphicFramePr>
          <p:xfrm>
            <a:off x="1071" y="3744"/>
            <a:ext cx="897" cy="249"/>
          </p:xfrm>
          <a:graphic>
            <a:graphicData uri="http://schemas.openxmlformats.org/presentationml/2006/ole">
              <mc:AlternateContent xmlns:mc="http://schemas.openxmlformats.org/markup-compatibility/2006">
                <mc:Choice xmlns:v="urn:schemas-microsoft-com:vml" Requires="v">
                  <p:oleObj spid="_x0000_s2" name="Equation" r:id="rId3" imgW="473075" imgH="131445" progId="Equation.3">
                    <p:embed/>
                  </p:oleObj>
                </mc:Choice>
                <mc:Fallback>
                  <p:oleObj name="Equation" r:id="rId3" imgW="473075" imgH="131445"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 y="3744"/>
                          <a:ext cx="897"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87" name="Object 7"/>
            <p:cNvGraphicFramePr>
              <a:graphicFrameLocks noChangeAspect="1"/>
            </p:cNvGraphicFramePr>
            <p:nvPr/>
          </p:nvGraphicFramePr>
          <p:xfrm>
            <a:off x="2832" y="3675"/>
            <a:ext cx="1728" cy="368"/>
          </p:xfrm>
          <a:graphic>
            <a:graphicData uri="http://schemas.openxmlformats.org/presentationml/2006/ole">
              <mc:AlternateContent xmlns:mc="http://schemas.openxmlformats.org/markup-compatibility/2006">
                <mc:Choice xmlns:v="urn:schemas-microsoft-com:vml" Requires="v">
                  <p:oleObj spid="_x0000_s3" name="Equation" r:id="rId5" imgW="1066800" imgH="226060" progId="Equation.3">
                    <p:embed/>
                  </p:oleObj>
                </mc:Choice>
                <mc:Fallback>
                  <p:oleObj name="Equation" r:id="rId5" imgW="1066800" imgH="22606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2" y="3675"/>
                          <a:ext cx="1728"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7288" name="Object 8"/>
          <p:cNvGraphicFramePr>
            <a:graphicFrameLocks noChangeAspect="1"/>
          </p:cNvGraphicFramePr>
          <p:nvPr/>
        </p:nvGraphicFramePr>
        <p:xfrm>
          <a:off x="3051646" y="1476325"/>
          <a:ext cx="1204913" cy="508000"/>
        </p:xfrm>
        <a:graphic>
          <a:graphicData uri="http://schemas.openxmlformats.org/presentationml/2006/ole">
            <mc:AlternateContent xmlns:mc="http://schemas.openxmlformats.org/markup-compatibility/2006">
              <mc:Choice xmlns:v="urn:schemas-microsoft-com:vml" Requires="v">
                <p:oleObj spid="_x0000_s4" name="Equation" r:id="rId7" imgW="330835" imgH="141605" progId="Equation.3">
                  <p:embed/>
                </p:oleObj>
              </mc:Choice>
              <mc:Fallback>
                <p:oleObj name="Equation" r:id="rId7" imgW="330835" imgH="141605"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1646" y="1476325"/>
                        <a:ext cx="1204913"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289" name="Object 9"/>
          <p:cNvGraphicFramePr>
            <a:graphicFrameLocks noChangeAspect="1"/>
          </p:cNvGraphicFramePr>
          <p:nvPr/>
        </p:nvGraphicFramePr>
        <p:xfrm>
          <a:off x="4270846" y="1247725"/>
          <a:ext cx="1647825" cy="1173163"/>
        </p:xfrm>
        <a:graphic>
          <a:graphicData uri="http://schemas.openxmlformats.org/presentationml/2006/ole">
            <mc:AlternateContent xmlns:mc="http://schemas.openxmlformats.org/markup-compatibility/2006">
              <mc:Choice xmlns:v="urn:schemas-microsoft-com:vml" Requires="v">
                <p:oleObj spid="_x0000_s5" name="Equation" r:id="rId9" imgW="457200" imgH="325755" progId="Equation.3">
                  <p:embed/>
                </p:oleObj>
              </mc:Choice>
              <mc:Fallback>
                <p:oleObj name="Equation" r:id="rId9" imgW="457200" imgH="325755"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0846" y="1247725"/>
                        <a:ext cx="1647825" cy="1173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Group 24"/>
          <p:cNvGrpSpPr/>
          <p:nvPr/>
        </p:nvGrpSpPr>
        <p:grpSpPr bwMode="auto">
          <a:xfrm>
            <a:off x="3712046" y="3712087"/>
            <a:ext cx="2879725" cy="793750"/>
            <a:chOff x="1837" y="3338"/>
            <a:chExt cx="1814" cy="500"/>
          </a:xfrm>
        </p:grpSpPr>
        <p:sp>
          <p:nvSpPr>
            <p:cNvPr id="7" name="Rectangle 22"/>
            <p:cNvSpPr>
              <a:spLocks noChangeArrowheads="1"/>
            </p:cNvSpPr>
            <p:nvPr/>
          </p:nvSpPr>
          <p:spPr bwMode="auto">
            <a:xfrm>
              <a:off x="1837" y="3339"/>
              <a:ext cx="1814" cy="499"/>
            </a:xfrm>
            <a:prstGeom prst="rect">
              <a:avLst/>
            </a:prstGeom>
            <a:gradFill rotWithShape="1">
              <a:gsLst>
                <a:gs pos="0">
                  <a:srgbClr val="FFCCCC"/>
                </a:gs>
                <a:gs pos="100000">
                  <a:srgbClr val="FFCCCC">
                    <a:gamma/>
                    <a:tint val="38039"/>
                    <a:invGamma/>
                  </a:srgbClr>
                </a:gs>
              </a:gsLst>
              <a:lin ang="5400000" scaled="1"/>
            </a:gra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 name="Object 17"/>
            <p:cNvGraphicFramePr>
              <a:graphicFrameLocks noChangeAspect="1"/>
            </p:cNvGraphicFramePr>
            <p:nvPr/>
          </p:nvGraphicFramePr>
          <p:xfrm>
            <a:off x="1882" y="3338"/>
            <a:ext cx="1732" cy="426"/>
          </p:xfrm>
          <a:graphic>
            <a:graphicData uri="http://schemas.openxmlformats.org/presentationml/2006/ole">
              <mc:AlternateContent xmlns:mc="http://schemas.openxmlformats.org/markup-compatibility/2006">
                <mc:Choice xmlns:v="urn:schemas-microsoft-com:vml" Requires="v">
                  <p:oleObj spid="_x0000_s9" name="Equation" r:id="rId11" imgW="709295" imgH="168275" progId="Equation.3">
                    <p:embed/>
                  </p:oleObj>
                </mc:Choice>
                <mc:Fallback>
                  <p:oleObj name="Equation" r:id="rId11" imgW="709295" imgH="168275"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82" y="3338"/>
                          <a:ext cx="1732" cy="4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 name="Text Box 18"/>
          <p:cNvSpPr txBox="1">
            <a:spLocks noChangeArrowheads="1"/>
          </p:cNvSpPr>
          <p:nvPr/>
        </p:nvSpPr>
        <p:spPr bwMode="auto">
          <a:xfrm>
            <a:off x="539552" y="3812654"/>
            <a:ext cx="2286000" cy="528638"/>
          </a:xfrm>
          <a:prstGeom prst="rect">
            <a:avLst/>
          </a:prstGeom>
          <a:gradFill rotWithShape="0">
            <a:gsLst>
              <a:gs pos="0">
                <a:srgbClr val="F4FCE4"/>
              </a:gs>
              <a:gs pos="50000">
                <a:srgbClr val="FFFFFF"/>
              </a:gs>
              <a:gs pos="100000">
                <a:srgbClr val="F4FCE4"/>
              </a:gs>
            </a:gsLst>
            <a:lin ang="5400000" scaled="1"/>
          </a:gradFill>
          <a:ln w="952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800" b="1">
                <a:solidFill>
                  <a:srgbClr val="003366"/>
                </a:solidFill>
                <a:latin typeface="Times New Roman" panose="02020603050405020304" pitchFamily="18" charset="0"/>
              </a:rPr>
              <a:t>相对论动能</a:t>
            </a:r>
            <a:endParaRPr lang="zh-CN" altLang="en-US" sz="2800" b="1">
              <a:solidFill>
                <a:srgbClr val="003366"/>
              </a:solidFill>
              <a:latin typeface="Times New Roman" panose="02020603050405020304" pitchFamily="18" charset="0"/>
            </a:endParaRPr>
          </a:p>
        </p:txBody>
      </p:sp>
      <p:grpSp>
        <p:nvGrpSpPr>
          <p:cNvPr id="11" name="Group 19"/>
          <p:cNvGrpSpPr/>
          <p:nvPr/>
        </p:nvGrpSpPr>
        <p:grpSpPr bwMode="auto">
          <a:xfrm>
            <a:off x="1908646" y="4758291"/>
            <a:ext cx="4724400" cy="936625"/>
            <a:chOff x="672" y="2208"/>
            <a:chExt cx="2976" cy="590"/>
          </a:xfrm>
        </p:grpSpPr>
        <p:graphicFrame>
          <p:nvGraphicFramePr>
            <p:cNvPr id="12" name="Object 20"/>
            <p:cNvGraphicFramePr>
              <a:graphicFrameLocks noChangeAspect="1"/>
            </p:cNvGraphicFramePr>
            <p:nvPr/>
          </p:nvGraphicFramePr>
          <p:xfrm>
            <a:off x="1008" y="2208"/>
            <a:ext cx="2640" cy="590"/>
          </p:xfrm>
          <a:graphic>
            <a:graphicData uri="http://schemas.openxmlformats.org/presentationml/2006/ole">
              <mc:AlternateContent xmlns:mc="http://schemas.openxmlformats.org/markup-compatibility/2006">
                <mc:Choice xmlns:v="urn:schemas-microsoft-com:vml" Requires="v">
                  <p:oleObj spid="_x0000_s13" name="公式" r:id="rId13" imgW="1219200" imgH="273050" progId="Equation.3">
                    <p:embed/>
                  </p:oleObj>
                </mc:Choice>
                <mc:Fallback>
                  <p:oleObj name="公式" r:id="rId13" imgW="1219200" imgH="273050"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8" y="2208"/>
                          <a:ext cx="2640" cy="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21"/>
            <p:cNvSpPr txBox="1">
              <a:spLocks noChangeArrowheads="1"/>
            </p:cNvSpPr>
            <p:nvPr/>
          </p:nvSpPr>
          <p:spPr bwMode="auto">
            <a:xfrm>
              <a:off x="672" y="2323"/>
              <a:ext cx="28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dirty="0">
                  <a:solidFill>
                    <a:srgbClr val="003366"/>
                  </a:solidFill>
                  <a:latin typeface="Times New Roman" panose="02020603050405020304" pitchFamily="18" charset="0"/>
                </a:rPr>
                <a:t>当               时，</a:t>
              </a:r>
              <a:endParaRPr lang="zh-CN" altLang="en-US" sz="3200" b="1" dirty="0">
                <a:solidFill>
                  <a:srgbClr val="003366"/>
                </a:solidFill>
                <a:latin typeface="Times New Roman" panose="02020603050405020304" pitchFamily="18" charset="0"/>
              </a:endParaRPr>
            </a:p>
          </p:txBody>
        </p:sp>
      </p:grpSp>
      <p:sp>
        <p:nvSpPr>
          <p:cNvPr id="15" name="Text Box 18"/>
          <p:cNvSpPr txBox="1">
            <a:spLocks noChangeArrowheads="1"/>
          </p:cNvSpPr>
          <p:nvPr/>
        </p:nvSpPr>
        <p:spPr bwMode="auto">
          <a:xfrm>
            <a:off x="539552" y="1412776"/>
            <a:ext cx="2286000" cy="528638"/>
          </a:xfrm>
          <a:prstGeom prst="rect">
            <a:avLst/>
          </a:prstGeom>
          <a:gradFill rotWithShape="0">
            <a:gsLst>
              <a:gs pos="0">
                <a:srgbClr val="F4FCE4"/>
              </a:gs>
              <a:gs pos="50000">
                <a:srgbClr val="FFFFFF"/>
              </a:gs>
              <a:gs pos="100000">
                <a:srgbClr val="F4FCE4"/>
              </a:gs>
            </a:gsLst>
            <a:lin ang="5400000" scaled="1"/>
          </a:gradFill>
          <a:ln w="952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800" b="1" dirty="0">
                <a:solidFill>
                  <a:srgbClr val="003366"/>
                </a:solidFill>
                <a:latin typeface="Times New Roman" panose="02020603050405020304" pitchFamily="18" charset="0"/>
              </a:rPr>
              <a:t>相对论动量</a:t>
            </a:r>
            <a:endParaRPr lang="zh-CN" altLang="en-US" sz="2800" b="1" dirty="0">
              <a:solidFill>
                <a:srgbClr val="003366"/>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7282">
                                            <p:txEl>
                                              <p:pRg st="0" end="0"/>
                                            </p:txEl>
                                          </p:spTgt>
                                        </p:tgtEl>
                                        <p:attrNameLst>
                                          <p:attrName>style.visibility</p:attrName>
                                        </p:attrNameLst>
                                      </p:cBhvr>
                                      <p:to>
                                        <p:strVal val="visible"/>
                                      </p:to>
                                    </p:set>
                                    <p:animEffect transition="in" filter="wipe(left)">
                                      <p:cBhvr>
                                        <p:cTn id="7" dur="500"/>
                                        <p:tgtEl>
                                          <p:spTgt spid="972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7288"/>
                                        </p:tgtEl>
                                        <p:attrNameLst>
                                          <p:attrName>style.visibility</p:attrName>
                                        </p:attrNameLst>
                                      </p:cBhvr>
                                      <p:to>
                                        <p:strVal val="visible"/>
                                      </p:to>
                                    </p:set>
                                    <p:animEffect transition="in" filter="wipe(left)">
                                      <p:cBhvr>
                                        <p:cTn id="12" dur="500"/>
                                        <p:tgtEl>
                                          <p:spTgt spid="972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7289"/>
                                        </p:tgtEl>
                                        <p:attrNameLst>
                                          <p:attrName>style.visibility</p:attrName>
                                        </p:attrNameLst>
                                      </p:cBhvr>
                                      <p:to>
                                        <p:strVal val="visible"/>
                                      </p:to>
                                    </p:set>
                                    <p:animEffect transition="in" filter="wipe(left)">
                                      <p:cBhvr>
                                        <p:cTn id="17" dur="500"/>
                                        <p:tgtEl>
                                          <p:spTgt spid="972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7283"/>
                                        </p:tgtEl>
                                        <p:attrNameLst>
                                          <p:attrName>style.visibility</p:attrName>
                                        </p:attrNameLst>
                                      </p:cBhvr>
                                      <p:to>
                                        <p:strVal val="visible"/>
                                      </p:to>
                                    </p:set>
                                    <p:animEffect transition="in" filter="wipe(left)">
                                      <p:cBhvr>
                                        <p:cTn id="22" dur="500"/>
                                        <p:tgtEl>
                                          <p:spTgt spid="9728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7284"/>
                                        </p:tgtEl>
                                        <p:attrNameLst>
                                          <p:attrName>style.visibility</p:attrName>
                                        </p:attrNameLst>
                                      </p:cBhvr>
                                      <p:to>
                                        <p:strVal val="visible"/>
                                      </p:to>
                                    </p:set>
                                    <p:animEffect transition="in" filter="blinds(horizontal)">
                                      <p:cBhvr>
                                        <p:cTn id="27" dur="500"/>
                                        <p:tgtEl>
                                          <p:spTgt spid="9728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autoUpdateAnimBg="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1703388" y="115888"/>
            <a:ext cx="6324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None/>
            </a:pPr>
            <a:r>
              <a:rPr lang="zh-CN" altLang="en-US" sz="3600" b="1">
                <a:solidFill>
                  <a:schemeClr val="bg1"/>
                </a:solidFill>
                <a:latin typeface="Times New Roman" panose="02020603050405020304" pitchFamily="18" charset="0"/>
              </a:rPr>
              <a:t>狭义相对论力学的基本方程</a:t>
            </a:r>
            <a:endParaRPr lang="zh-CN" altLang="en-US" sz="3600" b="1">
              <a:solidFill>
                <a:schemeClr val="bg1"/>
              </a:solidFill>
              <a:latin typeface="Times New Roman" panose="02020603050405020304" pitchFamily="18" charset="0"/>
            </a:endParaRPr>
          </a:p>
        </p:txBody>
      </p:sp>
      <p:graphicFrame>
        <p:nvGraphicFramePr>
          <p:cNvPr id="98307" name="Object 3"/>
          <p:cNvGraphicFramePr>
            <a:graphicFrameLocks noChangeAspect="1"/>
          </p:cNvGraphicFramePr>
          <p:nvPr/>
        </p:nvGraphicFramePr>
        <p:xfrm>
          <a:off x="457200" y="1295400"/>
          <a:ext cx="1287463" cy="985838"/>
        </p:xfrm>
        <a:graphic>
          <a:graphicData uri="http://schemas.openxmlformats.org/presentationml/2006/ole">
            <mc:AlternateContent xmlns:mc="http://schemas.openxmlformats.org/markup-compatibility/2006">
              <mc:Choice xmlns:v="urn:schemas-microsoft-com:vml" Requires="v">
                <p:oleObj spid="_x0000_s0" name="Equation" r:id="rId1" imgW="341630" imgH="273050" progId="Equation.3">
                  <p:embed/>
                </p:oleObj>
              </mc:Choice>
              <mc:Fallback>
                <p:oleObj name="Equation" r:id="rId1" imgW="341630" imgH="27305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1287463"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08" name="Text Box 4"/>
          <p:cNvSpPr txBox="1">
            <a:spLocks noChangeArrowheads="1"/>
          </p:cNvSpPr>
          <p:nvPr/>
        </p:nvSpPr>
        <p:spPr bwMode="auto">
          <a:xfrm>
            <a:off x="457200" y="3886200"/>
            <a:ext cx="5105400" cy="531813"/>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Blip>
                <a:blip r:embed="rId3"/>
              </a:buBlip>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相对论动量守恒定律</a:t>
            </a:r>
            <a:endParaRPr lang="zh-CN" altLang="en-US" sz="2400" b="1">
              <a:solidFill>
                <a:srgbClr val="003366"/>
              </a:solidFill>
              <a:latin typeface="Times New Roman" panose="02020603050405020304" pitchFamily="18" charset="0"/>
            </a:endParaRPr>
          </a:p>
        </p:txBody>
      </p:sp>
      <p:graphicFrame>
        <p:nvGraphicFramePr>
          <p:cNvPr id="98309" name="Object 5"/>
          <p:cNvGraphicFramePr>
            <a:graphicFrameLocks noChangeAspect="1"/>
          </p:cNvGraphicFramePr>
          <p:nvPr/>
        </p:nvGraphicFramePr>
        <p:xfrm>
          <a:off x="3657600" y="1295400"/>
          <a:ext cx="2362200" cy="984250"/>
        </p:xfrm>
        <a:graphic>
          <a:graphicData uri="http://schemas.openxmlformats.org/presentationml/2006/ole">
            <mc:AlternateContent xmlns:mc="http://schemas.openxmlformats.org/markup-compatibility/2006">
              <mc:Choice xmlns:v="urn:schemas-microsoft-com:vml" Requires="v">
                <p:oleObj spid="_x0000_s2" name="Equation" r:id="rId4" imgW="1009015" imgH="420370" progId="Equation.3">
                  <p:embed/>
                </p:oleObj>
              </mc:Choice>
              <mc:Fallback>
                <p:oleObj name="Equation" r:id="rId4" imgW="1009015" imgH="42037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1295400"/>
                        <a:ext cx="2362200"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8310" name="Group 6"/>
          <p:cNvGrpSpPr/>
          <p:nvPr/>
        </p:nvGrpSpPr>
        <p:grpSpPr bwMode="auto">
          <a:xfrm>
            <a:off x="457200" y="4876800"/>
            <a:ext cx="8153400" cy="1181100"/>
            <a:chOff x="288" y="3336"/>
            <a:chExt cx="5136" cy="744"/>
          </a:xfrm>
        </p:grpSpPr>
        <p:graphicFrame>
          <p:nvGraphicFramePr>
            <p:cNvPr id="98311" name="Object 7"/>
            <p:cNvGraphicFramePr>
              <a:graphicFrameLocks noChangeAspect="1"/>
            </p:cNvGraphicFramePr>
            <p:nvPr/>
          </p:nvGraphicFramePr>
          <p:xfrm>
            <a:off x="720" y="3336"/>
            <a:ext cx="3828" cy="744"/>
          </p:xfrm>
          <a:graphic>
            <a:graphicData uri="http://schemas.openxmlformats.org/presentationml/2006/ole">
              <mc:AlternateContent xmlns:mc="http://schemas.openxmlformats.org/markup-compatibility/2006">
                <mc:Choice xmlns:v="urn:schemas-microsoft-com:vml" Requires="v">
                  <p:oleObj spid="_x0000_s3" name="Equation" r:id="rId6" imgW="2296795" imgH="499110" progId="Equation.3">
                    <p:embed/>
                  </p:oleObj>
                </mc:Choice>
                <mc:Fallback>
                  <p:oleObj name="Equation" r:id="rId6" imgW="2296795" imgH="49911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0" y="3336"/>
                          <a:ext cx="3828" cy="7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12" name="Text Box 8"/>
            <p:cNvSpPr txBox="1">
              <a:spLocks noChangeArrowheads="1"/>
            </p:cNvSpPr>
            <p:nvPr/>
          </p:nvSpPr>
          <p:spPr bwMode="auto">
            <a:xfrm>
              <a:off x="288" y="3480"/>
              <a:ext cx="11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003366"/>
                  </a:solidFill>
                  <a:latin typeface="Times New Roman" panose="02020603050405020304" pitchFamily="18" charset="0"/>
                </a:rPr>
                <a:t>当</a:t>
              </a:r>
              <a:endParaRPr lang="zh-CN" altLang="en-US" sz="2800" b="1">
                <a:solidFill>
                  <a:srgbClr val="003366"/>
                </a:solidFill>
                <a:latin typeface="Times New Roman" panose="02020603050405020304" pitchFamily="18" charset="0"/>
              </a:endParaRPr>
            </a:p>
          </p:txBody>
        </p:sp>
        <p:sp>
          <p:nvSpPr>
            <p:cNvPr id="98313" name="Text Box 9"/>
            <p:cNvSpPr txBox="1">
              <a:spLocks noChangeArrowheads="1"/>
            </p:cNvSpPr>
            <p:nvPr/>
          </p:nvSpPr>
          <p:spPr bwMode="auto">
            <a:xfrm>
              <a:off x="1824" y="3480"/>
              <a:ext cx="528"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zh-CN" altLang="en-US" sz="2800" b="1">
                  <a:solidFill>
                    <a:srgbClr val="003366"/>
                  </a:solidFill>
                </a:rPr>
                <a:t>时，</a:t>
              </a:r>
              <a:endParaRPr lang="zh-CN" altLang="en-US" sz="2800" b="1">
                <a:solidFill>
                  <a:srgbClr val="003366"/>
                </a:solidFill>
              </a:endParaRPr>
            </a:p>
          </p:txBody>
        </p:sp>
        <p:sp>
          <p:nvSpPr>
            <p:cNvPr id="98314" name="Text Box 10"/>
            <p:cNvSpPr txBox="1">
              <a:spLocks noChangeArrowheads="1"/>
            </p:cNvSpPr>
            <p:nvPr/>
          </p:nvSpPr>
          <p:spPr bwMode="auto">
            <a:xfrm>
              <a:off x="4512" y="3504"/>
              <a:ext cx="91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zh-CN" altLang="en-US" sz="2800" b="1">
                  <a:solidFill>
                    <a:srgbClr val="003366"/>
                  </a:solidFill>
                </a:rPr>
                <a:t>不变 </a:t>
              </a:r>
              <a:r>
                <a:rPr lang="en-US" altLang="zh-CN" sz="2800" b="1">
                  <a:solidFill>
                    <a:srgbClr val="003366"/>
                  </a:solidFill>
                </a:rPr>
                <a:t>.</a:t>
              </a:r>
              <a:endParaRPr lang="en-US" altLang="zh-CN" sz="2800" b="1">
                <a:solidFill>
                  <a:srgbClr val="003366"/>
                </a:solidFill>
              </a:endParaRPr>
            </a:p>
          </p:txBody>
        </p:sp>
      </p:grpSp>
      <p:grpSp>
        <p:nvGrpSpPr>
          <p:cNvPr id="98315" name="Group 11"/>
          <p:cNvGrpSpPr/>
          <p:nvPr/>
        </p:nvGrpSpPr>
        <p:grpSpPr bwMode="auto">
          <a:xfrm>
            <a:off x="457200" y="2438400"/>
            <a:ext cx="6781800" cy="984250"/>
            <a:chOff x="336" y="1476"/>
            <a:chExt cx="4272" cy="620"/>
          </a:xfrm>
        </p:grpSpPr>
        <p:graphicFrame>
          <p:nvGraphicFramePr>
            <p:cNvPr id="98316" name="Object 12"/>
            <p:cNvGraphicFramePr>
              <a:graphicFrameLocks noChangeAspect="1"/>
            </p:cNvGraphicFramePr>
            <p:nvPr/>
          </p:nvGraphicFramePr>
          <p:xfrm>
            <a:off x="768" y="1476"/>
            <a:ext cx="3840" cy="620"/>
          </p:xfrm>
          <a:graphic>
            <a:graphicData uri="http://schemas.openxmlformats.org/presentationml/2006/ole">
              <mc:AlternateContent xmlns:mc="http://schemas.openxmlformats.org/markup-compatibility/2006">
                <mc:Choice xmlns:v="urn:schemas-microsoft-com:vml" Requires="v">
                  <p:oleObj spid="_x0000_s4" name="Equation" r:id="rId8" imgW="2601595" imgH="420370" progId="Equation.3">
                    <p:embed/>
                  </p:oleObj>
                </mc:Choice>
                <mc:Fallback>
                  <p:oleObj name="Equation" r:id="rId8" imgW="2601595" imgH="42037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8" y="1476"/>
                          <a:ext cx="3840" cy="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17" name="Text Box 13"/>
            <p:cNvSpPr txBox="1">
              <a:spLocks noChangeArrowheads="1"/>
            </p:cNvSpPr>
            <p:nvPr/>
          </p:nvSpPr>
          <p:spPr bwMode="auto">
            <a:xfrm>
              <a:off x="336" y="1652"/>
              <a:ext cx="18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003366"/>
                  </a:solidFill>
                  <a:latin typeface="Times New Roman" panose="02020603050405020304" pitchFamily="18" charset="0"/>
                </a:rPr>
                <a:t>当                 时</a:t>
              </a:r>
              <a:endParaRPr lang="zh-CN" altLang="en-US" sz="2800" b="1">
                <a:solidFill>
                  <a:srgbClr val="003366"/>
                </a:solidFill>
                <a:latin typeface="Times New Roman" panose="02020603050405020304" pitchFamily="18" charset="0"/>
              </a:endParaRPr>
            </a:p>
          </p:txBody>
        </p:sp>
      </p:grpSp>
      <p:graphicFrame>
        <p:nvGraphicFramePr>
          <p:cNvPr id="98318" name="Object 14"/>
          <p:cNvGraphicFramePr>
            <a:graphicFrameLocks noChangeAspect="1"/>
          </p:cNvGraphicFramePr>
          <p:nvPr/>
        </p:nvGraphicFramePr>
        <p:xfrm>
          <a:off x="1828800" y="1295400"/>
          <a:ext cx="1651000" cy="985838"/>
        </p:xfrm>
        <a:graphic>
          <a:graphicData uri="http://schemas.openxmlformats.org/presentationml/2006/ole">
            <mc:AlternateContent xmlns:mc="http://schemas.openxmlformats.org/markup-compatibility/2006">
              <mc:Choice xmlns:v="urn:schemas-microsoft-com:vml" Requires="v">
                <p:oleObj spid="_x0000_s5" name="Equation" r:id="rId10" imgW="436245" imgH="273050" progId="Equation.3">
                  <p:embed/>
                </p:oleObj>
              </mc:Choice>
              <mc:Fallback>
                <p:oleObj name="Equation" r:id="rId10" imgW="436245" imgH="27305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28800" y="1295400"/>
                        <a:ext cx="1651000"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98307"/>
                                        </p:tgtEl>
                                        <p:attrNameLst>
                                          <p:attrName>style.visibility</p:attrName>
                                        </p:attrNameLst>
                                      </p:cBhvr>
                                      <p:to>
                                        <p:strVal val="visible"/>
                                      </p:to>
                                    </p:set>
                                    <p:animEffect transition="in" filter="blinds(vertical)">
                                      <p:cBhvr>
                                        <p:cTn id="7" dur="500"/>
                                        <p:tgtEl>
                                          <p:spTgt spid="9830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98318"/>
                                        </p:tgtEl>
                                        <p:attrNameLst>
                                          <p:attrName>style.visibility</p:attrName>
                                        </p:attrNameLst>
                                      </p:cBhvr>
                                      <p:to>
                                        <p:strVal val="visible"/>
                                      </p:to>
                                    </p:set>
                                    <p:animEffect transition="in" filter="blinds(vertical)">
                                      <p:cBhvr>
                                        <p:cTn id="12" dur="500"/>
                                        <p:tgtEl>
                                          <p:spTgt spid="983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8309"/>
                                        </p:tgtEl>
                                        <p:attrNameLst>
                                          <p:attrName>style.visibility</p:attrName>
                                        </p:attrNameLst>
                                      </p:cBhvr>
                                      <p:to>
                                        <p:strVal val="visible"/>
                                      </p:to>
                                    </p:set>
                                    <p:animEffect transition="in" filter="blinds(horizontal)">
                                      <p:cBhvr>
                                        <p:cTn id="17" dur="500"/>
                                        <p:tgtEl>
                                          <p:spTgt spid="9830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8315"/>
                                        </p:tgtEl>
                                        <p:attrNameLst>
                                          <p:attrName>style.visibility</p:attrName>
                                        </p:attrNameLst>
                                      </p:cBhvr>
                                      <p:to>
                                        <p:strVal val="visible"/>
                                      </p:to>
                                    </p:set>
                                    <p:animEffect transition="in" filter="blinds(horizontal)">
                                      <p:cBhvr>
                                        <p:cTn id="22" dur="500"/>
                                        <p:tgtEl>
                                          <p:spTgt spid="983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8308"/>
                                        </p:tgtEl>
                                        <p:attrNameLst>
                                          <p:attrName>style.visibility</p:attrName>
                                        </p:attrNameLst>
                                      </p:cBhvr>
                                      <p:to>
                                        <p:strVal val="visible"/>
                                      </p:to>
                                    </p:set>
                                    <p:animEffect transition="in" filter="blinds(horizontal)">
                                      <p:cBhvr>
                                        <p:cTn id="27" dur="500"/>
                                        <p:tgtEl>
                                          <p:spTgt spid="9830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8310"/>
                                        </p:tgtEl>
                                        <p:attrNameLst>
                                          <p:attrName>style.visibility</p:attrName>
                                        </p:attrNameLst>
                                      </p:cBhvr>
                                      <p:to>
                                        <p:strVal val="visible"/>
                                      </p:to>
                                    </p:set>
                                    <p:animEffect transition="in" filter="blinds(horizontal)">
                                      <p:cBhvr>
                                        <p:cTn id="32" dur="500"/>
                                        <p:tgtEl>
                                          <p:spTgt spid="98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27" name="Object 11"/>
          <p:cNvGraphicFramePr>
            <a:graphicFrameLocks noChangeAspect="1"/>
          </p:cNvGraphicFramePr>
          <p:nvPr/>
        </p:nvGraphicFramePr>
        <p:xfrm>
          <a:off x="3276600" y="908050"/>
          <a:ext cx="2216150" cy="544513"/>
        </p:xfrm>
        <a:graphic>
          <a:graphicData uri="http://schemas.openxmlformats.org/presentationml/2006/ole">
            <mc:AlternateContent xmlns:mc="http://schemas.openxmlformats.org/markup-compatibility/2006">
              <mc:Choice xmlns:v="urn:schemas-microsoft-com:vml" Requires="v">
                <p:oleObj spid="_x0000_s0" name="公式" r:id="rId1" imgW="709295" imgH="168275" progId="Equation.3">
                  <p:embed/>
                </p:oleObj>
              </mc:Choice>
              <mc:Fallback>
                <p:oleObj name="公式" r:id="rId1" imgW="709295" imgH="168275" progId="Equation.3">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908050"/>
                        <a:ext cx="2216150"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8" name="Text Box 12"/>
          <p:cNvSpPr txBox="1">
            <a:spLocks noChangeArrowheads="1"/>
          </p:cNvSpPr>
          <p:nvPr/>
        </p:nvSpPr>
        <p:spPr bwMode="auto">
          <a:xfrm>
            <a:off x="179388" y="908050"/>
            <a:ext cx="2286000" cy="592138"/>
          </a:xfrm>
          <a:prstGeom prst="rect">
            <a:avLst/>
          </a:prstGeom>
          <a:gradFill rotWithShape="1">
            <a:gsLst>
              <a:gs pos="0">
                <a:srgbClr val="FF9933"/>
              </a:gs>
              <a:gs pos="50000">
                <a:schemeClr val="bg1"/>
              </a:gs>
              <a:gs pos="100000">
                <a:srgbClr val="FF9933"/>
              </a:gs>
            </a:gsLst>
            <a:lin ang="5400000" scaled="1"/>
          </a:gra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3200" b="1">
                <a:solidFill>
                  <a:srgbClr val="003366"/>
                </a:solidFill>
                <a:latin typeface="Times New Roman" panose="02020603050405020304" pitchFamily="18" charset="0"/>
              </a:rPr>
              <a:t>相对论动能</a:t>
            </a:r>
            <a:endParaRPr lang="zh-CN" altLang="en-US" sz="3200" b="1">
              <a:solidFill>
                <a:srgbClr val="003366"/>
              </a:solidFill>
              <a:latin typeface="Times New Roman" panose="02020603050405020304" pitchFamily="18" charset="0"/>
            </a:endParaRPr>
          </a:p>
        </p:txBody>
      </p:sp>
      <p:grpSp>
        <p:nvGrpSpPr>
          <p:cNvPr id="9263" name="Group 47"/>
          <p:cNvGrpSpPr/>
          <p:nvPr/>
        </p:nvGrpSpPr>
        <p:grpSpPr bwMode="auto">
          <a:xfrm>
            <a:off x="5184775" y="1412875"/>
            <a:ext cx="3490913" cy="1084263"/>
            <a:chOff x="3266" y="890"/>
            <a:chExt cx="2199" cy="683"/>
          </a:xfrm>
        </p:grpSpPr>
        <p:sp>
          <p:nvSpPr>
            <p:cNvPr id="9232" name="Rectangle 16"/>
            <p:cNvSpPr>
              <a:spLocks noChangeArrowheads="1"/>
            </p:cNvSpPr>
            <p:nvPr/>
          </p:nvSpPr>
          <p:spPr bwMode="auto">
            <a:xfrm>
              <a:off x="3266" y="1162"/>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zh-CN" altLang="en-US" sz="3200" b="1">
                  <a:solidFill>
                    <a:srgbClr val="003366"/>
                  </a:solidFill>
                  <a:latin typeface="宋体" panose="02010600030101010101" pitchFamily="2" charset="-122"/>
                </a:rPr>
                <a:t>静能量</a:t>
              </a:r>
              <a:endParaRPr kumimoji="1" lang="zh-CN" altLang="en-US" sz="3200" b="1">
                <a:solidFill>
                  <a:srgbClr val="003366"/>
                </a:solidFill>
                <a:latin typeface="宋体" panose="02010600030101010101" pitchFamily="2" charset="-122"/>
              </a:endParaRPr>
            </a:p>
          </p:txBody>
        </p:sp>
        <p:graphicFrame>
          <p:nvGraphicFramePr>
            <p:cNvPr id="9233" name="Object 17"/>
            <p:cNvGraphicFramePr>
              <a:graphicFrameLocks noChangeAspect="1"/>
            </p:cNvGraphicFramePr>
            <p:nvPr/>
          </p:nvGraphicFramePr>
          <p:xfrm>
            <a:off x="4217" y="1207"/>
            <a:ext cx="1248" cy="366"/>
          </p:xfrm>
          <a:graphic>
            <a:graphicData uri="http://schemas.openxmlformats.org/presentationml/2006/ole">
              <mc:AlternateContent xmlns:mc="http://schemas.openxmlformats.org/markup-compatibility/2006">
                <mc:Choice xmlns:v="urn:schemas-microsoft-com:vml" Requires="v">
                  <p:oleObj spid="_x0000_s2" name="公式" r:id="rId3" imgW="462280" imgH="168275" progId="Equation.3">
                    <p:embed/>
                  </p:oleObj>
                </mc:Choice>
                <mc:Fallback>
                  <p:oleObj name="公式" r:id="rId3" imgW="462280" imgH="168275"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7" y="1207"/>
                          <a:ext cx="1248"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9" name="AutoShape 23"/>
            <p:cNvSpPr>
              <a:spLocks noChangeArrowheads="1"/>
            </p:cNvSpPr>
            <p:nvPr/>
          </p:nvSpPr>
          <p:spPr bwMode="auto">
            <a:xfrm rot="-2642733">
              <a:off x="3333" y="890"/>
              <a:ext cx="91" cy="272"/>
            </a:xfrm>
            <a:prstGeom prst="downArrow">
              <a:avLst>
                <a:gd name="adj1" fmla="val 50000"/>
                <a:gd name="adj2" fmla="val 74725"/>
              </a:avLst>
            </a:prstGeom>
            <a:solidFill>
              <a:schemeClr val="accent1"/>
            </a:solidFill>
            <a:ln w="9525">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9262" name="Group 46"/>
          <p:cNvGrpSpPr/>
          <p:nvPr/>
        </p:nvGrpSpPr>
        <p:grpSpPr bwMode="auto">
          <a:xfrm>
            <a:off x="1403350" y="1412875"/>
            <a:ext cx="3059113" cy="936625"/>
            <a:chOff x="884" y="890"/>
            <a:chExt cx="1927" cy="590"/>
          </a:xfrm>
        </p:grpSpPr>
        <p:sp>
          <p:nvSpPr>
            <p:cNvPr id="9243" name="Rectangle 27"/>
            <p:cNvSpPr>
              <a:spLocks noChangeArrowheads="1"/>
            </p:cNvSpPr>
            <p:nvPr/>
          </p:nvSpPr>
          <p:spPr bwMode="auto">
            <a:xfrm>
              <a:off x="884" y="1114"/>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kumimoji="1" lang="zh-CN" altLang="en-US" sz="3200" b="1">
                  <a:solidFill>
                    <a:srgbClr val="003366"/>
                  </a:solidFill>
                  <a:latin typeface="Times New Roman" panose="02020603050405020304" pitchFamily="18" charset="0"/>
                </a:rPr>
                <a:t>总能量</a:t>
              </a:r>
              <a:endParaRPr kumimoji="1" lang="zh-CN" altLang="en-US" sz="3200" b="1">
                <a:solidFill>
                  <a:srgbClr val="003366"/>
                </a:solidFill>
                <a:latin typeface="Times New Roman" panose="02020603050405020304" pitchFamily="18" charset="0"/>
              </a:endParaRPr>
            </a:p>
          </p:txBody>
        </p:sp>
        <p:graphicFrame>
          <p:nvGraphicFramePr>
            <p:cNvPr id="9244" name="Object 28"/>
            <p:cNvGraphicFramePr>
              <a:graphicFrameLocks noChangeAspect="1"/>
            </p:cNvGraphicFramePr>
            <p:nvPr/>
          </p:nvGraphicFramePr>
          <p:xfrm>
            <a:off x="1834" y="1116"/>
            <a:ext cx="977" cy="364"/>
          </p:xfrm>
          <a:graphic>
            <a:graphicData uri="http://schemas.openxmlformats.org/presentationml/2006/ole">
              <mc:AlternateContent xmlns:mc="http://schemas.openxmlformats.org/markup-compatibility/2006">
                <mc:Choice xmlns:v="urn:schemas-microsoft-com:vml" Requires="v">
                  <p:oleObj spid="_x0000_s3" name="公式" r:id="rId5" imgW="378460" imgH="141605" progId="Equation.3">
                    <p:embed/>
                  </p:oleObj>
                </mc:Choice>
                <mc:Fallback>
                  <p:oleObj name="公式" r:id="rId5" imgW="378460" imgH="141605" progId="Equation.3">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4" y="1116"/>
                          <a:ext cx="977"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5" name="AutoShape 29"/>
            <p:cNvSpPr>
              <a:spLocks noChangeArrowheads="1"/>
            </p:cNvSpPr>
            <p:nvPr/>
          </p:nvSpPr>
          <p:spPr bwMode="auto">
            <a:xfrm rot="2321971">
              <a:off x="2517" y="890"/>
              <a:ext cx="91" cy="272"/>
            </a:xfrm>
            <a:prstGeom prst="downArrow">
              <a:avLst>
                <a:gd name="adj1" fmla="val 50000"/>
                <a:gd name="adj2" fmla="val 74725"/>
              </a:avLst>
            </a:prstGeom>
            <a:solidFill>
              <a:schemeClr val="accent1"/>
            </a:solidFill>
            <a:ln w="9525">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9265" name="Group 49"/>
          <p:cNvGrpSpPr/>
          <p:nvPr/>
        </p:nvGrpSpPr>
        <p:grpSpPr bwMode="auto">
          <a:xfrm>
            <a:off x="1322388" y="2924175"/>
            <a:ext cx="5392737" cy="592138"/>
            <a:chOff x="833" y="1842"/>
            <a:chExt cx="3397" cy="373"/>
          </a:xfrm>
        </p:grpSpPr>
        <p:graphicFrame>
          <p:nvGraphicFramePr>
            <p:cNvPr id="9247" name="Object 31"/>
            <p:cNvGraphicFramePr>
              <a:graphicFrameLocks noChangeAspect="1"/>
            </p:cNvGraphicFramePr>
            <p:nvPr/>
          </p:nvGraphicFramePr>
          <p:xfrm>
            <a:off x="3198" y="1853"/>
            <a:ext cx="1032" cy="344"/>
          </p:xfrm>
          <a:graphic>
            <a:graphicData uri="http://schemas.openxmlformats.org/presentationml/2006/ole">
              <mc:AlternateContent xmlns:mc="http://schemas.openxmlformats.org/markup-compatibility/2006">
                <mc:Choice xmlns:v="urn:schemas-microsoft-com:vml" Requires="v">
                  <p:oleObj spid="_x0000_s4" name="Equation" r:id="rId7" imgW="378460" imgH="141605" progId="Equation.3">
                    <p:embed/>
                  </p:oleObj>
                </mc:Choice>
                <mc:Fallback>
                  <p:oleObj name="Equation" r:id="rId7" imgW="378460" imgH="141605" progId="Equation.3">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98" y="1853"/>
                          <a:ext cx="1032" cy="344"/>
                        </a:xfrm>
                        <a:prstGeom prst="rect">
                          <a:avLst/>
                        </a:prstGeom>
                        <a:gradFill rotWithShape="0">
                          <a:gsLst>
                            <a:gs pos="0">
                              <a:srgbClr val="FFE7FF"/>
                            </a:gs>
                            <a:gs pos="50000">
                              <a:srgbClr val="FFFFFF"/>
                            </a:gs>
                            <a:gs pos="100000">
                              <a:srgbClr val="FFE7FF"/>
                            </a:gs>
                          </a:gsLst>
                          <a:lin ang="5400000" scaled="1"/>
                        </a:gradFill>
                        <a:ln w="12700">
                          <a:solidFill>
                            <a:srgbClr val="CC00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8" name="Text Box 32"/>
            <p:cNvSpPr txBox="1">
              <a:spLocks noChangeArrowheads="1"/>
            </p:cNvSpPr>
            <p:nvPr/>
          </p:nvSpPr>
          <p:spPr bwMode="auto">
            <a:xfrm>
              <a:off x="833" y="1842"/>
              <a:ext cx="1968" cy="373"/>
            </a:xfrm>
            <a:prstGeom prst="rect">
              <a:avLst/>
            </a:prstGeom>
            <a:gradFill rotWithShape="0">
              <a:gsLst>
                <a:gs pos="0">
                  <a:srgbClr val="FFE7FF"/>
                </a:gs>
                <a:gs pos="50000">
                  <a:srgbClr val="FFFFFF"/>
                </a:gs>
                <a:gs pos="100000">
                  <a:srgbClr val="FFE7FF"/>
                </a:gs>
              </a:gsLst>
              <a:lin ang="5400000" scaled="1"/>
            </a:gradFill>
            <a:ln w="12700">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3200" b="1">
                  <a:solidFill>
                    <a:srgbClr val="003366"/>
                  </a:solidFill>
                  <a:latin typeface="Times New Roman" panose="02020603050405020304" pitchFamily="18" charset="0"/>
                </a:rPr>
                <a:t>相对论质能关系 </a:t>
              </a:r>
              <a:endParaRPr lang="zh-CN" altLang="en-US" sz="3200" b="1">
                <a:solidFill>
                  <a:srgbClr val="003366"/>
                </a:solidFill>
                <a:latin typeface="Times New Roman" panose="02020603050405020304" pitchFamily="18" charset="0"/>
              </a:endParaRPr>
            </a:p>
          </p:txBody>
        </p:sp>
      </p:grpSp>
      <p:sp>
        <p:nvSpPr>
          <p:cNvPr id="9259" name="Text Box 43"/>
          <p:cNvSpPr txBox="1">
            <a:spLocks noChangeArrowheads="1"/>
          </p:cNvSpPr>
          <p:nvPr/>
        </p:nvSpPr>
        <p:spPr bwMode="auto">
          <a:xfrm>
            <a:off x="381000" y="4010025"/>
            <a:ext cx="8229600" cy="946150"/>
          </a:xfrm>
          <a:prstGeom prst="rect">
            <a:avLst/>
          </a:prstGeom>
          <a:noFill/>
          <a:ln>
            <a:noFill/>
          </a:ln>
          <a:effectLst/>
          <a:extLst>
            <a:ext uri="{909E8E84-426E-40DD-AFC4-6F175D3DCCD1}">
              <a14:hiddenFill xmlns:a14="http://schemas.microsoft.com/office/drawing/2010/main">
                <a:solidFill>
                  <a:srgbClr val="F4FC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Blip>
                <a:blip r:embed="rId9"/>
              </a:buBlip>
            </a:pPr>
            <a:r>
              <a:rPr lang="zh-CN" altLang="en-US" sz="2800" b="1">
                <a:solidFill>
                  <a:srgbClr val="003366"/>
                </a:solidFill>
                <a:latin typeface="Times New Roman" panose="02020603050405020304" pitchFamily="18" charset="0"/>
              </a:rPr>
              <a:t>质量的大小应标志着能量的大小，物质的质量就是能量的一种储藏 。</a:t>
            </a:r>
            <a:endParaRPr lang="zh-CN" altLang="en-US" sz="2800" b="1">
              <a:solidFill>
                <a:srgbClr val="003366"/>
              </a:solidFill>
              <a:latin typeface="Times New Roman" panose="02020603050405020304" pitchFamily="18" charset="0"/>
            </a:endParaRPr>
          </a:p>
        </p:txBody>
      </p:sp>
      <p:grpSp>
        <p:nvGrpSpPr>
          <p:cNvPr id="9264" name="Group 48"/>
          <p:cNvGrpSpPr/>
          <p:nvPr/>
        </p:nvGrpSpPr>
        <p:grpSpPr bwMode="auto">
          <a:xfrm>
            <a:off x="381000" y="5121275"/>
            <a:ext cx="8229600" cy="1403350"/>
            <a:chOff x="240" y="3226"/>
            <a:chExt cx="5184" cy="884"/>
          </a:xfrm>
        </p:grpSpPr>
        <p:graphicFrame>
          <p:nvGraphicFramePr>
            <p:cNvPr id="9258" name="Object 42"/>
            <p:cNvGraphicFramePr>
              <a:graphicFrameLocks noChangeAspect="1"/>
            </p:cNvGraphicFramePr>
            <p:nvPr/>
          </p:nvGraphicFramePr>
          <p:xfrm>
            <a:off x="1440" y="3726"/>
            <a:ext cx="1559" cy="384"/>
          </p:xfrm>
          <a:graphic>
            <a:graphicData uri="http://schemas.openxmlformats.org/presentationml/2006/ole">
              <mc:AlternateContent xmlns:mc="http://schemas.openxmlformats.org/markup-compatibility/2006">
                <mc:Choice xmlns:v="urn:schemas-microsoft-com:vml" Requires="v">
                  <p:oleObj spid="_x0000_s5" name="Equation" r:id="rId10" imgW="956310" imgH="252095" progId="Equation.3">
                    <p:embed/>
                  </p:oleObj>
                </mc:Choice>
                <mc:Fallback>
                  <p:oleObj name="Equation" r:id="rId10" imgW="956310" imgH="252095" progId="Equation.3">
                    <p:embed/>
                    <p:pic>
                      <p:nvPicPr>
                        <p:cNvPr id="0" name="Object 4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0" y="3726"/>
                          <a:ext cx="1559" cy="384"/>
                        </a:xfrm>
                        <a:prstGeom prst="rect">
                          <a:avLst/>
                        </a:prstGeom>
                        <a:gradFill rotWithShape="1">
                          <a:gsLst>
                            <a:gs pos="0">
                              <a:srgbClr val="FFCCCC"/>
                            </a:gs>
                            <a:gs pos="100000">
                              <a:srgbClr val="FFCCCC">
                                <a:gamma/>
                                <a:tint val="12549"/>
                                <a:invGamma/>
                              </a:srgbClr>
                            </a:gs>
                          </a:gsLst>
                          <a:lin ang="5400000" scaled="1"/>
                        </a:gra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60" name="Text Box 44"/>
            <p:cNvSpPr txBox="1">
              <a:spLocks noChangeArrowheads="1"/>
            </p:cNvSpPr>
            <p:nvPr/>
          </p:nvSpPr>
          <p:spPr bwMode="auto">
            <a:xfrm>
              <a:off x="240" y="3226"/>
              <a:ext cx="5184" cy="327"/>
            </a:xfrm>
            <a:prstGeom prst="rect">
              <a:avLst/>
            </a:prstGeom>
            <a:noFill/>
            <a:ln>
              <a:noFill/>
            </a:ln>
            <a:effectLst/>
            <a:extLst>
              <a:ext uri="{909E8E84-426E-40DD-AFC4-6F175D3DCCD1}">
                <a14:hiddenFill xmlns:a14="http://schemas.microsoft.com/office/drawing/2010/main">
                  <a:solidFill>
                    <a:srgbClr val="F4FC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Blip>
                  <a:blip r:embed="rId9"/>
                </a:buBlip>
              </a:pPr>
              <a:r>
                <a:rPr lang="zh-CN" altLang="en-US" sz="2800" b="1">
                  <a:solidFill>
                    <a:srgbClr val="003366"/>
                  </a:solidFill>
                  <a:latin typeface="Times New Roman" panose="02020603050405020304" pitchFamily="18" charset="0"/>
                </a:rPr>
                <a:t>质量的变化和能量的变化相联系</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grpSp>
      <p:sp>
        <p:nvSpPr>
          <p:cNvPr id="9261" name="Text Box 45"/>
          <p:cNvSpPr txBox="1">
            <a:spLocks noChangeArrowheads="1"/>
          </p:cNvSpPr>
          <p:nvPr/>
        </p:nvSpPr>
        <p:spPr bwMode="auto">
          <a:xfrm>
            <a:off x="2671763" y="44450"/>
            <a:ext cx="3844925" cy="641350"/>
          </a:xfrm>
          <a:prstGeom prst="rect">
            <a:avLst/>
          </a:prstGeom>
          <a:noFill/>
          <a:ln>
            <a:noFill/>
          </a:ln>
          <a:effectLst/>
          <a:extLst>
            <a:ext uri="{909E8E84-426E-40DD-AFC4-6F175D3DCCD1}">
              <a14:hiddenFill xmlns:a14="http://schemas.microsoft.com/office/drawing/2010/main">
                <a:gradFill rotWithShape="0">
                  <a:gsLst>
                    <a:gs pos="0">
                      <a:srgbClr val="FFE7FF"/>
                    </a:gs>
                    <a:gs pos="50000">
                      <a:srgbClr val="FFFFFF"/>
                    </a:gs>
                    <a:gs pos="100000">
                      <a:srgbClr val="FFE7FF"/>
                    </a:gs>
                  </a:gsLst>
                  <a:lin ang="5400000" scaled="1"/>
                </a:gradFill>
              </a14:hiddenFill>
            </a:ext>
            <a:ext uri="{91240B29-F687-4F45-9708-019B960494DF}">
              <a14:hiddenLine xmlns:a14="http://schemas.microsoft.com/office/drawing/2010/main" w="12700">
                <a:solidFill>
                  <a:srgbClr val="CC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3600" b="1">
                <a:solidFill>
                  <a:schemeClr val="bg1"/>
                </a:solidFill>
                <a:latin typeface="Times New Roman" panose="02020603050405020304" pitchFamily="18" charset="0"/>
              </a:rPr>
              <a:t>相对论质能关系</a:t>
            </a:r>
            <a:r>
              <a:rPr lang="zh-CN" altLang="en-US" sz="3200" b="1">
                <a:solidFill>
                  <a:srgbClr val="FF0000"/>
                </a:solidFill>
                <a:latin typeface="Times New Roman" panose="02020603050405020304" pitchFamily="18" charset="0"/>
              </a:rPr>
              <a:t> </a:t>
            </a:r>
            <a:endParaRPr lang="zh-CN" altLang="en-US" sz="3200" b="1">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63"/>
                                        </p:tgtEl>
                                        <p:attrNameLst>
                                          <p:attrName>style.visibility</p:attrName>
                                        </p:attrNameLst>
                                      </p:cBhvr>
                                      <p:to>
                                        <p:strVal val="visible"/>
                                      </p:to>
                                    </p:set>
                                    <p:animEffect transition="in" filter="blinds(horizontal)">
                                      <p:cBhvr>
                                        <p:cTn id="7" dur="500"/>
                                        <p:tgtEl>
                                          <p:spTgt spid="92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262"/>
                                        </p:tgtEl>
                                        <p:attrNameLst>
                                          <p:attrName>style.visibility</p:attrName>
                                        </p:attrNameLst>
                                      </p:cBhvr>
                                      <p:to>
                                        <p:strVal val="visible"/>
                                      </p:to>
                                    </p:set>
                                    <p:animEffect transition="in" filter="blinds(horizontal)">
                                      <p:cBhvr>
                                        <p:cTn id="12" dur="500"/>
                                        <p:tgtEl>
                                          <p:spTgt spid="926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265"/>
                                        </p:tgtEl>
                                        <p:attrNameLst>
                                          <p:attrName>style.visibility</p:attrName>
                                        </p:attrNameLst>
                                      </p:cBhvr>
                                      <p:to>
                                        <p:strVal val="visible"/>
                                      </p:to>
                                    </p:set>
                                    <p:animEffect transition="in" filter="blinds(horizontal)">
                                      <p:cBhvr>
                                        <p:cTn id="17" dur="500"/>
                                        <p:tgtEl>
                                          <p:spTgt spid="926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259"/>
                                        </p:tgtEl>
                                        <p:attrNameLst>
                                          <p:attrName>style.visibility</p:attrName>
                                        </p:attrNameLst>
                                      </p:cBhvr>
                                      <p:to>
                                        <p:strVal val="visible"/>
                                      </p:to>
                                    </p:set>
                                    <p:animEffect transition="in" filter="blinds(horizontal)">
                                      <p:cBhvr>
                                        <p:cTn id="22" dur="500"/>
                                        <p:tgtEl>
                                          <p:spTgt spid="925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264"/>
                                        </p:tgtEl>
                                        <p:attrNameLst>
                                          <p:attrName>style.visibility</p:attrName>
                                        </p:attrNameLst>
                                      </p:cBhvr>
                                      <p:to>
                                        <p:strVal val="visible"/>
                                      </p:to>
                                    </p:set>
                                    <p:animEffect transition="in" filter="blinds(horizontal)">
                                      <p:cBhvr>
                                        <p:cTn id="27" dur="500"/>
                                        <p:tgtEl>
                                          <p:spTgt spid="9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5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2"/>
          <p:cNvSpPr txBox="1">
            <a:spLocks noChangeArrowheads="1"/>
          </p:cNvSpPr>
          <p:nvPr/>
        </p:nvSpPr>
        <p:spPr bwMode="auto">
          <a:xfrm>
            <a:off x="1728787" y="79375"/>
            <a:ext cx="55149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None/>
            </a:pPr>
            <a:r>
              <a:rPr kumimoji="1" lang="en-US" altLang="zh-CN" b="1" dirty="0">
                <a:solidFill>
                  <a:schemeClr val="bg1"/>
                </a:solidFill>
                <a:latin typeface="宋体" panose="02010600030101010101" pitchFamily="2" charset="-122"/>
              </a:rPr>
              <a:t> </a:t>
            </a:r>
            <a:r>
              <a:rPr kumimoji="1" lang="zh-CN" altLang="en-US" b="1" dirty="0">
                <a:solidFill>
                  <a:schemeClr val="bg1"/>
                </a:solidFill>
                <a:latin typeface="宋体" panose="02010600030101010101" pitchFamily="2" charset="-122"/>
              </a:rPr>
              <a:t>相对论能量和动量的关系</a:t>
            </a:r>
            <a:endParaRPr kumimoji="1" lang="zh-CN" altLang="en-US" b="1" dirty="0">
              <a:solidFill>
                <a:schemeClr val="bg1"/>
              </a:solidFill>
              <a:latin typeface="宋体" panose="02010600030101010101" pitchFamily="2" charset="-122"/>
            </a:endParaRPr>
          </a:p>
        </p:txBody>
      </p:sp>
      <p:sp>
        <p:nvSpPr>
          <p:cNvPr id="125955" name="Text Box 3"/>
          <p:cNvSpPr txBox="1">
            <a:spLocks noChangeArrowheads="1"/>
          </p:cNvSpPr>
          <p:nvPr/>
        </p:nvSpPr>
        <p:spPr bwMode="auto">
          <a:xfrm>
            <a:off x="3095625" y="1203325"/>
            <a:ext cx="1612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000" b="1">
                <a:solidFill>
                  <a:srgbClr val="003366"/>
                </a:solidFill>
                <a:latin typeface="Times New Roman" panose="02020603050405020304" pitchFamily="18" charset="0"/>
                <a:ea typeface="楷体_GB2312" pitchFamily="49" charset="-122"/>
              </a:rPr>
              <a:t>两边平方</a:t>
            </a:r>
            <a:endParaRPr kumimoji="1" lang="zh-CN" altLang="en-US" sz="2000" b="1">
              <a:solidFill>
                <a:srgbClr val="003366"/>
              </a:solidFill>
              <a:latin typeface="Times New Roman" panose="02020603050405020304" pitchFamily="18" charset="0"/>
              <a:ea typeface="楷体_GB2312" pitchFamily="49" charset="-122"/>
            </a:endParaRPr>
          </a:p>
        </p:txBody>
      </p:sp>
      <p:graphicFrame>
        <p:nvGraphicFramePr>
          <p:cNvPr id="125956" name="Object 4"/>
          <p:cNvGraphicFramePr/>
          <p:nvPr/>
        </p:nvGraphicFramePr>
        <p:xfrm>
          <a:off x="457200" y="1066800"/>
          <a:ext cx="1724025" cy="1119188"/>
        </p:xfrm>
        <a:graphic>
          <a:graphicData uri="http://schemas.openxmlformats.org/presentationml/2006/ole">
            <mc:AlternateContent xmlns:mc="http://schemas.openxmlformats.org/markup-compatibility/2006">
              <mc:Choice xmlns:v="urn:schemas-microsoft-com:vml" Requires="v">
                <p:oleObj spid="_x0000_s0" name="公式" r:id="rId1" imgW="1193165" imgH="593725" progId="Equation.3">
                  <p:embed/>
                </p:oleObj>
              </mc:Choice>
              <mc:Fallback>
                <p:oleObj name="公式" r:id="rId1" imgW="1193165" imgH="593725" progId="Equation.3">
                  <p:embed/>
                  <p:pic>
                    <p:nvPicPr>
                      <p:cNvPr id="0" name="Object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66800"/>
                        <a:ext cx="1724025" cy="1119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57" name="Object 5"/>
          <p:cNvGraphicFramePr>
            <a:graphicFrameLocks noChangeAspect="1"/>
          </p:cNvGraphicFramePr>
          <p:nvPr/>
        </p:nvGraphicFramePr>
        <p:xfrm>
          <a:off x="4899025" y="1371600"/>
          <a:ext cx="2800350" cy="625475"/>
        </p:xfrm>
        <a:graphic>
          <a:graphicData uri="http://schemas.openxmlformats.org/presentationml/2006/ole">
            <mc:AlternateContent xmlns:mc="http://schemas.openxmlformats.org/markup-compatibility/2006">
              <mc:Choice xmlns:v="urn:schemas-microsoft-com:vml" Requires="v">
                <p:oleObj spid="_x0000_s2" name="公式" r:id="rId3" imgW="1487170" imgH="330835" progId="Equation.3">
                  <p:embed/>
                </p:oleObj>
              </mc:Choice>
              <mc:Fallback>
                <p:oleObj name="公式" r:id="rId3" imgW="1487170" imgH="33083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9025" y="1371600"/>
                        <a:ext cx="280035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58" name="Line 6"/>
          <p:cNvSpPr>
            <a:spLocks noChangeShapeType="1"/>
          </p:cNvSpPr>
          <p:nvPr/>
        </p:nvSpPr>
        <p:spPr bwMode="auto">
          <a:xfrm>
            <a:off x="2881313" y="1689100"/>
            <a:ext cx="1873250"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5959" name="Object 7"/>
          <p:cNvGraphicFramePr>
            <a:graphicFrameLocks noChangeAspect="1"/>
          </p:cNvGraphicFramePr>
          <p:nvPr/>
        </p:nvGraphicFramePr>
        <p:xfrm>
          <a:off x="4891088" y="2590800"/>
          <a:ext cx="4024312" cy="627063"/>
        </p:xfrm>
        <a:graphic>
          <a:graphicData uri="http://schemas.openxmlformats.org/presentationml/2006/ole">
            <mc:AlternateContent xmlns:mc="http://schemas.openxmlformats.org/markup-compatibility/2006">
              <mc:Choice xmlns:v="urn:schemas-microsoft-com:vml" Requires="v">
                <p:oleObj spid="_x0000_s3" name="公式" r:id="rId5" imgW="2144395" imgH="330835" progId="Equation.3">
                  <p:embed/>
                </p:oleObj>
              </mc:Choice>
              <mc:Fallback>
                <p:oleObj name="公式" r:id="rId5" imgW="2144395" imgH="33083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1088" y="2590800"/>
                        <a:ext cx="4024312" cy="6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60" name="Text Box 8"/>
          <p:cNvSpPr txBox="1">
            <a:spLocks noChangeArrowheads="1"/>
          </p:cNvSpPr>
          <p:nvPr/>
        </p:nvSpPr>
        <p:spPr bwMode="auto">
          <a:xfrm>
            <a:off x="5835650" y="2117725"/>
            <a:ext cx="2087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000" b="1">
                <a:solidFill>
                  <a:srgbClr val="003366"/>
                </a:solidFill>
                <a:latin typeface="Times New Roman" panose="02020603050405020304" pitchFamily="18" charset="0"/>
                <a:ea typeface="楷体_GB2312" pitchFamily="49" charset="-122"/>
              </a:rPr>
              <a:t>两边乘以 </a:t>
            </a:r>
            <a:r>
              <a:rPr kumimoji="1" lang="en-US" altLang="zh-CN" sz="2000" i="1">
                <a:solidFill>
                  <a:srgbClr val="003366"/>
                </a:solidFill>
                <a:latin typeface="Times New Roman" panose="02020603050405020304" pitchFamily="18" charset="0"/>
                <a:ea typeface="楷体_GB2312" pitchFamily="49" charset="-122"/>
              </a:rPr>
              <a:t>c</a:t>
            </a:r>
            <a:r>
              <a:rPr kumimoji="1" lang="en-US" altLang="zh-CN" sz="1200" i="1">
                <a:solidFill>
                  <a:srgbClr val="003366"/>
                </a:solidFill>
                <a:latin typeface="Times New Roman" panose="02020603050405020304" pitchFamily="18" charset="0"/>
                <a:ea typeface="楷体_GB2312" pitchFamily="49" charset="-122"/>
              </a:rPr>
              <a:t> </a:t>
            </a:r>
            <a:r>
              <a:rPr kumimoji="1" lang="en-US" altLang="zh-CN" sz="2000" baseline="40000">
                <a:solidFill>
                  <a:srgbClr val="003366"/>
                </a:solidFill>
                <a:latin typeface="Times New Roman" panose="02020603050405020304" pitchFamily="18" charset="0"/>
                <a:ea typeface="楷体_GB2312" pitchFamily="49" charset="-122"/>
              </a:rPr>
              <a:t>4</a:t>
            </a:r>
            <a:endParaRPr kumimoji="1" lang="en-US" altLang="zh-CN" sz="2000" baseline="40000">
              <a:solidFill>
                <a:srgbClr val="003366"/>
              </a:solidFill>
              <a:latin typeface="Times New Roman" panose="02020603050405020304" pitchFamily="18" charset="0"/>
              <a:ea typeface="楷体_GB2312" pitchFamily="49" charset="-122"/>
            </a:endParaRPr>
          </a:p>
        </p:txBody>
      </p:sp>
      <p:graphicFrame>
        <p:nvGraphicFramePr>
          <p:cNvPr id="125961" name="Object 9"/>
          <p:cNvGraphicFramePr>
            <a:graphicFrameLocks noChangeAspect="1"/>
          </p:cNvGraphicFramePr>
          <p:nvPr/>
        </p:nvGraphicFramePr>
        <p:xfrm>
          <a:off x="152400" y="2590800"/>
          <a:ext cx="3070225" cy="627063"/>
        </p:xfrm>
        <a:graphic>
          <a:graphicData uri="http://schemas.openxmlformats.org/presentationml/2006/ole">
            <mc:AlternateContent xmlns:mc="http://schemas.openxmlformats.org/markup-compatibility/2006">
              <mc:Choice xmlns:v="urn:schemas-microsoft-com:vml" Requires="v">
                <p:oleObj spid="_x0000_s4" name="公式" r:id="rId7" imgW="1639570" imgH="330835" progId="Equation.3">
                  <p:embed/>
                </p:oleObj>
              </mc:Choice>
              <mc:Fallback>
                <p:oleObj name="公式" r:id="rId7" imgW="1639570" imgH="33083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2590800"/>
                        <a:ext cx="3070225" cy="6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62" name="Line 10"/>
          <p:cNvSpPr>
            <a:spLocks noChangeShapeType="1"/>
          </p:cNvSpPr>
          <p:nvPr/>
        </p:nvSpPr>
        <p:spPr bwMode="auto">
          <a:xfrm rot="10800000">
            <a:off x="3100388" y="2925763"/>
            <a:ext cx="1511300"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963" name="Rectangle 11"/>
          <p:cNvSpPr>
            <a:spLocks noChangeArrowheads="1"/>
          </p:cNvSpPr>
          <p:nvPr/>
        </p:nvSpPr>
        <p:spPr bwMode="auto">
          <a:xfrm>
            <a:off x="1820863" y="3644900"/>
            <a:ext cx="434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003366"/>
                </a:solidFill>
                <a:latin typeface="宋体" panose="02010600030101010101" pitchFamily="2" charset="-122"/>
              </a:rPr>
              <a:t>取极限情况考虑，如光子</a:t>
            </a:r>
            <a:endParaRPr kumimoji="1" lang="zh-CN" altLang="en-US" sz="2400" b="1">
              <a:solidFill>
                <a:srgbClr val="003366"/>
              </a:solidFill>
              <a:latin typeface="宋体" panose="02010600030101010101" pitchFamily="2" charset="-122"/>
            </a:endParaRPr>
          </a:p>
        </p:txBody>
      </p:sp>
      <p:graphicFrame>
        <p:nvGraphicFramePr>
          <p:cNvPr id="125964" name="Object 12"/>
          <p:cNvGraphicFramePr/>
          <p:nvPr/>
        </p:nvGraphicFramePr>
        <p:xfrm>
          <a:off x="2165350" y="4379913"/>
          <a:ext cx="954088" cy="431800"/>
        </p:xfrm>
        <a:graphic>
          <a:graphicData uri="http://schemas.openxmlformats.org/presentationml/2006/ole">
            <mc:AlternateContent xmlns:mc="http://schemas.openxmlformats.org/markup-compatibility/2006">
              <mc:Choice xmlns:v="urn:schemas-microsoft-com:vml" Requires="v">
                <p:oleObj spid="_x0000_s5" name="公式" r:id="rId9" imgW="656590" imgH="299720" progId="Equation.3">
                  <p:embed/>
                </p:oleObj>
              </mc:Choice>
              <mc:Fallback>
                <p:oleObj name="公式" r:id="rId9" imgW="656590" imgH="299720" progId="Equation.3">
                  <p:embed/>
                  <p:pic>
                    <p:nvPicPr>
                      <p:cNvPr id="0" name="Object 1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65350" y="4379913"/>
                        <a:ext cx="954088" cy="431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5" name="Object 13"/>
          <p:cNvGraphicFramePr/>
          <p:nvPr/>
        </p:nvGraphicFramePr>
        <p:xfrm>
          <a:off x="2079625" y="5175250"/>
          <a:ext cx="1028700" cy="381000"/>
        </p:xfrm>
        <a:graphic>
          <a:graphicData uri="http://schemas.openxmlformats.org/presentationml/2006/ole">
            <mc:AlternateContent xmlns:mc="http://schemas.openxmlformats.org/markup-compatibility/2006">
              <mc:Choice xmlns:v="urn:schemas-microsoft-com:vml" Requires="v">
                <p:oleObj spid="_x0000_s6" name="公式" r:id="rId11" imgW="709295" imgH="262890" progId="Equation.3">
                  <p:embed/>
                </p:oleObj>
              </mc:Choice>
              <mc:Fallback>
                <p:oleObj name="公式" r:id="rId11" imgW="709295" imgH="262890" progId="Equation.3">
                  <p:embed/>
                  <p:pic>
                    <p:nvPicPr>
                      <p:cNvPr id="0" name="Object 1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79625" y="5175250"/>
                        <a:ext cx="1028700" cy="3810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6" name="Object 14"/>
          <p:cNvGraphicFramePr/>
          <p:nvPr/>
        </p:nvGraphicFramePr>
        <p:xfrm>
          <a:off x="2079625" y="5919788"/>
          <a:ext cx="1168400" cy="420687"/>
        </p:xfrm>
        <a:graphic>
          <a:graphicData uri="http://schemas.openxmlformats.org/presentationml/2006/ole">
            <mc:AlternateContent xmlns:mc="http://schemas.openxmlformats.org/markup-compatibility/2006">
              <mc:Choice xmlns:v="urn:schemas-microsoft-com:vml" Requires="v">
                <p:oleObj spid="_x0000_s7" name="公式" r:id="rId13" imgW="803910" imgH="288925" progId="Equation.3">
                  <p:embed/>
                </p:oleObj>
              </mc:Choice>
              <mc:Fallback>
                <p:oleObj name="公式" r:id="rId13" imgW="803910" imgH="288925" progId="Equation.3">
                  <p:embed/>
                  <p:pic>
                    <p:nvPicPr>
                      <p:cNvPr id="0" name="Object 1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79625" y="5919788"/>
                        <a:ext cx="1168400" cy="4206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7" name="Object 15"/>
          <p:cNvGraphicFramePr/>
          <p:nvPr/>
        </p:nvGraphicFramePr>
        <p:xfrm>
          <a:off x="4486275" y="4394200"/>
          <a:ext cx="1065213" cy="315913"/>
        </p:xfrm>
        <a:graphic>
          <a:graphicData uri="http://schemas.openxmlformats.org/presentationml/2006/ole">
            <mc:AlternateContent xmlns:mc="http://schemas.openxmlformats.org/markup-compatibility/2006">
              <mc:Choice xmlns:v="urn:schemas-microsoft-com:vml" Requires="v">
                <p:oleObj spid="_x0000_s8" name="公式" r:id="rId15" imgW="735965" imgH="220980" progId="Equation.3">
                  <p:embed/>
                </p:oleObj>
              </mc:Choice>
              <mc:Fallback>
                <p:oleObj name="公式" r:id="rId15" imgW="735965" imgH="220980" progId="Equation.3">
                  <p:embed/>
                  <p:pic>
                    <p:nvPicPr>
                      <p:cNvPr id="0" name="Object 15"/>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86275" y="4394200"/>
                        <a:ext cx="1065213" cy="3159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8" name="Object 16"/>
          <p:cNvGraphicFramePr/>
          <p:nvPr/>
        </p:nvGraphicFramePr>
        <p:xfrm>
          <a:off x="4486275" y="4783138"/>
          <a:ext cx="1655763" cy="835025"/>
        </p:xfrm>
        <a:graphic>
          <a:graphicData uri="http://schemas.openxmlformats.org/presentationml/2006/ole">
            <mc:AlternateContent xmlns:mc="http://schemas.openxmlformats.org/markup-compatibility/2006">
              <mc:Choice xmlns:v="urn:schemas-microsoft-com:vml" Requires="v">
                <p:oleObj spid="_x0000_s9" name="公式" r:id="rId17" imgW="1145540" imgH="577850" progId="Equation.3">
                  <p:embed/>
                </p:oleObj>
              </mc:Choice>
              <mc:Fallback>
                <p:oleObj name="公式" r:id="rId17" imgW="1145540" imgH="577850" progId="Equation.3">
                  <p:embed/>
                  <p:pic>
                    <p:nvPicPr>
                      <p:cNvPr id="0" name="Object 16"/>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86275" y="4783138"/>
                        <a:ext cx="1655763" cy="8350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9" name="Object 17"/>
          <p:cNvGraphicFramePr/>
          <p:nvPr/>
        </p:nvGraphicFramePr>
        <p:xfrm>
          <a:off x="4486275" y="5705475"/>
          <a:ext cx="1814513" cy="809625"/>
        </p:xfrm>
        <a:graphic>
          <a:graphicData uri="http://schemas.openxmlformats.org/presentationml/2006/ole">
            <mc:AlternateContent xmlns:mc="http://schemas.openxmlformats.org/markup-compatibility/2006">
              <mc:Choice xmlns:v="urn:schemas-microsoft-com:vml" Requires="v">
                <p:oleObj spid="_x0000_s10" name="公式" r:id="rId19" imgW="1250950" imgH="562610" progId="Equation.3">
                  <p:embed/>
                </p:oleObj>
              </mc:Choice>
              <mc:Fallback>
                <p:oleObj name="公式" r:id="rId19" imgW="1250950" imgH="562610" progId="Equation.3">
                  <p:embed/>
                  <p:pic>
                    <p:nvPicPr>
                      <p:cNvPr id="0" name="Object 17"/>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86275" y="5705475"/>
                        <a:ext cx="1814513" cy="8096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70" name="AutoShape 18"/>
          <p:cNvSpPr/>
          <p:nvPr/>
        </p:nvSpPr>
        <p:spPr bwMode="auto">
          <a:xfrm rot="10800000">
            <a:off x="3246438" y="4522788"/>
            <a:ext cx="271462" cy="1614487"/>
          </a:xfrm>
          <a:prstGeom prst="leftBrace">
            <a:avLst>
              <a:gd name="adj1" fmla="val 49561"/>
              <a:gd name="adj2" fmla="val 50000"/>
            </a:avLst>
          </a:prstGeom>
          <a:noFill/>
          <a:ln w="22225">
            <a:solidFill>
              <a:srgbClr val="00FF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971" name="AutoShape 19"/>
          <p:cNvSpPr/>
          <p:nvPr/>
        </p:nvSpPr>
        <p:spPr bwMode="auto">
          <a:xfrm>
            <a:off x="4140200" y="4551363"/>
            <a:ext cx="287338" cy="1579562"/>
          </a:xfrm>
          <a:prstGeom prst="leftBrace">
            <a:avLst>
              <a:gd name="adj1" fmla="val 45810"/>
              <a:gd name="adj2" fmla="val 50000"/>
            </a:avLst>
          </a:prstGeom>
          <a:noFill/>
          <a:ln w="22225">
            <a:solidFill>
              <a:srgbClr val="00FF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972" name="AutoShape 20"/>
          <p:cNvSpPr>
            <a:spLocks noChangeArrowheads="1"/>
          </p:cNvSpPr>
          <p:nvPr/>
        </p:nvSpPr>
        <p:spPr bwMode="auto">
          <a:xfrm>
            <a:off x="3621088" y="5157788"/>
            <a:ext cx="431800" cy="371475"/>
          </a:xfrm>
          <a:prstGeom prst="rightArrow">
            <a:avLst>
              <a:gd name="adj1" fmla="val 37259"/>
              <a:gd name="adj2" fmla="val 49143"/>
            </a:avLst>
          </a:prstGeom>
          <a:solidFill>
            <a:srgbClr val="FFCCFF"/>
          </a:solidFill>
          <a:ln w="9525" algn="ctr">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973" name="Line 21"/>
          <p:cNvSpPr>
            <a:spLocks noChangeShapeType="1"/>
          </p:cNvSpPr>
          <p:nvPr/>
        </p:nvSpPr>
        <p:spPr bwMode="auto">
          <a:xfrm>
            <a:off x="5867400" y="1989138"/>
            <a:ext cx="0" cy="576262"/>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5956"/>
                                        </p:tgtEl>
                                        <p:attrNameLst>
                                          <p:attrName>style.visibility</p:attrName>
                                        </p:attrNameLst>
                                      </p:cBhvr>
                                      <p:to>
                                        <p:strVal val="visible"/>
                                      </p:to>
                                    </p:set>
                                    <p:animEffect transition="in" filter="wipe(left)">
                                      <p:cBhvr>
                                        <p:cTn id="7" dur="500"/>
                                        <p:tgtEl>
                                          <p:spTgt spid="1259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5955">
                                            <p:txEl>
                                              <p:pRg st="0" end="0"/>
                                            </p:txEl>
                                          </p:spTgt>
                                        </p:tgtEl>
                                        <p:attrNameLst>
                                          <p:attrName>style.visibility</p:attrName>
                                        </p:attrNameLst>
                                      </p:cBhvr>
                                      <p:to>
                                        <p:strVal val="visible"/>
                                      </p:to>
                                    </p:set>
                                    <p:animEffect transition="in" filter="wipe(left)">
                                      <p:cBhvr>
                                        <p:cTn id="12" dur="500"/>
                                        <p:tgtEl>
                                          <p:spTgt spid="125955">
                                            <p:txEl>
                                              <p:pRg st="0" end="0"/>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25958"/>
                                        </p:tgtEl>
                                        <p:attrNameLst>
                                          <p:attrName>style.visibility</p:attrName>
                                        </p:attrNameLst>
                                      </p:cBhvr>
                                      <p:to>
                                        <p:strVal val="visible"/>
                                      </p:to>
                                    </p:set>
                                    <p:animEffect transition="in" filter="wipe(left)">
                                      <p:cBhvr>
                                        <p:cTn id="16" dur="500"/>
                                        <p:tgtEl>
                                          <p:spTgt spid="12595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25957"/>
                                        </p:tgtEl>
                                        <p:attrNameLst>
                                          <p:attrName>style.visibility</p:attrName>
                                        </p:attrNameLst>
                                      </p:cBhvr>
                                      <p:to>
                                        <p:strVal val="visible"/>
                                      </p:to>
                                    </p:set>
                                    <p:animEffect transition="in" filter="wipe(left)">
                                      <p:cBhvr>
                                        <p:cTn id="21" dur="500"/>
                                        <p:tgtEl>
                                          <p:spTgt spid="12595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25973"/>
                                        </p:tgtEl>
                                        <p:attrNameLst>
                                          <p:attrName>style.visibility</p:attrName>
                                        </p:attrNameLst>
                                      </p:cBhvr>
                                      <p:to>
                                        <p:strVal val="visible"/>
                                      </p:to>
                                    </p:set>
                                    <p:animEffect transition="in" filter="blinds(horizontal)">
                                      <p:cBhvr>
                                        <p:cTn id="26" dur="500"/>
                                        <p:tgtEl>
                                          <p:spTgt spid="12597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25960">
                                            <p:txEl>
                                              <p:pRg st="0" end="0"/>
                                            </p:txEl>
                                          </p:spTgt>
                                        </p:tgtEl>
                                        <p:attrNameLst>
                                          <p:attrName>style.visibility</p:attrName>
                                        </p:attrNameLst>
                                      </p:cBhvr>
                                      <p:to>
                                        <p:strVal val="visible"/>
                                      </p:to>
                                    </p:set>
                                    <p:animEffect transition="in" filter="wipe(left)">
                                      <p:cBhvr>
                                        <p:cTn id="31" dur="500"/>
                                        <p:tgtEl>
                                          <p:spTgt spid="125960">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25959"/>
                                        </p:tgtEl>
                                        <p:attrNameLst>
                                          <p:attrName>style.visibility</p:attrName>
                                        </p:attrNameLst>
                                      </p:cBhvr>
                                      <p:to>
                                        <p:strVal val="visible"/>
                                      </p:to>
                                    </p:set>
                                    <p:animEffect transition="in" filter="wipe(left)">
                                      <p:cBhvr>
                                        <p:cTn id="36" dur="500"/>
                                        <p:tgtEl>
                                          <p:spTgt spid="12595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25962"/>
                                        </p:tgtEl>
                                        <p:attrNameLst>
                                          <p:attrName>style.visibility</p:attrName>
                                        </p:attrNameLst>
                                      </p:cBhvr>
                                      <p:to>
                                        <p:strVal val="visible"/>
                                      </p:to>
                                    </p:set>
                                    <p:animEffect transition="in" filter="wipe(left)">
                                      <p:cBhvr>
                                        <p:cTn id="41" dur="500"/>
                                        <p:tgtEl>
                                          <p:spTgt spid="12596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25961"/>
                                        </p:tgtEl>
                                        <p:attrNameLst>
                                          <p:attrName>style.visibility</p:attrName>
                                        </p:attrNameLst>
                                      </p:cBhvr>
                                      <p:to>
                                        <p:strVal val="visible"/>
                                      </p:to>
                                    </p:set>
                                    <p:animEffect transition="in" filter="wipe(left)">
                                      <p:cBhvr>
                                        <p:cTn id="46" dur="500"/>
                                        <p:tgtEl>
                                          <p:spTgt spid="12596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25963">
                                            <p:txEl>
                                              <p:pRg st="0" end="0"/>
                                            </p:txEl>
                                          </p:spTgt>
                                        </p:tgtEl>
                                        <p:attrNameLst>
                                          <p:attrName>style.visibility</p:attrName>
                                        </p:attrNameLst>
                                      </p:cBhvr>
                                      <p:to>
                                        <p:strVal val="visible"/>
                                      </p:to>
                                    </p:set>
                                    <p:animEffect transition="in" filter="wipe(left)">
                                      <p:cBhvr>
                                        <p:cTn id="51" dur="500"/>
                                        <p:tgtEl>
                                          <p:spTgt spid="125963">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25964"/>
                                        </p:tgtEl>
                                        <p:attrNameLst>
                                          <p:attrName>style.visibility</p:attrName>
                                        </p:attrNameLst>
                                      </p:cBhvr>
                                      <p:to>
                                        <p:strVal val="visible"/>
                                      </p:to>
                                    </p:set>
                                    <p:animEffect transition="in" filter="wipe(left)">
                                      <p:cBhvr>
                                        <p:cTn id="56" dur="500"/>
                                        <p:tgtEl>
                                          <p:spTgt spid="12596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25965"/>
                                        </p:tgtEl>
                                        <p:attrNameLst>
                                          <p:attrName>style.visibility</p:attrName>
                                        </p:attrNameLst>
                                      </p:cBhvr>
                                      <p:to>
                                        <p:strVal val="visible"/>
                                      </p:to>
                                    </p:set>
                                    <p:animEffect transition="in" filter="wipe(left)">
                                      <p:cBhvr>
                                        <p:cTn id="61" dur="500"/>
                                        <p:tgtEl>
                                          <p:spTgt spid="12596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25966"/>
                                        </p:tgtEl>
                                        <p:attrNameLst>
                                          <p:attrName>style.visibility</p:attrName>
                                        </p:attrNameLst>
                                      </p:cBhvr>
                                      <p:to>
                                        <p:strVal val="visible"/>
                                      </p:to>
                                    </p:set>
                                    <p:animEffect transition="in" filter="wipe(left)">
                                      <p:cBhvr>
                                        <p:cTn id="66" dur="500"/>
                                        <p:tgtEl>
                                          <p:spTgt spid="125966"/>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125970"/>
                                        </p:tgtEl>
                                        <p:attrNameLst>
                                          <p:attrName>style.visibility</p:attrName>
                                        </p:attrNameLst>
                                      </p:cBhvr>
                                      <p:to>
                                        <p:strVal val="visible"/>
                                      </p:to>
                                    </p:set>
                                    <p:animEffect transition="in" filter="wipe(left)">
                                      <p:cBhvr>
                                        <p:cTn id="70" dur="500"/>
                                        <p:tgtEl>
                                          <p:spTgt spid="12597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25972"/>
                                        </p:tgtEl>
                                        <p:attrNameLst>
                                          <p:attrName>style.visibility</p:attrName>
                                        </p:attrNameLst>
                                      </p:cBhvr>
                                      <p:to>
                                        <p:strVal val="visible"/>
                                      </p:to>
                                    </p:set>
                                    <p:animEffect transition="in" filter="wipe(left)">
                                      <p:cBhvr>
                                        <p:cTn id="75" dur="500"/>
                                        <p:tgtEl>
                                          <p:spTgt spid="125972"/>
                                        </p:tgtEl>
                                      </p:cBhvr>
                                    </p:animEffect>
                                  </p:childTnLst>
                                </p:cTn>
                              </p:par>
                            </p:childTnLst>
                          </p:cTn>
                        </p:par>
                        <p:par>
                          <p:cTn id="76" fill="hold">
                            <p:stCondLst>
                              <p:cond delay="500"/>
                            </p:stCondLst>
                            <p:childTnLst>
                              <p:par>
                                <p:cTn id="77" presetID="22" presetClass="entr" presetSubtype="8" fill="hold" nodeType="afterEffect">
                                  <p:stCondLst>
                                    <p:cond delay="0"/>
                                  </p:stCondLst>
                                  <p:childTnLst>
                                    <p:set>
                                      <p:cBhvr>
                                        <p:cTn id="78" dur="1" fill="hold">
                                          <p:stCondLst>
                                            <p:cond delay="0"/>
                                          </p:stCondLst>
                                        </p:cTn>
                                        <p:tgtEl>
                                          <p:spTgt spid="125971"/>
                                        </p:tgtEl>
                                        <p:attrNameLst>
                                          <p:attrName>style.visibility</p:attrName>
                                        </p:attrNameLst>
                                      </p:cBhvr>
                                      <p:to>
                                        <p:strVal val="visible"/>
                                      </p:to>
                                    </p:set>
                                    <p:animEffect transition="in" filter="wipe(left)">
                                      <p:cBhvr>
                                        <p:cTn id="79" dur="500"/>
                                        <p:tgtEl>
                                          <p:spTgt spid="125971"/>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125967"/>
                                        </p:tgtEl>
                                        <p:attrNameLst>
                                          <p:attrName>style.visibility</p:attrName>
                                        </p:attrNameLst>
                                      </p:cBhvr>
                                      <p:to>
                                        <p:strVal val="visible"/>
                                      </p:to>
                                    </p:set>
                                    <p:animEffect transition="in" filter="wipe(left)">
                                      <p:cBhvr>
                                        <p:cTn id="84" dur="500"/>
                                        <p:tgtEl>
                                          <p:spTgt spid="12596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125968"/>
                                        </p:tgtEl>
                                        <p:attrNameLst>
                                          <p:attrName>style.visibility</p:attrName>
                                        </p:attrNameLst>
                                      </p:cBhvr>
                                      <p:to>
                                        <p:strVal val="visible"/>
                                      </p:to>
                                    </p:set>
                                    <p:animEffect transition="in" filter="wipe(left)">
                                      <p:cBhvr>
                                        <p:cTn id="89" dur="500"/>
                                        <p:tgtEl>
                                          <p:spTgt spid="125968"/>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125969"/>
                                        </p:tgtEl>
                                        <p:attrNameLst>
                                          <p:attrName>style.visibility</p:attrName>
                                        </p:attrNameLst>
                                      </p:cBhvr>
                                      <p:to>
                                        <p:strVal val="visible"/>
                                      </p:to>
                                    </p:set>
                                    <p:animEffect transition="in" filter="wipe(left)">
                                      <p:cBhvr>
                                        <p:cTn id="94" dur="500"/>
                                        <p:tgtEl>
                                          <p:spTgt spid="125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autoUpdateAnimBg="0" build="p"/>
      <p:bldP spid="125960" grpId="0" autoUpdateAnimBg="0" build="p"/>
      <p:bldP spid="125963" grpId="0" autoUpdateAnimBg="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2"/>
          <p:cNvSpPr txBox="1">
            <a:spLocks noChangeArrowheads="1"/>
          </p:cNvSpPr>
          <p:nvPr/>
        </p:nvSpPr>
        <p:spPr bwMode="auto">
          <a:xfrm>
            <a:off x="304800" y="850900"/>
            <a:ext cx="8229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solidFill>
                  <a:srgbClr val="003366"/>
                </a:solidFill>
                <a:latin typeface="Times New Roman" panose="02020603050405020304" pitchFamily="18" charset="0"/>
              </a:rPr>
              <a:t>               </a:t>
            </a:r>
            <a:r>
              <a:rPr lang="zh-CN" altLang="en-US" sz="2800" b="1" dirty="0">
                <a:solidFill>
                  <a:srgbClr val="003366"/>
                </a:solidFill>
                <a:latin typeface="Times New Roman" panose="02020603050405020304" pitchFamily="18" charset="0"/>
              </a:rPr>
              <a:t>设一质子以速度                    运动</a:t>
            </a:r>
            <a:r>
              <a:rPr lang="en-US" altLang="zh-CN" sz="2800" b="1" dirty="0">
                <a:solidFill>
                  <a:srgbClr val="003366"/>
                </a:solidFill>
                <a:latin typeface="Times New Roman" panose="02020603050405020304" pitchFamily="18" charset="0"/>
              </a:rPr>
              <a:t>.   </a:t>
            </a:r>
            <a:r>
              <a:rPr lang="zh-CN" altLang="en-US" sz="2800" b="1" dirty="0">
                <a:solidFill>
                  <a:srgbClr val="003366"/>
                </a:solidFill>
                <a:latin typeface="Times New Roman" panose="02020603050405020304" pitchFamily="18" charset="0"/>
              </a:rPr>
              <a:t>求其总能量、动能和动量</a:t>
            </a:r>
            <a:r>
              <a:rPr lang="en-US" altLang="zh-CN" sz="2800" b="1" dirty="0">
                <a:solidFill>
                  <a:srgbClr val="003366"/>
                </a:solidFill>
                <a:latin typeface="Times New Roman" panose="02020603050405020304" pitchFamily="18" charset="0"/>
              </a:rPr>
              <a:t>.</a:t>
            </a:r>
            <a:endParaRPr lang="en-US" altLang="zh-CN" sz="2800" b="1" dirty="0">
              <a:solidFill>
                <a:srgbClr val="003366"/>
              </a:solidFill>
              <a:latin typeface="Times New Roman" panose="02020603050405020304" pitchFamily="18" charset="0"/>
            </a:endParaRPr>
          </a:p>
        </p:txBody>
      </p:sp>
      <p:graphicFrame>
        <p:nvGraphicFramePr>
          <p:cNvPr id="128003" name="Object 3"/>
          <p:cNvGraphicFramePr>
            <a:graphicFrameLocks noChangeAspect="1"/>
          </p:cNvGraphicFramePr>
          <p:nvPr/>
        </p:nvGraphicFramePr>
        <p:xfrm>
          <a:off x="4241800" y="889000"/>
          <a:ext cx="1714500" cy="417513"/>
        </p:xfrm>
        <a:graphic>
          <a:graphicData uri="http://schemas.openxmlformats.org/presentationml/2006/ole">
            <mc:AlternateContent xmlns:mc="http://schemas.openxmlformats.org/markup-compatibility/2006">
              <mc:Choice xmlns:v="urn:schemas-microsoft-com:vml" Requires="v">
                <p:oleObj spid="_x0000_s0" name="Equation" r:id="rId1" imgW="683260" imgH="168275" progId="Equation.3">
                  <p:embed/>
                </p:oleObj>
              </mc:Choice>
              <mc:Fallback>
                <p:oleObj name="Equation" r:id="rId1" imgW="683260" imgH="168275"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1800" y="889000"/>
                        <a:ext cx="17145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8004" name="Group 4"/>
          <p:cNvGrpSpPr/>
          <p:nvPr/>
        </p:nvGrpSpPr>
        <p:grpSpPr bwMode="auto">
          <a:xfrm>
            <a:off x="1143000" y="1765300"/>
            <a:ext cx="6686550" cy="595313"/>
            <a:chOff x="720" y="1056"/>
            <a:chExt cx="4212" cy="375"/>
          </a:xfrm>
        </p:grpSpPr>
        <p:sp>
          <p:nvSpPr>
            <p:cNvPr id="128005" name="Text Box 5"/>
            <p:cNvSpPr txBox="1">
              <a:spLocks noChangeArrowheads="1"/>
            </p:cNvSpPr>
            <p:nvPr/>
          </p:nvSpPr>
          <p:spPr bwMode="auto">
            <a:xfrm>
              <a:off x="720" y="1104"/>
              <a:ext cx="35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rgbClr val="003366"/>
                  </a:solidFill>
                  <a:latin typeface="Times New Roman" panose="02020603050405020304" pitchFamily="18" charset="0"/>
                </a:rPr>
                <a:t>解    质子的静能</a:t>
              </a:r>
              <a:endParaRPr lang="zh-CN" altLang="en-US" sz="2800" b="1" dirty="0">
                <a:solidFill>
                  <a:srgbClr val="003366"/>
                </a:solidFill>
                <a:latin typeface="Times New Roman" panose="02020603050405020304" pitchFamily="18" charset="0"/>
              </a:endParaRPr>
            </a:p>
          </p:txBody>
        </p:sp>
        <p:graphicFrame>
          <p:nvGraphicFramePr>
            <p:cNvPr id="128006" name="Object 6"/>
            <p:cNvGraphicFramePr>
              <a:graphicFrameLocks noChangeAspect="1"/>
            </p:cNvGraphicFramePr>
            <p:nvPr/>
          </p:nvGraphicFramePr>
          <p:xfrm>
            <a:off x="2784" y="1056"/>
            <a:ext cx="2148" cy="364"/>
          </p:xfrm>
          <a:graphic>
            <a:graphicData uri="http://schemas.openxmlformats.org/presentationml/2006/ole">
              <mc:AlternateContent xmlns:mc="http://schemas.openxmlformats.org/markup-compatibility/2006">
                <mc:Choice xmlns:v="urn:schemas-microsoft-com:vml" Requires="v">
                  <p:oleObj spid="_x0000_s2" name="Equation" r:id="rId3" imgW="1550035" imgH="262890" progId="Equation.3">
                    <p:embed/>
                  </p:oleObj>
                </mc:Choice>
                <mc:Fallback>
                  <p:oleObj name="Equation" r:id="rId3" imgW="1550035" imgH="26289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4" y="1056"/>
                          <a:ext cx="2148"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28007" name="Object 7"/>
          <p:cNvGraphicFramePr>
            <a:graphicFrameLocks noChangeAspect="1"/>
          </p:cNvGraphicFramePr>
          <p:nvPr/>
        </p:nvGraphicFramePr>
        <p:xfrm>
          <a:off x="381000" y="2352675"/>
          <a:ext cx="8229600" cy="1223963"/>
        </p:xfrm>
        <a:graphic>
          <a:graphicData uri="http://schemas.openxmlformats.org/presentationml/2006/ole">
            <mc:AlternateContent xmlns:mc="http://schemas.openxmlformats.org/markup-compatibility/2006">
              <mc:Choice xmlns:v="urn:schemas-microsoft-com:vml" Requires="v">
                <p:oleObj spid="_x0000_s3" name="Equation" r:id="rId5" imgW="3820795" imgH="551815" progId="Equation.3">
                  <p:embed/>
                </p:oleObj>
              </mc:Choice>
              <mc:Fallback>
                <p:oleObj name="Equation" r:id="rId5" imgW="3820795" imgH="55181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2352675"/>
                        <a:ext cx="8229600" cy="122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08" name="Object 8"/>
          <p:cNvGraphicFramePr>
            <a:graphicFrameLocks noChangeAspect="1"/>
          </p:cNvGraphicFramePr>
          <p:nvPr/>
        </p:nvGraphicFramePr>
        <p:xfrm>
          <a:off x="2362200" y="3670300"/>
          <a:ext cx="4495800" cy="641350"/>
        </p:xfrm>
        <a:graphic>
          <a:graphicData uri="http://schemas.openxmlformats.org/presentationml/2006/ole">
            <mc:AlternateContent xmlns:mc="http://schemas.openxmlformats.org/markup-compatibility/2006">
              <mc:Choice xmlns:v="urn:schemas-microsoft-com:vml" Requires="v">
                <p:oleObj spid="_x0000_s4" name="Equation" r:id="rId7" imgW="1839595" imgH="262890" progId="Equation.3">
                  <p:embed/>
                </p:oleObj>
              </mc:Choice>
              <mc:Fallback>
                <p:oleObj name="Equation" r:id="rId7" imgW="1839595" imgH="26289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3670300"/>
                        <a:ext cx="44958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09" name="Object 9"/>
          <p:cNvGraphicFramePr>
            <a:graphicFrameLocks noChangeAspect="1"/>
          </p:cNvGraphicFramePr>
          <p:nvPr/>
        </p:nvGraphicFramePr>
        <p:xfrm>
          <a:off x="914400" y="4279900"/>
          <a:ext cx="7307263" cy="1238250"/>
        </p:xfrm>
        <a:graphic>
          <a:graphicData uri="http://schemas.openxmlformats.org/presentationml/2006/ole">
            <mc:AlternateContent xmlns:mc="http://schemas.openxmlformats.org/markup-compatibility/2006">
              <mc:Choice xmlns:v="urn:schemas-microsoft-com:vml" Requires="v">
                <p:oleObj spid="_x0000_s5" name="Equation" r:id="rId9" imgW="3142615" imgH="509905" progId="Equation.3">
                  <p:embed/>
                </p:oleObj>
              </mc:Choice>
              <mc:Fallback>
                <p:oleObj name="Equation" r:id="rId9" imgW="3142615" imgH="509905"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4279900"/>
                        <a:ext cx="7307263" cy="1238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8010" name="Group 10"/>
          <p:cNvGrpSpPr/>
          <p:nvPr/>
        </p:nvGrpSpPr>
        <p:grpSpPr bwMode="auto">
          <a:xfrm>
            <a:off x="381000" y="5437188"/>
            <a:ext cx="8382000" cy="1231900"/>
            <a:chOff x="240" y="3321"/>
            <a:chExt cx="5280" cy="776"/>
          </a:xfrm>
        </p:grpSpPr>
        <p:graphicFrame>
          <p:nvGraphicFramePr>
            <p:cNvPr id="128011" name="Object 11"/>
            <p:cNvGraphicFramePr>
              <a:graphicFrameLocks noChangeAspect="1"/>
            </p:cNvGraphicFramePr>
            <p:nvPr/>
          </p:nvGraphicFramePr>
          <p:xfrm>
            <a:off x="240" y="3648"/>
            <a:ext cx="3312" cy="449"/>
          </p:xfrm>
          <a:graphic>
            <a:graphicData uri="http://schemas.openxmlformats.org/presentationml/2006/ole">
              <mc:AlternateContent xmlns:mc="http://schemas.openxmlformats.org/markup-compatibility/2006">
                <mc:Choice xmlns:v="urn:schemas-microsoft-com:vml" Requires="v">
                  <p:oleObj spid="_x0000_s6" name="Equation" r:id="rId11" imgW="2769235" imgH="351790" progId="Equation.3">
                    <p:embed/>
                  </p:oleObj>
                </mc:Choice>
                <mc:Fallback>
                  <p:oleObj name="Equation" r:id="rId11" imgW="2769235" imgH="35179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0" y="3648"/>
                          <a:ext cx="3312" cy="4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12" name="Object 12"/>
            <p:cNvGraphicFramePr>
              <a:graphicFrameLocks noChangeAspect="1"/>
            </p:cNvGraphicFramePr>
            <p:nvPr/>
          </p:nvGraphicFramePr>
          <p:xfrm>
            <a:off x="3744" y="3744"/>
            <a:ext cx="1776" cy="322"/>
          </p:xfrm>
          <a:graphic>
            <a:graphicData uri="http://schemas.openxmlformats.org/presentationml/2006/ole">
              <mc:AlternateContent xmlns:mc="http://schemas.openxmlformats.org/markup-compatibility/2006">
                <mc:Choice xmlns:v="urn:schemas-microsoft-com:vml" Requires="v">
                  <p:oleObj spid="_x0000_s7" name="Equation" r:id="rId13" imgW="1403350" imgH="252095" progId="Equation.3">
                    <p:embed/>
                  </p:oleObj>
                </mc:Choice>
                <mc:Fallback>
                  <p:oleObj name="Equation" r:id="rId13" imgW="1403350" imgH="252095"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44" y="3744"/>
                          <a:ext cx="1776"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13" name="Text Box 13"/>
            <p:cNvSpPr txBox="1">
              <a:spLocks noChangeArrowheads="1"/>
            </p:cNvSpPr>
            <p:nvPr/>
          </p:nvSpPr>
          <p:spPr bwMode="auto">
            <a:xfrm>
              <a:off x="288" y="3321"/>
              <a:ext cx="244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003366"/>
                  </a:solidFill>
                  <a:latin typeface="Times New Roman" panose="02020603050405020304" pitchFamily="18" charset="0"/>
                </a:rPr>
                <a:t>也可如此计算</a:t>
              </a:r>
              <a:endParaRPr lang="zh-CN" altLang="en-US" sz="2800" b="1">
                <a:solidFill>
                  <a:srgbClr val="003366"/>
                </a:solidFill>
                <a:latin typeface="Times New Roman" panose="02020603050405020304" pitchFamily="18" charset="0"/>
              </a:endParaRPr>
            </a:p>
          </p:txBody>
        </p:sp>
      </p:grpSp>
      <p:sp>
        <p:nvSpPr>
          <p:cNvPr id="128014" name="Text Box 14"/>
          <p:cNvSpPr txBox="1">
            <a:spLocks noChangeArrowheads="1"/>
          </p:cNvSpPr>
          <p:nvPr/>
        </p:nvSpPr>
        <p:spPr bwMode="auto">
          <a:xfrm>
            <a:off x="3706813" y="50800"/>
            <a:ext cx="17287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a:solidFill>
                  <a:schemeClr val="bg1"/>
                </a:solidFill>
              </a:rPr>
              <a:t>例 题</a:t>
            </a:r>
            <a:endParaRPr lang="zh-CN" altLang="en-US" sz="3600" b="1">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8004"/>
                                        </p:tgtEl>
                                        <p:attrNameLst>
                                          <p:attrName>style.visibility</p:attrName>
                                        </p:attrNameLst>
                                      </p:cBhvr>
                                      <p:to>
                                        <p:strVal val="visible"/>
                                      </p:to>
                                    </p:set>
                                    <p:animEffect transition="in" filter="blinds(horizontal)">
                                      <p:cBhvr>
                                        <p:cTn id="7" dur="500"/>
                                        <p:tgtEl>
                                          <p:spTgt spid="1280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28007"/>
                                        </p:tgtEl>
                                        <p:attrNameLst>
                                          <p:attrName>style.visibility</p:attrName>
                                        </p:attrNameLst>
                                      </p:cBhvr>
                                      <p:to>
                                        <p:strVal val="visible"/>
                                      </p:to>
                                    </p:set>
                                    <p:animEffect transition="in" filter="blinds(vertical)">
                                      <p:cBhvr>
                                        <p:cTn id="12" dur="500"/>
                                        <p:tgtEl>
                                          <p:spTgt spid="12800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8008"/>
                                        </p:tgtEl>
                                        <p:attrNameLst>
                                          <p:attrName>style.visibility</p:attrName>
                                        </p:attrNameLst>
                                      </p:cBhvr>
                                      <p:to>
                                        <p:strVal val="visible"/>
                                      </p:to>
                                    </p:set>
                                    <p:animEffect transition="in" filter="blinds(horizontal)">
                                      <p:cBhvr>
                                        <p:cTn id="17" dur="500"/>
                                        <p:tgtEl>
                                          <p:spTgt spid="12800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8009"/>
                                        </p:tgtEl>
                                        <p:attrNameLst>
                                          <p:attrName>style.visibility</p:attrName>
                                        </p:attrNameLst>
                                      </p:cBhvr>
                                      <p:to>
                                        <p:strVal val="visible"/>
                                      </p:to>
                                    </p:set>
                                    <p:animEffect transition="in" filter="blinds(horizontal)">
                                      <p:cBhvr>
                                        <p:cTn id="22" dur="500"/>
                                        <p:tgtEl>
                                          <p:spTgt spid="12800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28010"/>
                                        </p:tgtEl>
                                        <p:attrNameLst>
                                          <p:attrName>style.visibility</p:attrName>
                                        </p:attrNameLst>
                                      </p:cBhvr>
                                      <p:to>
                                        <p:strVal val="visible"/>
                                      </p:to>
                                    </p:set>
                                    <p:animEffect transition="in" filter="blinds(horizontal)">
                                      <p:cBhvr>
                                        <p:cTn id="27" dur="500"/>
                                        <p:tgtEl>
                                          <p:spTgt spid="128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文本框 1"/>
          <p:cNvSpPr txBox="1">
            <a:spLocks noChangeArrowheads="1"/>
          </p:cNvSpPr>
          <p:nvPr/>
        </p:nvSpPr>
        <p:spPr bwMode="auto">
          <a:xfrm>
            <a:off x="3348038" y="117475"/>
            <a:ext cx="20462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典型例题</a:t>
            </a:r>
            <a:endParaRPr lang="zh-CN" altLang="en-US">
              <a:solidFill>
                <a:schemeClr val="bg1"/>
              </a:solidFill>
            </a:endParaRPr>
          </a:p>
        </p:txBody>
      </p:sp>
      <mc:AlternateContent xmlns:mc="http://schemas.openxmlformats.org/markup-compatibility/2006">
        <mc:Choice xmlns:a14="http://schemas.microsoft.com/office/drawing/2010/main" Requires="a14">
          <p:sp>
            <p:nvSpPr>
              <p:cNvPr id="2" name="文本框 1"/>
              <p:cNvSpPr txBox="1"/>
              <p:nvPr/>
            </p:nvSpPr>
            <p:spPr>
              <a:xfrm>
                <a:off x="338733" y="1052736"/>
                <a:ext cx="8064896" cy="3901389"/>
              </a:xfrm>
              <a:prstGeom prst="rect">
                <a:avLst/>
              </a:prstGeom>
              <a:noFill/>
            </p:spPr>
            <p:txBody>
              <a:bodyPr wrap="square" rtlCol="0">
                <a:spAutoFit/>
              </a:bodyPr>
              <a:lstStyle/>
              <a:p>
                <a:pPr>
                  <a:lnSpc>
                    <a:spcPct val="150000"/>
                  </a:lnSpc>
                </a:pPr>
                <a:r>
                  <a:rPr lang="zh-CN" altLang="en-US" sz="2400" dirty="0"/>
                  <a:t>如图所示在惯性系</a:t>
                </a:r>
                <a:r>
                  <a:rPr lang="en-US" altLang="zh-CN" sz="2400" i="1" dirty="0"/>
                  <a:t>S</a:t>
                </a:r>
                <a:r>
                  <a:rPr lang="zh-CN" altLang="en-US" sz="2400" dirty="0"/>
                  <a:t>中有一静止等腰三角形</a:t>
                </a:r>
                <a:r>
                  <a:rPr lang="en-US" altLang="zh-CN" sz="2400" i="1" dirty="0"/>
                  <a:t>ABC</a:t>
                </a:r>
                <a:r>
                  <a:rPr lang="zh-CN" altLang="en-US" sz="2400" dirty="0"/>
                  <a:t>。观察者</a:t>
                </a:r>
                <a:r>
                  <a:rPr lang="en-US" altLang="zh-CN" sz="2400" i="1" dirty="0">
                    <a:cs typeface="Times New Roman" panose="02020603050405020304" pitchFamily="18" charset="0"/>
                  </a:rPr>
                  <a:t>S</a:t>
                </a:r>
                <a:r>
                  <a:rPr lang="zh-CN" altLang="en-US" sz="2400" i="1" dirty="0">
                    <a:cs typeface="Times New Roman" panose="02020603050405020304" pitchFamily="18" charset="0"/>
                  </a:rPr>
                  <a:t>’</a:t>
                </a:r>
                <a:r>
                  <a:rPr lang="zh-CN" altLang="en-US" sz="2400" dirty="0"/>
                  <a:t>以速率</a:t>
                </a:r>
                <a:r>
                  <a:rPr lang="en-US" altLang="zh-CN" sz="2400" dirty="0"/>
                  <a:t> </a:t>
                </a:r>
                <a14:m>
                  <m:oMath xmlns:m="http://schemas.openxmlformats.org/officeDocument/2006/math">
                    <m:r>
                      <a:rPr lang="en-US" altLang="zh-CN" sz="2400" b="1" i="1" smtClean="0">
                        <a:latin typeface="Cambria Math" panose="02040503050406030204" pitchFamily="18" charset="0"/>
                      </a:rPr>
                      <m:t>𝒗</m:t>
                    </m:r>
                    <m:r>
                      <a:rPr lang="en-US" altLang="zh-CN" sz="2400" b="1" i="1" smtClean="0">
                        <a:latin typeface="Cambria Math" panose="02040503050406030204" pitchFamily="18" charset="0"/>
                      </a:rPr>
                      <m:t>=</m:t>
                    </m:r>
                    <m:r>
                      <a:rPr lang="en-US" altLang="zh-CN" sz="2400" i="1">
                        <a:latin typeface="Cambria Math" panose="02040503050406030204" pitchFamily="18" charset="0"/>
                      </a:rPr>
                      <m:t>𝟎</m:t>
                    </m:r>
                    <m:r>
                      <a:rPr lang="en-US" altLang="zh-CN" sz="2400" i="1">
                        <a:latin typeface="Cambria Math" panose="02040503050406030204" pitchFamily="18" charset="0"/>
                      </a:rPr>
                      <m:t>.</m:t>
                    </m:r>
                    <m:r>
                      <a:rPr lang="en-US" altLang="zh-CN" sz="2400" b="1" i="1" smtClean="0">
                        <a:latin typeface="Cambria Math" panose="02040503050406030204" pitchFamily="18" charset="0"/>
                      </a:rPr>
                      <m:t>𝟓</m:t>
                    </m:r>
                    <m:r>
                      <a:rPr lang="en-US" altLang="zh-CN" sz="2400" i="1">
                        <a:latin typeface="Cambria Math" panose="02040503050406030204" pitchFamily="18" charset="0"/>
                      </a:rPr>
                      <m:t>𝑪</m:t>
                    </m:r>
                  </m:oMath>
                </a14:m>
                <a:r>
                  <a:rPr lang="zh-CN" altLang="en-US" sz="2400" dirty="0"/>
                  <a:t>（</a:t>
                </a:r>
                <a:r>
                  <a:rPr lang="en-US" altLang="zh-CN" sz="2400" i="1" dirty="0"/>
                  <a:t> c</a:t>
                </a:r>
                <a:r>
                  <a:rPr lang="zh-CN" altLang="en-US" sz="2400" dirty="0"/>
                  <a:t>是真空中光速）。沿三角形</a:t>
                </a:r>
                <a:r>
                  <a:rPr lang="en-US" altLang="zh-CN" sz="2400" i="1" dirty="0"/>
                  <a:t>AB</a:t>
                </a:r>
                <a:r>
                  <a:rPr lang="zh-CN" altLang="en-US" sz="2400" dirty="0"/>
                  <a:t>边方向作匀速直线运动，观测者</a:t>
                </a:r>
                <a:r>
                  <a:rPr lang="en-US" altLang="zh-CN" sz="2400" i="1" dirty="0">
                    <a:cs typeface="Times New Roman" panose="02020603050405020304" pitchFamily="18" charset="0"/>
                  </a:rPr>
                  <a:t>S</a:t>
                </a:r>
                <a:r>
                  <a:rPr lang="zh-CN" altLang="en-US" sz="2400" i="1" dirty="0">
                    <a:cs typeface="Times New Roman" panose="02020603050405020304" pitchFamily="18" charset="0"/>
                  </a:rPr>
                  <a:t>’</a:t>
                </a:r>
                <a:r>
                  <a:rPr lang="zh-CN" altLang="en-US" sz="2400" dirty="0"/>
                  <a:t>测得</a:t>
                </a:r>
                <a14:m>
                  <m:oMath xmlns:m="http://schemas.openxmlformats.org/officeDocument/2006/math">
                    <m:acc>
                      <m:accPr>
                        <m:chr m:val="̅"/>
                        <m:ctrlPr>
                          <a:rPr lang="zh-CN" altLang="en-US" sz="2400" i="1" smtClean="0">
                            <a:latin typeface="Cambria Math" panose="02040503050406030204" pitchFamily="18" charset="0"/>
                          </a:rPr>
                        </m:ctrlPr>
                      </m:accPr>
                      <m:e>
                        <m:r>
                          <a:rPr lang="en-US" altLang="zh-CN" sz="2400" b="1" i="1" smtClean="0">
                            <a:latin typeface="Cambria Math" panose="02040503050406030204" pitchFamily="18" charset="0"/>
                          </a:rPr>
                          <m:t>𝑨𝑩</m:t>
                        </m:r>
                      </m:e>
                    </m:acc>
                    <m:r>
                      <a:rPr lang="en-US" altLang="zh-CN" sz="2400" b="1" i="1" smtClean="0">
                        <a:latin typeface="Cambria Math" panose="02040503050406030204" pitchFamily="18" charset="0"/>
                      </a:rPr>
                      <m:t>=</m:t>
                    </m:r>
                    <m:acc>
                      <m:accPr>
                        <m:chr m:val="̅"/>
                        <m:ctrlPr>
                          <a:rPr lang="zh-CN" altLang="en-US" sz="2400" i="1" smtClean="0">
                            <a:latin typeface="Cambria Math" panose="02040503050406030204" pitchFamily="18" charset="0"/>
                          </a:rPr>
                        </m:ctrlPr>
                      </m:accPr>
                      <m:e>
                        <m:r>
                          <a:rPr lang="en-US" altLang="zh-CN" sz="2400" i="1">
                            <a:latin typeface="Cambria Math" panose="02040503050406030204" pitchFamily="18" charset="0"/>
                          </a:rPr>
                          <m:t>𝑩</m:t>
                        </m:r>
                        <m:r>
                          <a:rPr lang="en-US" altLang="zh-CN" sz="2400" b="1" i="1" smtClean="0">
                            <a:latin typeface="Cambria Math" panose="02040503050406030204" pitchFamily="18" charset="0"/>
                          </a:rPr>
                          <m:t>𝑪</m:t>
                        </m:r>
                      </m:e>
                    </m:acc>
                    <m:r>
                      <a:rPr lang="en-US" altLang="zh-CN" sz="2400" b="1" i="1" smtClean="0">
                        <a:latin typeface="Cambria Math" panose="02040503050406030204" pitchFamily="18" charset="0"/>
                      </a:rPr>
                      <m:t>=</m:t>
                    </m:r>
                    <m:acc>
                      <m:accPr>
                        <m:chr m:val="̅"/>
                        <m:ctrlPr>
                          <a:rPr lang="zh-CN" altLang="en-US" sz="2400" i="1" smtClean="0">
                            <a:latin typeface="Cambria Math" panose="02040503050406030204" pitchFamily="18" charset="0"/>
                          </a:rPr>
                        </m:ctrlPr>
                      </m:accPr>
                      <m:e>
                        <m:r>
                          <a:rPr lang="en-US" altLang="zh-CN" sz="2400" i="1">
                            <a:latin typeface="Cambria Math" panose="02040503050406030204" pitchFamily="18" charset="0"/>
                          </a:rPr>
                          <m:t>𝑨</m:t>
                        </m:r>
                        <m:r>
                          <a:rPr lang="en-US" altLang="zh-CN" sz="2400" b="1" i="1" smtClean="0">
                            <a:latin typeface="Cambria Math" panose="02040503050406030204" pitchFamily="18" charset="0"/>
                          </a:rPr>
                          <m:t>𝑪</m:t>
                        </m:r>
                      </m:e>
                    </m:acc>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𝒂</m:t>
                    </m:r>
                    <m:r>
                      <a:rPr lang="zh-CN" altLang="en-US" sz="2400" i="1">
                        <a:latin typeface="Cambria Math" panose="02040503050406030204" pitchFamily="18" charset="0"/>
                      </a:rPr>
                      <m:t>。</m:t>
                    </m:r>
                  </m:oMath>
                </a14:m>
                <a:r>
                  <a:rPr lang="zh-CN" altLang="en-US" sz="2400" dirty="0"/>
                  <a:t>求：</a:t>
                </a:r>
                <a:endParaRPr lang="en-US" altLang="zh-CN" sz="2400" dirty="0"/>
              </a:p>
              <a:p>
                <a:pPr>
                  <a:lnSpc>
                    <a:spcPct val="150000"/>
                  </a:lnSpc>
                </a:pPr>
                <a:r>
                  <a:rPr lang="zh-CN" altLang="en-US" sz="2400" dirty="0"/>
                  <a:t>（</a:t>
                </a:r>
                <a:r>
                  <a:rPr lang="en-US" altLang="zh-CN" sz="2400" dirty="0"/>
                  <a:t>1</a:t>
                </a:r>
                <a:r>
                  <a:rPr lang="zh-CN" altLang="en-US" sz="2400" dirty="0"/>
                  <a:t>）在惯性系</a:t>
                </a:r>
                <a:r>
                  <a:rPr lang="en-US" altLang="zh-CN" sz="2400" i="1" dirty="0"/>
                  <a:t>S</a:t>
                </a:r>
                <a:r>
                  <a:rPr lang="zh-CN" altLang="en-US" sz="2400" dirty="0"/>
                  <a:t>中测量时，</a:t>
                </a:r>
                <a:r>
                  <a:rPr lang="en-US" altLang="zh-CN" sz="2400" i="1" dirty="0"/>
                  <a:t>AB</a:t>
                </a:r>
                <a:r>
                  <a:rPr lang="zh-CN" altLang="en-US" sz="2400" dirty="0"/>
                  <a:t>边的长度；</a:t>
                </a:r>
                <a:endParaRPr lang="en-US" altLang="zh-CN" sz="2400" dirty="0"/>
              </a:p>
              <a:p>
                <a:pPr>
                  <a:lnSpc>
                    <a:spcPct val="150000"/>
                  </a:lnSpc>
                </a:pPr>
                <a:r>
                  <a:rPr lang="zh-CN" altLang="en-US" sz="2400" dirty="0"/>
                  <a:t>（</a:t>
                </a:r>
                <a:r>
                  <a:rPr lang="en-US" altLang="zh-CN" sz="2400" dirty="0"/>
                  <a:t>2</a:t>
                </a:r>
                <a:r>
                  <a:rPr lang="zh-CN" altLang="en-US" sz="2400" dirty="0"/>
                  <a:t>）在惯性系</a:t>
                </a:r>
                <a:r>
                  <a:rPr lang="en-US" altLang="zh-CN" sz="2400" i="1" dirty="0"/>
                  <a:t>S</a:t>
                </a:r>
                <a:r>
                  <a:rPr lang="zh-CN" altLang="en-US" sz="2400" dirty="0"/>
                  <a:t>中测量时，</a:t>
                </a:r>
                <a:r>
                  <a:rPr lang="en-US" altLang="zh-CN" sz="2400" i="1" dirty="0"/>
                  <a:t>BC</a:t>
                </a:r>
                <a:r>
                  <a:rPr lang="zh-CN" altLang="en-US" sz="2400" dirty="0"/>
                  <a:t>边的长度。</a:t>
                </a:r>
                <a:endParaRPr lang="en-US" altLang="zh-CN" sz="2400" dirty="0"/>
              </a:p>
              <a:p>
                <a:pPr>
                  <a:lnSpc>
                    <a:spcPct val="150000"/>
                  </a:lnSpc>
                </a:pPr>
                <a:r>
                  <a:rPr lang="zh-CN" altLang="en-US" sz="2400" dirty="0"/>
                  <a:t>（备注：计算结果用</a:t>
                </a:r>
                <a:r>
                  <a:rPr lang="en-US" altLang="zh-CN" sz="2400" i="1" dirty="0"/>
                  <a:t>a</a:t>
                </a:r>
                <a:r>
                  <a:rPr lang="zh-CN" altLang="en-US" sz="2400" dirty="0"/>
                  <a:t>表示）</a:t>
                </a:r>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338733" y="1052736"/>
                <a:ext cx="8064896" cy="3901389"/>
              </a:xfrm>
              <a:prstGeom prst="rect">
                <a:avLst/>
              </a:prstGeom>
              <a:blipFill rotWithShape="1">
                <a:blip r:embed="rId1"/>
                <a:stretch>
                  <a:fillRect l="-3" t="-14" b="13"/>
                </a:stretch>
              </a:blipFill>
            </p:spPr>
            <p:txBody>
              <a:bodyPr/>
              <a:lstStyle/>
              <a:p>
                <a:r>
                  <a:rPr lang="zh-CN" altLang="en-US">
                    <a:noFill/>
                  </a:rPr>
                  <a:t> </a:t>
                </a:r>
              </a:p>
            </p:txBody>
          </p:sp>
        </mc:Fallback>
      </mc:AlternateContent>
      <p:sp>
        <p:nvSpPr>
          <p:cNvPr id="3" name="等腰三角形 2"/>
          <p:cNvSpPr/>
          <p:nvPr/>
        </p:nvSpPr>
        <p:spPr bwMode="auto">
          <a:xfrm>
            <a:off x="4545532" y="5013176"/>
            <a:ext cx="3009304" cy="1152128"/>
          </a:xfrm>
          <a:prstGeom prst="triangle">
            <a:avLst>
              <a:gd name="adj" fmla="val 45474"/>
            </a:avLst>
          </a:prstGeom>
          <a:solidFill>
            <a:schemeClr val="accent1"/>
          </a:solidFill>
          <a:ln w="2857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cxnSp>
        <p:nvCxnSpPr>
          <p:cNvPr id="5" name="直接箭头连接符 4"/>
          <p:cNvCxnSpPr/>
          <p:nvPr/>
        </p:nvCxnSpPr>
        <p:spPr bwMode="auto">
          <a:xfrm>
            <a:off x="7452320" y="5301208"/>
            <a:ext cx="1008112" cy="0"/>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7" name="文本框 6"/>
          <p:cNvSpPr txBox="1"/>
          <p:nvPr/>
        </p:nvSpPr>
        <p:spPr>
          <a:xfrm>
            <a:off x="7583237" y="4729499"/>
            <a:ext cx="848794" cy="584775"/>
          </a:xfrm>
          <a:prstGeom prst="rect">
            <a:avLst/>
          </a:prstGeom>
          <a:noFill/>
        </p:spPr>
        <p:txBody>
          <a:bodyPr wrap="square" rtlCol="0">
            <a:spAutoFit/>
          </a:bodyPr>
          <a:lstStyle/>
          <a:p>
            <a:r>
              <a:rPr lang="en-US" altLang="zh-CN" i="1" dirty="0"/>
              <a:t>S’</a:t>
            </a:r>
            <a:endParaRPr lang="zh-CN" altLang="en-US" i="1" dirty="0"/>
          </a:p>
        </p:txBody>
      </p:sp>
      <p:sp>
        <p:nvSpPr>
          <p:cNvPr id="8" name="文本框 7"/>
          <p:cNvSpPr txBox="1"/>
          <p:nvPr/>
        </p:nvSpPr>
        <p:spPr>
          <a:xfrm>
            <a:off x="7764038" y="5309918"/>
            <a:ext cx="848794" cy="584775"/>
          </a:xfrm>
          <a:prstGeom prst="rect">
            <a:avLst/>
          </a:prstGeom>
          <a:noFill/>
        </p:spPr>
        <p:txBody>
          <a:bodyPr wrap="square" rtlCol="0">
            <a:spAutoFit/>
          </a:bodyPr>
          <a:lstStyle/>
          <a:p>
            <a:r>
              <a:rPr lang="en-US" altLang="zh-CN" i="1" dirty="0"/>
              <a:t>v</a:t>
            </a:r>
            <a:endParaRPr lang="zh-CN" altLang="en-US" i="1" dirty="0"/>
          </a:p>
        </p:txBody>
      </p:sp>
      <p:sp>
        <p:nvSpPr>
          <p:cNvPr id="9" name="文本框 8"/>
          <p:cNvSpPr txBox="1"/>
          <p:nvPr/>
        </p:nvSpPr>
        <p:spPr>
          <a:xfrm>
            <a:off x="5652120" y="4437112"/>
            <a:ext cx="848794" cy="584775"/>
          </a:xfrm>
          <a:prstGeom prst="rect">
            <a:avLst/>
          </a:prstGeom>
          <a:noFill/>
        </p:spPr>
        <p:txBody>
          <a:bodyPr wrap="square" rtlCol="0">
            <a:spAutoFit/>
          </a:bodyPr>
          <a:lstStyle/>
          <a:p>
            <a:r>
              <a:rPr lang="en-US" altLang="zh-CN" i="1" dirty="0"/>
              <a:t>C</a:t>
            </a:r>
            <a:endParaRPr lang="zh-CN" altLang="en-US" i="1" dirty="0"/>
          </a:p>
        </p:txBody>
      </p:sp>
      <p:sp>
        <p:nvSpPr>
          <p:cNvPr id="10" name="文本框 9"/>
          <p:cNvSpPr txBox="1"/>
          <p:nvPr/>
        </p:nvSpPr>
        <p:spPr>
          <a:xfrm>
            <a:off x="7558662" y="5903402"/>
            <a:ext cx="848794" cy="584775"/>
          </a:xfrm>
          <a:prstGeom prst="rect">
            <a:avLst/>
          </a:prstGeom>
          <a:noFill/>
        </p:spPr>
        <p:txBody>
          <a:bodyPr wrap="square" rtlCol="0">
            <a:spAutoFit/>
          </a:bodyPr>
          <a:lstStyle/>
          <a:p>
            <a:r>
              <a:rPr lang="en-US" altLang="zh-CN" i="1" dirty="0"/>
              <a:t>B</a:t>
            </a:r>
            <a:endParaRPr lang="zh-CN" altLang="en-US" i="1" dirty="0"/>
          </a:p>
        </p:txBody>
      </p:sp>
      <p:sp>
        <p:nvSpPr>
          <p:cNvPr id="11" name="文本框 10"/>
          <p:cNvSpPr txBox="1"/>
          <p:nvPr/>
        </p:nvSpPr>
        <p:spPr>
          <a:xfrm>
            <a:off x="4011238" y="5868561"/>
            <a:ext cx="704778" cy="584775"/>
          </a:xfrm>
          <a:prstGeom prst="rect">
            <a:avLst/>
          </a:prstGeom>
          <a:noFill/>
        </p:spPr>
        <p:txBody>
          <a:bodyPr wrap="square" rtlCol="0">
            <a:spAutoFit/>
          </a:bodyPr>
          <a:lstStyle/>
          <a:p>
            <a:r>
              <a:rPr lang="en-US" altLang="zh-CN" i="1" dirty="0"/>
              <a:t>A</a:t>
            </a:r>
            <a:endParaRPr lang="zh-CN" altLang="en-US" i="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文本框 1"/>
          <p:cNvSpPr txBox="1">
            <a:spLocks noChangeArrowheads="1"/>
          </p:cNvSpPr>
          <p:nvPr/>
        </p:nvSpPr>
        <p:spPr bwMode="auto">
          <a:xfrm>
            <a:off x="3348038" y="117475"/>
            <a:ext cx="20462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典型例题</a:t>
            </a:r>
            <a:endParaRPr lang="zh-CN" altLang="en-US">
              <a:solidFill>
                <a:schemeClr val="bg1"/>
              </a:solidFill>
            </a:endParaRPr>
          </a:p>
        </p:txBody>
      </p:sp>
      <mc:AlternateContent xmlns:mc="http://schemas.openxmlformats.org/markup-compatibility/2006">
        <mc:Choice xmlns:a14="http://schemas.microsoft.com/office/drawing/2010/main" Requires="a14">
          <p:sp>
            <p:nvSpPr>
              <p:cNvPr id="2" name="文本框 1"/>
              <p:cNvSpPr txBox="1"/>
              <p:nvPr/>
            </p:nvSpPr>
            <p:spPr>
              <a:xfrm>
                <a:off x="539552" y="1268760"/>
                <a:ext cx="8064896" cy="3888500"/>
              </a:xfrm>
              <a:prstGeom prst="rect">
                <a:avLst/>
              </a:prstGeom>
              <a:noFill/>
            </p:spPr>
            <p:txBody>
              <a:bodyPr wrap="square" rtlCol="0">
                <a:spAutoFit/>
              </a:bodyPr>
              <a:lstStyle/>
              <a:p>
                <a:pPr>
                  <a:lnSpc>
                    <a:spcPct val="150000"/>
                  </a:lnSpc>
                </a:pPr>
                <a:r>
                  <a:rPr lang="zh-CN" altLang="en-US" sz="2800" dirty="0"/>
                  <a:t>两列火车</a:t>
                </a:r>
                <a:r>
                  <a:rPr lang="en-US" altLang="zh-CN" sz="2800" dirty="0"/>
                  <a:t>A</a:t>
                </a:r>
                <a:r>
                  <a:rPr lang="zh-CN" altLang="en-US" sz="2800" dirty="0"/>
                  <a:t>和</a:t>
                </a:r>
                <a:r>
                  <a:rPr lang="en-US" altLang="zh-CN" sz="2800" dirty="0"/>
                  <a:t>B</a:t>
                </a:r>
                <a:r>
                  <a:rPr lang="zh-CN" altLang="en-US" sz="2800" dirty="0"/>
                  <a:t>沿同一方向匀速直线行驶，它们相对地面的速度分别是</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1" i="1" smtClean="0">
                            <a:latin typeface="Cambria Math" panose="02040503050406030204" pitchFamily="18" charset="0"/>
                          </a:rPr>
                          <m:t>𝒗</m:t>
                        </m:r>
                      </m:e>
                      <m:sub>
                        <m:r>
                          <a:rPr lang="en-US" altLang="zh-CN" sz="2800" b="1" i="1" smtClean="0">
                            <a:latin typeface="Cambria Math" panose="02040503050406030204" pitchFamily="18" charset="0"/>
                          </a:rPr>
                          <m:t>𝑨</m:t>
                        </m:r>
                      </m:sub>
                    </m:sSub>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𝟎</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𝟖</m:t>
                    </m:r>
                    <m:r>
                      <a:rPr lang="en-US" altLang="zh-CN" sz="2800" b="1" i="1" smtClean="0">
                        <a:latin typeface="Cambria Math" panose="02040503050406030204" pitchFamily="18" charset="0"/>
                      </a:rPr>
                      <m:t>𝑪</m:t>
                    </m:r>
                    <m:r>
                      <a:rPr lang="zh-CN" altLang="en-US" sz="2800" i="1">
                        <a:latin typeface="Cambria Math" panose="02040503050406030204" pitchFamily="18" charset="0"/>
                      </a:rPr>
                      <m:t>、</m:t>
                    </m:r>
                  </m:oMath>
                </a14:m>
                <a:r>
                  <a:rPr lang="en-US" altLang="zh-CN" sz="2800" dirty="0"/>
                  <a:t> </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i="1">
                            <a:latin typeface="Cambria Math" panose="02040503050406030204" pitchFamily="18" charset="0"/>
                          </a:rPr>
                          <m:t>𝒗</m:t>
                        </m:r>
                      </m:e>
                      <m:sub>
                        <m:r>
                          <a:rPr lang="en-US" altLang="zh-CN" sz="2800" b="1" i="1" smtClean="0">
                            <a:latin typeface="Cambria Math" panose="02040503050406030204" pitchFamily="18" charset="0"/>
                          </a:rPr>
                          <m:t>𝑩</m:t>
                        </m:r>
                      </m:sub>
                    </m:sSub>
                    <m:r>
                      <a:rPr lang="en-US" altLang="zh-CN" sz="2800" i="1">
                        <a:latin typeface="Cambria Math" panose="02040503050406030204" pitchFamily="18" charset="0"/>
                      </a:rPr>
                      <m:t>=</m:t>
                    </m:r>
                    <m:r>
                      <a:rPr lang="en-US" altLang="zh-CN" sz="2800" i="1">
                        <a:latin typeface="Cambria Math" panose="02040503050406030204" pitchFamily="18" charset="0"/>
                      </a:rPr>
                      <m:t>𝟎</m:t>
                    </m:r>
                    <m:r>
                      <a:rPr lang="en-US" altLang="zh-CN" sz="2800" i="1">
                        <a:latin typeface="Cambria Math" panose="02040503050406030204" pitchFamily="18" charset="0"/>
                      </a:rPr>
                      <m:t>.</m:t>
                    </m:r>
                    <m:r>
                      <a:rPr lang="en-US" altLang="zh-CN" sz="2800" b="1" i="1" smtClean="0">
                        <a:latin typeface="Cambria Math" panose="02040503050406030204" pitchFamily="18" charset="0"/>
                      </a:rPr>
                      <m:t>𝟓</m:t>
                    </m:r>
                    <m:r>
                      <a:rPr lang="en-US" altLang="zh-CN" sz="2800" i="1">
                        <a:latin typeface="Cambria Math" panose="02040503050406030204" pitchFamily="18" charset="0"/>
                      </a:rPr>
                      <m:t>𝑪</m:t>
                    </m:r>
                    <m:r>
                      <a:rPr lang="zh-CN" altLang="en-US" sz="2800" i="1" smtClean="0">
                        <a:latin typeface="Cambria Math" panose="02040503050406030204" pitchFamily="18" charset="0"/>
                      </a:rPr>
                      <m:t>，</m:t>
                    </m:r>
                  </m:oMath>
                </a14:m>
                <a:r>
                  <a:rPr lang="en-US" altLang="zh-CN" sz="2800" i="1" dirty="0"/>
                  <a:t>c</a:t>
                </a:r>
                <a:r>
                  <a:rPr lang="zh-CN" altLang="en-US" sz="2800" dirty="0"/>
                  <a:t>是真空中光速。火车</a:t>
                </a:r>
                <a:r>
                  <a:rPr lang="en-US" altLang="zh-CN" sz="2800" dirty="0"/>
                  <a:t>A</a:t>
                </a:r>
                <a:r>
                  <a:rPr lang="zh-CN" altLang="en-US" sz="2800" dirty="0"/>
                  <a:t>上的观测者测得其所乘火车的长度为</a:t>
                </a:r>
                <a14:m>
                  <m:oMath xmlns:m="http://schemas.openxmlformats.org/officeDocument/2006/math">
                    <m:r>
                      <a:rPr lang="en-US" altLang="zh-CN" sz="2800" b="1" i="1" smtClean="0">
                        <a:latin typeface="Cambria Math" panose="02040503050406030204" pitchFamily="18" charset="0"/>
                      </a:rPr>
                      <m:t>𝑳</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𝟑𝟎𝟎</m:t>
                    </m:r>
                    <m:r>
                      <a:rPr lang="en-US" altLang="zh-CN" sz="2800" b="1" i="1" smtClean="0">
                        <a:latin typeface="Cambria Math" panose="02040503050406030204" pitchFamily="18" charset="0"/>
                      </a:rPr>
                      <m:t>𝒎</m:t>
                    </m:r>
                    <m:r>
                      <a:rPr lang="zh-CN" altLang="en-US" sz="2800" i="1">
                        <a:latin typeface="Cambria Math" panose="02040503050406030204" pitchFamily="18" charset="0"/>
                      </a:rPr>
                      <m:t>，</m:t>
                    </m:r>
                  </m:oMath>
                </a14:m>
                <a:r>
                  <a:rPr lang="zh-CN" altLang="en-US" sz="2800" dirty="0"/>
                  <a:t>求：</a:t>
                </a:r>
                <a:endParaRPr lang="en-US" altLang="zh-CN" sz="2800" dirty="0"/>
              </a:p>
              <a:p>
                <a:pPr>
                  <a:lnSpc>
                    <a:spcPct val="150000"/>
                  </a:lnSpc>
                </a:pPr>
                <a:r>
                  <a:rPr lang="zh-CN" altLang="en-US" sz="2800" dirty="0"/>
                  <a:t>（</a:t>
                </a:r>
                <a:r>
                  <a:rPr lang="en-US" altLang="zh-CN" sz="2800" dirty="0"/>
                  <a:t>1</a:t>
                </a:r>
                <a:r>
                  <a:rPr lang="zh-CN" altLang="en-US" sz="2800" dirty="0"/>
                  <a:t>）地面上的观测者所测得的火车</a:t>
                </a:r>
                <a:r>
                  <a:rPr lang="en-US" altLang="zh-CN" sz="2800" dirty="0"/>
                  <a:t>A</a:t>
                </a:r>
                <a:r>
                  <a:rPr lang="zh-CN" altLang="en-US" sz="2800" dirty="0"/>
                  <a:t>的长度；</a:t>
                </a:r>
                <a:endParaRPr lang="en-US" altLang="zh-CN" sz="2800" dirty="0"/>
              </a:p>
              <a:p>
                <a:pPr>
                  <a:lnSpc>
                    <a:spcPct val="150000"/>
                  </a:lnSpc>
                </a:pPr>
                <a:r>
                  <a:rPr lang="zh-CN" altLang="en-US" sz="2800" dirty="0"/>
                  <a:t>（</a:t>
                </a:r>
                <a:r>
                  <a:rPr lang="en-US" altLang="zh-CN" sz="2800" dirty="0"/>
                  <a:t>2</a:t>
                </a:r>
                <a:r>
                  <a:rPr lang="zh-CN" altLang="en-US" sz="2800" dirty="0"/>
                  <a:t>）火车</a:t>
                </a:r>
                <a:r>
                  <a:rPr lang="en-US" altLang="zh-CN" sz="2800" dirty="0"/>
                  <a:t>B</a:t>
                </a:r>
                <a:r>
                  <a:rPr lang="zh-CN" altLang="en-US" sz="2800" dirty="0"/>
                  <a:t>上的观测者所测得的火车</a:t>
                </a:r>
                <a:r>
                  <a:rPr lang="en-US" altLang="zh-CN" sz="2800" dirty="0"/>
                  <a:t>A</a:t>
                </a:r>
                <a:r>
                  <a:rPr lang="zh-CN" altLang="en-US" sz="2800" dirty="0"/>
                  <a:t>的长度。</a:t>
                </a:r>
                <a:endParaRPr lang="zh-CN" altLang="en-US" sz="2800" dirty="0"/>
              </a:p>
            </p:txBody>
          </p:sp>
        </mc:Choice>
        <mc:Fallback>
          <p:sp>
            <p:nvSpPr>
              <p:cNvPr id="2" name="文本框 1"/>
              <p:cNvSpPr txBox="1">
                <a:spLocks noRot="1" noChangeAspect="1" noMove="1" noResize="1" noEditPoints="1" noAdjustHandles="1" noChangeArrowheads="1" noChangeShapeType="1" noTextEdit="1"/>
              </p:cNvSpPr>
              <p:nvPr/>
            </p:nvSpPr>
            <p:spPr>
              <a:xfrm>
                <a:off x="539552" y="1268760"/>
                <a:ext cx="8064896" cy="3888500"/>
              </a:xfrm>
              <a:prstGeom prst="rect">
                <a:avLst/>
              </a:prstGeom>
              <a:blipFill rotWithShape="1">
                <a:blip r:embed="rId1"/>
                <a:stretch>
                  <a:fillRect l="-5" t="-1" r="2" b="11"/>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67944" y="116632"/>
            <a:ext cx="1944216" cy="584775"/>
          </a:xfrm>
          <a:prstGeom prst="rect">
            <a:avLst/>
          </a:prstGeom>
          <a:noFill/>
        </p:spPr>
        <p:txBody>
          <a:bodyPr wrap="square" rtlCol="0">
            <a:spAutoFit/>
          </a:bodyPr>
          <a:lstStyle/>
          <a:p>
            <a:r>
              <a:rPr lang="zh-CN" altLang="en-US" sz="3200" b="1" dirty="0">
                <a:solidFill>
                  <a:schemeClr val="bg1"/>
                </a:solidFill>
              </a:rPr>
              <a:t>例题</a:t>
            </a:r>
            <a:endParaRPr lang="zh-CN" altLang="en-US" sz="3200" b="1" dirty="0">
              <a:solidFill>
                <a:schemeClr val="bg1"/>
              </a:solidFill>
            </a:endParaRPr>
          </a:p>
        </p:txBody>
      </p:sp>
      <p:sp>
        <p:nvSpPr>
          <p:cNvPr id="3" name="文本框 2"/>
          <p:cNvSpPr txBox="1"/>
          <p:nvPr/>
        </p:nvSpPr>
        <p:spPr>
          <a:xfrm>
            <a:off x="467544" y="1268760"/>
            <a:ext cx="8208912" cy="3970318"/>
          </a:xfrm>
          <a:prstGeom prst="rect">
            <a:avLst/>
          </a:prstGeom>
          <a:noFill/>
        </p:spPr>
        <p:txBody>
          <a:bodyPr wrap="square" rtlCol="0">
            <a:spAutoFit/>
          </a:bodyPr>
          <a:lstStyle/>
          <a:p>
            <a:r>
              <a:rPr lang="zh-CN" altLang="en-US" sz="2800" b="1" dirty="0">
                <a:latin typeface="Times New Roman" panose="02020603050405020304" pitchFamily="18" charset="0"/>
                <a:cs typeface="Times New Roman" panose="02020603050405020304" pitchFamily="18" charset="0"/>
              </a:rPr>
              <a:t>在某惯性系中，两个静止质量均为</a:t>
            </a:r>
            <a:r>
              <a:rPr lang="en-US" altLang="zh-CN" sz="2800" b="1" i="1" dirty="0">
                <a:latin typeface="Times New Roman" panose="02020603050405020304" pitchFamily="18" charset="0"/>
                <a:cs typeface="Times New Roman" panose="02020603050405020304" pitchFamily="18" charset="0"/>
              </a:rPr>
              <a:t>m</a:t>
            </a:r>
            <a:r>
              <a:rPr lang="en-US" altLang="zh-CN" sz="2800" b="1" baseline="-25000" dirty="0">
                <a:latin typeface="Times New Roman" panose="02020603050405020304" pitchFamily="18" charset="0"/>
                <a:cs typeface="Times New Roman" panose="02020603050405020304" pitchFamily="18" charset="0"/>
              </a:rPr>
              <a:t>0</a:t>
            </a:r>
            <a:r>
              <a:rPr lang="zh-CN" altLang="en-US" sz="2800" b="1" dirty="0">
                <a:latin typeface="Times New Roman" panose="02020603050405020304" pitchFamily="18" charset="0"/>
                <a:cs typeface="Times New Roman" panose="02020603050405020304" pitchFamily="18" charset="0"/>
              </a:rPr>
              <a:t>的粒子碰撞后合成为一个粒子，若在碰撞前其中一个粒子静止不动，另一个粒子的速率为</a:t>
            </a:r>
            <a:r>
              <a:rPr lang="en-US" altLang="zh-CN" sz="2800" b="1" i="1" dirty="0">
                <a:latin typeface="Times New Roman" panose="02020603050405020304" pitchFamily="18" charset="0"/>
                <a:cs typeface="Times New Roman" panose="02020603050405020304" pitchFamily="18" charset="0"/>
              </a:rPr>
              <a:t>v</a:t>
            </a:r>
            <a:r>
              <a:rPr lang="en-US" altLang="zh-CN" sz="2800" b="1" dirty="0">
                <a:latin typeface="Times New Roman" panose="02020603050405020304" pitchFamily="18" charset="0"/>
                <a:cs typeface="Times New Roman" panose="02020603050405020304" pitchFamily="18" charset="0"/>
              </a:rPr>
              <a:t>=0.8</a:t>
            </a:r>
            <a:r>
              <a:rPr lang="en-US" altLang="zh-CN" sz="2800" b="1" i="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为真空中的光速），则合成粒子的静质量为</a:t>
            </a:r>
            <a:endParaRPr lang="en-US" altLang="zh-CN" sz="2800" b="1" dirty="0">
              <a:latin typeface="Times New Roman" panose="02020603050405020304" pitchFamily="18" charset="0"/>
              <a:cs typeface="Times New Roman" panose="02020603050405020304" pitchFamily="18" charset="0"/>
            </a:endParaRPr>
          </a:p>
          <a:p>
            <a:endParaRPr lang="en-US" altLang="zh-CN" sz="2800" b="1" dirty="0">
              <a:latin typeface="Times New Roman" panose="02020603050405020304" pitchFamily="18" charset="0"/>
              <a:cs typeface="Times New Roman" panose="02020603050405020304" pitchFamily="18" charset="0"/>
            </a:endParaRPr>
          </a:p>
          <a:p>
            <a:endParaRPr lang="en-US" altLang="zh-CN" sz="2800" b="1" dirty="0">
              <a:latin typeface="Times New Roman" panose="02020603050405020304" pitchFamily="18" charset="0"/>
              <a:cs typeface="Times New Roman" panose="02020603050405020304" pitchFamily="18" charset="0"/>
            </a:endParaRPr>
          </a:p>
          <a:p>
            <a:pPr marL="514350" indent="-514350">
              <a:buAutoNum type="alphaUcPeriod"/>
            </a:pPr>
            <a:r>
              <a:rPr lang="zh-CN" altLang="en-US" sz="2800" b="1" dirty="0">
                <a:latin typeface="Times New Roman" panose="02020603050405020304" pitchFamily="18" charset="0"/>
                <a:cs typeface="Times New Roman" panose="02020603050405020304" pitchFamily="18" charset="0"/>
              </a:rPr>
              <a:t>大于</a:t>
            </a:r>
            <a:r>
              <a:rPr lang="en-US" altLang="zh-CN" sz="2800" b="1" dirty="0">
                <a:latin typeface="Times New Roman" panose="02020603050405020304" pitchFamily="18" charset="0"/>
                <a:cs typeface="Times New Roman" panose="02020603050405020304" pitchFamily="18" charset="0"/>
              </a:rPr>
              <a:t>2</a:t>
            </a:r>
            <a:r>
              <a:rPr lang="en-US" altLang="zh-CN" sz="2800" b="1" i="1" dirty="0">
                <a:latin typeface="Times New Roman" panose="02020603050405020304" pitchFamily="18" charset="0"/>
                <a:cs typeface="Times New Roman" panose="02020603050405020304" pitchFamily="18" charset="0"/>
              </a:rPr>
              <a:t> m</a:t>
            </a:r>
            <a:r>
              <a:rPr lang="en-US" altLang="zh-CN" sz="2800" b="1" baseline="-25000" dirty="0">
                <a:latin typeface="Times New Roman" panose="02020603050405020304" pitchFamily="18" charset="0"/>
                <a:cs typeface="Times New Roman" panose="02020603050405020304" pitchFamily="18" charset="0"/>
              </a:rPr>
              <a:t>0</a:t>
            </a:r>
            <a:r>
              <a:rPr lang="en-US" altLang="zh-CN" sz="2800" b="1" dirty="0">
                <a:latin typeface="Times New Roman" panose="02020603050405020304" pitchFamily="18" charset="0"/>
                <a:cs typeface="Times New Roman" panose="02020603050405020304" pitchFamily="18" charset="0"/>
              </a:rPr>
              <a:t>                    B.</a:t>
            </a:r>
            <a:r>
              <a:rPr lang="zh-CN" altLang="en-US" sz="2800" b="1" dirty="0">
                <a:latin typeface="Times New Roman" panose="02020603050405020304" pitchFamily="18" charset="0"/>
                <a:cs typeface="Times New Roman" panose="02020603050405020304" pitchFamily="18" charset="0"/>
              </a:rPr>
              <a:t>小于</a:t>
            </a:r>
            <a:r>
              <a:rPr lang="en-US" altLang="zh-CN" sz="2800" b="1" dirty="0">
                <a:latin typeface="Times New Roman" panose="02020603050405020304" pitchFamily="18" charset="0"/>
                <a:cs typeface="Times New Roman" panose="02020603050405020304" pitchFamily="18" charset="0"/>
              </a:rPr>
              <a:t>2</a:t>
            </a:r>
            <a:r>
              <a:rPr lang="en-US" altLang="zh-CN" sz="2800" b="1" i="1" dirty="0">
                <a:latin typeface="Times New Roman" panose="02020603050405020304" pitchFamily="18" charset="0"/>
                <a:cs typeface="Times New Roman" panose="02020603050405020304" pitchFamily="18" charset="0"/>
              </a:rPr>
              <a:t> m</a:t>
            </a:r>
            <a:r>
              <a:rPr lang="en-US" altLang="zh-CN" sz="2800" b="1" baseline="-25000" dirty="0">
                <a:latin typeface="Times New Roman" panose="02020603050405020304" pitchFamily="18" charset="0"/>
                <a:cs typeface="Times New Roman" panose="02020603050405020304" pitchFamily="18" charset="0"/>
              </a:rPr>
              <a:t>0</a:t>
            </a:r>
            <a:r>
              <a:rPr lang="en-US" altLang="zh-CN" sz="2800" b="1" dirty="0">
                <a:latin typeface="Times New Roman" panose="02020603050405020304" pitchFamily="18" charset="0"/>
                <a:cs typeface="Times New Roman" panose="02020603050405020304" pitchFamily="18" charset="0"/>
              </a:rPr>
              <a:t>    </a:t>
            </a:r>
            <a:endParaRPr lang="en-US" altLang="zh-CN" sz="2800" b="1" dirty="0">
              <a:latin typeface="Times New Roman" panose="02020603050405020304" pitchFamily="18" charset="0"/>
              <a:cs typeface="Times New Roman" panose="02020603050405020304" pitchFamily="18" charset="0"/>
            </a:endParaRPr>
          </a:p>
          <a:p>
            <a:r>
              <a:rPr lang="en-US" altLang="zh-CN" sz="2800" b="1" dirty="0">
                <a:latin typeface="Times New Roman" panose="02020603050405020304" pitchFamily="18" charset="0"/>
                <a:cs typeface="Times New Roman" panose="02020603050405020304" pitchFamily="18" charset="0"/>
              </a:rPr>
              <a:t> </a:t>
            </a:r>
            <a:endParaRPr lang="en-US" altLang="zh-CN" sz="2800" b="1" dirty="0">
              <a:latin typeface="Times New Roman" panose="02020603050405020304" pitchFamily="18" charset="0"/>
              <a:cs typeface="Times New Roman" panose="02020603050405020304" pitchFamily="18" charset="0"/>
            </a:endParaRPr>
          </a:p>
          <a:p>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等于</a:t>
            </a:r>
            <a:r>
              <a:rPr lang="en-US" altLang="zh-CN" sz="2800" b="1" dirty="0">
                <a:latin typeface="Times New Roman" panose="02020603050405020304" pitchFamily="18" charset="0"/>
                <a:cs typeface="Times New Roman" panose="02020603050405020304" pitchFamily="18" charset="0"/>
              </a:rPr>
              <a:t>2</a:t>
            </a:r>
            <a:r>
              <a:rPr lang="en-US" altLang="zh-CN" sz="2800" b="1" i="1" dirty="0">
                <a:latin typeface="Times New Roman" panose="02020603050405020304" pitchFamily="18" charset="0"/>
                <a:cs typeface="Times New Roman" panose="02020603050405020304" pitchFamily="18" charset="0"/>
              </a:rPr>
              <a:t> m</a:t>
            </a:r>
            <a:r>
              <a:rPr lang="en-US" altLang="zh-CN" sz="2800" b="1" baseline="-25000" dirty="0">
                <a:latin typeface="Times New Roman" panose="02020603050405020304" pitchFamily="18" charset="0"/>
                <a:cs typeface="Times New Roman" panose="02020603050405020304" pitchFamily="18" charset="0"/>
              </a:rPr>
              <a:t>0</a:t>
            </a:r>
            <a:r>
              <a:rPr lang="en-US" altLang="zh-CN" sz="2800" b="1" dirty="0">
                <a:latin typeface="Times New Roman" panose="02020603050405020304" pitchFamily="18" charset="0"/>
                <a:cs typeface="Times New Roman" panose="02020603050405020304" pitchFamily="18" charset="0"/>
              </a:rPr>
              <a:t>                      D.</a:t>
            </a:r>
            <a:r>
              <a:rPr lang="zh-CN" altLang="en-US" sz="2800" b="1" dirty="0">
                <a:latin typeface="Times New Roman" panose="02020603050405020304" pitchFamily="18" charset="0"/>
                <a:cs typeface="Times New Roman" panose="02020603050405020304" pitchFamily="18" charset="0"/>
              </a:rPr>
              <a:t>无法确定</a:t>
            </a:r>
            <a:endParaRPr lang="zh-CN" altLang="en-US" sz="2800" b="1"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804248" y="5877272"/>
            <a:ext cx="1872208" cy="523220"/>
          </a:xfrm>
          <a:prstGeom prst="rect">
            <a:avLst/>
          </a:prstGeom>
          <a:noFill/>
        </p:spPr>
        <p:txBody>
          <a:bodyPr wrap="square" rtlCol="0">
            <a:spAutoFit/>
          </a:bodyPr>
          <a:lstStyle/>
          <a:p>
            <a:r>
              <a:rPr lang="zh-CN" altLang="en-US" sz="2800" b="1" dirty="0">
                <a:solidFill>
                  <a:srgbClr val="FF0000"/>
                </a:solidFill>
              </a:rPr>
              <a:t>答案：</a:t>
            </a:r>
            <a:r>
              <a:rPr lang="en-US" altLang="zh-CN" sz="2800" b="1" dirty="0">
                <a:solidFill>
                  <a:srgbClr val="FF0000"/>
                </a:solidFill>
              </a:rPr>
              <a:t>A</a:t>
            </a:r>
            <a:endParaRPr lang="zh-CN" altLang="en-US" sz="2800" b="1" dirty="0">
              <a:solidFill>
                <a:srgbClr val="FF0000"/>
              </a:solidFill>
            </a:endParaRPr>
          </a:p>
        </p:txBody>
      </p:sp>
      <p:sp>
        <p:nvSpPr>
          <p:cNvPr id="5" name="文本框 4"/>
          <p:cNvSpPr txBox="1"/>
          <p:nvPr/>
        </p:nvSpPr>
        <p:spPr>
          <a:xfrm>
            <a:off x="179512" y="6001997"/>
            <a:ext cx="5400600" cy="461665"/>
          </a:xfrm>
          <a:prstGeom prst="rect">
            <a:avLst/>
          </a:prstGeom>
          <a:noFill/>
        </p:spPr>
        <p:txBody>
          <a:bodyPr wrap="square" rtlCol="0">
            <a:spAutoFit/>
          </a:bodyPr>
          <a:lstStyle/>
          <a:p>
            <a:r>
              <a:rPr lang="zh-CN" altLang="en-US" sz="2400" b="1" dirty="0">
                <a:solidFill>
                  <a:srgbClr val="0070C0"/>
                </a:solidFill>
              </a:rPr>
              <a:t>解题思路：相对论的动量和能量守恒式</a:t>
            </a:r>
            <a:endParaRPr lang="zh-CN" altLang="en-US" sz="2400"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文本框 1"/>
          <p:cNvSpPr txBox="1">
            <a:spLocks noChangeArrowheads="1"/>
          </p:cNvSpPr>
          <p:nvPr/>
        </p:nvSpPr>
        <p:spPr bwMode="auto">
          <a:xfrm>
            <a:off x="3419475" y="117475"/>
            <a:ext cx="2316163"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判断正误</a:t>
            </a:r>
            <a:endParaRPr lang="zh-CN" altLang="en-US">
              <a:solidFill>
                <a:schemeClr val="bg1"/>
              </a:solidFill>
            </a:endParaRPr>
          </a:p>
        </p:txBody>
      </p:sp>
      <p:sp>
        <p:nvSpPr>
          <p:cNvPr id="2" name="文本框 1"/>
          <p:cNvSpPr txBox="1"/>
          <p:nvPr/>
        </p:nvSpPr>
        <p:spPr>
          <a:xfrm>
            <a:off x="179070" y="1052830"/>
            <a:ext cx="8876030" cy="4523105"/>
          </a:xfrm>
          <a:prstGeom prst="rect">
            <a:avLst/>
          </a:prstGeom>
          <a:noFill/>
        </p:spPr>
        <p:txBody>
          <a:bodyPr wrap="square" rtlCol="0">
            <a:spAutoFit/>
          </a:bodyPr>
          <a:p>
            <a:pPr marL="0" indent="0" latinLnBrk="0">
              <a:lnSpc>
                <a:spcPct val="200000"/>
              </a:lnSpc>
            </a:pPr>
            <a:r>
              <a:rPr lang="zh-CN" altLang="en-US" sz="2400"/>
              <a:t>1</a:t>
            </a:r>
            <a:r>
              <a:rPr lang="en-US" altLang="zh-CN" sz="2400"/>
              <a:t>.  </a:t>
            </a:r>
            <a:r>
              <a:rPr lang="zh-CN" altLang="en-US" sz="2400"/>
              <a:t>光速不变原理指光速c无论在任何惯性系和介质中都是常量。              </a:t>
            </a:r>
            <a:endParaRPr lang="zh-CN" altLang="en-US" sz="2400"/>
          </a:p>
          <a:p>
            <a:pPr marL="0" indent="0" latinLnBrk="0">
              <a:lnSpc>
                <a:spcPct val="200000"/>
              </a:lnSpc>
            </a:pPr>
            <a:r>
              <a:rPr lang="zh-CN" altLang="en-US" sz="2400"/>
              <a:t>2</a:t>
            </a:r>
            <a:r>
              <a:rPr lang="en-US" altLang="zh-CN" sz="2400"/>
              <a:t>.  </a:t>
            </a:r>
            <a:r>
              <a:rPr lang="zh-CN" altLang="en-US" sz="2400"/>
              <a:t>在任何惯性系中，光在真空中沿任何方向的传播速率都相等。</a:t>
            </a:r>
            <a:endParaRPr lang="zh-CN" altLang="en-US" sz="2400"/>
          </a:p>
          <a:p>
            <a:pPr marL="0" indent="0" latinLnBrk="0">
              <a:lnSpc>
                <a:spcPct val="200000"/>
              </a:lnSpc>
            </a:pPr>
            <a:r>
              <a:rPr lang="en-US" altLang="zh-CN" sz="2400"/>
              <a:t>3.  </a:t>
            </a:r>
            <a:r>
              <a:rPr lang="zh-CN" altLang="en-US" sz="2400"/>
              <a:t>根据狭义相对论的基本原理，长度收缩只发生在物体运动的方向上，垂直于运动方向的长度不发生收缩。</a:t>
            </a:r>
            <a:endParaRPr lang="zh-CN" altLang="en-US" sz="2400"/>
          </a:p>
          <a:p>
            <a:pPr marL="0" indent="0" latinLnBrk="0">
              <a:lnSpc>
                <a:spcPct val="200000"/>
              </a:lnSpc>
            </a:pPr>
            <a:r>
              <a:rPr lang="en-US" altLang="zh-CN" sz="2400"/>
              <a:t>4.  </a:t>
            </a:r>
            <a:r>
              <a:rPr lang="zh-CN" altLang="en-US" sz="2400"/>
              <a:t>相对论性质量是质点静质量和运动速率的函数，是质点惯性的量度。</a:t>
            </a:r>
            <a:endParaRPr lang="zh-CN" altLang="en-US"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4"/>
          <p:cNvSpPr txBox="1">
            <a:spLocks noChangeArrowheads="1"/>
          </p:cNvSpPr>
          <p:nvPr/>
        </p:nvSpPr>
        <p:spPr bwMode="auto">
          <a:xfrm>
            <a:off x="2700020" y="116840"/>
            <a:ext cx="357378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chemeClr val="bg1"/>
                </a:solidFill>
              </a:rPr>
              <a:t>第十五章主要内容</a:t>
            </a:r>
            <a:endParaRPr lang="zh-CN" altLang="en-US" b="1">
              <a:solidFill>
                <a:schemeClr val="bg1"/>
              </a:solidFill>
            </a:endParaRPr>
          </a:p>
        </p:txBody>
      </p:sp>
      <p:sp>
        <p:nvSpPr>
          <p:cNvPr id="4099" name="Text Box 5">
            <a:hlinkClick r:id="rId1"/>
          </p:cNvPr>
          <p:cNvSpPr txBox="1">
            <a:spLocks noChangeArrowheads="1"/>
          </p:cNvSpPr>
          <p:nvPr/>
        </p:nvSpPr>
        <p:spPr bwMode="auto">
          <a:xfrm>
            <a:off x="762000" y="1268413"/>
            <a:ext cx="7391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Ø"/>
            </a:pPr>
            <a:r>
              <a:rPr kumimoji="1" lang="en-US" altLang="zh-CN" sz="3200" b="1">
                <a:solidFill>
                  <a:srgbClr val="003366"/>
                </a:solidFill>
                <a:latin typeface="楷体_GB2312" pitchFamily="49" charset="-122"/>
                <a:ea typeface="楷体_GB2312" pitchFamily="49" charset="-122"/>
              </a:rPr>
              <a:t> </a:t>
            </a:r>
            <a:r>
              <a:rPr kumimoji="1" lang="zh-CN" altLang="en-US" sz="3200" b="1">
                <a:solidFill>
                  <a:srgbClr val="003366"/>
                </a:solidFill>
                <a:latin typeface="楷体_GB2312" pitchFamily="49" charset="-122"/>
                <a:ea typeface="楷体_GB2312" pitchFamily="49" charset="-122"/>
              </a:rPr>
              <a:t>黑体辐射  普朗克能量子假设</a:t>
            </a:r>
            <a:endParaRPr kumimoji="1" lang="zh-CN" altLang="en-US" sz="3200" b="1">
              <a:solidFill>
                <a:srgbClr val="003366"/>
              </a:solidFill>
              <a:latin typeface="楷体_GB2312" pitchFamily="49" charset="-122"/>
              <a:ea typeface="楷体_GB2312" pitchFamily="49" charset="-122"/>
            </a:endParaRPr>
          </a:p>
        </p:txBody>
      </p:sp>
      <p:sp>
        <p:nvSpPr>
          <p:cNvPr id="4100" name="Rectangle 6">
            <a:hlinkClick r:id="rId2"/>
          </p:cNvPr>
          <p:cNvSpPr>
            <a:spLocks noChangeArrowheads="1"/>
          </p:cNvSpPr>
          <p:nvPr/>
        </p:nvSpPr>
        <p:spPr bwMode="auto">
          <a:xfrm>
            <a:off x="762000" y="3127375"/>
            <a:ext cx="7423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Ø"/>
            </a:pPr>
            <a:r>
              <a:rPr kumimoji="1" lang="en-US" altLang="zh-CN" sz="3200" b="1">
                <a:solidFill>
                  <a:srgbClr val="003366"/>
                </a:solidFill>
                <a:latin typeface="楷体_GB2312" pitchFamily="49" charset="-122"/>
                <a:ea typeface="楷体_GB2312" pitchFamily="49" charset="-122"/>
              </a:rPr>
              <a:t> </a:t>
            </a:r>
            <a:r>
              <a:rPr kumimoji="1" lang="zh-CN" altLang="en-US" sz="3200" b="1">
                <a:solidFill>
                  <a:srgbClr val="003366"/>
                </a:solidFill>
                <a:latin typeface="楷体_GB2312" pitchFamily="49" charset="-122"/>
                <a:ea typeface="楷体_GB2312" pitchFamily="49" charset="-122"/>
              </a:rPr>
              <a:t>氢原子的玻尔理论</a:t>
            </a:r>
            <a:endParaRPr kumimoji="1" lang="zh-CN" altLang="en-US" sz="3200" b="1">
              <a:solidFill>
                <a:srgbClr val="003366"/>
              </a:solidFill>
              <a:latin typeface="楷体_GB2312" pitchFamily="49" charset="-122"/>
              <a:ea typeface="楷体_GB2312" pitchFamily="49" charset="-122"/>
            </a:endParaRPr>
          </a:p>
        </p:txBody>
      </p:sp>
      <p:sp>
        <p:nvSpPr>
          <p:cNvPr id="4101" name="Rectangle 7">
            <a:hlinkClick r:id="rId3"/>
          </p:cNvPr>
          <p:cNvSpPr>
            <a:spLocks noChangeArrowheads="1"/>
          </p:cNvSpPr>
          <p:nvPr/>
        </p:nvSpPr>
        <p:spPr bwMode="auto">
          <a:xfrm>
            <a:off x="762000" y="2517775"/>
            <a:ext cx="7423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Ø"/>
            </a:pPr>
            <a:r>
              <a:rPr kumimoji="1" lang="en-US" altLang="zh-CN" sz="3200" b="1">
                <a:solidFill>
                  <a:srgbClr val="003366"/>
                </a:solidFill>
                <a:latin typeface="楷体_GB2312" pitchFamily="49" charset="-122"/>
                <a:ea typeface="楷体_GB2312" pitchFamily="49" charset="-122"/>
              </a:rPr>
              <a:t> </a:t>
            </a:r>
            <a:r>
              <a:rPr kumimoji="1" lang="zh-CN" altLang="en-US" sz="3200" b="1">
                <a:solidFill>
                  <a:srgbClr val="003366"/>
                </a:solidFill>
                <a:latin typeface="楷体_GB2312" pitchFamily="49" charset="-122"/>
                <a:ea typeface="楷体_GB2312" pitchFamily="49" charset="-122"/>
              </a:rPr>
              <a:t>康普顿效应</a:t>
            </a:r>
            <a:endParaRPr kumimoji="1" lang="zh-CN" altLang="en-US" sz="3200" b="1">
              <a:solidFill>
                <a:srgbClr val="003366"/>
              </a:solidFill>
              <a:latin typeface="楷体_GB2312" pitchFamily="49" charset="-122"/>
              <a:ea typeface="楷体_GB2312" pitchFamily="49" charset="-122"/>
            </a:endParaRPr>
          </a:p>
        </p:txBody>
      </p:sp>
      <p:sp>
        <p:nvSpPr>
          <p:cNvPr id="4102" name="Rectangle 8">
            <a:hlinkClick r:id="rId4"/>
          </p:cNvPr>
          <p:cNvSpPr>
            <a:spLocks noChangeArrowheads="1"/>
          </p:cNvSpPr>
          <p:nvPr/>
        </p:nvSpPr>
        <p:spPr bwMode="auto">
          <a:xfrm>
            <a:off x="762000" y="1908175"/>
            <a:ext cx="7397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Ø"/>
            </a:pPr>
            <a:r>
              <a:rPr kumimoji="1" lang="en-US" altLang="zh-CN" sz="3200" b="1">
                <a:solidFill>
                  <a:srgbClr val="003366"/>
                </a:solidFill>
                <a:latin typeface="楷体_GB2312" pitchFamily="49" charset="-122"/>
                <a:ea typeface="楷体_GB2312" pitchFamily="49" charset="-122"/>
              </a:rPr>
              <a:t> </a:t>
            </a:r>
            <a:r>
              <a:rPr kumimoji="1" lang="zh-CN" altLang="en-US" sz="3200" b="1">
                <a:solidFill>
                  <a:srgbClr val="FF0000"/>
                </a:solidFill>
                <a:latin typeface="楷体_GB2312" pitchFamily="49" charset="-122"/>
                <a:ea typeface="楷体_GB2312" pitchFamily="49" charset="-122"/>
              </a:rPr>
              <a:t>光电效应  </a:t>
            </a:r>
            <a:r>
              <a:rPr kumimoji="1" lang="zh-CN" altLang="en-US" sz="3200" b="1">
                <a:solidFill>
                  <a:srgbClr val="003366"/>
                </a:solidFill>
                <a:latin typeface="楷体_GB2312" pitchFamily="49" charset="-122"/>
                <a:ea typeface="楷体_GB2312" pitchFamily="49" charset="-122"/>
              </a:rPr>
              <a:t>光的波粒二象性</a:t>
            </a:r>
            <a:endParaRPr kumimoji="1" lang="zh-CN" altLang="en-US" sz="3200" b="1">
              <a:solidFill>
                <a:srgbClr val="003366"/>
              </a:solidFill>
              <a:latin typeface="楷体_GB2312" pitchFamily="49" charset="-122"/>
              <a:ea typeface="楷体_GB2312" pitchFamily="49" charset="-122"/>
            </a:endParaRPr>
          </a:p>
        </p:txBody>
      </p:sp>
      <p:sp>
        <p:nvSpPr>
          <p:cNvPr id="4103" name="Text Box 10"/>
          <p:cNvSpPr txBox="1">
            <a:spLocks noChangeArrowheads="1"/>
          </p:cNvSpPr>
          <p:nvPr/>
        </p:nvSpPr>
        <p:spPr bwMode="auto">
          <a:xfrm>
            <a:off x="736600" y="3767138"/>
            <a:ext cx="6356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0000"/>
              </a:buClr>
              <a:buFont typeface="Wingdings" panose="05000000000000000000" pitchFamily="2" charset="2"/>
              <a:buChar char="Ø"/>
            </a:pPr>
            <a:r>
              <a:rPr lang="en-US" altLang="zh-CN" sz="3200" b="1">
                <a:solidFill>
                  <a:srgbClr val="003366"/>
                </a:solidFill>
                <a:latin typeface="楷体_GB2312" pitchFamily="49" charset="-122"/>
                <a:ea typeface="楷体_GB2312" pitchFamily="49" charset="-122"/>
              </a:rPr>
              <a:t> </a:t>
            </a:r>
            <a:r>
              <a:rPr lang="zh-CN" altLang="en-US" sz="3200" b="1">
                <a:solidFill>
                  <a:srgbClr val="003366"/>
                </a:solidFill>
                <a:latin typeface="楷体_GB2312" pitchFamily="49" charset="-122"/>
                <a:ea typeface="楷体_GB2312" pitchFamily="49" charset="-122"/>
              </a:rPr>
              <a:t>弗兰克</a:t>
            </a:r>
            <a:r>
              <a:rPr lang="en-US" altLang="zh-CN" sz="3200" b="1">
                <a:solidFill>
                  <a:srgbClr val="003366"/>
                </a:solidFill>
                <a:latin typeface="楷体_GB2312" pitchFamily="49" charset="-122"/>
                <a:ea typeface="楷体_GB2312" pitchFamily="49" charset="-122"/>
              </a:rPr>
              <a:t>-</a:t>
            </a:r>
            <a:r>
              <a:rPr lang="zh-CN" altLang="en-US" sz="3200" b="1">
                <a:solidFill>
                  <a:srgbClr val="003366"/>
                </a:solidFill>
                <a:latin typeface="楷体_GB2312" pitchFamily="49" charset="-122"/>
                <a:ea typeface="楷体_GB2312" pitchFamily="49" charset="-122"/>
              </a:rPr>
              <a:t>赫兹实验</a:t>
            </a:r>
            <a:r>
              <a:rPr lang="en-US" altLang="zh-CN" sz="2400" b="1">
                <a:solidFill>
                  <a:srgbClr val="003366"/>
                </a:solidFill>
                <a:latin typeface="楷体_GB2312" pitchFamily="49" charset="-122"/>
                <a:ea typeface="楷体_GB2312" pitchFamily="49" charset="-122"/>
              </a:rPr>
              <a:t>(</a:t>
            </a:r>
            <a:r>
              <a:rPr lang="zh-CN" altLang="en-US" sz="2400" b="1">
                <a:solidFill>
                  <a:srgbClr val="003366"/>
                </a:solidFill>
                <a:latin typeface="楷体_GB2312" pitchFamily="49" charset="-122"/>
                <a:ea typeface="楷体_GB2312" pitchFamily="49" charset="-122"/>
              </a:rPr>
              <a:t>了解）</a:t>
            </a:r>
            <a:endParaRPr lang="zh-CN" altLang="en-US" sz="2400" b="1">
              <a:solidFill>
                <a:srgbClr val="003366"/>
              </a:solidFill>
              <a:latin typeface="楷体_GB2312" pitchFamily="49" charset="-122"/>
              <a:ea typeface="楷体_GB2312" pitchFamily="49" charset="-122"/>
            </a:endParaRPr>
          </a:p>
        </p:txBody>
      </p:sp>
      <p:sp>
        <p:nvSpPr>
          <p:cNvPr id="4104" name="Rectangle 11">
            <a:hlinkClick r:id="rId5"/>
          </p:cNvPr>
          <p:cNvSpPr>
            <a:spLocks noChangeArrowheads="1"/>
          </p:cNvSpPr>
          <p:nvPr/>
        </p:nvSpPr>
        <p:spPr bwMode="auto">
          <a:xfrm>
            <a:off x="762000" y="4346575"/>
            <a:ext cx="8032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Ø"/>
            </a:pPr>
            <a:r>
              <a:rPr kumimoji="1" lang="en-US" altLang="zh-CN" sz="3200" b="1">
                <a:solidFill>
                  <a:srgbClr val="003366"/>
                </a:solidFill>
                <a:latin typeface="楷体_GB2312" pitchFamily="49" charset="-122"/>
                <a:ea typeface="楷体_GB2312" pitchFamily="49" charset="-122"/>
              </a:rPr>
              <a:t> </a:t>
            </a:r>
            <a:r>
              <a:rPr kumimoji="1" lang="zh-CN" altLang="en-US" sz="3200" b="1">
                <a:solidFill>
                  <a:srgbClr val="FF0000"/>
                </a:solidFill>
                <a:latin typeface="楷体_GB2312" pitchFamily="49" charset="-122"/>
                <a:ea typeface="楷体_GB2312" pitchFamily="49" charset="-122"/>
              </a:rPr>
              <a:t>德布罗意波  实物粒子的二象性</a:t>
            </a:r>
            <a:endParaRPr kumimoji="1" lang="zh-CN" altLang="en-US" sz="3200" b="1">
              <a:solidFill>
                <a:srgbClr val="FF0000"/>
              </a:solidFill>
              <a:latin typeface="楷体_GB2312" pitchFamily="49" charset="-122"/>
              <a:ea typeface="楷体_GB2312" pitchFamily="49" charset="-122"/>
            </a:endParaRPr>
          </a:p>
        </p:txBody>
      </p:sp>
      <p:sp>
        <p:nvSpPr>
          <p:cNvPr id="4105" name="Rectangle 12">
            <a:hlinkClick r:id="rId6"/>
          </p:cNvPr>
          <p:cNvSpPr>
            <a:spLocks noChangeArrowheads="1"/>
          </p:cNvSpPr>
          <p:nvPr/>
        </p:nvSpPr>
        <p:spPr bwMode="auto">
          <a:xfrm>
            <a:off x="762000" y="4956175"/>
            <a:ext cx="7391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Ø"/>
            </a:pPr>
            <a:r>
              <a:rPr kumimoji="1" lang="en-US" altLang="zh-CN" sz="3200" b="1">
                <a:solidFill>
                  <a:srgbClr val="003366"/>
                </a:solidFill>
                <a:latin typeface="楷体_GB2312" pitchFamily="49" charset="-122"/>
                <a:ea typeface="楷体_GB2312" pitchFamily="49" charset="-122"/>
              </a:rPr>
              <a:t> </a:t>
            </a:r>
            <a:r>
              <a:rPr kumimoji="1" lang="zh-CN" altLang="en-US" sz="3200" b="1">
                <a:solidFill>
                  <a:srgbClr val="003366"/>
                </a:solidFill>
                <a:latin typeface="楷体_GB2312" pitchFamily="49" charset="-122"/>
                <a:ea typeface="楷体_GB2312" pitchFamily="49" charset="-122"/>
              </a:rPr>
              <a:t>不确定关系 </a:t>
            </a:r>
            <a:endParaRPr kumimoji="1" lang="zh-CN" altLang="en-US" sz="3200" b="1">
              <a:solidFill>
                <a:srgbClr val="003366"/>
              </a:solidFill>
              <a:latin typeface="楷体_GB2312" pitchFamily="49" charset="-122"/>
              <a:ea typeface="楷体_GB2312" pitchFamily="49" charset="-122"/>
            </a:endParaRPr>
          </a:p>
        </p:txBody>
      </p:sp>
      <p:sp>
        <p:nvSpPr>
          <p:cNvPr id="4106" name="Rectangle 14">
            <a:hlinkClick r:id="rId7"/>
          </p:cNvPr>
          <p:cNvSpPr>
            <a:spLocks noChangeArrowheads="1"/>
          </p:cNvSpPr>
          <p:nvPr/>
        </p:nvSpPr>
        <p:spPr bwMode="auto">
          <a:xfrm>
            <a:off x="755650" y="5586413"/>
            <a:ext cx="6400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Ø"/>
            </a:pPr>
            <a:r>
              <a:rPr kumimoji="1" lang="en-US" altLang="zh-CN" sz="3200" b="1">
                <a:solidFill>
                  <a:srgbClr val="003366"/>
                </a:solidFill>
                <a:latin typeface="楷体_GB2312" pitchFamily="49" charset="-122"/>
                <a:ea typeface="楷体_GB2312" pitchFamily="49" charset="-122"/>
              </a:rPr>
              <a:t> </a:t>
            </a:r>
            <a:r>
              <a:rPr kumimoji="1" lang="zh-CN" altLang="en-US" sz="3200" b="1">
                <a:solidFill>
                  <a:srgbClr val="FF0000"/>
                </a:solidFill>
                <a:latin typeface="楷体_GB2312" pitchFamily="49" charset="-122"/>
                <a:ea typeface="楷体_GB2312" pitchFamily="49" charset="-122"/>
              </a:rPr>
              <a:t>量子力学简介</a:t>
            </a:r>
            <a:endParaRPr kumimoji="1" lang="zh-CN" altLang="en-US" sz="3200" b="1">
              <a:solidFill>
                <a:srgbClr val="FF0000"/>
              </a:solidFill>
              <a:latin typeface="楷体_GB2312" pitchFamily="49" charset="-122"/>
              <a:ea typeface="楷体_GB2312"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081087" y="233362"/>
            <a:ext cx="6981825" cy="6391275"/>
          </a:xfrm>
          <a:prstGeom prst="rect">
            <a:avLst/>
          </a:prstGeom>
        </p:spPr>
      </p:pic>
      <p:sp>
        <p:nvSpPr>
          <p:cNvPr id="4" name="矩形 3"/>
          <p:cNvSpPr/>
          <p:nvPr/>
        </p:nvSpPr>
        <p:spPr bwMode="auto">
          <a:xfrm>
            <a:off x="5508104" y="908720"/>
            <a:ext cx="1728192" cy="504056"/>
          </a:xfrm>
          <a:prstGeom prst="rect">
            <a:avLst/>
          </a:prstGeom>
          <a:noFill/>
          <a:ln w="476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5" name="矩形 4"/>
          <p:cNvSpPr/>
          <p:nvPr/>
        </p:nvSpPr>
        <p:spPr bwMode="auto">
          <a:xfrm>
            <a:off x="5724128" y="1565176"/>
            <a:ext cx="2088232" cy="522958"/>
          </a:xfrm>
          <a:prstGeom prst="rect">
            <a:avLst/>
          </a:prstGeom>
          <a:noFill/>
          <a:ln w="476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矩形 5"/>
          <p:cNvSpPr/>
          <p:nvPr/>
        </p:nvSpPr>
        <p:spPr bwMode="auto">
          <a:xfrm>
            <a:off x="3347864" y="2060848"/>
            <a:ext cx="1728192" cy="432048"/>
          </a:xfrm>
          <a:prstGeom prst="rect">
            <a:avLst/>
          </a:prstGeom>
          <a:noFill/>
          <a:ln w="476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7" name="矩形 6"/>
          <p:cNvSpPr/>
          <p:nvPr/>
        </p:nvSpPr>
        <p:spPr bwMode="auto">
          <a:xfrm>
            <a:off x="1475656" y="2780928"/>
            <a:ext cx="6120680" cy="432048"/>
          </a:xfrm>
          <a:prstGeom prst="rect">
            <a:avLst/>
          </a:prstGeom>
          <a:noFill/>
          <a:ln w="476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8" name="矩形 7"/>
          <p:cNvSpPr/>
          <p:nvPr/>
        </p:nvSpPr>
        <p:spPr bwMode="auto">
          <a:xfrm>
            <a:off x="6588224" y="3212976"/>
            <a:ext cx="1474688" cy="360040"/>
          </a:xfrm>
          <a:prstGeom prst="rect">
            <a:avLst/>
          </a:prstGeom>
          <a:noFill/>
          <a:ln w="476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1" name="Text Box 3"/>
          <p:cNvSpPr txBox="1">
            <a:spLocks noChangeArrowheads="1"/>
          </p:cNvSpPr>
          <p:nvPr/>
        </p:nvSpPr>
        <p:spPr bwMode="auto">
          <a:xfrm>
            <a:off x="468313" y="1219200"/>
            <a:ext cx="8062912" cy="2354263"/>
          </a:xfrm>
          <a:prstGeom prst="rect">
            <a:avLst/>
          </a:prstGeom>
          <a:noFill/>
          <a:ln w="76200" cap="rnd" cmpd="tri">
            <a:solidFill>
              <a:schemeClr val="tx2"/>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sz="2400">
                <a:solidFill>
                  <a:srgbClr val="0000CC"/>
                </a:solidFill>
                <a:latin typeface="Times New Roman" panose="02020603050405020304" pitchFamily="18" charset="0"/>
                <a:ea typeface="黑体" panose="02010609060101010101" pitchFamily="49" charset="-122"/>
              </a:rPr>
              <a:t>     </a:t>
            </a:r>
            <a:r>
              <a:rPr lang="zh-CN" altLang="en-US" sz="2400" b="1">
                <a:solidFill>
                  <a:srgbClr val="0000CC"/>
                </a:solidFill>
                <a:latin typeface="Times New Roman" panose="02020603050405020304" pitchFamily="18" charset="0"/>
                <a:ea typeface="黑体" panose="02010609060101010101" pitchFamily="49" charset="-122"/>
              </a:rPr>
              <a:t>黑体是由带电的线性谐振子所组成，这些谐振子的能量是不能连续变化的，只能取一些分立值</a:t>
            </a:r>
            <a:r>
              <a:rPr lang="en-US" altLang="zh-CN" sz="2400" b="1">
                <a:solidFill>
                  <a:srgbClr val="0000CC"/>
                </a:solidFill>
                <a:latin typeface="Times New Roman" panose="02020603050405020304" pitchFamily="18" charset="0"/>
                <a:ea typeface="黑体" panose="02010609060101010101" pitchFamily="49" charset="-122"/>
              </a:rPr>
              <a:t>,</a:t>
            </a:r>
            <a:r>
              <a:rPr lang="zh-CN" altLang="en-US" sz="2400" b="1">
                <a:solidFill>
                  <a:srgbClr val="0000CC"/>
                </a:solidFill>
                <a:latin typeface="Times New Roman" panose="02020603050405020304" pitchFamily="18" charset="0"/>
                <a:ea typeface="黑体" panose="02010609060101010101" pitchFamily="49" charset="-122"/>
              </a:rPr>
              <a:t>这些分立值是最小能量 </a:t>
            </a:r>
            <a:r>
              <a:rPr lang="zh-CN" altLang="en-US" sz="2400" b="1">
                <a:solidFill>
                  <a:srgbClr val="0000CC"/>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baseline="-25000">
                <a:solidFill>
                  <a:srgbClr val="0000CC"/>
                </a:solidFill>
                <a:latin typeface="Times New Roman" panose="02020603050405020304" pitchFamily="18" charset="0"/>
                <a:ea typeface="黑体" panose="02010609060101010101" pitchFamily="49" charset="-122"/>
                <a:sym typeface="Symbol" panose="05050102010706020507" pitchFamily="18" charset="2"/>
              </a:rPr>
              <a:t>0 </a:t>
            </a:r>
            <a:r>
              <a:rPr lang="zh-CN" altLang="en-US" sz="2400" b="1">
                <a:solidFill>
                  <a:srgbClr val="0000CC"/>
                </a:solidFill>
                <a:latin typeface="Times New Roman" panose="02020603050405020304" pitchFamily="18" charset="0"/>
                <a:ea typeface="黑体" panose="02010609060101010101" pitchFamily="49" charset="-122"/>
                <a:sym typeface="Symbol" panose="05050102010706020507" pitchFamily="18" charset="2"/>
              </a:rPr>
              <a:t>的整数倍，即  </a:t>
            </a:r>
            <a:r>
              <a:rPr lang="en-US" altLang="zh-CN" sz="2400" b="1" baseline="-25000">
                <a:solidFill>
                  <a:srgbClr val="0000CC"/>
                </a:solidFill>
                <a:latin typeface="Times New Roman" panose="02020603050405020304" pitchFamily="18" charset="0"/>
                <a:ea typeface="黑体" panose="02010609060101010101" pitchFamily="49" charset="-122"/>
                <a:sym typeface="Symbol" panose="05050102010706020507" pitchFamily="18" charset="2"/>
              </a:rPr>
              <a:t>0 , </a:t>
            </a:r>
            <a:r>
              <a:rPr lang="en-US" altLang="zh-CN" sz="2400" b="1">
                <a:solidFill>
                  <a:srgbClr val="0000CC"/>
                </a:solidFill>
                <a:latin typeface="Times New Roman" panose="02020603050405020304" pitchFamily="18" charset="0"/>
                <a:ea typeface="黑体" panose="02010609060101010101" pitchFamily="49" charset="-122"/>
                <a:sym typeface="Symbol" panose="05050102010706020507" pitchFamily="18" charset="2"/>
              </a:rPr>
              <a:t>2</a:t>
            </a:r>
            <a:r>
              <a:rPr lang="en-US" altLang="zh-CN" sz="2400" b="1" baseline="-25000">
                <a:solidFill>
                  <a:srgbClr val="0000CC"/>
                </a:solidFill>
                <a:latin typeface="Times New Roman" panose="02020603050405020304" pitchFamily="18" charset="0"/>
                <a:ea typeface="黑体" panose="02010609060101010101" pitchFamily="49" charset="-122"/>
                <a:sym typeface="Symbol" panose="05050102010706020507" pitchFamily="18" charset="2"/>
              </a:rPr>
              <a:t>0</a:t>
            </a:r>
            <a:r>
              <a:rPr lang="zh-CN" altLang="en-US" sz="2400" b="1" baseline="-25000">
                <a:solidFill>
                  <a:srgbClr val="0000CC"/>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400" b="1">
                <a:solidFill>
                  <a:srgbClr val="0000CC"/>
                </a:solidFill>
                <a:latin typeface="Times New Roman" panose="02020603050405020304" pitchFamily="18" charset="0"/>
                <a:ea typeface="黑体" panose="02010609060101010101" pitchFamily="49" charset="-122"/>
                <a:sym typeface="Symbol" panose="05050102010706020507" pitchFamily="18" charset="2"/>
              </a:rPr>
              <a:t>3</a:t>
            </a:r>
            <a:r>
              <a:rPr lang="en-US" altLang="zh-CN" sz="2400" b="1" baseline="-25000">
                <a:solidFill>
                  <a:srgbClr val="0000CC"/>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400" b="1">
                <a:solidFill>
                  <a:srgbClr val="0000CC"/>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baseline="-25000">
                <a:solidFill>
                  <a:srgbClr val="0000CC"/>
                </a:solidFill>
                <a:latin typeface="Times New Roman" panose="02020603050405020304" pitchFamily="18" charset="0"/>
                <a:ea typeface="黑体" panose="02010609060101010101" pitchFamily="49" charset="-122"/>
                <a:sym typeface="Symbol" panose="05050102010706020507" pitchFamily="18" charset="2"/>
              </a:rPr>
              <a:t>0</a:t>
            </a:r>
            <a:r>
              <a:rPr lang="en-US" altLang="zh-CN" sz="2400" b="1">
                <a:solidFill>
                  <a:srgbClr val="0000CC"/>
                </a:solidFill>
                <a:latin typeface="Times New Roman" panose="02020603050405020304" pitchFamily="18" charset="0"/>
                <a:ea typeface="黑体" panose="02010609060101010101" pitchFamily="49" charset="-122"/>
              </a:rPr>
              <a:t> ……</a:t>
            </a:r>
            <a:r>
              <a:rPr lang="zh-CN" altLang="en-US" sz="2400" b="1">
                <a:solidFill>
                  <a:srgbClr val="0000CC"/>
                </a:solidFill>
                <a:latin typeface="Times New Roman" panose="02020603050405020304" pitchFamily="18" charset="0"/>
                <a:ea typeface="黑体" panose="02010609060101010101" pitchFamily="49" charset="-122"/>
              </a:rPr>
              <a:t>称为谐振子的能级。频率为</a:t>
            </a:r>
            <a:r>
              <a:rPr lang="zh-CN" altLang="en-US" sz="2400" b="1">
                <a:solidFill>
                  <a:srgbClr val="0000CC"/>
                </a:solidFill>
                <a:latin typeface="Times New Roman" panose="02020603050405020304" pitchFamily="18" charset="0"/>
                <a:ea typeface="黑体" panose="02010609060101010101" pitchFamily="49" charset="-122"/>
                <a:sym typeface="Symbol" panose="05050102010706020507" pitchFamily="18" charset="2"/>
              </a:rPr>
              <a:t>的谐振子的最小 能量 </a:t>
            </a:r>
            <a:r>
              <a:rPr lang="en-US" altLang="zh-CN" sz="2400" b="1" baseline="-25000">
                <a:solidFill>
                  <a:srgbClr val="0000CC"/>
                </a:solidFill>
                <a:latin typeface="Times New Roman" panose="02020603050405020304" pitchFamily="18" charset="0"/>
                <a:ea typeface="黑体" panose="02010609060101010101" pitchFamily="49" charset="-122"/>
                <a:sym typeface="Symbol" panose="05050102010706020507" pitchFamily="18" charset="2"/>
              </a:rPr>
              <a:t>0</a:t>
            </a:r>
            <a:r>
              <a:rPr lang="en-US" altLang="zh-CN" sz="2400" b="1">
                <a:solidFill>
                  <a:srgbClr val="0000CC"/>
                </a:solidFill>
                <a:latin typeface="Times New Roman" panose="02020603050405020304" pitchFamily="18" charset="0"/>
                <a:ea typeface="黑体" panose="02010609060101010101" pitchFamily="49" charset="-122"/>
                <a:sym typeface="Symbol" panose="05050102010706020507" pitchFamily="18" charset="2"/>
              </a:rPr>
              <a:t> =h </a:t>
            </a:r>
            <a:r>
              <a:rPr lang="en-US" altLang="zh-CN" sz="2400" b="1">
                <a:solidFill>
                  <a:srgbClr val="0000CC"/>
                </a:solidFill>
                <a:latin typeface="Times New Roman" panose="02020603050405020304" pitchFamily="18" charset="0"/>
                <a:sym typeface="Symbol" panose="05050102010706020507" pitchFamily="18" charset="2"/>
              </a:rPr>
              <a:t></a:t>
            </a:r>
            <a:r>
              <a:rPr lang="en-US" altLang="zh-CN" sz="2400">
                <a:sym typeface="Symbol" panose="05050102010706020507" pitchFamily="18" charset="2"/>
              </a:rPr>
              <a:t> </a:t>
            </a:r>
            <a:r>
              <a:rPr lang="en-US" altLang="zh-CN" sz="2400" b="1">
                <a:solidFill>
                  <a:srgbClr val="0000CC"/>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400" b="1">
                <a:solidFill>
                  <a:srgbClr val="0000CC"/>
                </a:solidFill>
                <a:latin typeface="Times New Roman" panose="02020603050405020304" pitchFamily="18" charset="0"/>
                <a:ea typeface="黑体" panose="02010609060101010101" pitchFamily="49" charset="-122"/>
                <a:sym typeface="Symbol" panose="05050102010706020507" pitchFamily="18" charset="2"/>
              </a:rPr>
              <a:t>称为能量子。黑体在辐射和吸收能量时是以能量子的形式进行的。</a:t>
            </a:r>
            <a:endParaRPr lang="zh-CN" altLang="en-US" sz="2400" b="1">
              <a:solidFill>
                <a:srgbClr val="0000CC"/>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63493" name="Text Box 5"/>
          <p:cNvSpPr txBox="1">
            <a:spLocks noChangeArrowheads="1"/>
          </p:cNvSpPr>
          <p:nvPr/>
        </p:nvSpPr>
        <p:spPr bwMode="auto">
          <a:xfrm>
            <a:off x="839788" y="115888"/>
            <a:ext cx="3657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chemeClr val="bg1"/>
                </a:solidFill>
                <a:latin typeface="Times New Roman" panose="02020603050405020304" pitchFamily="18" charset="0"/>
                <a:ea typeface="华文新魏" panose="02010800040101010101" pitchFamily="2" charset="-122"/>
              </a:rPr>
              <a:t>普朗克量子假说</a:t>
            </a:r>
            <a:endParaRPr lang="zh-CN" altLang="en-US" sz="2800" b="1">
              <a:solidFill>
                <a:schemeClr val="bg1"/>
              </a:solidFill>
              <a:latin typeface="Times New Roman" panose="02020603050405020304" pitchFamily="18" charset="0"/>
              <a:ea typeface="华文新魏" panose="02010800040101010101" pitchFamily="2" charset="-122"/>
            </a:endParaRPr>
          </a:p>
        </p:txBody>
      </p:sp>
      <p:sp>
        <p:nvSpPr>
          <p:cNvPr id="3" name="Text Box 9"/>
          <p:cNvSpPr txBox="1">
            <a:spLocks noChangeArrowheads="1"/>
          </p:cNvSpPr>
          <p:nvPr/>
        </p:nvSpPr>
        <p:spPr bwMode="auto">
          <a:xfrm>
            <a:off x="782216" y="4315878"/>
            <a:ext cx="7579568" cy="1301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lang="zh-CN" altLang="en-US" sz="2800" b="1" dirty="0">
                <a:solidFill>
                  <a:srgbClr val="003366"/>
                </a:solidFill>
              </a:rPr>
              <a:t>在宏观范围内，能量量子化的效应是极不明显的，即宏观物体的能量完全可视作是连续的</a:t>
            </a:r>
            <a:r>
              <a:rPr lang="en-US" altLang="zh-CN" sz="2800" b="1" dirty="0">
                <a:solidFill>
                  <a:srgbClr val="003366"/>
                </a:solidFill>
              </a:rPr>
              <a:t>.</a:t>
            </a:r>
            <a:endParaRPr lang="en-US" altLang="zh-CN" sz="2800" b="1" dirty="0">
              <a:solidFill>
                <a:srgbClr val="003366"/>
              </a:solidFill>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63493"/>
                                        </p:tgtEl>
                                        <p:attrNameLst>
                                          <p:attrName>style.visibility</p:attrName>
                                        </p:attrNameLst>
                                      </p:cBhvr>
                                      <p:to>
                                        <p:strVal val="visible"/>
                                      </p:to>
                                    </p:set>
                                    <p:anim calcmode="lin" valueType="num">
                                      <p:cBhvr additive="base">
                                        <p:cTn id="7" dur="500" fill="hold"/>
                                        <p:tgtEl>
                                          <p:spTgt spid="63493"/>
                                        </p:tgtEl>
                                        <p:attrNameLst>
                                          <p:attrName>ppt_x</p:attrName>
                                        </p:attrNameLst>
                                      </p:cBhvr>
                                      <p:tavLst>
                                        <p:tav tm="0">
                                          <p:val>
                                            <p:strVal val="#ppt_x"/>
                                          </p:val>
                                        </p:tav>
                                        <p:tav tm="100000">
                                          <p:val>
                                            <p:strVal val="#ppt_x"/>
                                          </p:val>
                                        </p:tav>
                                      </p:tavLst>
                                    </p:anim>
                                    <p:anim calcmode="lin" valueType="num">
                                      <p:cBhvr additive="base">
                                        <p:cTn id="8" dur="500" fill="hold"/>
                                        <p:tgtEl>
                                          <p:spTgt spid="6349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7" presetClass="entr" presetSubtype="4" fill="hold" nodeType="afterEffect">
                                  <p:stCondLst>
                                    <p:cond delay="0"/>
                                  </p:stCondLst>
                                  <p:childTnLst>
                                    <p:set>
                                      <p:cBhvr>
                                        <p:cTn id="11" dur="1" fill="hold">
                                          <p:stCondLst>
                                            <p:cond delay="0"/>
                                          </p:stCondLst>
                                        </p:cTn>
                                        <p:tgtEl>
                                          <p:spTgt spid="63491"/>
                                        </p:tgtEl>
                                        <p:attrNameLst>
                                          <p:attrName>style.visibility</p:attrName>
                                        </p:attrNameLst>
                                      </p:cBhvr>
                                      <p:to>
                                        <p:strVal val="visible"/>
                                      </p:to>
                                    </p:set>
                                    <p:anim calcmode="lin" valueType="num">
                                      <p:cBhvr>
                                        <p:cTn id="12" dur="500" fill="hold"/>
                                        <p:tgtEl>
                                          <p:spTgt spid="63491"/>
                                        </p:tgtEl>
                                        <p:attrNameLst>
                                          <p:attrName>ppt_x</p:attrName>
                                        </p:attrNameLst>
                                      </p:cBhvr>
                                      <p:tavLst>
                                        <p:tav tm="0">
                                          <p:val>
                                            <p:strVal val="#ppt_x"/>
                                          </p:val>
                                        </p:tav>
                                        <p:tav tm="100000">
                                          <p:val>
                                            <p:strVal val="#ppt_x"/>
                                          </p:val>
                                        </p:tav>
                                      </p:tavLst>
                                    </p:anim>
                                    <p:anim calcmode="lin" valueType="num">
                                      <p:cBhvr>
                                        <p:cTn id="13" dur="500" fill="hold"/>
                                        <p:tgtEl>
                                          <p:spTgt spid="63491"/>
                                        </p:tgtEl>
                                        <p:attrNameLst>
                                          <p:attrName>ppt_y</p:attrName>
                                        </p:attrNameLst>
                                      </p:cBhvr>
                                      <p:tavLst>
                                        <p:tav tm="0">
                                          <p:val>
                                            <p:strVal val="#ppt_y+#ppt_h/2"/>
                                          </p:val>
                                        </p:tav>
                                        <p:tav tm="100000">
                                          <p:val>
                                            <p:strVal val="#ppt_y"/>
                                          </p:val>
                                        </p:tav>
                                      </p:tavLst>
                                    </p:anim>
                                    <p:anim calcmode="lin" valueType="num">
                                      <p:cBhvr>
                                        <p:cTn id="14" dur="500" fill="hold"/>
                                        <p:tgtEl>
                                          <p:spTgt spid="63491"/>
                                        </p:tgtEl>
                                        <p:attrNameLst>
                                          <p:attrName>ppt_w</p:attrName>
                                        </p:attrNameLst>
                                      </p:cBhvr>
                                      <p:tavLst>
                                        <p:tav tm="0">
                                          <p:val>
                                            <p:strVal val="#ppt_w"/>
                                          </p:val>
                                        </p:tav>
                                        <p:tav tm="100000">
                                          <p:val>
                                            <p:strVal val="#ppt_w"/>
                                          </p:val>
                                        </p:tav>
                                      </p:tavLst>
                                    </p:anim>
                                    <p:anim calcmode="lin" valueType="num">
                                      <p:cBhvr>
                                        <p:cTn id="15" dur="500" fill="hold"/>
                                        <p:tgtEl>
                                          <p:spTgt spid="63491"/>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animBg="1"/>
      <p:bldP spid="63493" grpId="0"/>
      <p:bldP spid="3"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2381250" y="115888"/>
            <a:ext cx="44958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b="1">
                <a:solidFill>
                  <a:schemeClr val="bg1"/>
                </a:solidFill>
                <a:latin typeface="宋体" panose="02010600030101010101" pitchFamily="2" charset="-122"/>
              </a:rPr>
              <a:t>  </a:t>
            </a:r>
            <a:r>
              <a:rPr lang="zh-CN" altLang="en-US" sz="3200" b="1">
                <a:solidFill>
                  <a:schemeClr val="bg1"/>
                </a:solidFill>
                <a:latin typeface="宋体" panose="02010600030101010101" pitchFamily="2" charset="-122"/>
              </a:rPr>
              <a:t>光电效应现象</a:t>
            </a:r>
            <a:endParaRPr lang="zh-CN" altLang="en-US" sz="3200" b="1">
              <a:solidFill>
                <a:schemeClr val="bg1"/>
              </a:solidFill>
              <a:latin typeface="宋体" panose="02010600030101010101" pitchFamily="2" charset="-122"/>
            </a:endParaRPr>
          </a:p>
        </p:txBody>
      </p:sp>
      <p:sp>
        <p:nvSpPr>
          <p:cNvPr id="4099" name="Rectangle 3"/>
          <p:cNvSpPr>
            <a:spLocks noChangeArrowheads="1"/>
          </p:cNvSpPr>
          <p:nvPr/>
        </p:nvSpPr>
        <p:spPr bwMode="auto">
          <a:xfrm>
            <a:off x="395536" y="1137660"/>
            <a:ext cx="8190656" cy="1301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800" b="1" dirty="0">
                <a:solidFill>
                  <a:srgbClr val="003366"/>
                </a:solidFill>
                <a:latin typeface="宋体" panose="02010600030101010101" pitchFamily="2" charset="-122"/>
              </a:rPr>
              <a:t>在光</a:t>
            </a:r>
            <a:r>
              <a:rPr kumimoji="1" lang="en-US" altLang="zh-CN" sz="2800" b="1" dirty="0">
                <a:solidFill>
                  <a:srgbClr val="003366"/>
                </a:solidFill>
              </a:rPr>
              <a:t>(</a:t>
            </a:r>
            <a:r>
              <a:rPr kumimoji="1" lang="zh-CN" altLang="en-US" sz="2800" b="1" dirty="0">
                <a:solidFill>
                  <a:srgbClr val="003366"/>
                </a:solidFill>
                <a:latin typeface="宋体" panose="02010600030101010101" pitchFamily="2" charset="-122"/>
              </a:rPr>
              <a:t>包括不可见光</a:t>
            </a:r>
            <a:r>
              <a:rPr kumimoji="1" lang="en-US" altLang="zh-CN" sz="2800" b="1" dirty="0">
                <a:solidFill>
                  <a:srgbClr val="003366"/>
                </a:solidFill>
              </a:rPr>
              <a:t>)</a:t>
            </a:r>
            <a:r>
              <a:rPr kumimoji="1" lang="zh-CN" altLang="en-US" sz="2800" b="1" dirty="0">
                <a:solidFill>
                  <a:srgbClr val="003366"/>
                </a:solidFill>
                <a:latin typeface="宋体" panose="02010600030101010101" pitchFamily="2" charset="-122"/>
              </a:rPr>
              <a:t>的照射下，从物体中发射出电子的现象叫</a:t>
            </a:r>
            <a:r>
              <a:rPr kumimoji="1" lang="zh-CN" altLang="en-US" sz="2800" b="1" dirty="0">
                <a:solidFill>
                  <a:srgbClr val="CC0000"/>
                </a:solidFill>
                <a:latin typeface="宋体" panose="02010600030101010101" pitchFamily="2" charset="-122"/>
              </a:rPr>
              <a:t>光电效应</a:t>
            </a:r>
            <a:r>
              <a:rPr kumimoji="1" lang="zh-CN" altLang="en-US" sz="2800" dirty="0">
                <a:latin typeface="宋体" panose="02010600030101010101" pitchFamily="2" charset="-122"/>
              </a:rPr>
              <a:t>；</a:t>
            </a:r>
            <a:r>
              <a:rPr kumimoji="1" lang="zh-CN" altLang="en-US" sz="2800" dirty="0">
                <a:solidFill>
                  <a:srgbClr val="003366"/>
                </a:solidFill>
                <a:latin typeface="宋体" panose="02010600030101010101" pitchFamily="2" charset="-122"/>
              </a:rPr>
              <a:t>发射出来的电子</a:t>
            </a:r>
            <a:r>
              <a:rPr kumimoji="1" lang="zh-CN" altLang="en-US" sz="2800" dirty="0">
                <a:latin typeface="宋体" panose="02010600030101010101" pitchFamily="2" charset="-122"/>
              </a:rPr>
              <a:t>叫</a:t>
            </a:r>
            <a:r>
              <a:rPr kumimoji="1" lang="zh-CN" altLang="en-US" sz="2800" dirty="0">
                <a:solidFill>
                  <a:srgbClr val="CC0000"/>
                </a:solidFill>
                <a:latin typeface="宋体" panose="02010600030101010101" pitchFamily="2" charset="-122"/>
              </a:rPr>
              <a:t>光电子。</a:t>
            </a:r>
            <a:endParaRPr kumimoji="1" lang="zh-CN" altLang="en-US" sz="2800" dirty="0"/>
          </a:p>
        </p:txBody>
      </p:sp>
      <p:sp>
        <p:nvSpPr>
          <p:cNvPr id="4100" name="Rectangle 4"/>
          <p:cNvSpPr>
            <a:spLocks noChangeArrowheads="1"/>
          </p:cNvSpPr>
          <p:nvPr/>
        </p:nvSpPr>
        <p:spPr bwMode="auto">
          <a:xfrm>
            <a:off x="395536" y="2924944"/>
            <a:ext cx="8190656" cy="1692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800" b="1" dirty="0">
                <a:solidFill>
                  <a:srgbClr val="CC0000"/>
                </a:solidFill>
                <a:latin typeface="宋体" panose="02010600030101010101" pitchFamily="2" charset="-122"/>
              </a:rPr>
              <a:t>产生光电效应的原因</a:t>
            </a:r>
            <a:r>
              <a:rPr kumimoji="1" lang="zh-CN" altLang="en-US" sz="2800" dirty="0"/>
              <a:t> ：</a:t>
            </a:r>
            <a:r>
              <a:rPr kumimoji="1" lang="zh-CN" altLang="en-US" sz="2800" b="1" dirty="0">
                <a:solidFill>
                  <a:srgbClr val="003366"/>
                </a:solidFill>
                <a:latin typeface="宋体" panose="02010600030101010101" pitchFamily="2" charset="-122"/>
              </a:rPr>
              <a:t>金属中的自由电子从入射光中获得足够的能量从金属中逸出。</a:t>
            </a:r>
            <a:endParaRPr kumimoji="1" lang="zh-CN" altLang="en-US" sz="2800" b="1" dirty="0">
              <a:solidFill>
                <a:srgbClr val="003366"/>
              </a:solidFill>
              <a:latin typeface="宋体" panose="02010600030101010101" pitchFamily="2" charset="-122"/>
            </a:endParaRPr>
          </a:p>
          <a:p>
            <a:pPr eaLnBrk="1" hangingPunct="1">
              <a:lnSpc>
                <a:spcPct val="150000"/>
              </a:lnSpc>
              <a:spcBef>
                <a:spcPct val="50000"/>
              </a:spcBef>
            </a:pPr>
            <a:endParaRPr kumimoji="1" lang="en-US" altLang="zh-CN"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wipe(left)">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00">
                                            <p:txEl>
                                              <p:pRg st="0" end="0"/>
                                            </p:txEl>
                                          </p:spTgt>
                                        </p:tgtEl>
                                        <p:attrNameLst>
                                          <p:attrName>style.visibility</p:attrName>
                                        </p:attrNameLst>
                                      </p:cBhvr>
                                      <p:to>
                                        <p:strVal val="visible"/>
                                      </p:to>
                                    </p:set>
                                    <p:animEffect transition="in" filter="wipe(left)">
                                      <p:cBhvr>
                                        <p:cTn id="12" dur="500"/>
                                        <p:tgtEl>
                                          <p:spTgt spid="410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autoUpdateAnimBg="0" build="p"/>
      <p:bldP spid="4100" grpId="0" autoUpdateAnimBg="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2473325" y="188913"/>
            <a:ext cx="4114800" cy="88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800" b="1">
                <a:solidFill>
                  <a:schemeClr val="bg1"/>
                </a:solidFill>
                <a:latin typeface="宋体" panose="02010600030101010101" pitchFamily="2" charset="-122"/>
              </a:rPr>
              <a:t>光电效应实验规律小结</a:t>
            </a:r>
            <a:endParaRPr kumimoji="1" lang="zh-CN" altLang="en-US" sz="2800" b="1">
              <a:solidFill>
                <a:srgbClr val="CC0000"/>
              </a:solidFill>
              <a:latin typeface="Times New Roman" panose="02020603050405020304" pitchFamily="18" charset="0"/>
              <a:ea typeface="Arial Unicode MS" panose="020B0604020202020204" charset="-122"/>
            </a:endParaRPr>
          </a:p>
          <a:p>
            <a:endParaRPr kumimoji="1" lang="en-US" altLang="zh-CN" sz="2400">
              <a:latin typeface="Times New Roman" panose="02020603050405020304" pitchFamily="18" charset="0"/>
            </a:endParaRPr>
          </a:p>
        </p:txBody>
      </p:sp>
      <p:sp>
        <p:nvSpPr>
          <p:cNvPr id="8195" name="Rectangle 3"/>
          <p:cNvSpPr>
            <a:spLocks noChangeArrowheads="1"/>
          </p:cNvSpPr>
          <p:nvPr/>
        </p:nvSpPr>
        <p:spPr bwMode="auto">
          <a:xfrm>
            <a:off x="0" y="1447800"/>
            <a:ext cx="9144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rgbClr val="CC0000"/>
                </a:solidFill>
                <a:latin typeface="宋体" panose="02010600030101010101" pitchFamily="2" charset="-122"/>
              </a:rPr>
              <a:t>规律</a:t>
            </a:r>
            <a:r>
              <a:rPr kumimoji="1" lang="en-US" altLang="zh-CN" sz="2400" b="1">
                <a:solidFill>
                  <a:srgbClr val="CC0000"/>
                </a:solidFill>
                <a:latin typeface="宋体" panose="02010600030101010101" pitchFamily="2" charset="-122"/>
              </a:rPr>
              <a:t>1</a:t>
            </a:r>
            <a:r>
              <a:rPr kumimoji="1" lang="zh-CN" altLang="en-US" sz="2400" b="1">
                <a:latin typeface="宋体" panose="02010600030101010101" pitchFamily="2" charset="-122"/>
              </a:rPr>
              <a:t>：</a:t>
            </a:r>
            <a:r>
              <a:rPr kumimoji="1" lang="zh-CN" altLang="en-US" sz="2400" b="1">
                <a:solidFill>
                  <a:srgbClr val="003366"/>
                </a:solidFill>
                <a:latin typeface="宋体" panose="02010600030101010101" pitchFamily="2" charset="-122"/>
              </a:rPr>
              <a:t>任何一种金属都有一个极限频率（截止频率，红限），入射光的频率必须大于这个极限频率，才能产生光电效应。</a:t>
            </a:r>
            <a:endParaRPr kumimoji="1" lang="zh-CN" altLang="en-US" sz="2400" b="1">
              <a:solidFill>
                <a:srgbClr val="003366"/>
              </a:solidFill>
              <a:latin typeface="宋体" panose="02010600030101010101" pitchFamily="2" charset="-122"/>
            </a:endParaRPr>
          </a:p>
        </p:txBody>
      </p:sp>
      <p:sp>
        <p:nvSpPr>
          <p:cNvPr id="8196" name="Rectangle 4"/>
          <p:cNvSpPr>
            <a:spLocks noChangeArrowheads="1"/>
          </p:cNvSpPr>
          <p:nvPr/>
        </p:nvSpPr>
        <p:spPr bwMode="auto">
          <a:xfrm>
            <a:off x="0" y="2682875"/>
            <a:ext cx="8915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rgbClr val="CC0000"/>
                </a:solidFill>
                <a:latin typeface="宋体" panose="02010600030101010101" pitchFamily="2" charset="-122"/>
              </a:rPr>
              <a:t>规律</a:t>
            </a:r>
            <a:r>
              <a:rPr kumimoji="1" lang="en-US" altLang="zh-CN" sz="2400" b="1">
                <a:solidFill>
                  <a:srgbClr val="CC0000"/>
                </a:solidFill>
                <a:latin typeface="宋体" panose="02010600030101010101" pitchFamily="2" charset="-122"/>
              </a:rPr>
              <a:t>2</a:t>
            </a:r>
            <a:r>
              <a:rPr kumimoji="1" lang="zh-CN" altLang="en-US" sz="2400" b="1">
                <a:latin typeface="宋体" panose="02010600030101010101" pitchFamily="2" charset="-122"/>
              </a:rPr>
              <a:t>：</a:t>
            </a:r>
            <a:r>
              <a:rPr kumimoji="1" lang="zh-CN" altLang="en-US" sz="2400" b="1">
                <a:solidFill>
                  <a:srgbClr val="003366"/>
                </a:solidFill>
                <a:latin typeface="宋体" panose="02010600030101010101" pitchFamily="2" charset="-122"/>
              </a:rPr>
              <a:t>光电子的最大初动能随入射光频率的增大而增大，并与入射光频率成线性关系。</a:t>
            </a:r>
            <a:endParaRPr kumimoji="1" lang="zh-CN" altLang="en-US" sz="2400" b="1">
              <a:solidFill>
                <a:srgbClr val="003366"/>
              </a:solidFill>
              <a:latin typeface="宋体" panose="02010600030101010101" pitchFamily="2" charset="-122"/>
            </a:endParaRPr>
          </a:p>
        </p:txBody>
      </p:sp>
      <p:sp>
        <p:nvSpPr>
          <p:cNvPr id="8197" name="Rectangle 5"/>
          <p:cNvSpPr>
            <a:spLocks noChangeArrowheads="1"/>
          </p:cNvSpPr>
          <p:nvPr/>
        </p:nvSpPr>
        <p:spPr bwMode="auto">
          <a:xfrm>
            <a:off x="76200" y="4114800"/>
            <a:ext cx="8763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rgbClr val="CC0000"/>
                </a:solidFill>
                <a:latin typeface="宋体" panose="02010600030101010101" pitchFamily="2" charset="-122"/>
              </a:rPr>
              <a:t>规律</a:t>
            </a:r>
            <a:r>
              <a:rPr kumimoji="1" lang="en-US" altLang="zh-CN" sz="2400" b="1">
                <a:solidFill>
                  <a:srgbClr val="CC0000"/>
                </a:solidFill>
                <a:latin typeface="宋体" panose="02010600030101010101" pitchFamily="2" charset="-122"/>
              </a:rPr>
              <a:t>3</a:t>
            </a:r>
            <a:r>
              <a:rPr kumimoji="1" lang="zh-CN" altLang="en-US" sz="2400" b="1">
                <a:solidFill>
                  <a:srgbClr val="CC0000"/>
                </a:solidFill>
                <a:latin typeface="宋体" panose="02010600030101010101" pitchFamily="2" charset="-122"/>
              </a:rPr>
              <a:t>：</a:t>
            </a:r>
            <a:r>
              <a:rPr kumimoji="1" lang="zh-CN" altLang="en-US" sz="2400" b="1">
                <a:solidFill>
                  <a:srgbClr val="003366"/>
                </a:solidFill>
                <a:latin typeface="宋体" panose="02010600030101010101" pitchFamily="2" charset="-122"/>
              </a:rPr>
              <a:t>在入射光频率大于截止频率的条件下，单位时间内发射的光电子数与</a:t>
            </a:r>
            <a:r>
              <a:rPr kumimoji="1" lang="zh-CN" altLang="en-US" sz="2400" b="1">
                <a:solidFill>
                  <a:srgbClr val="003366"/>
                </a:solidFill>
              </a:rPr>
              <a:t>入射光强度成正比。</a:t>
            </a:r>
            <a:endParaRPr kumimoji="1" lang="zh-CN" altLang="en-US" sz="2400" b="1">
              <a:solidFill>
                <a:srgbClr val="003366"/>
              </a:solidFill>
            </a:endParaRPr>
          </a:p>
        </p:txBody>
      </p:sp>
      <p:sp>
        <p:nvSpPr>
          <p:cNvPr id="8198" name="Rectangle 6"/>
          <p:cNvSpPr>
            <a:spLocks noChangeArrowheads="1"/>
          </p:cNvSpPr>
          <p:nvPr/>
        </p:nvSpPr>
        <p:spPr bwMode="auto">
          <a:xfrm>
            <a:off x="76200" y="5394325"/>
            <a:ext cx="9144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rgbClr val="CC0000"/>
                </a:solidFill>
                <a:latin typeface="宋体" panose="02010600030101010101" pitchFamily="2" charset="-122"/>
              </a:rPr>
              <a:t>规律</a:t>
            </a:r>
            <a:r>
              <a:rPr kumimoji="1" lang="en-US" altLang="zh-CN" sz="2400" b="1">
                <a:solidFill>
                  <a:srgbClr val="CC0000"/>
                </a:solidFill>
                <a:latin typeface="宋体" panose="02010600030101010101" pitchFamily="2" charset="-122"/>
              </a:rPr>
              <a:t>4</a:t>
            </a:r>
            <a:r>
              <a:rPr kumimoji="1" lang="zh-CN" altLang="en-US" sz="2400" b="1">
                <a:latin typeface="宋体" panose="02010600030101010101" pitchFamily="2" charset="-122"/>
              </a:rPr>
              <a:t>：</a:t>
            </a:r>
            <a:r>
              <a:rPr kumimoji="1" lang="zh-CN" altLang="en-US" sz="2400" b="1">
                <a:solidFill>
                  <a:srgbClr val="003366"/>
                </a:solidFill>
                <a:latin typeface="宋体" panose="02010600030101010101" pitchFamily="2" charset="-122"/>
              </a:rPr>
              <a:t>入射光照射到金属上，光电子的发射几乎是瞬间的，一般 </a:t>
            </a:r>
            <a:endParaRPr kumimoji="1" lang="zh-CN" altLang="en-US" sz="2400" b="1">
              <a:solidFill>
                <a:srgbClr val="003366"/>
              </a:solidFill>
              <a:latin typeface="宋体" panose="02010600030101010101" pitchFamily="2" charset="-122"/>
            </a:endParaRPr>
          </a:p>
          <a:p>
            <a:pPr eaLnBrk="1" hangingPunct="1">
              <a:lnSpc>
                <a:spcPct val="125000"/>
              </a:lnSpc>
            </a:pPr>
            <a:r>
              <a:rPr kumimoji="1" lang="zh-CN" altLang="en-US" sz="2400" b="1">
                <a:solidFill>
                  <a:srgbClr val="003366"/>
                </a:solidFill>
                <a:latin typeface="宋体" panose="02010600030101010101" pitchFamily="2" charset="-122"/>
              </a:rPr>
              <a:t>       不超过</a:t>
            </a:r>
            <a:r>
              <a:rPr kumimoji="1" lang="en-US" altLang="zh-CN" sz="2400" b="1">
                <a:solidFill>
                  <a:srgbClr val="003366"/>
                </a:solidFill>
                <a:latin typeface=",arial" charset="0"/>
              </a:rPr>
              <a:t>10</a:t>
            </a:r>
            <a:r>
              <a:rPr kumimoji="1" lang="en-US" altLang="zh-CN" sz="2400" b="1" baseline="30000">
                <a:solidFill>
                  <a:srgbClr val="003366"/>
                </a:solidFill>
                <a:latin typeface=",arial" charset="0"/>
              </a:rPr>
              <a:t>-9</a:t>
            </a:r>
            <a:r>
              <a:rPr kumimoji="1" lang="en-US" altLang="zh-CN" sz="2400" b="1">
                <a:solidFill>
                  <a:srgbClr val="003366"/>
                </a:solidFill>
                <a:latin typeface=",arial" charset="0"/>
              </a:rPr>
              <a:t>s</a:t>
            </a:r>
            <a:r>
              <a:rPr kumimoji="1" lang="en-US" altLang="zh-CN" sz="1100" b="1">
                <a:solidFill>
                  <a:srgbClr val="003366"/>
                </a:solidFill>
              </a:rPr>
              <a:t> </a:t>
            </a:r>
            <a:endParaRPr kumimoji="1" lang="en-US" altLang="zh-CN" sz="2400" b="1">
              <a:solidFill>
                <a:srgbClr val="003366"/>
              </a:solidFill>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1116013" y="44450"/>
            <a:ext cx="7272337"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chemeClr val="bg1"/>
                </a:solidFill>
                <a:latin typeface="宋体" panose="02010600030101010101" pitchFamily="2" charset="-122"/>
              </a:rPr>
              <a:t>  </a:t>
            </a:r>
            <a:r>
              <a:rPr lang="zh-CN" altLang="en-US" sz="3600" b="1">
                <a:solidFill>
                  <a:schemeClr val="bg1"/>
                </a:solidFill>
                <a:latin typeface="宋体" panose="02010600030101010101" pitchFamily="2" charset="-122"/>
              </a:rPr>
              <a:t>光子  逸出功  </a:t>
            </a:r>
            <a:r>
              <a:rPr lang="zh-CN" altLang="en-US" sz="3600" b="1">
                <a:solidFill>
                  <a:schemeClr val="bg1"/>
                </a:solidFill>
              </a:rPr>
              <a:t>爱因斯坦方程</a:t>
            </a:r>
            <a:endParaRPr lang="zh-CN" altLang="en-US" sz="3600" b="1">
              <a:solidFill>
                <a:schemeClr val="bg1"/>
              </a:solidFill>
            </a:endParaRPr>
          </a:p>
        </p:txBody>
      </p:sp>
      <p:grpSp>
        <p:nvGrpSpPr>
          <p:cNvPr id="10243" name="Group 3"/>
          <p:cNvGrpSpPr/>
          <p:nvPr/>
        </p:nvGrpSpPr>
        <p:grpSpPr bwMode="auto">
          <a:xfrm>
            <a:off x="76200" y="908050"/>
            <a:ext cx="9144000" cy="1187450"/>
            <a:chOff x="48" y="912"/>
            <a:chExt cx="5760" cy="748"/>
          </a:xfrm>
        </p:grpSpPr>
        <p:sp>
          <p:nvSpPr>
            <p:cNvPr id="10265" name="Rectangle 4"/>
            <p:cNvSpPr>
              <a:spLocks noChangeArrowheads="1"/>
            </p:cNvSpPr>
            <p:nvPr/>
          </p:nvSpPr>
          <p:spPr bwMode="auto">
            <a:xfrm>
              <a:off x="48" y="912"/>
              <a:ext cx="5760"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0000"/>
                  </a:solidFill>
                  <a:latin typeface="宋体" panose="02010600030101010101" pitchFamily="2" charset="-122"/>
                </a:rPr>
                <a:t>光子</a:t>
              </a:r>
              <a:r>
                <a:rPr kumimoji="1" lang="zh-CN" altLang="en-US" sz="2400" b="1">
                  <a:solidFill>
                    <a:srgbClr val="003366"/>
                  </a:solidFill>
                  <a:latin typeface="宋体" panose="02010600030101010101" pitchFamily="2" charset="-122"/>
                </a:rPr>
                <a:t>：光束可看作是以光速运动的粒子流，这些粒子称作光子；频率为  的光的每一光子能量为    ，它不能再分割，而只能整个地被吸收或产生出来。</a:t>
              </a:r>
              <a:r>
                <a:rPr kumimoji="1" lang="zh-CN" altLang="en-US" sz="1100">
                  <a:solidFill>
                    <a:srgbClr val="003366"/>
                  </a:solidFill>
                </a:rPr>
                <a:t> </a:t>
              </a:r>
              <a:endParaRPr kumimoji="1" lang="zh-CN" altLang="en-US" sz="2400">
                <a:solidFill>
                  <a:srgbClr val="003366"/>
                </a:solidFill>
                <a:latin typeface="Times New Roman" panose="02020603050405020304" pitchFamily="18" charset="0"/>
              </a:endParaRPr>
            </a:p>
          </p:txBody>
        </p:sp>
        <p:graphicFrame>
          <p:nvGraphicFramePr>
            <p:cNvPr id="10266" name="Object 5"/>
            <p:cNvGraphicFramePr>
              <a:graphicFrameLocks noChangeAspect="1"/>
            </p:cNvGraphicFramePr>
            <p:nvPr/>
          </p:nvGraphicFramePr>
          <p:xfrm>
            <a:off x="528" y="1216"/>
            <a:ext cx="175" cy="202"/>
          </p:xfrm>
          <a:graphic>
            <a:graphicData uri="http://schemas.openxmlformats.org/presentationml/2006/ole">
              <mc:AlternateContent xmlns:mc="http://schemas.openxmlformats.org/markup-compatibility/2006">
                <mc:Choice xmlns:v="urn:schemas-microsoft-com:vml" Requires="v">
                  <p:oleObj spid="_x0000_s0" name="" r:id="rId1" imgW="127000" imgH="139700" progId="Equation.3">
                    <p:embed/>
                  </p:oleObj>
                </mc:Choice>
                <mc:Fallback>
                  <p:oleObj name="" r:id="rId1" imgW="127000" imgH="1397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1216"/>
                          <a:ext cx="17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67" name="Object 6"/>
            <p:cNvGraphicFramePr>
              <a:graphicFrameLocks noChangeAspect="1"/>
            </p:cNvGraphicFramePr>
            <p:nvPr/>
          </p:nvGraphicFramePr>
          <p:xfrm>
            <a:off x="2640" y="1179"/>
            <a:ext cx="329" cy="261"/>
          </p:xfrm>
          <a:graphic>
            <a:graphicData uri="http://schemas.openxmlformats.org/presentationml/2006/ole">
              <mc:AlternateContent xmlns:mc="http://schemas.openxmlformats.org/markup-compatibility/2006">
                <mc:Choice xmlns:v="urn:schemas-microsoft-com:vml" Requires="v">
                  <p:oleObj spid="_x0000_s2" name="" r:id="rId3" imgW="228600" imgH="177800" progId="Equation.3">
                    <p:embed/>
                  </p:oleObj>
                </mc:Choice>
                <mc:Fallback>
                  <p:oleObj name="" r:id="rId3" imgW="228600" imgH="177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 y="1179"/>
                          <a:ext cx="329"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0247" name="Rectangle 7"/>
          <p:cNvSpPr>
            <a:spLocks noChangeArrowheads="1"/>
          </p:cNvSpPr>
          <p:nvPr/>
        </p:nvSpPr>
        <p:spPr bwMode="auto">
          <a:xfrm>
            <a:off x="0" y="2111375"/>
            <a:ext cx="91440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rgbClr val="FF0000"/>
                </a:solidFill>
                <a:latin typeface="宋体" panose="02010600030101010101" pitchFamily="2" charset="-122"/>
              </a:rPr>
              <a:t>逸出功</a:t>
            </a:r>
            <a:r>
              <a:rPr kumimoji="1" lang="zh-CN" altLang="en-US" sz="2400" b="1">
                <a:solidFill>
                  <a:srgbClr val="003366"/>
                </a:solidFill>
                <a:latin typeface="宋体" panose="02010600030101010101" pitchFamily="2" charset="-122"/>
              </a:rPr>
              <a:t>：电子脱离金属表面时为克服表面阻力所需做的功叫逸出功逸出功跟金属材料有关，不同金属材料，其逸出功不同，对于一定金属来说逸出功是一定的。</a:t>
            </a:r>
            <a:r>
              <a:rPr kumimoji="1" lang="zh-CN" altLang="en-US" sz="1100">
                <a:solidFill>
                  <a:srgbClr val="003366"/>
                </a:solidFill>
              </a:rPr>
              <a:t> </a:t>
            </a:r>
            <a:endParaRPr kumimoji="1" lang="zh-CN" altLang="en-US" sz="1100">
              <a:solidFill>
                <a:srgbClr val="003366"/>
              </a:solidFill>
            </a:endParaRPr>
          </a:p>
        </p:txBody>
      </p:sp>
      <p:grpSp>
        <p:nvGrpSpPr>
          <p:cNvPr id="10253" name="Group 13"/>
          <p:cNvGrpSpPr/>
          <p:nvPr/>
        </p:nvGrpSpPr>
        <p:grpSpPr bwMode="auto">
          <a:xfrm>
            <a:off x="457200" y="3581400"/>
            <a:ext cx="8534400" cy="1738313"/>
            <a:chOff x="384" y="2928"/>
            <a:chExt cx="5376" cy="1095"/>
          </a:xfrm>
        </p:grpSpPr>
        <p:sp>
          <p:nvSpPr>
            <p:cNvPr id="10251" name="Rectangle 14"/>
            <p:cNvSpPr>
              <a:spLocks noChangeArrowheads="1"/>
            </p:cNvSpPr>
            <p:nvPr/>
          </p:nvSpPr>
          <p:spPr bwMode="auto">
            <a:xfrm>
              <a:off x="1873" y="2928"/>
              <a:ext cx="22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3366"/>
                  </a:solidFill>
                  <a:latin typeface="Times New Roman" panose="02020603050405020304" pitchFamily="18" charset="0"/>
                </a:rPr>
                <a:t>几种金属的逸出功</a:t>
              </a:r>
              <a:endParaRPr lang="zh-CN" altLang="en-US" sz="2400" b="1">
                <a:solidFill>
                  <a:srgbClr val="003366"/>
                </a:solidFill>
                <a:latin typeface="Times New Roman" panose="02020603050405020304" pitchFamily="18" charset="0"/>
              </a:endParaRPr>
            </a:p>
          </p:txBody>
        </p:sp>
        <p:sp>
          <p:nvSpPr>
            <p:cNvPr id="10252" name="Rectangle 15"/>
            <p:cNvSpPr>
              <a:spLocks noChangeArrowheads="1"/>
            </p:cNvSpPr>
            <p:nvPr/>
          </p:nvSpPr>
          <p:spPr bwMode="auto">
            <a:xfrm>
              <a:off x="384" y="3303"/>
              <a:ext cx="5088" cy="720"/>
            </a:xfrm>
            <a:prstGeom prst="rect">
              <a:avLst/>
            </a:prstGeom>
            <a:solidFill>
              <a:schemeClr val="bg1"/>
            </a:solidFill>
            <a:ln w="28575">
              <a:solidFill>
                <a:srgbClr val="FF0000"/>
              </a:solidFill>
              <a:miter lim="800000"/>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 name="Text Box 16"/>
            <p:cNvSpPr txBox="1">
              <a:spLocks noChangeArrowheads="1"/>
            </p:cNvSpPr>
            <p:nvPr/>
          </p:nvSpPr>
          <p:spPr bwMode="auto">
            <a:xfrm>
              <a:off x="624" y="3303"/>
              <a:ext cx="7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rPr>
                <a:t>金属</a:t>
              </a:r>
              <a:endParaRPr lang="zh-CN" altLang="en-US" sz="2800" b="1">
                <a:solidFill>
                  <a:srgbClr val="003366"/>
                </a:solidFill>
              </a:endParaRPr>
            </a:p>
          </p:txBody>
        </p:sp>
        <p:sp>
          <p:nvSpPr>
            <p:cNvPr id="10254" name="Text Box 17"/>
            <p:cNvSpPr txBox="1">
              <a:spLocks noChangeArrowheads="1"/>
            </p:cNvSpPr>
            <p:nvPr/>
          </p:nvSpPr>
          <p:spPr bwMode="auto">
            <a:xfrm>
              <a:off x="1632" y="3303"/>
              <a:ext cx="38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rPr>
                <a:t>钠        铝       锌       铜       银       铂</a:t>
              </a:r>
              <a:endParaRPr lang="zh-CN" altLang="en-US" sz="2800" b="1">
                <a:solidFill>
                  <a:srgbClr val="003366"/>
                </a:solidFill>
              </a:endParaRPr>
            </a:p>
          </p:txBody>
        </p:sp>
        <p:grpSp>
          <p:nvGrpSpPr>
            <p:cNvPr id="10255" name="Group 18"/>
            <p:cNvGrpSpPr/>
            <p:nvPr/>
          </p:nvGrpSpPr>
          <p:grpSpPr bwMode="auto">
            <a:xfrm>
              <a:off x="1488" y="3303"/>
              <a:ext cx="3360" cy="720"/>
              <a:chOff x="1488" y="3216"/>
              <a:chExt cx="3360" cy="876"/>
            </a:xfrm>
          </p:grpSpPr>
          <p:sp>
            <p:nvSpPr>
              <p:cNvPr id="10259" name="Line 19"/>
              <p:cNvSpPr>
                <a:spLocks noChangeShapeType="1"/>
              </p:cNvSpPr>
              <p:nvPr/>
            </p:nvSpPr>
            <p:spPr bwMode="auto">
              <a:xfrm>
                <a:off x="1488" y="3216"/>
                <a:ext cx="0" cy="864"/>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60" name="Line 20"/>
              <p:cNvSpPr>
                <a:spLocks noChangeShapeType="1"/>
              </p:cNvSpPr>
              <p:nvPr/>
            </p:nvSpPr>
            <p:spPr bwMode="auto">
              <a:xfrm>
                <a:off x="2160" y="3216"/>
                <a:ext cx="0" cy="864"/>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61" name="Line 21"/>
              <p:cNvSpPr>
                <a:spLocks noChangeShapeType="1"/>
              </p:cNvSpPr>
              <p:nvPr/>
            </p:nvSpPr>
            <p:spPr bwMode="auto">
              <a:xfrm>
                <a:off x="2832" y="3216"/>
                <a:ext cx="0" cy="864"/>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62" name="Line 22"/>
              <p:cNvSpPr>
                <a:spLocks noChangeShapeType="1"/>
              </p:cNvSpPr>
              <p:nvPr/>
            </p:nvSpPr>
            <p:spPr bwMode="auto">
              <a:xfrm>
                <a:off x="3504" y="3216"/>
                <a:ext cx="0" cy="864"/>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63" name="Line 23"/>
              <p:cNvSpPr>
                <a:spLocks noChangeShapeType="1"/>
              </p:cNvSpPr>
              <p:nvPr/>
            </p:nvSpPr>
            <p:spPr bwMode="auto">
              <a:xfrm>
                <a:off x="4176" y="3216"/>
                <a:ext cx="0" cy="864"/>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64" name="Line 24"/>
              <p:cNvSpPr>
                <a:spLocks noChangeShapeType="1"/>
              </p:cNvSpPr>
              <p:nvPr/>
            </p:nvSpPr>
            <p:spPr bwMode="auto">
              <a:xfrm>
                <a:off x="4848" y="3228"/>
                <a:ext cx="0" cy="864"/>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256" name="Line 25"/>
            <p:cNvSpPr>
              <a:spLocks noChangeShapeType="1"/>
            </p:cNvSpPr>
            <p:nvPr/>
          </p:nvSpPr>
          <p:spPr bwMode="auto">
            <a:xfrm>
              <a:off x="384" y="3603"/>
              <a:ext cx="5092" cy="0"/>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7" name="Text Box 26"/>
            <p:cNvSpPr txBox="1">
              <a:spLocks noChangeArrowheads="1"/>
            </p:cNvSpPr>
            <p:nvPr/>
          </p:nvSpPr>
          <p:spPr bwMode="auto">
            <a:xfrm>
              <a:off x="1584" y="3648"/>
              <a:ext cx="41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rgbClr val="003366"/>
                  </a:solidFill>
                </a:rPr>
                <a:t>2.28   4.08    4.31    4.70   4.73    6.35</a:t>
              </a:r>
              <a:endParaRPr lang="en-US" altLang="zh-CN" sz="2800">
                <a:solidFill>
                  <a:srgbClr val="003366"/>
                </a:solidFill>
              </a:endParaRPr>
            </a:p>
          </p:txBody>
        </p:sp>
        <p:graphicFrame>
          <p:nvGraphicFramePr>
            <p:cNvPr id="10258" name="Object 27"/>
            <p:cNvGraphicFramePr>
              <a:graphicFrameLocks noChangeAspect="1"/>
            </p:cNvGraphicFramePr>
            <p:nvPr/>
          </p:nvGraphicFramePr>
          <p:xfrm>
            <a:off x="624" y="3687"/>
            <a:ext cx="672" cy="279"/>
          </p:xfrm>
          <a:graphic>
            <a:graphicData uri="http://schemas.openxmlformats.org/presentationml/2006/ole">
              <mc:AlternateContent xmlns:mc="http://schemas.openxmlformats.org/markup-compatibility/2006">
                <mc:Choice xmlns:v="urn:schemas-microsoft-com:vml" Requires="v">
                  <p:oleObj spid="_x0000_s4" name="Equation" r:id="rId5" imgW="478155" imgH="163195" progId="Equation.3">
                    <p:embed/>
                  </p:oleObj>
                </mc:Choice>
                <mc:Fallback>
                  <p:oleObj name="Equation" r:id="rId5" imgW="478155" imgH="163195" progId="Equation.3">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 y="3687"/>
                          <a:ext cx="672"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268" name="Rectangle 28"/>
          <p:cNvSpPr>
            <a:spLocks noChangeArrowheads="1"/>
          </p:cNvSpPr>
          <p:nvPr/>
        </p:nvSpPr>
        <p:spPr bwMode="auto">
          <a:xfrm>
            <a:off x="179388" y="5695950"/>
            <a:ext cx="2941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0000"/>
                </a:solidFill>
                <a:latin typeface="宋体" panose="02010600030101010101" pitchFamily="2" charset="-122"/>
              </a:rPr>
              <a:t>爱因斯坦光电方程：</a:t>
            </a:r>
            <a:endParaRPr kumimoji="1" lang="zh-CN" altLang="en-US" sz="2400" b="1">
              <a:solidFill>
                <a:srgbClr val="FF0000"/>
              </a:solidFill>
              <a:latin typeface="宋体" panose="02010600030101010101" pitchFamily="2" charset="-122"/>
            </a:endParaRPr>
          </a:p>
        </p:txBody>
      </p:sp>
      <p:grpSp>
        <p:nvGrpSpPr>
          <p:cNvPr id="10272" name="Group 32"/>
          <p:cNvGrpSpPr/>
          <p:nvPr/>
        </p:nvGrpSpPr>
        <p:grpSpPr bwMode="auto">
          <a:xfrm>
            <a:off x="3563938" y="5661025"/>
            <a:ext cx="2520950" cy="1081088"/>
            <a:chOff x="2245" y="3566"/>
            <a:chExt cx="1588" cy="681"/>
          </a:xfrm>
        </p:grpSpPr>
        <p:sp>
          <p:nvSpPr>
            <p:cNvPr id="10249" name="Rectangle 31"/>
            <p:cNvSpPr>
              <a:spLocks noChangeArrowheads="1"/>
            </p:cNvSpPr>
            <p:nvPr/>
          </p:nvSpPr>
          <p:spPr bwMode="auto">
            <a:xfrm>
              <a:off x="2290" y="3566"/>
              <a:ext cx="1543" cy="681"/>
            </a:xfrm>
            <a:prstGeom prst="rect">
              <a:avLst/>
            </a:prstGeom>
            <a:gradFill rotWithShape="1">
              <a:gsLst>
                <a:gs pos="0">
                  <a:srgbClr val="FFCCFF"/>
                </a:gs>
                <a:gs pos="100000">
                  <a:srgbClr val="FFEFFF"/>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250" name="Object 29"/>
            <p:cNvGraphicFramePr>
              <a:graphicFrameLocks noChangeAspect="1"/>
            </p:cNvGraphicFramePr>
            <p:nvPr/>
          </p:nvGraphicFramePr>
          <p:xfrm>
            <a:off x="2245" y="3631"/>
            <a:ext cx="1489" cy="570"/>
          </p:xfrm>
          <a:graphic>
            <a:graphicData uri="http://schemas.openxmlformats.org/presentationml/2006/ole">
              <mc:AlternateContent xmlns:mc="http://schemas.openxmlformats.org/markup-compatibility/2006">
                <mc:Choice xmlns:v="urn:schemas-microsoft-com:vml" Requires="v">
                  <p:oleObj spid="_x0000_s5" name="公式" r:id="rId7" imgW="725170" imgH="262890" progId="Equation.3">
                    <p:embed/>
                  </p:oleObj>
                </mc:Choice>
                <mc:Fallback>
                  <p:oleObj name="公式" r:id="rId7" imgW="725170" imgH="262890" progId="Equation.3">
                    <p:embed/>
                    <p:pic>
                      <p:nvPicPr>
                        <p:cNvPr id="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45" y="3631"/>
                          <a:ext cx="1489" cy="570"/>
                        </a:xfrm>
                        <a:prstGeom prst="rect">
                          <a:avLst/>
                        </a:prstGeom>
                        <a:noFill/>
                        <a:ln>
                          <a:noFill/>
                        </a:ln>
                        <a:effectLst/>
                        <a:extLst>
                          <a:ext uri="{909E8E84-426E-40DD-AFC4-6F175D3DCCD1}">
                            <a14:hiddenFill xmlns:a14="http://schemas.microsoft.com/office/drawing/2010/main">
                              <a:gradFill rotWithShape="0">
                                <a:gsLst>
                                  <a:gs pos="0">
                                    <a:srgbClr val="A987A9"/>
                                  </a:gs>
                                  <a:gs pos="50000">
                                    <a:srgbClr val="FFCCFF"/>
                                  </a:gs>
                                  <a:gs pos="100000">
                                    <a:srgbClr val="A987A9"/>
                                  </a:gs>
                                </a:gsLst>
                                <a:lin ang="5400000" scaled="1"/>
                              </a:gradFill>
                            </a14:hiddenFill>
                          </a:ext>
                          <a:ext uri="{91240B29-F687-4F45-9708-019B960494DF}">
                            <a14:hiddenLine xmlns:a14="http://schemas.microsoft.com/office/drawing/2010/main" w="28575">
                              <a:solidFill>
                                <a:srgbClr val="D6009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270" name="AutoShape 30"/>
          <p:cNvSpPr>
            <a:spLocks noChangeArrowheads="1"/>
          </p:cNvSpPr>
          <p:nvPr/>
        </p:nvSpPr>
        <p:spPr bwMode="auto">
          <a:xfrm rot="411478">
            <a:off x="6580188" y="5543550"/>
            <a:ext cx="1524000" cy="762000"/>
          </a:xfrm>
          <a:prstGeom prst="wedgeRectCallout">
            <a:avLst>
              <a:gd name="adj1" fmla="val -100106"/>
              <a:gd name="adj2" fmla="val 29583"/>
            </a:avLst>
          </a:prstGeom>
          <a:gradFill rotWithShape="0">
            <a:gsLst>
              <a:gs pos="0">
                <a:schemeClr val="folHlink"/>
              </a:gs>
              <a:gs pos="50000">
                <a:schemeClr val="folHlink">
                  <a:gamma/>
                  <a:tint val="0"/>
                  <a:invGamma/>
                </a:schemeClr>
              </a:gs>
              <a:gs pos="100000">
                <a:schemeClr val="folHlink"/>
              </a:gs>
            </a:gsLst>
            <a:lin ang="5400000" scaled="1"/>
          </a:gradFill>
          <a:ln w="9525">
            <a:solidFill>
              <a:srgbClr val="CC00CC"/>
            </a:solidFill>
            <a:miter lim="800000"/>
            <a:tailEnd type="none" w="sm" len="lg"/>
          </a:ln>
          <a:effectLst/>
        </p:spPr>
        <p:txBody>
          <a:bodyPr/>
          <a:lstStyle/>
          <a:p>
            <a:pPr eaLnBrk="1" hangingPunct="1">
              <a:lnSpc>
                <a:spcPct val="60000"/>
              </a:lnSpc>
              <a:spcBef>
                <a:spcPct val="50000"/>
              </a:spcBef>
              <a:defRPr/>
            </a:pPr>
            <a:r>
              <a:rPr lang="en-US" altLang="zh-CN" sz="2800" b="1">
                <a:solidFill>
                  <a:srgbClr val="003366"/>
                </a:solidFill>
                <a:latin typeface="Times New Roman" panose="02020603050405020304" pitchFamily="18" charset="0"/>
              </a:rPr>
              <a:t>     </a:t>
            </a:r>
            <a:r>
              <a:rPr lang="zh-CN" altLang="en-US" sz="2000" b="1">
                <a:solidFill>
                  <a:srgbClr val="003366"/>
                </a:solidFill>
                <a:latin typeface="Times New Roman" panose="02020603050405020304" pitchFamily="18" charset="0"/>
              </a:rPr>
              <a:t>逸出功</a:t>
            </a:r>
            <a:endParaRPr lang="zh-CN" altLang="en-US" sz="2000" b="1">
              <a:solidFill>
                <a:srgbClr val="003366"/>
              </a:solidFill>
              <a:latin typeface="Times New Roman" panose="02020603050405020304" pitchFamily="18" charset="0"/>
            </a:endParaRPr>
          </a:p>
          <a:p>
            <a:pPr eaLnBrk="1" hangingPunct="1">
              <a:lnSpc>
                <a:spcPct val="60000"/>
              </a:lnSpc>
              <a:spcBef>
                <a:spcPct val="50000"/>
              </a:spcBef>
              <a:defRPr/>
            </a:pPr>
            <a:r>
              <a:rPr lang="zh-CN" altLang="en-US" sz="2000" b="1">
                <a:solidFill>
                  <a:srgbClr val="003366"/>
                </a:solidFill>
                <a:latin typeface="Times New Roman" panose="02020603050405020304" pitchFamily="18" charset="0"/>
              </a:rPr>
              <a:t>与材料有关</a:t>
            </a:r>
            <a:endParaRPr lang="zh-CN" altLang="en-US" sz="2000" b="1">
              <a:solidFill>
                <a:srgbClr val="003366"/>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wipe(left)">
                                      <p:cBhvr>
                                        <p:cTn id="7" dur="500"/>
                                        <p:tgtEl>
                                          <p:spTgt spid="102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7">
                                            <p:txEl>
                                              <p:pRg st="0" end="0"/>
                                            </p:txEl>
                                          </p:spTgt>
                                        </p:tgtEl>
                                        <p:attrNameLst>
                                          <p:attrName>style.visibility</p:attrName>
                                        </p:attrNameLst>
                                      </p:cBhvr>
                                      <p:to>
                                        <p:strVal val="visible"/>
                                      </p:to>
                                    </p:set>
                                    <p:animEffect transition="in" filter="wipe(left)">
                                      <p:cBhvr>
                                        <p:cTn id="12" dur="500"/>
                                        <p:tgtEl>
                                          <p:spTgt spid="102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53"/>
                                        </p:tgtEl>
                                        <p:attrNameLst>
                                          <p:attrName>style.visibility</p:attrName>
                                        </p:attrNameLst>
                                      </p:cBhvr>
                                      <p:to>
                                        <p:strVal val="visible"/>
                                      </p:to>
                                    </p:set>
                                    <p:animEffect transition="in" filter="blinds(horizontal)">
                                      <p:cBhvr>
                                        <p:cTn id="17" dur="500"/>
                                        <p:tgtEl>
                                          <p:spTgt spid="102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68">
                                            <p:txEl>
                                              <p:pRg st="0" end="0"/>
                                            </p:txEl>
                                          </p:spTgt>
                                        </p:tgtEl>
                                        <p:attrNameLst>
                                          <p:attrName>style.visibility</p:attrName>
                                        </p:attrNameLst>
                                      </p:cBhvr>
                                      <p:to>
                                        <p:strVal val="visible"/>
                                      </p:to>
                                    </p:set>
                                    <p:animEffect transition="in" filter="wipe(left)">
                                      <p:cBhvr>
                                        <p:cTn id="22" dur="500"/>
                                        <p:tgtEl>
                                          <p:spTgt spid="1026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272"/>
                                        </p:tgtEl>
                                        <p:attrNameLst>
                                          <p:attrName>style.visibility</p:attrName>
                                        </p:attrNameLst>
                                      </p:cBhvr>
                                      <p:to>
                                        <p:strVal val="visible"/>
                                      </p:to>
                                    </p:set>
                                    <p:animEffect transition="in" filter="blinds(horizontal)">
                                      <p:cBhvr>
                                        <p:cTn id="27" dur="500"/>
                                        <p:tgtEl>
                                          <p:spTgt spid="1027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270"/>
                                        </p:tgtEl>
                                        <p:attrNameLst>
                                          <p:attrName>style.visibility</p:attrName>
                                        </p:attrNameLst>
                                      </p:cBhvr>
                                      <p:to>
                                        <p:strVal val="visible"/>
                                      </p:to>
                                    </p:set>
                                    <p:animEffect transition="in" filter="wipe(left)">
                                      <p:cBhvr>
                                        <p:cTn id="32" dur="500"/>
                                        <p:tgtEl>
                                          <p:spTgt spid="10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7" grpId="0" autoUpdateAnimBg="0" build="p"/>
      <p:bldP spid="10268" grpId="0" autoUpdateAnimBg="0" build="p"/>
      <p:bldP spid="10270"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2"/>
          <p:cNvGraphicFramePr>
            <a:graphicFrameLocks noChangeAspect="1"/>
          </p:cNvGraphicFramePr>
          <p:nvPr/>
        </p:nvGraphicFramePr>
        <p:xfrm>
          <a:off x="5219700" y="1597531"/>
          <a:ext cx="2447925" cy="904875"/>
        </p:xfrm>
        <a:graphic>
          <a:graphicData uri="http://schemas.openxmlformats.org/presentationml/2006/ole">
            <mc:AlternateContent xmlns:mc="http://schemas.openxmlformats.org/markup-compatibility/2006">
              <mc:Choice xmlns:v="urn:schemas-microsoft-com:vml" Requires="v">
                <p:oleObj spid="_x0000_s0" name="Equation" r:id="rId1" imgW="751205" imgH="262890" progId="Equation.3">
                  <p:embed/>
                </p:oleObj>
              </mc:Choice>
              <mc:Fallback>
                <p:oleObj name="Equation" r:id="rId1" imgW="751205" imgH="26289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1597531"/>
                        <a:ext cx="2447925" cy="904875"/>
                      </a:xfrm>
                      <a:prstGeom prst="rect">
                        <a:avLst/>
                      </a:prstGeom>
                      <a:noFill/>
                      <a:ln>
                        <a:noFill/>
                      </a:ln>
                      <a:effectLst/>
                      <a:extLst>
                        <a:ext uri="{909E8E84-426E-40DD-AFC4-6F175D3DCCD1}">
                          <a14:hiddenFill xmlns:a14="http://schemas.microsoft.com/office/drawing/2010/main">
                            <a:gradFill rotWithShape="0">
                              <a:gsLst>
                                <a:gs pos="0">
                                  <a:srgbClr val="A987A9"/>
                                </a:gs>
                                <a:gs pos="50000">
                                  <a:srgbClr val="FFCCFF"/>
                                </a:gs>
                                <a:gs pos="100000">
                                  <a:srgbClr val="A987A9"/>
                                </a:gs>
                              </a:gsLst>
                              <a:lin ang="5400000" scaled="1"/>
                            </a:gradFill>
                          </a14:hiddenFill>
                        </a:ext>
                        <a:ext uri="{91240B29-F687-4F45-9708-019B960494DF}">
                          <a14:hiddenLine xmlns:a14="http://schemas.microsoft.com/office/drawing/2010/main" w="28575">
                            <a:solidFill>
                              <a:srgbClr val="D6009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7" name="Rectangle 3"/>
          <p:cNvSpPr>
            <a:spLocks noChangeArrowheads="1"/>
          </p:cNvSpPr>
          <p:nvPr/>
        </p:nvSpPr>
        <p:spPr bwMode="auto">
          <a:xfrm>
            <a:off x="1519238" y="101600"/>
            <a:ext cx="61483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chemeClr val="bg1"/>
                </a:solidFill>
                <a:latin typeface="宋体" panose="02010600030101010101" pitchFamily="2" charset="-122"/>
              </a:rPr>
              <a:t>光子说对光电效应实验规律的解释</a:t>
            </a:r>
            <a:r>
              <a:rPr kumimoji="1" lang="zh-CN" altLang="en-US" sz="1100">
                <a:solidFill>
                  <a:schemeClr val="bg1"/>
                </a:solidFill>
              </a:rPr>
              <a:t> </a:t>
            </a:r>
            <a:endParaRPr kumimoji="1" lang="zh-CN" altLang="en-US" sz="2400">
              <a:solidFill>
                <a:schemeClr val="bg1"/>
              </a:solidFill>
              <a:latin typeface="Times New Roman" panose="02020603050405020304" pitchFamily="18" charset="0"/>
            </a:endParaRPr>
          </a:p>
        </p:txBody>
      </p:sp>
      <p:sp>
        <p:nvSpPr>
          <p:cNvPr id="11268" name="Rectangle 4"/>
          <p:cNvSpPr>
            <a:spLocks noChangeArrowheads="1"/>
          </p:cNvSpPr>
          <p:nvPr/>
        </p:nvSpPr>
        <p:spPr bwMode="auto">
          <a:xfrm>
            <a:off x="107504" y="921038"/>
            <a:ext cx="86044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152400">
              <a:tabLst>
                <a:tab pos="228600" algn="l"/>
              </a:tabLst>
              <a:defRPr>
                <a:solidFill>
                  <a:schemeClr val="tx1"/>
                </a:solidFill>
                <a:latin typeface="Arial" panose="020B0604020202020204" pitchFamily="34" charset="0"/>
                <a:ea typeface="宋体" panose="02010600030101010101" pitchFamily="2" charset="-122"/>
              </a:defRPr>
            </a:lvl1pPr>
            <a:lvl2pPr marL="742950" indent="-285750">
              <a:tabLst>
                <a:tab pos="228600" algn="l"/>
              </a:tabLst>
              <a:defRPr>
                <a:solidFill>
                  <a:schemeClr val="tx1"/>
                </a:solidFill>
                <a:latin typeface="Arial" panose="020B0604020202020204" pitchFamily="34" charset="0"/>
                <a:ea typeface="宋体" panose="02010600030101010101" pitchFamily="2" charset="-122"/>
              </a:defRPr>
            </a:lvl2pPr>
            <a:lvl3pPr marL="1143000" indent="-228600">
              <a:tabLst>
                <a:tab pos="228600" algn="l"/>
              </a:tabLst>
              <a:defRPr>
                <a:solidFill>
                  <a:schemeClr val="tx1"/>
                </a:solidFill>
                <a:latin typeface="Arial" panose="020B0604020202020204" pitchFamily="34" charset="0"/>
                <a:ea typeface="宋体" panose="02010600030101010101" pitchFamily="2" charset="-122"/>
              </a:defRPr>
            </a:lvl3pPr>
            <a:lvl4pPr marL="1600200" indent="-228600">
              <a:tabLst>
                <a:tab pos="228600" algn="l"/>
              </a:tabLst>
              <a:defRPr>
                <a:solidFill>
                  <a:schemeClr val="tx1"/>
                </a:solidFill>
                <a:latin typeface="Arial" panose="020B0604020202020204" pitchFamily="34" charset="0"/>
                <a:ea typeface="宋体" panose="02010600030101010101" pitchFamily="2" charset="-122"/>
              </a:defRPr>
            </a:lvl4pPr>
            <a:lvl5pPr marL="2057400" indent="-228600">
              <a:tabLst>
                <a:tab pos="2286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2286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2286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2286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228600" algn="l"/>
              </a:tabLs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200" dirty="0">
                <a:solidFill>
                  <a:srgbClr val="003366"/>
                </a:solidFill>
                <a:latin typeface="Times New Roman" panose="02020603050405020304" pitchFamily="18" charset="0"/>
                <a:cs typeface="Times New Roman" panose="02020603050405020304" pitchFamily="18" charset="0"/>
              </a:rPr>
              <a:t> </a:t>
            </a:r>
            <a:endParaRPr kumimoji="1" lang="en-US" altLang="zh-CN" sz="1200" dirty="0">
              <a:solidFill>
                <a:srgbClr val="003366"/>
              </a:solidFill>
              <a:latin typeface="Arial Unicode MS" panose="020B0604020202020204" charset="-122"/>
              <a:cs typeface="Times New Roman" panose="02020603050405020304" pitchFamily="18" charset="0"/>
            </a:endParaRPr>
          </a:p>
          <a:p>
            <a:pPr algn="just"/>
            <a:r>
              <a:rPr kumimoji="1" lang="en-US" altLang="zh-CN" sz="2400" b="1" dirty="0">
                <a:solidFill>
                  <a:srgbClr val="003366"/>
                </a:solidFill>
                <a:latin typeface=",arial" charset="0"/>
                <a:cs typeface="Times New Roman" panose="02020603050405020304" pitchFamily="18" charset="0"/>
              </a:rPr>
              <a:t>1</a:t>
            </a:r>
            <a:r>
              <a:rPr kumimoji="1" lang="zh-CN" altLang="en-US" sz="2400" b="1" dirty="0">
                <a:solidFill>
                  <a:srgbClr val="003366"/>
                </a:solidFill>
                <a:latin typeface=",arial" charset="0"/>
              </a:rPr>
              <a:t>、</a:t>
            </a:r>
            <a:r>
              <a:rPr kumimoji="1" lang="zh-CN" altLang="en-US" sz="2400" b="1" dirty="0">
                <a:solidFill>
                  <a:srgbClr val="003366"/>
                </a:solidFill>
                <a:latin typeface="宋体" panose="02010600030101010101" pitchFamily="2" charset="-122"/>
              </a:rPr>
              <a:t>入射光子的能量必须大于逸出功</a:t>
            </a:r>
            <a:r>
              <a:rPr kumimoji="1" lang="en-US" altLang="zh-CN" sz="2400" b="1" dirty="0">
                <a:solidFill>
                  <a:srgbClr val="003366"/>
                </a:solidFill>
                <a:latin typeface=",arial" charset="0"/>
                <a:cs typeface="Times New Roman" panose="02020603050405020304" pitchFamily="18" charset="0"/>
              </a:rPr>
              <a:t>W</a:t>
            </a:r>
            <a:r>
              <a:rPr kumimoji="1" lang="zh-CN" altLang="en-US" sz="2400" b="1" dirty="0">
                <a:solidFill>
                  <a:srgbClr val="003366"/>
                </a:solidFill>
                <a:latin typeface="宋体" panose="02010600030101010101" pitchFamily="2" charset="-122"/>
              </a:rPr>
              <a:t>，才能发生光电效应。</a:t>
            </a:r>
            <a:endParaRPr kumimoji="1" lang="zh-CN" altLang="en-US" sz="2400" b="1" dirty="0">
              <a:solidFill>
                <a:srgbClr val="003366"/>
              </a:solidFill>
              <a:latin typeface="Times New Roman" panose="02020603050405020304" pitchFamily="18" charset="0"/>
            </a:endParaRPr>
          </a:p>
        </p:txBody>
      </p:sp>
      <p:sp>
        <p:nvSpPr>
          <p:cNvPr id="11269" name="Rectangle 5"/>
          <p:cNvSpPr>
            <a:spLocks noChangeArrowheads="1"/>
          </p:cNvSpPr>
          <p:nvPr/>
        </p:nvSpPr>
        <p:spPr bwMode="auto">
          <a:xfrm>
            <a:off x="646906" y="1801019"/>
            <a:ext cx="4167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rgbClr val="003366"/>
                </a:solidFill>
                <a:latin typeface="宋体" panose="02010600030101010101" pitchFamily="2" charset="-122"/>
              </a:rPr>
              <a:t>截止频率决定于金属的逸出功</a:t>
            </a:r>
            <a:endParaRPr kumimoji="1" lang="zh-CN" altLang="en-US" sz="2400" b="1" dirty="0">
              <a:solidFill>
                <a:srgbClr val="003366"/>
              </a:solidFill>
              <a:latin typeface="宋体" panose="02010600030101010101" pitchFamily="2" charset="-122"/>
            </a:endParaRPr>
          </a:p>
        </p:txBody>
      </p:sp>
      <p:sp>
        <p:nvSpPr>
          <p:cNvPr id="11270" name="Rectangle 6">
            <a:hlinkClick r:id="rId3" action="ppaction://hlinksldjump"/>
          </p:cNvPr>
          <p:cNvSpPr>
            <a:spLocks noChangeArrowheads="1"/>
          </p:cNvSpPr>
          <p:nvPr/>
        </p:nvSpPr>
        <p:spPr bwMode="auto">
          <a:xfrm>
            <a:off x="288032" y="2415004"/>
            <a:ext cx="83164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rgbClr val="003366"/>
                </a:solidFill>
                <a:latin typeface=",arial" charset="0"/>
                <a:cs typeface="Times New Roman" panose="02020603050405020304" pitchFamily="18" charset="0"/>
              </a:rPr>
              <a:t>2</a:t>
            </a:r>
            <a:r>
              <a:rPr kumimoji="1" lang="zh-CN" altLang="en-US" sz="2400" dirty="0">
                <a:solidFill>
                  <a:srgbClr val="003366"/>
                </a:solidFill>
                <a:latin typeface=",arial" charset="0"/>
                <a:cs typeface="Times New Roman" panose="02020603050405020304" pitchFamily="18" charset="0"/>
              </a:rPr>
              <a:t>、对于一定金属来说逸出功</a:t>
            </a:r>
            <a:r>
              <a:rPr kumimoji="1" lang="en-US" altLang="zh-CN" sz="2400" dirty="0">
                <a:solidFill>
                  <a:srgbClr val="003366"/>
                </a:solidFill>
                <a:latin typeface=",arial" charset="0"/>
                <a:cs typeface="Times New Roman" panose="02020603050405020304" pitchFamily="18" charset="0"/>
              </a:rPr>
              <a:t>W</a:t>
            </a:r>
            <a:r>
              <a:rPr kumimoji="1" lang="zh-CN" altLang="en-US" sz="2400" dirty="0">
                <a:solidFill>
                  <a:srgbClr val="003366"/>
                </a:solidFill>
                <a:latin typeface=",arial" charset="0"/>
                <a:cs typeface="Times New Roman" panose="02020603050405020304" pitchFamily="18" charset="0"/>
              </a:rPr>
              <a:t>是一定的，最大初动能与频率成线性关系。</a:t>
            </a:r>
            <a:endParaRPr kumimoji="1" lang="zh-CN" altLang="en-US" sz="2400" dirty="0">
              <a:solidFill>
                <a:srgbClr val="003366"/>
              </a:solidFill>
              <a:latin typeface=",arial" charset="0"/>
              <a:cs typeface="Times New Roman" panose="02020603050405020304" pitchFamily="18" charset="0"/>
            </a:endParaRPr>
          </a:p>
        </p:txBody>
      </p:sp>
      <p:sp>
        <p:nvSpPr>
          <p:cNvPr id="11271" name="Rectangle 7"/>
          <p:cNvSpPr>
            <a:spLocks noChangeArrowheads="1"/>
          </p:cNvSpPr>
          <p:nvPr/>
        </p:nvSpPr>
        <p:spPr bwMode="auto">
          <a:xfrm>
            <a:off x="288032" y="3461554"/>
            <a:ext cx="8316416" cy="143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400" dirty="0">
                <a:solidFill>
                  <a:srgbClr val="003366"/>
                </a:solidFill>
                <a:latin typeface=",arial" charset="0"/>
                <a:cs typeface="Times New Roman" panose="02020603050405020304" pitchFamily="18" charset="0"/>
              </a:rPr>
              <a:t>3</a:t>
            </a:r>
            <a:r>
              <a:rPr kumimoji="1" lang="zh-CN" altLang="en-US" sz="2400" dirty="0">
                <a:solidFill>
                  <a:srgbClr val="003366"/>
                </a:solidFill>
                <a:latin typeface=",arial" charset="0"/>
                <a:cs typeface="Times New Roman" panose="02020603050405020304" pitchFamily="18" charset="0"/>
              </a:rPr>
              <a:t>、当入射光的频率大于截止频率时</a:t>
            </a:r>
            <a:r>
              <a:rPr kumimoji="1" lang="en-US" altLang="zh-CN" sz="2400" dirty="0">
                <a:solidFill>
                  <a:srgbClr val="003366"/>
                </a:solidFill>
                <a:latin typeface=",arial" charset="0"/>
                <a:cs typeface="Times New Roman" panose="02020603050405020304" pitchFamily="18" charset="0"/>
              </a:rPr>
              <a:t>,</a:t>
            </a:r>
            <a:r>
              <a:rPr kumimoji="1" lang="zh-CN" altLang="en-US" sz="2400" dirty="0">
                <a:solidFill>
                  <a:srgbClr val="003366"/>
                </a:solidFill>
                <a:latin typeface=",arial" charset="0"/>
                <a:cs typeface="Times New Roman" panose="02020603050405020304" pitchFamily="18" charset="0"/>
              </a:rPr>
              <a:t>入射光强度越大，光子数越多，则在单位时间内能够吸收光子获得能量的电子数越多，逸出的光电子数就越多。</a:t>
            </a:r>
            <a:r>
              <a:rPr kumimoji="1" lang="zh-CN" altLang="en-US" sz="2400" dirty="0">
                <a:solidFill>
                  <a:srgbClr val="003366"/>
                </a:solidFill>
              </a:rPr>
              <a:t> </a:t>
            </a:r>
            <a:endParaRPr kumimoji="1" lang="zh-CN" altLang="en-US" sz="2400" dirty="0">
              <a:solidFill>
                <a:srgbClr val="003366"/>
              </a:solidFill>
              <a:latin typeface="Times New Roman" panose="02020603050405020304" pitchFamily="18" charset="0"/>
            </a:endParaRPr>
          </a:p>
        </p:txBody>
      </p:sp>
      <p:grpSp>
        <p:nvGrpSpPr>
          <p:cNvPr id="11272" name="Group 8"/>
          <p:cNvGrpSpPr/>
          <p:nvPr/>
        </p:nvGrpSpPr>
        <p:grpSpPr bwMode="auto">
          <a:xfrm>
            <a:off x="288727" y="5012484"/>
            <a:ext cx="8315325" cy="1476376"/>
            <a:chOff x="-206" y="3371"/>
            <a:chExt cx="5238" cy="930"/>
          </a:xfrm>
        </p:grpSpPr>
        <p:grpSp>
          <p:nvGrpSpPr>
            <p:cNvPr id="11273" name="Group 9"/>
            <p:cNvGrpSpPr/>
            <p:nvPr/>
          </p:nvGrpSpPr>
          <p:grpSpPr bwMode="auto">
            <a:xfrm>
              <a:off x="-206" y="3371"/>
              <a:ext cx="5238" cy="930"/>
              <a:chOff x="-158" y="3368"/>
              <a:chExt cx="5238" cy="930"/>
            </a:xfrm>
          </p:grpSpPr>
          <p:sp>
            <p:nvSpPr>
              <p:cNvPr id="11275" name="Rectangle 10"/>
              <p:cNvSpPr>
                <a:spLocks noChangeArrowheads="1"/>
              </p:cNvSpPr>
              <p:nvPr/>
            </p:nvSpPr>
            <p:spPr bwMode="auto">
              <a:xfrm>
                <a:off x="-158" y="3368"/>
                <a:ext cx="5238" cy="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400" dirty="0">
                    <a:solidFill>
                      <a:srgbClr val="003366"/>
                    </a:solidFill>
                    <a:latin typeface=",arial" charset="0"/>
                    <a:cs typeface="Times New Roman" panose="02020603050405020304" pitchFamily="18" charset="0"/>
                  </a:rPr>
                  <a:t>4</a:t>
                </a:r>
                <a:r>
                  <a:rPr kumimoji="1" lang="zh-CN" altLang="en-US" sz="2400" dirty="0">
                    <a:solidFill>
                      <a:srgbClr val="003366"/>
                    </a:solidFill>
                    <a:latin typeface=",arial" charset="0"/>
                    <a:cs typeface="Times New Roman" panose="02020603050405020304" pitchFamily="18" charset="0"/>
                  </a:rPr>
                  <a:t>、光子射至金属表面，一个光子携带的能量      将一次性被一个电子吸收，若         ，电子立即逸出，无需时间积累（瞬时性）</a:t>
                </a:r>
                <a:r>
                  <a:rPr kumimoji="1" lang="en-US" altLang="zh-CN" sz="2400" dirty="0">
                    <a:solidFill>
                      <a:srgbClr val="003366"/>
                    </a:solidFill>
                    <a:latin typeface=",arial" charset="0"/>
                    <a:cs typeface="Times New Roman" panose="02020603050405020304" pitchFamily="18" charset="0"/>
                  </a:rPr>
                  <a:t>.</a:t>
                </a:r>
                <a:endParaRPr kumimoji="1" lang="en-US" altLang="zh-CN" sz="2400" dirty="0">
                  <a:solidFill>
                    <a:srgbClr val="003366"/>
                  </a:solidFill>
                  <a:latin typeface=",arial" charset="0"/>
                  <a:cs typeface="Times New Roman" panose="02020603050405020304" pitchFamily="18" charset="0"/>
                </a:endParaRPr>
              </a:p>
            </p:txBody>
          </p:sp>
          <p:graphicFrame>
            <p:nvGraphicFramePr>
              <p:cNvPr id="11276" name="Object 11"/>
              <p:cNvGraphicFramePr>
                <a:graphicFrameLocks noChangeAspect="1"/>
              </p:cNvGraphicFramePr>
              <p:nvPr/>
            </p:nvGraphicFramePr>
            <p:xfrm>
              <a:off x="1679" y="3731"/>
              <a:ext cx="560" cy="330"/>
            </p:xfrm>
            <a:graphic>
              <a:graphicData uri="http://schemas.openxmlformats.org/presentationml/2006/ole">
                <mc:AlternateContent xmlns:mc="http://schemas.openxmlformats.org/markup-compatibility/2006">
                  <mc:Choice xmlns:v="urn:schemas-microsoft-com:vml" Requires="v">
                    <p:oleObj spid="_x0000_s2" name="Equation" r:id="rId4" imgW="267970" imgH="147320" progId="Equation.3">
                      <p:embed/>
                    </p:oleObj>
                  </mc:Choice>
                  <mc:Fallback>
                    <p:oleObj name="Equation" r:id="rId4" imgW="267970" imgH="14732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9" y="3731"/>
                            <a:ext cx="56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1274" name="Object 12"/>
            <p:cNvGraphicFramePr>
              <a:graphicFrameLocks noChangeAspect="1"/>
            </p:cNvGraphicFramePr>
            <p:nvPr/>
          </p:nvGraphicFramePr>
          <p:xfrm>
            <a:off x="3762" y="3417"/>
            <a:ext cx="329" cy="261"/>
          </p:xfrm>
          <a:graphic>
            <a:graphicData uri="http://schemas.openxmlformats.org/presentationml/2006/ole">
              <mc:AlternateContent xmlns:mc="http://schemas.openxmlformats.org/markup-compatibility/2006">
                <mc:Choice xmlns:v="urn:schemas-microsoft-com:vml" Requires="v">
                  <p:oleObj spid="_x0000_s3" name="" r:id="rId6" imgW="147320" imgH="110490" progId="Equation.3">
                    <p:embed/>
                  </p:oleObj>
                </mc:Choice>
                <mc:Fallback>
                  <p:oleObj name="" r:id="rId6" imgW="147320" imgH="11049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62" y="3417"/>
                          <a:ext cx="329"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animEffect transition="in" filter="wipe(left)">
                                      <p:cBhvr>
                                        <p:cTn id="7" dur="500"/>
                                        <p:tgtEl>
                                          <p:spTgt spid="112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268">
                                            <p:txEl>
                                              <p:pRg st="1" end="1"/>
                                            </p:txEl>
                                          </p:spTgt>
                                        </p:tgtEl>
                                        <p:attrNameLst>
                                          <p:attrName>style.visibility</p:attrName>
                                        </p:attrNameLst>
                                      </p:cBhvr>
                                      <p:to>
                                        <p:strVal val="visible"/>
                                      </p:to>
                                    </p:set>
                                    <p:animEffect transition="in" filter="wipe(left)">
                                      <p:cBhvr>
                                        <p:cTn id="12" dur="500"/>
                                        <p:tgtEl>
                                          <p:spTgt spid="112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269">
                                            <p:txEl>
                                              <p:pRg st="0" end="0"/>
                                            </p:txEl>
                                          </p:spTgt>
                                        </p:tgtEl>
                                        <p:attrNameLst>
                                          <p:attrName>style.visibility</p:attrName>
                                        </p:attrNameLst>
                                      </p:cBhvr>
                                      <p:to>
                                        <p:strVal val="visible"/>
                                      </p:to>
                                    </p:set>
                                    <p:animEffect transition="in" filter="wipe(left)">
                                      <p:cBhvr>
                                        <p:cTn id="17" dur="500"/>
                                        <p:tgtEl>
                                          <p:spTgt spid="1126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270">
                                            <p:txEl>
                                              <p:pRg st="0" end="0"/>
                                            </p:txEl>
                                          </p:spTgt>
                                        </p:tgtEl>
                                        <p:attrNameLst>
                                          <p:attrName>style.visibility</p:attrName>
                                        </p:attrNameLst>
                                      </p:cBhvr>
                                      <p:to>
                                        <p:strVal val="visible"/>
                                      </p:to>
                                    </p:set>
                                    <p:animEffect transition="in" filter="wipe(left)">
                                      <p:cBhvr>
                                        <p:cTn id="22" dur="500"/>
                                        <p:tgtEl>
                                          <p:spTgt spid="1127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272"/>
                                        </p:tgtEl>
                                        <p:attrNameLst>
                                          <p:attrName>style.visibility</p:attrName>
                                        </p:attrNameLst>
                                      </p:cBhvr>
                                      <p:to>
                                        <p:strVal val="visible"/>
                                      </p:to>
                                    </p:set>
                                    <p:animEffect transition="in" filter="wipe(left)">
                                      <p:cBhvr>
                                        <p:cTn id="27" dur="500"/>
                                        <p:tgtEl>
                                          <p:spTgt spid="1127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271">
                                            <p:txEl>
                                              <p:pRg st="0" end="0"/>
                                            </p:txEl>
                                          </p:spTgt>
                                        </p:tgtEl>
                                        <p:attrNameLst>
                                          <p:attrName>style.visibility</p:attrName>
                                        </p:attrNameLst>
                                      </p:cBhvr>
                                      <p:to>
                                        <p:strVal val="visible"/>
                                      </p:to>
                                    </p:set>
                                    <p:animEffect transition="in" filter="wipe(left)">
                                      <p:cBhvr>
                                        <p:cTn id="32" dur="500"/>
                                        <p:tgtEl>
                                          <p:spTgt spid="112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utoUpdateAnimBg="0" build="p"/>
      <p:bldP spid="11269" grpId="0" autoUpdateAnimBg="0" build="p"/>
      <p:bldP spid="11270" grpId="0" autoUpdateAnimBg="0" build="p"/>
      <p:bldP spid="11271"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2424113" y="115888"/>
            <a:ext cx="4164012"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609600" indent="-609600">
              <a:defRPr>
                <a:solidFill>
                  <a:schemeClr val="tx1"/>
                </a:solidFill>
                <a:latin typeface="Arial" panose="020B0604020202020204" pitchFamily="34" charset="0"/>
                <a:ea typeface="宋体" panose="02010600030101010101" pitchFamily="2" charset="-122"/>
              </a:defRPr>
            </a:lvl1pPr>
            <a:lvl2pPr marL="1066800" indent="-609600">
              <a:defRPr>
                <a:solidFill>
                  <a:schemeClr val="tx1"/>
                </a:solidFill>
                <a:latin typeface="Arial" panose="020B0604020202020204" pitchFamily="34" charset="0"/>
                <a:ea typeface="宋体" panose="02010600030101010101" pitchFamily="2" charset="-122"/>
              </a:defRPr>
            </a:lvl2pPr>
            <a:lvl3pPr marL="1524000" indent="-609600">
              <a:defRPr>
                <a:solidFill>
                  <a:schemeClr val="tx1"/>
                </a:solidFill>
                <a:latin typeface="Arial" panose="020B0604020202020204" pitchFamily="34" charset="0"/>
                <a:ea typeface="宋体" panose="02010600030101010101" pitchFamily="2" charset="-122"/>
              </a:defRPr>
            </a:lvl3pPr>
            <a:lvl4pPr marL="1981200" indent="-609600">
              <a:defRPr>
                <a:solidFill>
                  <a:schemeClr val="tx1"/>
                </a:solidFill>
                <a:latin typeface="Arial" panose="020B0604020202020204" pitchFamily="34" charset="0"/>
                <a:ea typeface="宋体" panose="02010600030101010101" pitchFamily="2" charset="-122"/>
              </a:defRPr>
            </a:lvl4pPr>
            <a:lvl5pPr marL="2438400" indent="-609600">
              <a:defRPr>
                <a:solidFill>
                  <a:schemeClr val="tx1"/>
                </a:solidFill>
                <a:latin typeface="Arial" panose="020B0604020202020204" pitchFamily="34" charset="0"/>
                <a:ea typeface="宋体" panose="02010600030101010101" pitchFamily="2" charset="-122"/>
              </a:defRPr>
            </a:lvl5pPr>
            <a:lvl6pPr marL="2895600" indent="-609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352800" indent="-609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810000" indent="-609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267200" indent="-609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chemeClr val="bg1"/>
                </a:solidFill>
                <a:latin typeface="宋体" panose="02010600030101010101" pitchFamily="2" charset="-122"/>
              </a:rPr>
              <a:t>  </a:t>
            </a:r>
            <a:r>
              <a:rPr lang="zh-CN" altLang="en-US" b="1" dirty="0">
                <a:solidFill>
                  <a:schemeClr val="bg1"/>
                </a:solidFill>
                <a:latin typeface="宋体" panose="02010600030101010101" pitchFamily="2" charset="-122"/>
              </a:rPr>
              <a:t>光的波粒二象性</a:t>
            </a:r>
            <a:endParaRPr lang="zh-CN" altLang="en-US" b="1" dirty="0">
              <a:solidFill>
                <a:schemeClr val="bg1"/>
              </a:solidFill>
              <a:latin typeface="宋体" panose="02010600030101010101" pitchFamily="2" charset="-122"/>
            </a:endParaRPr>
          </a:p>
        </p:txBody>
      </p:sp>
      <p:grpSp>
        <p:nvGrpSpPr>
          <p:cNvPr id="12291" name="Group 3"/>
          <p:cNvGrpSpPr/>
          <p:nvPr/>
        </p:nvGrpSpPr>
        <p:grpSpPr bwMode="auto">
          <a:xfrm>
            <a:off x="3352800" y="4845050"/>
            <a:ext cx="2057400" cy="1617663"/>
            <a:chOff x="2112" y="3109"/>
            <a:chExt cx="1296" cy="1019"/>
          </a:xfrm>
        </p:grpSpPr>
        <p:sp>
          <p:nvSpPr>
            <p:cNvPr id="12309" name="Rectangle 4"/>
            <p:cNvSpPr>
              <a:spLocks noChangeArrowheads="1"/>
            </p:cNvSpPr>
            <p:nvPr/>
          </p:nvSpPr>
          <p:spPr bwMode="auto">
            <a:xfrm>
              <a:off x="2112" y="3109"/>
              <a:ext cx="1296" cy="1008"/>
            </a:xfrm>
            <a:prstGeom prst="rect">
              <a:avLst/>
            </a:prstGeom>
            <a:solidFill>
              <a:schemeClr val="accent1"/>
            </a:solidFill>
            <a:ln w="9525">
              <a:solidFill>
                <a:srgbClr val="006666"/>
              </a:solidFill>
              <a:miter lim="800000"/>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2310" name="Object 5"/>
            <p:cNvGraphicFramePr>
              <a:graphicFrameLocks noChangeAspect="1"/>
            </p:cNvGraphicFramePr>
            <p:nvPr/>
          </p:nvGraphicFramePr>
          <p:xfrm>
            <a:off x="2256" y="3109"/>
            <a:ext cx="944" cy="363"/>
          </p:xfrm>
          <a:graphic>
            <a:graphicData uri="http://schemas.openxmlformats.org/presentationml/2006/ole">
              <mc:AlternateContent xmlns:mc="http://schemas.openxmlformats.org/markup-compatibility/2006">
                <mc:Choice xmlns:v="urn:schemas-microsoft-com:vml" Requires="v">
                  <p:oleObj spid="_x0000_s0" name="Equation" r:id="rId1" imgW="320675" imgH="110490" progId="Equation.3">
                    <p:embed/>
                  </p:oleObj>
                </mc:Choice>
                <mc:Fallback>
                  <p:oleObj name="Equation" r:id="rId1" imgW="320675" imgH="11049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6" y="3109"/>
                          <a:ext cx="944"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6"/>
            <p:cNvGraphicFramePr>
              <a:graphicFrameLocks noChangeAspect="1"/>
            </p:cNvGraphicFramePr>
            <p:nvPr/>
          </p:nvGraphicFramePr>
          <p:xfrm>
            <a:off x="2160" y="3397"/>
            <a:ext cx="1248" cy="731"/>
          </p:xfrm>
          <a:graphic>
            <a:graphicData uri="http://schemas.openxmlformats.org/presentationml/2006/ole">
              <mc:AlternateContent xmlns:mc="http://schemas.openxmlformats.org/markup-compatibility/2006">
                <mc:Choice xmlns:v="urn:schemas-microsoft-com:vml" Requires="v">
                  <p:oleObj spid="_x0000_s3" name="公式" r:id="rId3" imgW="278765" imgH="262890" progId="Equation.3">
                    <p:embed/>
                  </p:oleObj>
                </mc:Choice>
                <mc:Fallback>
                  <p:oleObj name="公式" r:id="rId3" imgW="278765" imgH="26289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0" y="3397"/>
                          <a:ext cx="1248" cy="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295" name="Group 7"/>
          <p:cNvGrpSpPr/>
          <p:nvPr/>
        </p:nvGrpSpPr>
        <p:grpSpPr bwMode="auto">
          <a:xfrm>
            <a:off x="1235472" y="4921250"/>
            <a:ext cx="2184400" cy="1160463"/>
            <a:chOff x="672" y="3157"/>
            <a:chExt cx="1536" cy="731"/>
          </a:xfrm>
        </p:grpSpPr>
        <p:sp>
          <p:nvSpPr>
            <p:cNvPr id="12307" name="Text Box 8"/>
            <p:cNvSpPr txBox="1">
              <a:spLocks noChangeArrowheads="1"/>
            </p:cNvSpPr>
            <p:nvPr/>
          </p:nvSpPr>
          <p:spPr bwMode="auto">
            <a:xfrm>
              <a:off x="672" y="3157"/>
              <a:ext cx="1344" cy="731"/>
            </a:xfrm>
            <a:prstGeom prst="rect">
              <a:avLst/>
            </a:prstGeom>
            <a:noFill/>
            <a:ln>
              <a:noFill/>
            </a:ln>
            <a:effectLst/>
            <a:extLst>
              <a:ext uri="{909E8E84-426E-40DD-AFC4-6F175D3DCCD1}">
                <a14:hiddenFill xmlns:a14="http://schemas.microsoft.com/office/drawing/2010/main">
                  <a:solidFill>
                    <a:srgbClr val="F0C7F5"/>
                  </a:solidFill>
                </a14:hiddenFill>
              </a:ext>
              <a:ext uri="{91240B29-F687-4F45-9708-019B960494DF}">
                <a14:hiddenLine xmlns:a14="http://schemas.microsoft.com/office/drawing/2010/main" w="28575">
                  <a:solidFill>
                    <a:srgbClr val="D6009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0000FF"/>
                  </a:solidFill>
                  <a:latin typeface="宋体" panose="02010600030101010101" pitchFamily="2" charset="-122"/>
                </a:rPr>
                <a:t>描述光的</a:t>
              </a:r>
              <a:endParaRPr lang="zh-CN" altLang="en-US" sz="2800" b="1" dirty="0">
                <a:solidFill>
                  <a:srgbClr val="0000FF"/>
                </a:solidFill>
                <a:latin typeface="宋体" panose="02010600030101010101" pitchFamily="2" charset="-122"/>
              </a:endParaRPr>
            </a:p>
            <a:p>
              <a:pPr eaLnBrk="1" hangingPunct="1">
                <a:spcBef>
                  <a:spcPct val="50000"/>
                </a:spcBef>
              </a:pPr>
              <a:r>
                <a:rPr lang="zh-CN" altLang="en-US" sz="2800" b="1" dirty="0">
                  <a:solidFill>
                    <a:srgbClr val="0000FF"/>
                  </a:solidFill>
                  <a:latin typeface="宋体" panose="02010600030101010101" pitchFamily="2" charset="-122"/>
                </a:rPr>
                <a:t> 粒子性</a:t>
              </a:r>
              <a:endParaRPr lang="zh-CN" altLang="en-US" sz="2800" b="1" dirty="0">
                <a:solidFill>
                  <a:srgbClr val="0000FF"/>
                </a:solidFill>
                <a:latin typeface="宋体" panose="02010600030101010101" pitchFamily="2" charset="-122"/>
              </a:endParaRPr>
            </a:p>
          </p:txBody>
        </p:sp>
        <p:sp>
          <p:nvSpPr>
            <p:cNvPr id="12308" name="AutoShape 9"/>
            <p:cNvSpPr/>
            <p:nvPr/>
          </p:nvSpPr>
          <p:spPr bwMode="auto">
            <a:xfrm>
              <a:off x="1872" y="3301"/>
              <a:ext cx="336" cy="528"/>
            </a:xfrm>
            <a:prstGeom prst="leftBrace">
              <a:avLst>
                <a:gd name="adj1" fmla="val 13095"/>
                <a:gd name="adj2" fmla="val 50000"/>
              </a:avLst>
            </a:prstGeom>
            <a:noFill/>
            <a:ln w="28575">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2298" name="Group 10"/>
          <p:cNvGrpSpPr/>
          <p:nvPr/>
        </p:nvGrpSpPr>
        <p:grpSpPr bwMode="auto">
          <a:xfrm>
            <a:off x="5410200" y="4940689"/>
            <a:ext cx="2393033" cy="1279674"/>
            <a:chOff x="3312" y="3253"/>
            <a:chExt cx="1776" cy="768"/>
          </a:xfrm>
        </p:grpSpPr>
        <p:sp>
          <p:nvSpPr>
            <p:cNvPr id="4" name="AutoShape 11"/>
            <p:cNvSpPr/>
            <p:nvPr/>
          </p:nvSpPr>
          <p:spPr bwMode="auto">
            <a:xfrm>
              <a:off x="3312" y="3349"/>
              <a:ext cx="336" cy="672"/>
            </a:xfrm>
            <a:prstGeom prst="rightBrace">
              <a:avLst>
                <a:gd name="adj1" fmla="val 16667"/>
                <a:gd name="adj2" fmla="val 54764"/>
              </a:avLst>
            </a:prstGeom>
            <a:noFill/>
            <a:ln w="38100">
              <a:solidFill>
                <a:srgbClr val="CC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06" name="Text Box 12"/>
            <p:cNvSpPr txBox="1">
              <a:spLocks noChangeArrowheads="1"/>
            </p:cNvSpPr>
            <p:nvPr/>
          </p:nvSpPr>
          <p:spPr bwMode="auto">
            <a:xfrm>
              <a:off x="3648" y="3253"/>
              <a:ext cx="1440" cy="731"/>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28575">
                  <a:solidFill>
                    <a:srgbClr val="008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CC0000"/>
                  </a:solidFill>
                  <a:latin typeface="宋体" panose="02010600030101010101" pitchFamily="2" charset="-122"/>
                </a:rPr>
                <a:t> </a:t>
              </a:r>
              <a:r>
                <a:rPr lang="zh-CN" altLang="en-US" sz="2800" b="1">
                  <a:solidFill>
                    <a:srgbClr val="CC0000"/>
                  </a:solidFill>
                  <a:latin typeface="宋体" panose="02010600030101010101" pitchFamily="2" charset="-122"/>
                </a:rPr>
                <a:t>描述光的</a:t>
              </a:r>
              <a:endParaRPr lang="zh-CN" altLang="en-US" sz="2800" b="1">
                <a:solidFill>
                  <a:srgbClr val="CC0000"/>
                </a:solidFill>
                <a:latin typeface="宋体" panose="02010600030101010101" pitchFamily="2" charset="-122"/>
              </a:endParaRPr>
            </a:p>
            <a:p>
              <a:pPr eaLnBrk="1" hangingPunct="1">
                <a:spcBef>
                  <a:spcPct val="50000"/>
                </a:spcBef>
              </a:pPr>
              <a:r>
                <a:rPr lang="zh-CN" altLang="en-US" sz="2800" b="1">
                  <a:solidFill>
                    <a:srgbClr val="CC0000"/>
                  </a:solidFill>
                  <a:latin typeface="宋体" panose="02010600030101010101" pitchFamily="2" charset="-122"/>
                </a:rPr>
                <a:t>  波动性</a:t>
              </a:r>
              <a:endParaRPr lang="zh-CN" altLang="en-US" sz="2800" b="1">
                <a:solidFill>
                  <a:srgbClr val="CC0000"/>
                </a:solidFill>
                <a:latin typeface="宋体" panose="02010600030101010101" pitchFamily="2" charset="-122"/>
              </a:endParaRPr>
            </a:p>
          </p:txBody>
        </p:sp>
      </p:grpSp>
      <p:graphicFrame>
        <p:nvGraphicFramePr>
          <p:cNvPr id="12301" name="Object 13"/>
          <p:cNvGraphicFramePr>
            <a:graphicFrameLocks noChangeAspect="1"/>
          </p:cNvGraphicFramePr>
          <p:nvPr/>
        </p:nvGraphicFramePr>
        <p:xfrm>
          <a:off x="3085679" y="3736112"/>
          <a:ext cx="3180184" cy="1045338"/>
        </p:xfrm>
        <a:graphic>
          <a:graphicData uri="http://schemas.openxmlformats.org/presentationml/2006/ole">
            <mc:AlternateContent xmlns:mc="http://schemas.openxmlformats.org/markup-compatibility/2006">
              <mc:Choice xmlns:v="urn:schemas-microsoft-com:vml" Requires="v">
                <p:oleObj spid="_x0000_s5" name="公式" r:id="rId5" imgW="715010" imgH="262890" progId="Equation.3">
                  <p:embed/>
                </p:oleObj>
              </mc:Choice>
              <mc:Fallback>
                <p:oleObj name="公式" r:id="rId5" imgW="715010" imgH="26289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5679" y="3736112"/>
                        <a:ext cx="3180184" cy="1045338"/>
                      </a:xfrm>
                      <a:prstGeom prst="rect">
                        <a:avLst/>
                      </a:prstGeom>
                      <a:noFill/>
                      <a:ln>
                        <a:noFill/>
                      </a:ln>
                      <a:effectLst/>
                    </p:spPr>
                  </p:pic>
                </p:oleObj>
              </mc:Fallback>
            </mc:AlternateContent>
          </a:graphicData>
        </a:graphic>
      </p:graphicFrame>
      <p:grpSp>
        <p:nvGrpSpPr>
          <p:cNvPr id="12302" name="Group 14"/>
          <p:cNvGrpSpPr/>
          <p:nvPr/>
        </p:nvGrpSpPr>
        <p:grpSpPr bwMode="auto">
          <a:xfrm>
            <a:off x="381000" y="3055297"/>
            <a:ext cx="6096000" cy="666750"/>
            <a:chOff x="240" y="1891"/>
            <a:chExt cx="3840" cy="420"/>
          </a:xfrm>
        </p:grpSpPr>
        <p:graphicFrame>
          <p:nvGraphicFramePr>
            <p:cNvPr id="12303" name="Object 15"/>
            <p:cNvGraphicFramePr>
              <a:graphicFrameLocks noChangeAspect="1"/>
            </p:cNvGraphicFramePr>
            <p:nvPr/>
          </p:nvGraphicFramePr>
          <p:xfrm>
            <a:off x="2016" y="1891"/>
            <a:ext cx="2064" cy="420"/>
          </p:xfrm>
          <a:graphic>
            <a:graphicData uri="http://schemas.openxmlformats.org/presentationml/2006/ole">
              <mc:AlternateContent xmlns:mc="http://schemas.openxmlformats.org/markup-compatibility/2006">
                <mc:Choice xmlns:v="urn:schemas-microsoft-com:vml" Requires="v">
                  <p:oleObj spid="_x0000_s6" name="公式" r:id="rId7" imgW="715010" imgH="147320" progId="Equation.3">
                    <p:embed/>
                  </p:oleObj>
                </mc:Choice>
                <mc:Fallback>
                  <p:oleObj name="公式" r:id="rId7" imgW="715010" imgH="14732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6" y="1891"/>
                          <a:ext cx="2064" cy="420"/>
                        </a:xfrm>
                        <a:prstGeom prst="rect">
                          <a:avLst/>
                        </a:prstGeom>
                        <a:noFill/>
                        <a:ln>
                          <a:noFill/>
                        </a:ln>
                        <a:effectLst/>
                      </p:spPr>
                    </p:pic>
                  </p:oleObj>
                </mc:Fallback>
              </mc:AlternateContent>
            </a:graphicData>
          </a:graphic>
        </p:graphicFrame>
        <p:sp>
          <p:nvSpPr>
            <p:cNvPr id="12304" name="Text Box 16"/>
            <p:cNvSpPr txBox="1">
              <a:spLocks noChangeArrowheads="1"/>
            </p:cNvSpPr>
            <p:nvPr/>
          </p:nvSpPr>
          <p:spPr bwMode="auto">
            <a:xfrm>
              <a:off x="240" y="1968"/>
              <a:ext cx="1680" cy="327"/>
            </a:xfrm>
            <a:prstGeom prst="rect">
              <a:avLst/>
            </a:prstGeom>
            <a:noFill/>
            <a:ln>
              <a:noFill/>
            </a:ln>
            <a:effectLst/>
            <a:extLst>
              <a:ext uri="{909E8E84-426E-40DD-AFC4-6F175D3DCCD1}">
                <a14:hiddenFill xmlns:a14="http://schemas.microsoft.com/office/drawing/2010/main">
                  <a:solidFill>
                    <a:srgbClr val="F0C7F5"/>
                  </a:solidFill>
                </a14:hiddenFill>
              </a:ext>
              <a:ext uri="{91240B29-F687-4F45-9708-019B960494DF}">
                <a14:hiddenLine xmlns:a14="http://schemas.microsoft.com/office/drawing/2010/main" w="2857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9"/>
                </a:buBlip>
              </a:pPr>
              <a:r>
                <a:rPr lang="en-US" altLang="zh-CN" sz="2800" b="1">
                  <a:latin typeface="宋体" panose="02010600030101010101" pitchFamily="2" charset="-122"/>
                </a:rPr>
                <a:t>  </a:t>
              </a:r>
              <a:r>
                <a:rPr lang="zh-CN" altLang="en-US" sz="2800" b="1">
                  <a:solidFill>
                    <a:srgbClr val="003366"/>
                  </a:solidFill>
                  <a:latin typeface="宋体" panose="02010600030101010101" pitchFamily="2" charset="-122"/>
                </a:rPr>
                <a:t>光子</a:t>
              </a:r>
              <a:r>
                <a:rPr lang="zh-CN" altLang="en-US" sz="2800" b="1">
                  <a:solidFill>
                    <a:srgbClr val="FF3300"/>
                  </a:solidFill>
                  <a:latin typeface="宋体" panose="02010600030101010101" pitchFamily="2" charset="-122"/>
                </a:rPr>
                <a:t> </a:t>
              </a:r>
              <a:endParaRPr lang="zh-CN" altLang="en-US" sz="2800" b="1">
                <a:solidFill>
                  <a:srgbClr val="FF3300"/>
                </a:solidFill>
                <a:latin typeface="宋体" panose="02010600030101010101" pitchFamily="2" charset="-122"/>
              </a:endParaRPr>
            </a:p>
          </p:txBody>
        </p:sp>
      </p:grpSp>
      <p:grpSp>
        <p:nvGrpSpPr>
          <p:cNvPr id="12305" name="Group 17"/>
          <p:cNvGrpSpPr/>
          <p:nvPr/>
        </p:nvGrpSpPr>
        <p:grpSpPr bwMode="auto">
          <a:xfrm>
            <a:off x="381000" y="2374900"/>
            <a:ext cx="7218363" cy="700087"/>
            <a:chOff x="240" y="1553"/>
            <a:chExt cx="4547" cy="441"/>
          </a:xfrm>
        </p:grpSpPr>
        <p:graphicFrame>
          <p:nvGraphicFramePr>
            <p:cNvPr id="7" name="Object 18"/>
            <p:cNvGraphicFramePr>
              <a:graphicFrameLocks noChangeAspect="1"/>
            </p:cNvGraphicFramePr>
            <p:nvPr/>
          </p:nvGraphicFramePr>
          <p:xfrm>
            <a:off x="3107" y="1553"/>
            <a:ext cx="1680" cy="441"/>
          </p:xfrm>
          <a:graphic>
            <a:graphicData uri="http://schemas.openxmlformats.org/presentationml/2006/ole">
              <mc:AlternateContent xmlns:mc="http://schemas.openxmlformats.org/markup-compatibility/2006">
                <mc:Choice xmlns:v="urn:schemas-microsoft-com:vml" Requires="v">
                  <p:oleObj spid="_x0000_s8" name="公式" r:id="rId10" imgW="656590" imgH="157480" progId="Equation.3">
                    <p:embed/>
                  </p:oleObj>
                </mc:Choice>
                <mc:Fallback>
                  <p:oleObj name="公式" r:id="rId10" imgW="656590" imgH="157480" progId="Equation.3">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07" y="1553"/>
                          <a:ext cx="1680" cy="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19"/>
            <p:cNvSpPr txBox="1">
              <a:spLocks noChangeArrowheads="1"/>
            </p:cNvSpPr>
            <p:nvPr/>
          </p:nvSpPr>
          <p:spPr bwMode="auto">
            <a:xfrm>
              <a:off x="240" y="1584"/>
              <a:ext cx="3216" cy="327"/>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9"/>
                </a:buBlip>
              </a:pPr>
              <a:r>
                <a:rPr lang="en-US" altLang="zh-CN" sz="2800" b="1">
                  <a:latin typeface="宋体" panose="02010600030101010101" pitchFamily="2" charset="-122"/>
                </a:rPr>
                <a:t>  </a:t>
              </a:r>
              <a:r>
                <a:rPr lang="zh-CN" altLang="en-US" sz="2800" b="1">
                  <a:solidFill>
                    <a:srgbClr val="003366"/>
                  </a:solidFill>
                  <a:latin typeface="宋体" panose="02010600030101010101" pitchFamily="2" charset="-122"/>
                </a:rPr>
                <a:t>相对论能量和动量关系</a:t>
              </a:r>
              <a:endParaRPr lang="zh-CN" altLang="en-US" sz="2800" b="1">
                <a:solidFill>
                  <a:srgbClr val="003366"/>
                </a:solidFill>
                <a:latin typeface="宋体" panose="02010600030101010101" pitchFamily="2" charset="-122"/>
              </a:endParaRPr>
            </a:p>
          </p:txBody>
        </p:sp>
      </p:grpSp>
      <p:grpSp>
        <p:nvGrpSpPr>
          <p:cNvPr id="12312" name="Group 24"/>
          <p:cNvGrpSpPr/>
          <p:nvPr/>
        </p:nvGrpSpPr>
        <p:grpSpPr bwMode="auto">
          <a:xfrm>
            <a:off x="1066800" y="1628775"/>
            <a:ext cx="7086600" cy="701674"/>
            <a:chOff x="672" y="1026"/>
            <a:chExt cx="4464" cy="442"/>
          </a:xfrm>
        </p:grpSpPr>
        <p:graphicFrame>
          <p:nvGraphicFramePr>
            <p:cNvPr id="12299" name="Object 21"/>
            <p:cNvGraphicFramePr>
              <a:graphicFrameLocks noChangeAspect="1"/>
            </p:cNvGraphicFramePr>
            <p:nvPr/>
          </p:nvGraphicFramePr>
          <p:xfrm>
            <a:off x="2400" y="1117"/>
            <a:ext cx="960" cy="351"/>
          </p:xfrm>
          <a:graphic>
            <a:graphicData uri="http://schemas.openxmlformats.org/presentationml/2006/ole">
              <mc:AlternateContent xmlns:mc="http://schemas.openxmlformats.org/markup-compatibility/2006">
                <mc:Choice xmlns:v="urn:schemas-microsoft-com:vml" Requires="v">
                  <p:oleObj spid="_x0000_s10" name="公式" r:id="rId12" imgW="320675" imgH="110490" progId="Equation.3">
                    <p:embed/>
                  </p:oleObj>
                </mc:Choice>
                <mc:Fallback>
                  <p:oleObj name="公式" r:id="rId12" imgW="320675" imgH="110490" progId="Equation.3">
                    <p:embed/>
                    <p:pic>
                      <p:nvPicPr>
                        <p:cNvPr id="0"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00" y="1117"/>
                          <a:ext cx="960" cy="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0" name="Rectangle 22"/>
            <p:cNvSpPr>
              <a:spLocks noChangeArrowheads="1"/>
            </p:cNvSpPr>
            <p:nvPr/>
          </p:nvSpPr>
          <p:spPr bwMode="auto">
            <a:xfrm>
              <a:off x="672" y="1026"/>
              <a:ext cx="44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CC0000"/>
                  </a:solidFill>
                  <a:latin typeface="宋体" panose="02010600030101010101" pitchFamily="2" charset="-122"/>
                </a:rPr>
                <a:t>（</a:t>
              </a:r>
              <a:r>
                <a:rPr lang="en-US" altLang="zh-CN" sz="2800" b="1" dirty="0">
                  <a:solidFill>
                    <a:srgbClr val="CC0000"/>
                  </a:solidFill>
                  <a:latin typeface="宋体" panose="02010600030101010101" pitchFamily="2" charset="-122"/>
                </a:rPr>
                <a:t>2</a:t>
              </a:r>
              <a:r>
                <a:rPr lang="zh-CN" altLang="en-US" sz="2800" b="1" dirty="0">
                  <a:solidFill>
                    <a:srgbClr val="CC0000"/>
                  </a:solidFill>
                  <a:latin typeface="宋体" panose="02010600030101010101" pitchFamily="2" charset="-122"/>
                </a:rPr>
                <a:t>）</a:t>
              </a:r>
              <a:r>
                <a:rPr lang="zh-CN" altLang="en-US" sz="2800" b="1" dirty="0">
                  <a:solidFill>
                    <a:srgbClr val="003366"/>
                  </a:solidFill>
                  <a:latin typeface="宋体" panose="02010600030101010101" pitchFamily="2" charset="-122"/>
                </a:rPr>
                <a:t>粒子性：          （光电效应等）</a:t>
              </a:r>
              <a:endParaRPr lang="zh-CN" altLang="en-US" sz="2800" b="1" dirty="0">
                <a:solidFill>
                  <a:srgbClr val="003366"/>
                </a:solidFill>
                <a:latin typeface="宋体" panose="02010600030101010101" pitchFamily="2" charset="-122"/>
              </a:endParaRPr>
            </a:p>
          </p:txBody>
        </p:sp>
      </p:grpSp>
      <p:sp>
        <p:nvSpPr>
          <p:cNvPr id="12311" name="Rectangle 23"/>
          <p:cNvSpPr>
            <a:spLocks noChangeArrowheads="1"/>
          </p:cNvSpPr>
          <p:nvPr/>
        </p:nvSpPr>
        <p:spPr bwMode="auto">
          <a:xfrm>
            <a:off x="1066800" y="1037680"/>
            <a:ext cx="5867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CC0000"/>
                </a:solidFill>
                <a:latin typeface="宋体" panose="02010600030101010101" pitchFamily="2" charset="-122"/>
              </a:rPr>
              <a:t>（</a:t>
            </a:r>
            <a:r>
              <a:rPr lang="en-US" altLang="zh-CN" sz="2800" b="1" dirty="0">
                <a:solidFill>
                  <a:srgbClr val="CC0000"/>
                </a:solidFill>
                <a:latin typeface="宋体" panose="02010600030101010101" pitchFamily="2" charset="-122"/>
              </a:rPr>
              <a:t>1</a:t>
            </a:r>
            <a:r>
              <a:rPr lang="zh-CN" altLang="en-US" sz="2800" b="1" dirty="0">
                <a:solidFill>
                  <a:srgbClr val="CC0000"/>
                </a:solidFill>
                <a:latin typeface="宋体" panose="02010600030101010101" pitchFamily="2" charset="-122"/>
              </a:rPr>
              <a:t>）</a:t>
            </a:r>
            <a:r>
              <a:rPr lang="zh-CN" altLang="en-US" sz="2800" b="1" dirty="0">
                <a:solidFill>
                  <a:srgbClr val="003366"/>
                </a:solidFill>
                <a:latin typeface="宋体" panose="02010600030101010101" pitchFamily="2" charset="-122"/>
              </a:rPr>
              <a:t>波动性：  光的干涉和衍射</a:t>
            </a:r>
            <a:endParaRPr lang="zh-CN" altLang="en-US" sz="2800" b="1" dirty="0">
              <a:solidFill>
                <a:srgbClr val="003366"/>
              </a:solidFill>
              <a:latin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311"/>
                                        </p:tgtEl>
                                        <p:attrNameLst>
                                          <p:attrName>style.visibility</p:attrName>
                                        </p:attrNameLst>
                                      </p:cBhvr>
                                      <p:to>
                                        <p:strVal val="visible"/>
                                      </p:to>
                                    </p:set>
                                    <p:animEffect transition="in" filter="blinds(horizontal)">
                                      <p:cBhvr>
                                        <p:cTn id="7" dur="500"/>
                                        <p:tgtEl>
                                          <p:spTgt spid="123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312"/>
                                        </p:tgtEl>
                                        <p:attrNameLst>
                                          <p:attrName>style.visibility</p:attrName>
                                        </p:attrNameLst>
                                      </p:cBhvr>
                                      <p:to>
                                        <p:strVal val="visible"/>
                                      </p:to>
                                    </p:set>
                                    <p:animEffect transition="in" filter="blinds(horizontal)">
                                      <p:cBhvr>
                                        <p:cTn id="12" dur="500"/>
                                        <p:tgtEl>
                                          <p:spTgt spid="123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305"/>
                                        </p:tgtEl>
                                        <p:attrNameLst>
                                          <p:attrName>style.visibility</p:attrName>
                                        </p:attrNameLst>
                                      </p:cBhvr>
                                      <p:to>
                                        <p:strVal val="visible"/>
                                      </p:to>
                                    </p:set>
                                    <p:animEffect transition="in" filter="blinds(horizontal)">
                                      <p:cBhvr>
                                        <p:cTn id="17" dur="500"/>
                                        <p:tgtEl>
                                          <p:spTgt spid="1230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302"/>
                                        </p:tgtEl>
                                        <p:attrNameLst>
                                          <p:attrName>style.visibility</p:attrName>
                                        </p:attrNameLst>
                                      </p:cBhvr>
                                      <p:to>
                                        <p:strVal val="visible"/>
                                      </p:to>
                                    </p:set>
                                    <p:animEffect transition="in" filter="blinds(horizontal)">
                                      <p:cBhvr>
                                        <p:cTn id="22" dur="500"/>
                                        <p:tgtEl>
                                          <p:spTgt spid="1230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2301"/>
                                        </p:tgtEl>
                                        <p:attrNameLst>
                                          <p:attrName>style.visibility</p:attrName>
                                        </p:attrNameLst>
                                      </p:cBhvr>
                                      <p:to>
                                        <p:strVal val="visible"/>
                                      </p:to>
                                    </p:set>
                                    <p:animEffect transition="in" filter="blinds(vertical)">
                                      <p:cBhvr>
                                        <p:cTn id="27" dur="500"/>
                                        <p:tgtEl>
                                          <p:spTgt spid="1230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2291"/>
                                        </p:tgtEl>
                                        <p:attrNameLst>
                                          <p:attrName>style.visibility</p:attrName>
                                        </p:attrNameLst>
                                      </p:cBhvr>
                                      <p:to>
                                        <p:strVal val="visible"/>
                                      </p:to>
                                    </p:set>
                                    <p:animEffect transition="in" filter="box(out)">
                                      <p:cBhvr>
                                        <p:cTn id="32" dur="500"/>
                                        <p:tgtEl>
                                          <p:spTgt spid="1229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12295"/>
                                        </p:tgtEl>
                                        <p:attrNameLst>
                                          <p:attrName>style.visibility</p:attrName>
                                        </p:attrNameLst>
                                      </p:cBhvr>
                                      <p:to>
                                        <p:strVal val="visible"/>
                                      </p:to>
                                    </p:set>
                                    <p:animEffect transition="in" filter="blinds(vertical)">
                                      <p:cBhvr>
                                        <p:cTn id="37" dur="500"/>
                                        <p:tgtEl>
                                          <p:spTgt spid="1229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nodeType="clickEffect">
                                  <p:stCondLst>
                                    <p:cond delay="0"/>
                                  </p:stCondLst>
                                  <p:childTnLst>
                                    <p:set>
                                      <p:cBhvr>
                                        <p:cTn id="41" dur="1" fill="hold">
                                          <p:stCondLst>
                                            <p:cond delay="0"/>
                                          </p:stCondLst>
                                        </p:cTn>
                                        <p:tgtEl>
                                          <p:spTgt spid="12298"/>
                                        </p:tgtEl>
                                        <p:attrNameLst>
                                          <p:attrName>style.visibility</p:attrName>
                                        </p:attrNameLst>
                                      </p:cBhvr>
                                      <p:to>
                                        <p:strVal val="visible"/>
                                      </p:to>
                                    </p:set>
                                    <p:animEffect transition="in" filter="blinds(vertical)">
                                      <p:cBhvr>
                                        <p:cTn id="42" dur="500"/>
                                        <p:tgtEl>
                                          <p:spTgt spid="12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1"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2"/>
          <p:cNvGraphicFramePr>
            <a:graphicFrameLocks noChangeAspect="1"/>
          </p:cNvGraphicFramePr>
          <p:nvPr/>
        </p:nvGraphicFramePr>
        <p:xfrm>
          <a:off x="990600" y="2216150"/>
          <a:ext cx="3276600" cy="755650"/>
        </p:xfrm>
        <a:graphic>
          <a:graphicData uri="http://schemas.openxmlformats.org/presentationml/2006/ole">
            <mc:AlternateContent xmlns:mc="http://schemas.openxmlformats.org/markup-compatibility/2006">
              <mc:Choice xmlns:v="urn:schemas-microsoft-com:vml" Requires="v">
                <p:oleObj spid="_x0000_s0" name="公式" r:id="rId1" imgW="609600" imgH="147320" progId="Equation.3">
                  <p:embed/>
                </p:oleObj>
              </mc:Choice>
              <mc:Fallback>
                <p:oleObj name="公式" r:id="rId1" imgW="609600" imgH="14732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216150"/>
                        <a:ext cx="3276600"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9" name="Object 3"/>
          <p:cNvGraphicFramePr>
            <a:graphicFrameLocks noChangeAspect="1"/>
          </p:cNvGraphicFramePr>
          <p:nvPr/>
        </p:nvGraphicFramePr>
        <p:xfrm>
          <a:off x="1295400" y="3019425"/>
          <a:ext cx="2590800" cy="1201738"/>
        </p:xfrm>
        <a:graphic>
          <a:graphicData uri="http://schemas.openxmlformats.org/presentationml/2006/ole">
            <mc:AlternateContent xmlns:mc="http://schemas.openxmlformats.org/markup-compatibility/2006">
              <mc:Choice xmlns:v="urn:schemas-microsoft-com:vml" Requires="v">
                <p:oleObj spid="_x0000_s2" name="公式" r:id="rId3" imgW="583565" imgH="262890" progId="Equation.3">
                  <p:embed/>
                </p:oleObj>
              </mc:Choice>
              <mc:Fallback>
                <p:oleObj name="公式" r:id="rId3" imgW="583565" imgH="26289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3019425"/>
                        <a:ext cx="2590800" cy="1201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0" name="Object 4"/>
          <p:cNvGraphicFramePr>
            <a:graphicFrameLocks noChangeAspect="1"/>
          </p:cNvGraphicFramePr>
          <p:nvPr/>
        </p:nvGraphicFramePr>
        <p:xfrm>
          <a:off x="1143000" y="4419600"/>
          <a:ext cx="3048000" cy="733425"/>
        </p:xfrm>
        <a:graphic>
          <a:graphicData uri="http://schemas.openxmlformats.org/presentationml/2006/ole">
            <mc:AlternateContent xmlns:mc="http://schemas.openxmlformats.org/markup-compatibility/2006">
              <mc:Choice xmlns:v="urn:schemas-microsoft-com:vml" Requires="v">
                <p:oleObj spid="_x0000_s3" name="公式" r:id="rId5" imgW="646430" imgH="147320" progId="Equation.3">
                  <p:embed/>
                </p:oleObj>
              </mc:Choice>
              <mc:Fallback>
                <p:oleObj name="公式" r:id="rId5" imgW="646430" imgH="14732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4419600"/>
                        <a:ext cx="3048000"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5"/>
          <p:cNvGraphicFramePr>
            <a:graphicFrameLocks noChangeAspect="1"/>
          </p:cNvGraphicFramePr>
          <p:nvPr/>
        </p:nvGraphicFramePr>
        <p:xfrm>
          <a:off x="1447800" y="5257800"/>
          <a:ext cx="2133600" cy="1122363"/>
        </p:xfrm>
        <a:graphic>
          <a:graphicData uri="http://schemas.openxmlformats.org/presentationml/2006/ole">
            <mc:AlternateContent xmlns:mc="http://schemas.openxmlformats.org/markup-compatibility/2006">
              <mc:Choice xmlns:v="urn:schemas-microsoft-com:vml" Requires="v">
                <p:oleObj spid="_x0000_s4" name="公式" r:id="rId7" imgW="709295" imgH="410210" progId="Equation.3">
                  <p:embed/>
                </p:oleObj>
              </mc:Choice>
              <mc:Fallback>
                <p:oleObj name="公式" r:id="rId7" imgW="709295" imgH="41021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5257800"/>
                        <a:ext cx="2133600"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2" name="Text Box 6"/>
          <p:cNvSpPr txBox="1">
            <a:spLocks noChangeArrowheads="1"/>
          </p:cNvSpPr>
          <p:nvPr/>
        </p:nvSpPr>
        <p:spPr bwMode="auto">
          <a:xfrm>
            <a:off x="2574925" y="115888"/>
            <a:ext cx="487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en-US" sz="3600" b="1">
                <a:solidFill>
                  <a:schemeClr val="bg1"/>
                </a:solidFill>
              </a:rPr>
              <a:t>普朗克常数的测定</a:t>
            </a:r>
            <a:endParaRPr lang="zh-CN" altLang="en-US" sz="3600" b="1">
              <a:solidFill>
                <a:schemeClr val="bg1"/>
              </a:solidFill>
            </a:endParaRPr>
          </a:p>
        </p:txBody>
      </p:sp>
      <p:grpSp>
        <p:nvGrpSpPr>
          <p:cNvPr id="14343" name="Group 7"/>
          <p:cNvGrpSpPr/>
          <p:nvPr/>
        </p:nvGrpSpPr>
        <p:grpSpPr bwMode="auto">
          <a:xfrm>
            <a:off x="1066800" y="981075"/>
            <a:ext cx="5867400" cy="1090613"/>
            <a:chOff x="288" y="666"/>
            <a:chExt cx="3696" cy="687"/>
          </a:xfrm>
        </p:grpSpPr>
        <p:sp>
          <p:nvSpPr>
            <p:cNvPr id="14354" name="Text Box 8"/>
            <p:cNvSpPr txBox="1">
              <a:spLocks noChangeArrowheads="1"/>
            </p:cNvSpPr>
            <p:nvPr/>
          </p:nvSpPr>
          <p:spPr bwMode="auto">
            <a:xfrm>
              <a:off x="288" y="832"/>
              <a:ext cx="1824" cy="32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857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latin typeface="Times New Roman" panose="02020603050405020304" pitchFamily="18" charset="0"/>
                </a:rPr>
                <a:t>爱因斯坦方程</a:t>
              </a:r>
              <a:endParaRPr lang="zh-CN" altLang="en-US" sz="2800" b="1">
                <a:solidFill>
                  <a:srgbClr val="003366"/>
                </a:solidFill>
                <a:latin typeface="Times New Roman" panose="02020603050405020304" pitchFamily="18" charset="0"/>
              </a:endParaRPr>
            </a:p>
          </p:txBody>
        </p:sp>
        <p:graphicFrame>
          <p:nvGraphicFramePr>
            <p:cNvPr id="14355" name="Object 9"/>
            <p:cNvGraphicFramePr>
              <a:graphicFrameLocks noChangeAspect="1"/>
            </p:cNvGraphicFramePr>
            <p:nvPr/>
          </p:nvGraphicFramePr>
          <p:xfrm>
            <a:off x="2256" y="666"/>
            <a:ext cx="1728" cy="687"/>
          </p:xfrm>
          <a:graphic>
            <a:graphicData uri="http://schemas.openxmlformats.org/presentationml/2006/ole">
              <mc:AlternateContent xmlns:mc="http://schemas.openxmlformats.org/markup-compatibility/2006">
                <mc:Choice xmlns:v="urn:schemas-microsoft-com:vml" Requires="v">
                  <p:oleObj spid="_x0000_s5" name="Equation" r:id="rId9" imgW="699135" imgH="262890" progId="Equation.3">
                    <p:embed/>
                  </p:oleObj>
                </mc:Choice>
                <mc:Fallback>
                  <p:oleObj name="Equation" r:id="rId9" imgW="699135" imgH="26289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56" y="666"/>
                          <a:ext cx="1728" cy="687"/>
                        </a:xfrm>
                        <a:prstGeom prst="rect">
                          <a:avLst/>
                        </a:prstGeom>
                        <a:noFill/>
                        <a:ln>
                          <a:noFill/>
                        </a:ln>
                        <a:effectLst/>
                        <a:extLst>
                          <a:ext uri="{909E8E84-426E-40DD-AFC4-6F175D3DCCD1}">
                            <a14:hiddenFill xmlns:a14="http://schemas.microsoft.com/office/drawing/2010/main">
                              <a:gradFill rotWithShape="0">
                                <a:gsLst>
                                  <a:gs pos="0">
                                    <a:srgbClr val="A987A9"/>
                                  </a:gs>
                                  <a:gs pos="50000">
                                    <a:srgbClr val="FFCCFF"/>
                                  </a:gs>
                                  <a:gs pos="100000">
                                    <a:srgbClr val="A987A9"/>
                                  </a:gs>
                                </a:gsLst>
                                <a:lin ang="5400000" scaled="1"/>
                              </a:gradFill>
                            </a14:hiddenFill>
                          </a:ext>
                          <a:ext uri="{91240B29-F687-4F45-9708-019B960494DF}">
                            <a14:hiddenLine xmlns:a14="http://schemas.microsoft.com/office/drawing/2010/main" w="28575">
                              <a:solidFill>
                                <a:srgbClr val="D6009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346" name="Group 10"/>
          <p:cNvGrpSpPr/>
          <p:nvPr/>
        </p:nvGrpSpPr>
        <p:grpSpPr bwMode="auto">
          <a:xfrm>
            <a:off x="4800600" y="2438400"/>
            <a:ext cx="3429000" cy="3810000"/>
            <a:chOff x="3264" y="1536"/>
            <a:chExt cx="2160" cy="2400"/>
          </a:xfrm>
        </p:grpSpPr>
        <p:sp>
          <p:nvSpPr>
            <p:cNvPr id="6" name="Rectangle 11"/>
            <p:cNvSpPr>
              <a:spLocks noChangeArrowheads="1"/>
            </p:cNvSpPr>
            <p:nvPr/>
          </p:nvSpPr>
          <p:spPr bwMode="auto">
            <a:xfrm>
              <a:off x="3264" y="1536"/>
              <a:ext cx="2160" cy="2400"/>
            </a:xfrm>
            <a:prstGeom prst="rect">
              <a:avLst/>
            </a:prstGeom>
            <a:solidFill>
              <a:schemeClr val="bg1"/>
            </a:solidFill>
            <a:ln w="9525">
              <a:solidFill>
                <a:schemeClr val="tx2"/>
              </a:solidFill>
              <a:miter lim="800000"/>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47" name="Line 12"/>
            <p:cNvSpPr>
              <a:spLocks noChangeShapeType="1"/>
            </p:cNvSpPr>
            <p:nvPr/>
          </p:nvSpPr>
          <p:spPr bwMode="auto">
            <a:xfrm flipV="1">
              <a:off x="3456" y="2394"/>
              <a:ext cx="0" cy="1181"/>
            </a:xfrm>
            <a:prstGeom prst="line">
              <a:avLst/>
            </a:prstGeom>
            <a:noFill/>
            <a:ln w="127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348" name="Line 13"/>
            <p:cNvSpPr>
              <a:spLocks noChangeShapeType="1"/>
            </p:cNvSpPr>
            <p:nvPr/>
          </p:nvSpPr>
          <p:spPr bwMode="auto">
            <a:xfrm flipV="1">
              <a:off x="3888" y="2538"/>
              <a:ext cx="672" cy="1037"/>
            </a:xfrm>
            <a:prstGeom prst="line">
              <a:avLst/>
            </a:prstGeom>
            <a:noFill/>
            <a:ln w="44450">
              <a:solidFill>
                <a:srgbClr val="FF33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4349" name="Object 14"/>
            <p:cNvGraphicFramePr>
              <a:graphicFrameLocks noChangeAspect="1"/>
            </p:cNvGraphicFramePr>
            <p:nvPr/>
          </p:nvGraphicFramePr>
          <p:xfrm>
            <a:off x="3552" y="2356"/>
            <a:ext cx="386" cy="326"/>
          </p:xfrm>
          <a:graphic>
            <a:graphicData uri="http://schemas.openxmlformats.org/presentationml/2006/ole">
              <mc:AlternateContent xmlns:mc="http://schemas.openxmlformats.org/markup-compatibility/2006">
                <mc:Choice xmlns:v="urn:schemas-microsoft-com:vml" Requires="v">
                  <p:oleObj spid="_x0000_s7" name="公式" r:id="rId11" imgW="292100" imgH="330200" progId="Equation.3">
                    <p:embed/>
                  </p:oleObj>
                </mc:Choice>
                <mc:Fallback>
                  <p:oleObj name="公式" r:id="rId11" imgW="292100" imgH="3302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52" y="2356"/>
                          <a:ext cx="386"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0" name="Object 15"/>
            <p:cNvGraphicFramePr>
              <a:graphicFrameLocks noChangeAspect="1"/>
            </p:cNvGraphicFramePr>
            <p:nvPr/>
          </p:nvGraphicFramePr>
          <p:xfrm>
            <a:off x="3744" y="3498"/>
            <a:ext cx="428" cy="438"/>
          </p:xfrm>
          <a:graphic>
            <a:graphicData uri="http://schemas.openxmlformats.org/presentationml/2006/ole">
              <mc:AlternateContent xmlns:mc="http://schemas.openxmlformats.org/markup-compatibility/2006">
                <mc:Choice xmlns:v="urn:schemas-microsoft-com:vml" Requires="v">
                  <p:oleObj spid="_x0000_s8" name="公式" r:id="rId13" imgW="241300" imgH="330200" progId="Equation.3">
                    <p:embed/>
                  </p:oleObj>
                </mc:Choice>
                <mc:Fallback>
                  <p:oleObj name="公式" r:id="rId13" imgW="241300" imgH="3302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44" y="3498"/>
                          <a:ext cx="428" cy="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1" name="Object 16"/>
            <p:cNvGraphicFramePr>
              <a:graphicFrameLocks noChangeAspect="1"/>
            </p:cNvGraphicFramePr>
            <p:nvPr/>
          </p:nvGraphicFramePr>
          <p:xfrm>
            <a:off x="5004" y="3306"/>
            <a:ext cx="324" cy="263"/>
          </p:xfrm>
          <a:graphic>
            <a:graphicData uri="http://schemas.openxmlformats.org/presentationml/2006/ole">
              <mc:AlternateContent xmlns:mc="http://schemas.openxmlformats.org/markup-compatibility/2006">
                <mc:Choice xmlns:v="urn:schemas-microsoft-com:vml" Requires="v">
                  <p:oleObj spid="_x0000_s9" name="公式" r:id="rId15" imgW="177800" imgH="190500" progId="Equation.3">
                    <p:embed/>
                  </p:oleObj>
                </mc:Choice>
                <mc:Fallback>
                  <p:oleObj name="公式" r:id="rId15" imgW="177800" imgH="1905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04" y="3306"/>
                          <a:ext cx="324"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2" name="Line 17"/>
            <p:cNvSpPr>
              <a:spLocks noChangeShapeType="1"/>
            </p:cNvSpPr>
            <p:nvPr/>
          </p:nvSpPr>
          <p:spPr bwMode="auto">
            <a:xfrm>
              <a:off x="3456" y="3594"/>
              <a:ext cx="1584" cy="0"/>
            </a:xfrm>
            <a:prstGeom prst="line">
              <a:avLst/>
            </a:prstGeom>
            <a:noFill/>
            <a:ln w="127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353" name="Text Box 18"/>
            <p:cNvSpPr txBox="1">
              <a:spLocks noChangeArrowheads="1"/>
            </p:cNvSpPr>
            <p:nvPr/>
          </p:nvSpPr>
          <p:spPr bwMode="auto">
            <a:xfrm>
              <a:off x="3264" y="1536"/>
              <a:ext cx="2160" cy="602"/>
            </a:xfrm>
            <a:prstGeom prst="rect">
              <a:avLst/>
            </a:prstGeom>
            <a:gradFill rotWithShape="0">
              <a:gsLst>
                <a:gs pos="0">
                  <a:schemeClr val="accent1"/>
                </a:gs>
                <a:gs pos="100000">
                  <a:srgbClr val="FFFFFF"/>
                </a:gs>
              </a:gsLst>
              <a:lin ang="5400000" scaled="1"/>
            </a:gradFill>
            <a:ln w="9525">
              <a:solidFill>
                <a:schemeClr val="tx2"/>
              </a:solidFill>
              <a:miter lim="800000"/>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a:solidFill>
                    <a:srgbClr val="CC0000"/>
                  </a:solidFill>
                </a:rPr>
                <a:t>遏止电势差和入射光频率的关系</a:t>
              </a:r>
              <a:endParaRPr lang="zh-CN" altLang="en-US" sz="2800" b="1">
                <a:solidFill>
                  <a:srgbClr val="CC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43"/>
                                        </p:tgtEl>
                                        <p:attrNameLst>
                                          <p:attrName>style.visibility</p:attrName>
                                        </p:attrNameLst>
                                      </p:cBhvr>
                                      <p:to>
                                        <p:strVal val="visible"/>
                                      </p:to>
                                    </p:set>
                                    <p:animEffect transition="in" filter="blinds(horizontal)">
                                      <p:cBhvr>
                                        <p:cTn id="7" dur="500"/>
                                        <p:tgtEl>
                                          <p:spTgt spid="143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4338"/>
                                        </p:tgtEl>
                                        <p:attrNameLst>
                                          <p:attrName>style.visibility</p:attrName>
                                        </p:attrNameLst>
                                      </p:cBhvr>
                                      <p:to>
                                        <p:strVal val="visible"/>
                                      </p:to>
                                    </p:set>
                                    <p:animEffect transition="in" filter="blinds(vertical)">
                                      <p:cBhvr>
                                        <p:cTn id="12" dur="500"/>
                                        <p:tgtEl>
                                          <p:spTgt spid="143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4339"/>
                                        </p:tgtEl>
                                        <p:attrNameLst>
                                          <p:attrName>style.visibility</p:attrName>
                                        </p:attrNameLst>
                                      </p:cBhvr>
                                      <p:to>
                                        <p:strVal val="visible"/>
                                      </p:to>
                                    </p:set>
                                    <p:animEffect transition="in" filter="blinds(vertical)">
                                      <p:cBhvr>
                                        <p:cTn id="17" dur="500"/>
                                        <p:tgtEl>
                                          <p:spTgt spid="1433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4346"/>
                                        </p:tgtEl>
                                        <p:attrNameLst>
                                          <p:attrName>style.visibility</p:attrName>
                                        </p:attrNameLst>
                                      </p:cBhvr>
                                      <p:to>
                                        <p:strVal val="visible"/>
                                      </p:to>
                                    </p:set>
                                    <p:animEffect transition="in" filter="box(out)">
                                      <p:cBhvr>
                                        <p:cTn id="22" dur="500"/>
                                        <p:tgtEl>
                                          <p:spTgt spid="1434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4340"/>
                                        </p:tgtEl>
                                        <p:attrNameLst>
                                          <p:attrName>style.visibility</p:attrName>
                                        </p:attrNameLst>
                                      </p:cBhvr>
                                      <p:to>
                                        <p:strVal val="visible"/>
                                      </p:to>
                                    </p:set>
                                    <p:animEffect transition="in" filter="blinds(vertical)">
                                      <p:cBhvr>
                                        <p:cTn id="27" dur="500"/>
                                        <p:tgtEl>
                                          <p:spTgt spid="1434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341"/>
                                        </p:tgtEl>
                                        <p:attrNameLst>
                                          <p:attrName>style.visibility</p:attrName>
                                        </p:attrNameLst>
                                      </p:cBhvr>
                                      <p:to>
                                        <p:strVal val="visible"/>
                                      </p:to>
                                    </p:set>
                                    <p:animEffect transition="in" filter="blinds(horizontal)">
                                      <p:cBhvr>
                                        <p:cTn id="32" dur="500"/>
                                        <p:tgtEl>
                                          <p:spTgt spid="14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503238" y="92075"/>
            <a:ext cx="3852862" cy="744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3200">
                <a:solidFill>
                  <a:schemeClr val="bg1"/>
                </a:solidFill>
              </a:rPr>
              <a:t>光电效应实验</a:t>
            </a:r>
            <a:endParaRPr lang="zh-CN" altLang="en-US" sz="3200">
              <a:solidFill>
                <a:schemeClr val="bg1"/>
              </a:solidFill>
            </a:endParaRPr>
          </a:p>
        </p:txBody>
      </p:sp>
      <p:sp>
        <p:nvSpPr>
          <p:cNvPr id="15364" name="Text Box 6"/>
          <p:cNvSpPr txBox="1">
            <a:spLocks noChangeArrowheads="1"/>
          </p:cNvSpPr>
          <p:nvPr/>
        </p:nvSpPr>
        <p:spPr bwMode="auto">
          <a:xfrm>
            <a:off x="286983" y="980728"/>
            <a:ext cx="835273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000" dirty="0">
                <a:latin typeface="Times New Roman" panose="02020603050405020304" pitchFamily="18" charset="0"/>
                <a:ea typeface="黑体" panose="02010609060101010101" pitchFamily="49" charset="-122"/>
              </a:rPr>
              <a:t>如左图所示为光电效应实验装置图，金属</a:t>
            </a:r>
            <a:r>
              <a:rPr lang="en-US" altLang="zh-CN" sz="2000" dirty="0">
                <a:latin typeface="Times New Roman" panose="02020603050405020304" pitchFamily="18" charset="0"/>
                <a:ea typeface="黑体" panose="02010609060101010101" pitchFamily="49" charset="-122"/>
              </a:rPr>
              <a:t>K</a:t>
            </a:r>
            <a:r>
              <a:rPr lang="zh-CN" altLang="en-US" sz="2000" dirty="0">
                <a:latin typeface="Times New Roman" panose="02020603050405020304" pitchFamily="18" charset="0"/>
                <a:ea typeface="黑体" panose="02010609060101010101" pitchFamily="49" charset="-122"/>
              </a:rPr>
              <a:t>接电源正极，</a:t>
            </a:r>
            <a:r>
              <a:rPr lang="en-US" altLang="zh-CN" sz="2000" dirty="0">
                <a:latin typeface="Times New Roman" panose="02020603050405020304" pitchFamily="18" charset="0"/>
                <a:ea typeface="黑体" panose="02010609060101010101" pitchFamily="49" charset="-122"/>
              </a:rPr>
              <a:t>A</a:t>
            </a:r>
            <a:r>
              <a:rPr lang="zh-CN" altLang="en-US" sz="2000" dirty="0">
                <a:latin typeface="Times New Roman" panose="02020603050405020304" pitchFamily="18" charset="0"/>
                <a:ea typeface="黑体" panose="02010609060101010101" pitchFamily="49" charset="-122"/>
              </a:rPr>
              <a:t>接电源负极，当</a:t>
            </a:r>
            <a:r>
              <a:rPr lang="en-US" altLang="zh-CN" sz="2000" dirty="0">
                <a:latin typeface="Times New Roman" panose="02020603050405020304" pitchFamily="18" charset="0"/>
                <a:ea typeface="黑体" panose="02010609060101010101" pitchFamily="49" charset="-122"/>
              </a:rPr>
              <a:t>KA</a:t>
            </a:r>
            <a:r>
              <a:rPr lang="zh-CN" altLang="en-US" sz="2000" dirty="0">
                <a:latin typeface="Times New Roman" panose="02020603050405020304" pitchFamily="18" charset="0"/>
                <a:ea typeface="黑体" panose="02010609060101010101" pitchFamily="49" charset="-122"/>
              </a:rPr>
              <a:t>之间</a:t>
            </a:r>
            <a:r>
              <a:rPr lang="zh-CN" altLang="en-US" sz="2000" dirty="0">
                <a:latin typeface="Times New Roman" panose="02020603050405020304" pitchFamily="18" charset="0"/>
                <a:ea typeface="黑体" panose="02010609060101010101" pitchFamily="49" charset="-122"/>
                <a:sym typeface="Symbol" panose="05050102010706020507" pitchFamily="18" charset="2"/>
              </a:rPr>
              <a:t>的反向电压等于遏止电势差</a:t>
            </a:r>
            <a:r>
              <a:rPr lang="en-US" altLang="zh-CN" sz="2000" i="1" dirty="0">
                <a:latin typeface="Times New Roman" panose="02020603050405020304" pitchFamily="18" charset="0"/>
                <a:ea typeface="黑体" panose="02010609060101010101" pitchFamily="49" charset="-122"/>
                <a:sym typeface="Symbol" panose="05050102010706020507" pitchFamily="18" charset="2"/>
              </a:rPr>
              <a:t>U</a:t>
            </a:r>
            <a:r>
              <a:rPr lang="en-US" altLang="zh-CN" sz="2000" i="1" baseline="-25000" dirty="0">
                <a:latin typeface="Times New Roman" panose="02020603050405020304" pitchFamily="18" charset="0"/>
                <a:ea typeface="黑体" panose="02010609060101010101" pitchFamily="49" charset="-122"/>
                <a:sym typeface="Symbol" panose="05050102010706020507" pitchFamily="18" charset="2"/>
              </a:rPr>
              <a:t>0</a:t>
            </a:r>
            <a:r>
              <a:rPr lang="zh-CN" altLang="en-US" sz="2000" dirty="0">
                <a:latin typeface="Times New Roman" panose="02020603050405020304" pitchFamily="18" charset="0"/>
                <a:ea typeface="黑体" panose="02010609060101010101" pitchFamily="49" charset="-122"/>
                <a:sym typeface="Symbol" panose="05050102010706020507" pitchFamily="18" charset="2"/>
              </a:rPr>
              <a:t>，电流表中读数刚好为零。</a:t>
            </a:r>
            <a:endParaRPr lang="en-US" altLang="zh-CN" sz="2000" dirty="0">
              <a:latin typeface="Times New Roman" panose="02020603050405020304" pitchFamily="18" charset="0"/>
              <a:ea typeface="黑体" panose="02010609060101010101" pitchFamily="49" charset="-122"/>
              <a:sym typeface="Symbol" panose="05050102010706020507" pitchFamily="18" charset="2"/>
            </a:endParaRPr>
          </a:p>
          <a:p>
            <a:pPr>
              <a:spcBef>
                <a:spcPct val="50000"/>
              </a:spcBef>
            </a:pPr>
            <a:r>
              <a:rPr lang="zh-CN" altLang="en-US" sz="2000" dirty="0">
                <a:latin typeface="Times New Roman" panose="02020603050405020304" pitchFamily="18" charset="0"/>
                <a:ea typeface="黑体" panose="02010609060101010101" pitchFamily="49" charset="-122"/>
                <a:sym typeface="Symbol" panose="05050102010706020507" pitchFamily="18" charset="2"/>
              </a:rPr>
              <a:t>（</a:t>
            </a:r>
            <a:r>
              <a:rPr lang="en-US" altLang="zh-CN" sz="2000" dirty="0">
                <a:latin typeface="Times New Roman" panose="02020603050405020304" pitchFamily="18" charset="0"/>
                <a:ea typeface="黑体" panose="02010609060101010101" pitchFamily="49" charset="-122"/>
                <a:sym typeface="Symbol" panose="05050102010706020507" pitchFamily="18" charset="2"/>
              </a:rPr>
              <a:t>1</a:t>
            </a:r>
            <a:r>
              <a:rPr lang="zh-CN" altLang="en-US" sz="2000" dirty="0">
                <a:latin typeface="Times New Roman" panose="02020603050405020304" pitchFamily="18" charset="0"/>
                <a:ea typeface="黑体" panose="02010609060101010101" pitchFamily="49" charset="-122"/>
                <a:sym typeface="Symbol" panose="05050102010706020507" pitchFamily="18" charset="2"/>
              </a:rPr>
              <a:t>）设入射光频率为</a:t>
            </a:r>
            <a:r>
              <a:rPr lang="el-GR" altLang="zh-CN" sz="2000" i="1" dirty="0">
                <a:latin typeface="Times New Roman" panose="02020603050405020304" pitchFamily="18" charset="0"/>
                <a:ea typeface="黑体" panose="02010609060101010101" pitchFamily="49" charset="-122"/>
                <a:sym typeface="Symbol" panose="05050102010706020507" pitchFamily="18" charset="2"/>
              </a:rPr>
              <a:t>ν</a:t>
            </a:r>
            <a:r>
              <a:rPr lang="zh-CN" altLang="en-US" sz="2000" dirty="0">
                <a:latin typeface="Times New Roman" panose="02020603050405020304" pitchFamily="18" charset="0"/>
                <a:ea typeface="黑体" panose="02010609060101010101" pitchFamily="49" charset="-122"/>
                <a:sym typeface="Symbol" panose="05050102010706020507" pitchFamily="18" charset="2"/>
              </a:rPr>
              <a:t>，金属逸出功为</a:t>
            </a:r>
            <a:r>
              <a:rPr lang="en-US" altLang="zh-CN" sz="2000" i="1" dirty="0">
                <a:latin typeface="Times New Roman" panose="02020603050405020304" pitchFamily="18" charset="0"/>
                <a:ea typeface="黑体" panose="02010609060101010101" pitchFamily="49" charset="-122"/>
                <a:sym typeface="Symbol" panose="05050102010706020507" pitchFamily="18" charset="2"/>
              </a:rPr>
              <a:t>W</a:t>
            </a:r>
            <a:r>
              <a:rPr lang="zh-CN" altLang="en-US" sz="2000" dirty="0">
                <a:latin typeface="Times New Roman" panose="02020603050405020304" pitchFamily="18" charset="0"/>
                <a:ea typeface="黑体" panose="02010609060101010101" pitchFamily="49" charset="-122"/>
                <a:sym typeface="Symbol" panose="05050102010706020507" pitchFamily="18" charset="2"/>
              </a:rPr>
              <a:t>，元电荷为</a:t>
            </a:r>
            <a:r>
              <a:rPr lang="en-US" altLang="zh-CN" sz="2000" i="1" dirty="0">
                <a:latin typeface="Times New Roman" panose="02020603050405020304" pitchFamily="18" charset="0"/>
                <a:ea typeface="黑体" panose="02010609060101010101" pitchFamily="49" charset="-122"/>
                <a:sym typeface="Symbol" panose="05050102010706020507" pitchFamily="18" charset="2"/>
              </a:rPr>
              <a:t>e</a:t>
            </a:r>
            <a:r>
              <a:rPr lang="zh-CN" altLang="en-US" sz="2000" dirty="0">
                <a:latin typeface="Times New Roman" panose="02020603050405020304" pitchFamily="18" charset="0"/>
                <a:ea typeface="黑体" panose="02010609060101010101" pitchFamily="49" charset="-122"/>
                <a:sym typeface="Symbol" panose="05050102010706020507" pitchFamily="18" charset="2"/>
              </a:rPr>
              <a:t>，普朗克常数为</a:t>
            </a:r>
            <a:r>
              <a:rPr lang="en-US" altLang="zh-CN" sz="2000" i="1" dirty="0">
                <a:latin typeface="Times New Roman" panose="02020603050405020304" pitchFamily="18" charset="0"/>
                <a:ea typeface="黑体" panose="02010609060101010101" pitchFamily="49" charset="-122"/>
                <a:sym typeface="Symbol" panose="05050102010706020507" pitchFamily="18" charset="2"/>
              </a:rPr>
              <a:t>h</a:t>
            </a:r>
            <a:r>
              <a:rPr lang="zh-CN" altLang="en-US" sz="2000" dirty="0">
                <a:latin typeface="Times New Roman" panose="02020603050405020304" pitchFamily="18" charset="0"/>
                <a:ea typeface="黑体" panose="02010609060101010101" pitchFamily="49" charset="-122"/>
                <a:sym typeface="Symbol" panose="05050102010706020507" pitchFamily="18" charset="2"/>
              </a:rPr>
              <a:t>，求遏止电势差</a:t>
            </a:r>
            <a:r>
              <a:rPr lang="en-US" altLang="zh-CN" sz="2000" i="1" dirty="0">
                <a:latin typeface="Times New Roman" panose="02020603050405020304" pitchFamily="18" charset="0"/>
                <a:ea typeface="黑体" panose="02010609060101010101" pitchFamily="49" charset="-122"/>
                <a:sym typeface="Symbol" panose="05050102010706020507" pitchFamily="18" charset="2"/>
              </a:rPr>
              <a:t>U</a:t>
            </a:r>
            <a:r>
              <a:rPr lang="en-US" altLang="zh-CN" sz="2000" i="1" baseline="-25000" dirty="0">
                <a:latin typeface="Times New Roman" panose="02020603050405020304" pitchFamily="18" charset="0"/>
                <a:ea typeface="黑体" panose="02010609060101010101" pitchFamily="49" charset="-122"/>
                <a:sym typeface="Symbol" panose="05050102010706020507" pitchFamily="18" charset="2"/>
              </a:rPr>
              <a:t>0</a:t>
            </a:r>
            <a:r>
              <a:rPr lang="zh-CN" altLang="en-US" sz="2000" dirty="0">
                <a:latin typeface="Times New Roman" panose="02020603050405020304" pitchFamily="18" charset="0"/>
                <a:ea typeface="黑体" panose="02010609060101010101" pitchFamily="49" charset="-122"/>
                <a:sym typeface="Symbol" panose="05050102010706020507" pitchFamily="18" charset="2"/>
              </a:rPr>
              <a:t>随入射光频率</a:t>
            </a:r>
            <a:r>
              <a:rPr lang="el-GR" altLang="zh-CN" sz="2000" i="1" dirty="0">
                <a:latin typeface="Times New Roman" panose="02020603050405020304" pitchFamily="18" charset="0"/>
                <a:ea typeface="黑体" panose="02010609060101010101" pitchFamily="49" charset="-122"/>
                <a:sym typeface="Symbol" panose="05050102010706020507" pitchFamily="18" charset="2"/>
              </a:rPr>
              <a:t>ν</a:t>
            </a:r>
            <a:r>
              <a:rPr lang="zh-CN" altLang="en-US" sz="2000" dirty="0">
                <a:latin typeface="Times New Roman" panose="02020603050405020304" pitchFamily="18" charset="0"/>
                <a:ea typeface="黑体" panose="02010609060101010101" pitchFamily="49" charset="-122"/>
                <a:sym typeface="Symbol" panose="05050102010706020507" pitchFamily="18" charset="2"/>
              </a:rPr>
              <a:t>变化的关系式；</a:t>
            </a:r>
            <a:endParaRPr lang="en-US" altLang="zh-CN" sz="2000" dirty="0">
              <a:latin typeface="Times New Roman" panose="02020603050405020304" pitchFamily="18" charset="0"/>
              <a:ea typeface="黑体" panose="02010609060101010101" pitchFamily="49" charset="-122"/>
              <a:sym typeface="Symbol" panose="05050102010706020507" pitchFamily="18" charset="2"/>
            </a:endParaRPr>
          </a:p>
          <a:p>
            <a:pPr>
              <a:spcBef>
                <a:spcPct val="50000"/>
              </a:spcBef>
            </a:pPr>
            <a:r>
              <a:rPr lang="zh-CN" altLang="en-US" sz="2000" dirty="0">
                <a:latin typeface="Times New Roman" panose="02020603050405020304" pitchFamily="18" charset="0"/>
                <a:ea typeface="黑体" panose="02010609060101010101" pitchFamily="49" charset="-122"/>
                <a:sym typeface="Symbol" panose="05050102010706020507" pitchFamily="18" charset="2"/>
              </a:rPr>
              <a:t>（</a:t>
            </a:r>
            <a:r>
              <a:rPr lang="en-US" altLang="zh-CN" sz="2000" dirty="0">
                <a:latin typeface="Times New Roman" panose="02020603050405020304" pitchFamily="18" charset="0"/>
                <a:ea typeface="黑体" panose="02010609060101010101" pitchFamily="49" charset="-122"/>
                <a:sym typeface="Symbol" panose="05050102010706020507" pitchFamily="18" charset="2"/>
              </a:rPr>
              <a:t>2</a:t>
            </a:r>
            <a:r>
              <a:rPr lang="zh-CN" altLang="en-US" sz="2000" dirty="0">
                <a:latin typeface="Times New Roman" panose="02020603050405020304" pitchFamily="18" charset="0"/>
                <a:ea typeface="黑体" panose="02010609060101010101" pitchFamily="49" charset="-122"/>
                <a:sym typeface="Symbol" panose="05050102010706020507" pitchFamily="18" charset="2"/>
              </a:rPr>
              <a:t>）若测得遏止电势差</a:t>
            </a:r>
            <a:r>
              <a:rPr lang="en-US" altLang="zh-CN" sz="2000" i="1" dirty="0">
                <a:latin typeface="Times New Roman" panose="02020603050405020304" pitchFamily="18" charset="0"/>
                <a:ea typeface="黑体" panose="02010609060101010101" pitchFamily="49" charset="-122"/>
                <a:sym typeface="Symbol" panose="05050102010706020507" pitchFamily="18" charset="2"/>
              </a:rPr>
              <a:t>U</a:t>
            </a:r>
            <a:r>
              <a:rPr lang="en-US" altLang="zh-CN" sz="2000" i="1" baseline="-25000" dirty="0">
                <a:latin typeface="Times New Roman" panose="02020603050405020304" pitchFamily="18" charset="0"/>
                <a:ea typeface="黑体" panose="02010609060101010101" pitchFamily="49" charset="-122"/>
                <a:sym typeface="Symbol" panose="05050102010706020507" pitchFamily="18" charset="2"/>
              </a:rPr>
              <a:t>0</a:t>
            </a:r>
            <a:r>
              <a:rPr lang="zh-CN" altLang="en-US" sz="2000" dirty="0">
                <a:latin typeface="Times New Roman" panose="02020603050405020304" pitchFamily="18" charset="0"/>
                <a:ea typeface="黑体" panose="02010609060101010101" pitchFamily="49" charset="-122"/>
                <a:sym typeface="Symbol" panose="05050102010706020507" pitchFamily="18" charset="2"/>
              </a:rPr>
              <a:t>随入射光频率</a:t>
            </a:r>
            <a:r>
              <a:rPr lang="el-GR" altLang="zh-CN" sz="2000" i="1" dirty="0">
                <a:latin typeface="Times New Roman" panose="02020603050405020304" pitchFamily="18" charset="0"/>
                <a:ea typeface="黑体" panose="02010609060101010101" pitchFamily="49" charset="-122"/>
                <a:sym typeface="Symbol" panose="05050102010706020507" pitchFamily="18" charset="2"/>
              </a:rPr>
              <a:t>ν</a:t>
            </a:r>
            <a:r>
              <a:rPr lang="zh-CN" altLang="en-US" sz="2000" dirty="0">
                <a:latin typeface="Times New Roman" panose="02020603050405020304" pitchFamily="18" charset="0"/>
                <a:ea typeface="黑体" panose="02010609060101010101" pitchFamily="49" charset="-122"/>
                <a:sym typeface="Symbol" panose="05050102010706020507" pitchFamily="18" charset="2"/>
              </a:rPr>
              <a:t>变化关系如右图，求普朗克常数</a:t>
            </a:r>
            <a:r>
              <a:rPr lang="en-US" altLang="zh-CN" sz="2000" i="1" dirty="0">
                <a:latin typeface="Times New Roman" panose="02020603050405020304" pitchFamily="18" charset="0"/>
                <a:ea typeface="黑体" panose="02010609060101010101" pitchFamily="49" charset="-122"/>
                <a:sym typeface="Symbol" panose="05050102010706020507" pitchFamily="18" charset="2"/>
              </a:rPr>
              <a:t>h</a:t>
            </a:r>
            <a:r>
              <a:rPr lang="zh-CN" altLang="en-US" sz="2000" dirty="0">
                <a:latin typeface="Times New Roman" panose="02020603050405020304" pitchFamily="18" charset="0"/>
                <a:ea typeface="黑体" panose="02010609060101010101" pitchFamily="49" charset="-122"/>
                <a:sym typeface="Symbol" panose="05050102010706020507" pitchFamily="18" charset="2"/>
              </a:rPr>
              <a:t>、截止频率</a:t>
            </a:r>
            <a:r>
              <a:rPr lang="el-GR" altLang="zh-CN" sz="2000" i="1" dirty="0">
                <a:latin typeface="Times New Roman" panose="02020603050405020304" pitchFamily="18" charset="0"/>
                <a:ea typeface="黑体" panose="02010609060101010101" pitchFamily="49" charset="-122"/>
                <a:sym typeface="Symbol" panose="05050102010706020507" pitchFamily="18" charset="2"/>
              </a:rPr>
              <a:t>ν</a:t>
            </a:r>
            <a:r>
              <a:rPr lang="en-US" altLang="zh-CN" sz="2000" i="1" baseline="-25000" dirty="0">
                <a:latin typeface="Times New Roman" panose="02020603050405020304" pitchFamily="18" charset="0"/>
                <a:ea typeface="黑体" panose="02010609060101010101" pitchFamily="49" charset="-122"/>
                <a:sym typeface="Symbol" panose="05050102010706020507" pitchFamily="18" charset="2"/>
              </a:rPr>
              <a:t>0</a:t>
            </a:r>
            <a:r>
              <a:rPr lang="zh-CN" altLang="en-US" sz="2000" dirty="0">
                <a:latin typeface="Times New Roman" panose="02020603050405020304" pitchFamily="18" charset="0"/>
                <a:ea typeface="黑体" panose="02010609060101010101" pitchFamily="49" charset="-122"/>
                <a:sym typeface="Symbol" panose="05050102010706020507" pitchFamily="18" charset="2"/>
              </a:rPr>
              <a:t>以及金属的逸出功</a:t>
            </a:r>
            <a:r>
              <a:rPr lang="en-US" altLang="zh-CN" sz="2000" i="1" dirty="0">
                <a:latin typeface="Times New Roman" panose="02020603050405020304" pitchFamily="18" charset="0"/>
                <a:ea typeface="黑体" panose="02010609060101010101" pitchFamily="49" charset="-122"/>
                <a:sym typeface="Symbol" panose="05050102010706020507" pitchFamily="18" charset="2"/>
              </a:rPr>
              <a:t>W</a:t>
            </a:r>
            <a:r>
              <a:rPr lang="zh-CN" altLang="en-US" sz="2000" dirty="0">
                <a:latin typeface="Times New Roman" panose="02020603050405020304" pitchFamily="18" charset="0"/>
                <a:ea typeface="黑体" panose="02010609060101010101" pitchFamily="49" charset="-122"/>
                <a:sym typeface="Symbol" panose="05050102010706020507" pitchFamily="18" charset="2"/>
              </a:rPr>
              <a:t>。</a:t>
            </a:r>
            <a:endParaRPr lang="zh-CN" altLang="en-US" sz="2000" dirty="0">
              <a:latin typeface="Times New Roman" panose="02020603050405020304" pitchFamily="18" charset="0"/>
              <a:ea typeface="黑体" panose="02010609060101010101" pitchFamily="49" charset="-122"/>
              <a:sym typeface="Symbol" panose="05050102010706020507" pitchFamily="18" charset="2"/>
            </a:endParaRPr>
          </a:p>
        </p:txBody>
      </p:sp>
      <p:pic>
        <p:nvPicPr>
          <p:cNvPr id="5" name="图片 4"/>
          <p:cNvPicPr>
            <a:picLocks noChangeAspect="1"/>
          </p:cNvPicPr>
          <p:nvPr/>
        </p:nvPicPr>
        <p:blipFill>
          <a:blip r:embed="rId1"/>
          <a:stretch>
            <a:fillRect/>
          </a:stretch>
        </p:blipFill>
        <p:spPr>
          <a:xfrm>
            <a:off x="899592" y="3789040"/>
            <a:ext cx="2223511" cy="2814131"/>
          </a:xfrm>
          <a:prstGeom prst="rect">
            <a:avLst/>
          </a:prstGeom>
          <a:scene3d>
            <a:camera prst="orthographicFront">
              <a:rot lat="0" lon="0" rev="0"/>
            </a:camera>
            <a:lightRig rig="threePt" dir="t"/>
          </a:scene3d>
        </p:spPr>
      </p:pic>
      <p:pic>
        <p:nvPicPr>
          <p:cNvPr id="7" name="图片 6"/>
          <p:cNvPicPr>
            <a:picLocks noChangeAspect="1"/>
          </p:cNvPicPr>
          <p:nvPr/>
        </p:nvPicPr>
        <p:blipFill>
          <a:blip r:embed="rId2"/>
          <a:stretch>
            <a:fillRect/>
          </a:stretch>
        </p:blipFill>
        <p:spPr>
          <a:xfrm>
            <a:off x="3593909" y="3815958"/>
            <a:ext cx="5045804" cy="262324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2411760" y="116632"/>
            <a:ext cx="44195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chemeClr val="bg1"/>
                </a:solidFill>
                <a:latin typeface="Times New Roman" panose="02020603050405020304" pitchFamily="18" charset="0"/>
              </a:rPr>
              <a:t> </a:t>
            </a:r>
            <a:r>
              <a:rPr kumimoji="1" lang="zh-CN" altLang="en-US" sz="2800" dirty="0">
                <a:solidFill>
                  <a:schemeClr val="bg1"/>
                </a:solidFill>
                <a:latin typeface="Times New Roman" panose="02020603050405020304" pitchFamily="18" charset="0"/>
              </a:rPr>
              <a:t>康普顿效应</a:t>
            </a:r>
            <a:r>
              <a:rPr kumimoji="1" lang="zh-CN" altLang="en-US" sz="2800" b="1" dirty="0">
                <a:solidFill>
                  <a:schemeClr val="bg1"/>
                </a:solidFill>
                <a:latin typeface="Times New Roman" panose="02020603050405020304" pitchFamily="18" charset="0"/>
              </a:rPr>
              <a:t>实验结果分析</a:t>
            </a:r>
            <a:endParaRPr kumimoji="1" lang="zh-CN" altLang="en-US" sz="2800" b="1" dirty="0">
              <a:solidFill>
                <a:schemeClr val="bg1"/>
              </a:solidFill>
              <a:latin typeface="Times New Roman" panose="02020603050405020304" pitchFamily="18" charset="0"/>
            </a:endParaRPr>
          </a:p>
        </p:txBody>
      </p:sp>
      <p:sp>
        <p:nvSpPr>
          <p:cNvPr id="4099" name="Rectangle 3"/>
          <p:cNvSpPr>
            <a:spLocks noChangeArrowheads="1"/>
          </p:cNvSpPr>
          <p:nvPr/>
        </p:nvSpPr>
        <p:spPr bwMode="auto">
          <a:xfrm>
            <a:off x="467544" y="908720"/>
            <a:ext cx="468072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latin typeface="Times New Roman" panose="02020603050405020304" pitchFamily="18" charset="0"/>
              </a:rPr>
              <a:t>1</a:t>
            </a:r>
            <a:r>
              <a:rPr kumimoji="1" lang="en-US" altLang="zh-CN" sz="2800" b="1" dirty="0">
                <a:latin typeface="Times New Roman" panose="02020603050405020304" pitchFamily="18" charset="0"/>
              </a:rPr>
              <a:t>. </a:t>
            </a:r>
            <a:r>
              <a:rPr kumimoji="1" lang="zh-CN" altLang="en-US" sz="2400" b="1" dirty="0">
                <a:solidFill>
                  <a:srgbClr val="0000FF"/>
                </a:solidFill>
                <a:latin typeface="Times New Roman" panose="02020603050405020304" pitchFamily="18" charset="0"/>
              </a:rPr>
              <a:t>入射光子与外层电子弹性碰撞</a:t>
            </a:r>
            <a:r>
              <a:rPr kumimoji="1" lang="zh-CN" altLang="en-US" sz="2400" b="1" dirty="0">
                <a:latin typeface="Times New Roman" panose="02020603050405020304" pitchFamily="18" charset="0"/>
              </a:rPr>
              <a:t> </a:t>
            </a:r>
            <a:endParaRPr kumimoji="1" lang="zh-CN" altLang="en-US" sz="2400" b="1" dirty="0">
              <a:latin typeface="Times New Roman" panose="02020603050405020304" pitchFamily="18" charset="0"/>
            </a:endParaRPr>
          </a:p>
        </p:txBody>
      </p:sp>
      <p:sp>
        <p:nvSpPr>
          <p:cNvPr id="4100" name="Rectangle 4"/>
          <p:cNvSpPr>
            <a:spLocks noChangeArrowheads="1"/>
          </p:cNvSpPr>
          <p:nvPr/>
        </p:nvSpPr>
        <p:spPr bwMode="auto">
          <a:xfrm>
            <a:off x="838200" y="1662584"/>
            <a:ext cx="809625" cy="831850"/>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003366"/>
                </a:solidFill>
                <a:latin typeface="Times New Roman" panose="02020603050405020304" pitchFamily="18" charset="0"/>
              </a:rPr>
              <a:t>外层</a:t>
            </a:r>
            <a:endParaRPr kumimoji="1" lang="zh-CN" altLang="en-US" sz="2400" b="1">
              <a:solidFill>
                <a:srgbClr val="003366"/>
              </a:solidFill>
              <a:latin typeface="Times New Roman" panose="02020603050405020304" pitchFamily="18" charset="0"/>
            </a:endParaRPr>
          </a:p>
          <a:p>
            <a:pPr eaLnBrk="1" hangingPunct="1"/>
            <a:r>
              <a:rPr kumimoji="1" lang="zh-CN" altLang="en-US" sz="2400" b="1">
                <a:solidFill>
                  <a:srgbClr val="003366"/>
                </a:solidFill>
                <a:latin typeface="Times New Roman" panose="02020603050405020304" pitchFamily="18" charset="0"/>
              </a:rPr>
              <a:t>电子</a:t>
            </a:r>
            <a:endParaRPr kumimoji="1" lang="zh-CN" altLang="en-US" sz="2400" b="1">
              <a:solidFill>
                <a:srgbClr val="003366"/>
              </a:solidFill>
              <a:latin typeface="Times New Roman" panose="02020603050405020304" pitchFamily="18" charset="0"/>
            </a:endParaRPr>
          </a:p>
        </p:txBody>
      </p:sp>
      <p:grpSp>
        <p:nvGrpSpPr>
          <p:cNvPr id="5125" name="Group 5"/>
          <p:cNvGrpSpPr/>
          <p:nvPr/>
        </p:nvGrpSpPr>
        <p:grpSpPr bwMode="auto">
          <a:xfrm>
            <a:off x="1676400" y="1484784"/>
            <a:ext cx="3471864" cy="1089025"/>
            <a:chOff x="672" y="852"/>
            <a:chExt cx="2187" cy="686"/>
          </a:xfrm>
        </p:grpSpPr>
        <p:sp>
          <p:nvSpPr>
            <p:cNvPr id="4121" name="Rectangle 6"/>
            <p:cNvSpPr>
              <a:spLocks noChangeArrowheads="1"/>
            </p:cNvSpPr>
            <p:nvPr/>
          </p:nvSpPr>
          <p:spPr bwMode="auto">
            <a:xfrm>
              <a:off x="1008" y="852"/>
              <a:ext cx="1683" cy="294"/>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003366"/>
                  </a:solidFill>
                  <a:latin typeface="Times New Roman" panose="02020603050405020304" pitchFamily="18" charset="0"/>
                </a:rPr>
                <a:t>受原子核束缚较弱</a:t>
              </a:r>
              <a:endParaRPr kumimoji="1" lang="zh-CN" altLang="en-US" sz="2400" b="1">
                <a:solidFill>
                  <a:srgbClr val="003366"/>
                </a:solidFill>
                <a:latin typeface="Times New Roman" panose="02020603050405020304" pitchFamily="18" charset="0"/>
              </a:endParaRPr>
            </a:p>
          </p:txBody>
        </p:sp>
        <p:sp>
          <p:nvSpPr>
            <p:cNvPr id="4122" name="Rectangle 7"/>
            <p:cNvSpPr>
              <a:spLocks noChangeArrowheads="1"/>
            </p:cNvSpPr>
            <p:nvPr/>
          </p:nvSpPr>
          <p:spPr bwMode="auto">
            <a:xfrm>
              <a:off x="1016" y="1170"/>
              <a:ext cx="1843" cy="368"/>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rgbClr val="003366"/>
                  </a:solidFill>
                  <a:latin typeface="Times New Roman" panose="02020603050405020304" pitchFamily="18" charset="0"/>
                </a:rPr>
                <a:t>动能</a:t>
              </a:r>
              <a:r>
                <a:rPr kumimoji="1" lang="zh-CN" altLang="en-US" b="1" dirty="0">
                  <a:solidFill>
                    <a:srgbClr val="003366"/>
                  </a:solidFill>
                  <a:latin typeface="Times New Roman" panose="02020603050405020304" pitchFamily="18" charset="0"/>
                </a:rPr>
                <a:t>＜＜</a:t>
              </a:r>
              <a:r>
                <a:rPr kumimoji="1" lang="zh-CN" altLang="en-US" sz="2400" b="1" dirty="0">
                  <a:solidFill>
                    <a:srgbClr val="003366"/>
                  </a:solidFill>
                  <a:latin typeface="Times New Roman" panose="02020603050405020304" pitchFamily="18" charset="0"/>
                </a:rPr>
                <a:t>光子能量  </a:t>
              </a:r>
              <a:endParaRPr kumimoji="1" lang="zh-CN" altLang="en-US" sz="2400" b="1" dirty="0">
                <a:solidFill>
                  <a:srgbClr val="003366"/>
                </a:solidFill>
                <a:latin typeface="Times New Roman" panose="02020603050405020304" pitchFamily="18" charset="0"/>
              </a:endParaRPr>
            </a:p>
          </p:txBody>
        </p:sp>
        <p:sp>
          <p:nvSpPr>
            <p:cNvPr id="4123" name="Line 8"/>
            <p:cNvSpPr>
              <a:spLocks noChangeShapeType="1"/>
            </p:cNvSpPr>
            <p:nvPr/>
          </p:nvSpPr>
          <p:spPr bwMode="auto">
            <a:xfrm flipV="1">
              <a:off x="672" y="906"/>
              <a:ext cx="288" cy="288"/>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24" name="Line 9"/>
            <p:cNvSpPr>
              <a:spLocks noChangeShapeType="1"/>
            </p:cNvSpPr>
            <p:nvPr/>
          </p:nvSpPr>
          <p:spPr bwMode="auto">
            <a:xfrm>
              <a:off x="672" y="1242"/>
              <a:ext cx="318" cy="17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130" name="Group 10"/>
          <p:cNvGrpSpPr/>
          <p:nvPr/>
        </p:nvGrpSpPr>
        <p:grpSpPr bwMode="auto">
          <a:xfrm>
            <a:off x="4953000" y="1484785"/>
            <a:ext cx="1901825" cy="1042988"/>
            <a:chOff x="2784" y="852"/>
            <a:chExt cx="1198" cy="657"/>
          </a:xfrm>
        </p:grpSpPr>
        <p:sp>
          <p:nvSpPr>
            <p:cNvPr id="4117" name="Text Box 11"/>
            <p:cNvSpPr txBox="1">
              <a:spLocks noChangeArrowheads="1"/>
            </p:cNvSpPr>
            <p:nvPr/>
          </p:nvSpPr>
          <p:spPr bwMode="auto">
            <a:xfrm>
              <a:off x="3072" y="852"/>
              <a:ext cx="894" cy="294"/>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003366"/>
                  </a:solidFill>
                  <a:latin typeface="Times New Roman" panose="02020603050405020304" pitchFamily="18" charset="0"/>
                </a:rPr>
                <a:t>近似自由</a:t>
              </a:r>
              <a:endParaRPr kumimoji="1" lang="zh-CN" altLang="en-US" sz="2400" b="1">
                <a:solidFill>
                  <a:srgbClr val="003366"/>
                </a:solidFill>
                <a:latin typeface="Times New Roman" panose="02020603050405020304" pitchFamily="18" charset="0"/>
              </a:endParaRPr>
            </a:p>
          </p:txBody>
        </p:sp>
        <p:sp>
          <p:nvSpPr>
            <p:cNvPr id="4118" name="Rectangle 12"/>
            <p:cNvSpPr>
              <a:spLocks noChangeArrowheads="1"/>
            </p:cNvSpPr>
            <p:nvPr/>
          </p:nvSpPr>
          <p:spPr bwMode="auto">
            <a:xfrm>
              <a:off x="3088" y="1215"/>
              <a:ext cx="894" cy="294"/>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rgbClr val="003366"/>
                  </a:solidFill>
                  <a:latin typeface="Times New Roman" panose="02020603050405020304" pitchFamily="18" charset="0"/>
                </a:rPr>
                <a:t>近似静止</a:t>
              </a:r>
              <a:endParaRPr kumimoji="1" lang="zh-CN" altLang="en-US" sz="2400" b="1" dirty="0">
                <a:solidFill>
                  <a:srgbClr val="003366"/>
                </a:solidFill>
                <a:latin typeface="Times New Roman" panose="02020603050405020304" pitchFamily="18" charset="0"/>
              </a:endParaRPr>
            </a:p>
          </p:txBody>
        </p:sp>
        <p:sp>
          <p:nvSpPr>
            <p:cNvPr id="4119" name="Line 13"/>
            <p:cNvSpPr>
              <a:spLocks noChangeShapeType="1"/>
            </p:cNvSpPr>
            <p:nvPr/>
          </p:nvSpPr>
          <p:spPr bwMode="auto">
            <a:xfrm>
              <a:off x="2784" y="1396"/>
              <a:ext cx="288" cy="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20" name="Line 14"/>
            <p:cNvSpPr>
              <a:spLocks noChangeShapeType="1"/>
            </p:cNvSpPr>
            <p:nvPr/>
          </p:nvSpPr>
          <p:spPr bwMode="auto">
            <a:xfrm>
              <a:off x="2784" y="1002"/>
              <a:ext cx="288" cy="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135" name="Group 15"/>
          <p:cNvGrpSpPr/>
          <p:nvPr/>
        </p:nvGrpSpPr>
        <p:grpSpPr bwMode="auto">
          <a:xfrm>
            <a:off x="6934200" y="1656234"/>
            <a:ext cx="1752600" cy="831850"/>
            <a:chOff x="4320" y="1248"/>
            <a:chExt cx="1104" cy="524"/>
          </a:xfrm>
        </p:grpSpPr>
        <p:sp>
          <p:nvSpPr>
            <p:cNvPr id="4115" name="Rectangle 16"/>
            <p:cNvSpPr>
              <a:spLocks noChangeArrowheads="1"/>
            </p:cNvSpPr>
            <p:nvPr/>
          </p:nvSpPr>
          <p:spPr bwMode="auto">
            <a:xfrm>
              <a:off x="4656" y="1248"/>
              <a:ext cx="768" cy="524"/>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003366"/>
                  </a:solidFill>
                  <a:latin typeface="Times New Roman" panose="02020603050405020304" pitchFamily="18" charset="0"/>
                </a:rPr>
                <a:t>静止 自由 电子</a:t>
              </a:r>
              <a:endParaRPr kumimoji="1" lang="zh-CN" altLang="en-US" sz="2400" b="1">
                <a:solidFill>
                  <a:srgbClr val="003366"/>
                </a:solidFill>
                <a:latin typeface="Times New Roman" panose="02020603050405020304" pitchFamily="18" charset="0"/>
              </a:endParaRPr>
            </a:p>
          </p:txBody>
        </p:sp>
        <p:sp>
          <p:nvSpPr>
            <p:cNvPr id="4116" name="Line 17"/>
            <p:cNvSpPr>
              <a:spLocks noChangeShapeType="1"/>
            </p:cNvSpPr>
            <p:nvPr/>
          </p:nvSpPr>
          <p:spPr bwMode="auto">
            <a:xfrm>
              <a:off x="4320" y="1510"/>
              <a:ext cx="336" cy="0"/>
            </a:xfrm>
            <a:prstGeom prst="line">
              <a:avLst/>
            </a:prstGeom>
            <a:noFill/>
            <a:ln w="5715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48" name="Rectangle 28"/>
          <p:cNvSpPr>
            <a:spLocks noChangeArrowheads="1"/>
          </p:cNvSpPr>
          <p:nvPr/>
        </p:nvSpPr>
        <p:spPr bwMode="auto">
          <a:xfrm>
            <a:off x="616260" y="2664343"/>
            <a:ext cx="791147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rgbClr val="003366"/>
                </a:solidFill>
              </a:rPr>
              <a:t>当入射光子与外层电子弹性碰撞时</a:t>
            </a:r>
            <a:r>
              <a:rPr kumimoji="1" lang="en-US" altLang="zh-CN" sz="2400" b="1" dirty="0">
                <a:solidFill>
                  <a:srgbClr val="003366"/>
                </a:solidFill>
              </a:rPr>
              <a:t>,</a:t>
            </a:r>
            <a:r>
              <a:rPr kumimoji="1" lang="zh-CN" altLang="en-US" sz="2400" b="1" dirty="0">
                <a:solidFill>
                  <a:srgbClr val="003366"/>
                </a:solidFill>
              </a:rPr>
              <a:t>电子会获得一部分能</a:t>
            </a:r>
            <a:endParaRPr kumimoji="1" lang="zh-CN" altLang="en-US" sz="2400" b="1" dirty="0">
              <a:solidFill>
                <a:srgbClr val="003366"/>
              </a:solidFill>
            </a:endParaRPr>
          </a:p>
          <a:p>
            <a:pPr eaLnBrk="1" hangingPunct="1">
              <a:spcBef>
                <a:spcPct val="50000"/>
              </a:spcBef>
            </a:pPr>
            <a:r>
              <a:rPr kumimoji="1" lang="zh-CN" altLang="en-US" sz="2400" b="1" dirty="0">
                <a:solidFill>
                  <a:srgbClr val="003366"/>
                </a:solidFill>
              </a:rPr>
              <a:t>量</a:t>
            </a:r>
            <a:r>
              <a:rPr kumimoji="1" lang="en-US" altLang="zh-CN" sz="2400" b="1" dirty="0">
                <a:solidFill>
                  <a:srgbClr val="003366"/>
                </a:solidFill>
              </a:rPr>
              <a:t>,</a:t>
            </a:r>
            <a:r>
              <a:rPr kumimoji="1" lang="zh-CN" altLang="en-US" sz="2400" b="1" dirty="0">
                <a:solidFill>
                  <a:srgbClr val="003366"/>
                </a:solidFill>
              </a:rPr>
              <a:t>则碰撞后散射光子的能量变小，即频率变小</a:t>
            </a:r>
            <a:r>
              <a:rPr kumimoji="1" lang="en-US" altLang="zh-CN" sz="2400" b="1" dirty="0">
                <a:solidFill>
                  <a:srgbClr val="003366"/>
                </a:solidFill>
              </a:rPr>
              <a:t>,</a:t>
            </a:r>
            <a:r>
              <a:rPr kumimoji="1" lang="zh-CN" altLang="en-US" sz="2400" b="1" dirty="0">
                <a:solidFill>
                  <a:srgbClr val="003366"/>
                </a:solidFill>
              </a:rPr>
              <a:t>波长变长</a:t>
            </a:r>
            <a:r>
              <a:rPr kumimoji="1" lang="en-US" altLang="zh-CN" sz="2400" b="1" dirty="0">
                <a:solidFill>
                  <a:srgbClr val="003366"/>
                </a:solidFill>
              </a:rPr>
              <a:t>.</a:t>
            </a:r>
            <a:endParaRPr kumimoji="1" lang="en-US" altLang="zh-CN" sz="2400" b="1" dirty="0">
              <a:solidFill>
                <a:srgbClr val="003366"/>
              </a:solidFill>
            </a:endParaRPr>
          </a:p>
        </p:txBody>
      </p:sp>
      <p:sp>
        <p:nvSpPr>
          <p:cNvPr id="2" name="Rectangle 2"/>
          <p:cNvSpPr>
            <a:spLocks noChangeArrowheads="1"/>
          </p:cNvSpPr>
          <p:nvPr/>
        </p:nvSpPr>
        <p:spPr bwMode="auto">
          <a:xfrm>
            <a:off x="467544" y="3759423"/>
            <a:ext cx="54328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latin typeface="Times New Roman" panose="02020603050405020304" pitchFamily="18" charset="0"/>
              </a:rPr>
              <a:t>2. </a:t>
            </a:r>
            <a:r>
              <a:rPr kumimoji="1" lang="en-US" altLang="zh-CN" sz="2400" b="1" dirty="0">
                <a:solidFill>
                  <a:srgbClr val="0000FF"/>
                </a:solidFill>
                <a:latin typeface="Times New Roman" panose="02020603050405020304" pitchFamily="18" charset="0"/>
              </a:rPr>
              <a:t>X </a:t>
            </a:r>
            <a:r>
              <a:rPr kumimoji="1" lang="zh-CN" altLang="en-US" sz="2400" b="1" dirty="0">
                <a:solidFill>
                  <a:srgbClr val="0000FF"/>
                </a:solidFill>
                <a:latin typeface="Times New Roman" panose="02020603050405020304" pitchFamily="18" charset="0"/>
              </a:rPr>
              <a:t>射线光子和原子内层电子相互作用</a:t>
            </a:r>
            <a:endParaRPr kumimoji="1" lang="zh-CN" altLang="en-US" sz="2400" b="1" dirty="0">
              <a:solidFill>
                <a:srgbClr val="0000FF"/>
              </a:solidFill>
              <a:latin typeface="Times New Roman" panose="02020603050405020304" pitchFamily="18" charset="0"/>
            </a:endParaRPr>
          </a:p>
        </p:txBody>
      </p:sp>
      <p:sp>
        <p:nvSpPr>
          <p:cNvPr id="3" name="Rectangle 4"/>
          <p:cNvSpPr>
            <a:spLocks noChangeArrowheads="1"/>
          </p:cNvSpPr>
          <p:nvPr/>
        </p:nvSpPr>
        <p:spPr bwMode="auto">
          <a:xfrm>
            <a:off x="467544" y="4221088"/>
            <a:ext cx="7911479"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400" b="1" dirty="0">
                <a:solidFill>
                  <a:srgbClr val="003366"/>
                </a:solidFill>
                <a:latin typeface="Times New Roman" panose="02020603050405020304" pitchFamily="18" charset="0"/>
              </a:rPr>
              <a:t>内层电子被紧束缚，光子相当于和整个原子发生碰撞。</a:t>
            </a:r>
            <a:r>
              <a:rPr kumimoji="1" lang="zh-CN" altLang="en-US" sz="2400" dirty="0">
                <a:solidFill>
                  <a:srgbClr val="003366"/>
                </a:solidFill>
                <a:latin typeface="Times New Roman" panose="02020603050405020304" pitchFamily="18" charset="0"/>
              </a:rPr>
              <a:t>光子质量远小于原子，碰撞时光子不损失能量，波长不变。</a:t>
            </a:r>
            <a:endParaRPr kumimoji="1" lang="zh-CN" altLang="en-US" sz="2400" b="1" dirty="0">
              <a:solidFill>
                <a:srgbClr val="003366"/>
              </a:solidFill>
              <a:latin typeface="Times New Roman" panose="02020603050405020304" pitchFamily="18" charset="0"/>
            </a:endParaRPr>
          </a:p>
        </p:txBody>
      </p:sp>
      <p:grpSp>
        <p:nvGrpSpPr>
          <p:cNvPr id="4" name="Group 5"/>
          <p:cNvGrpSpPr/>
          <p:nvPr/>
        </p:nvGrpSpPr>
        <p:grpSpPr bwMode="auto">
          <a:xfrm>
            <a:off x="971550" y="5445224"/>
            <a:ext cx="2784475" cy="1090612"/>
            <a:chOff x="1429" y="3430"/>
            <a:chExt cx="1754" cy="687"/>
          </a:xfrm>
        </p:grpSpPr>
        <p:sp>
          <p:nvSpPr>
            <p:cNvPr id="5" name="Text Box 6"/>
            <p:cNvSpPr txBox="1">
              <a:spLocks noChangeArrowheads="1"/>
            </p:cNvSpPr>
            <p:nvPr/>
          </p:nvSpPr>
          <p:spPr bwMode="auto">
            <a:xfrm>
              <a:off x="1429" y="3641"/>
              <a:ext cx="579" cy="294"/>
            </a:xfrm>
            <a:prstGeom prst="rect">
              <a:avLst/>
            </a:prstGeom>
            <a:noFill/>
            <a:ln w="9525">
              <a:solidFill>
                <a:srgbClr val="006666"/>
              </a:solidFill>
              <a:miter lim="800000"/>
            </a:ln>
            <a:effectLst/>
            <a:extLst>
              <a:ext uri="{909E8E84-426E-40DD-AFC4-6F175D3DCCD1}">
                <a14:hiddenFill xmlns:a14="http://schemas.microsoft.com/office/drawing/2010/main">
                  <a:solidFill>
                    <a:srgbClr val="00808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003366"/>
                  </a:solidFill>
                  <a:latin typeface="Times New Roman" panose="02020603050405020304" pitchFamily="18" charset="0"/>
                  <a:ea typeface="楷体_GB2312" pitchFamily="49" charset="-122"/>
                </a:rPr>
                <a:t>光子</a:t>
              </a:r>
              <a:endParaRPr kumimoji="1" lang="zh-CN" altLang="en-US" sz="2400" b="1">
                <a:solidFill>
                  <a:srgbClr val="003366"/>
                </a:solidFill>
                <a:latin typeface="Times New Roman" panose="02020603050405020304" pitchFamily="18" charset="0"/>
                <a:ea typeface="楷体_GB2312" pitchFamily="49" charset="-122"/>
              </a:endParaRPr>
            </a:p>
          </p:txBody>
        </p:sp>
        <p:sp>
          <p:nvSpPr>
            <p:cNvPr id="6" name="Text Box 7"/>
            <p:cNvSpPr txBox="1">
              <a:spLocks noChangeArrowheads="1"/>
            </p:cNvSpPr>
            <p:nvPr/>
          </p:nvSpPr>
          <p:spPr bwMode="auto">
            <a:xfrm>
              <a:off x="2281" y="3430"/>
              <a:ext cx="902" cy="294"/>
            </a:xfrm>
            <a:prstGeom prst="rect">
              <a:avLst/>
            </a:prstGeom>
            <a:noFill/>
            <a:ln w="9525">
              <a:solidFill>
                <a:srgbClr val="006666"/>
              </a:solidFill>
              <a:miter lim="800000"/>
            </a:ln>
            <a:effectLst/>
            <a:extLst>
              <a:ext uri="{909E8E84-426E-40DD-AFC4-6F175D3DCCD1}">
                <a14:hiddenFill xmlns:a14="http://schemas.microsoft.com/office/drawing/2010/main">
                  <a:solidFill>
                    <a:srgbClr val="00808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003366"/>
                  </a:solidFill>
                  <a:latin typeface="Times New Roman" panose="02020603050405020304" pitchFamily="18" charset="0"/>
                  <a:ea typeface="楷体_GB2312" pitchFamily="49" charset="-122"/>
                </a:rPr>
                <a:t>内层电子</a:t>
              </a:r>
              <a:endParaRPr kumimoji="1" lang="zh-CN" altLang="en-US" sz="2400" b="1">
                <a:solidFill>
                  <a:srgbClr val="003366"/>
                </a:solidFill>
                <a:latin typeface="Times New Roman" panose="02020603050405020304" pitchFamily="18" charset="0"/>
                <a:ea typeface="楷体_GB2312" pitchFamily="49" charset="-122"/>
              </a:endParaRPr>
            </a:p>
          </p:txBody>
        </p:sp>
        <p:sp>
          <p:nvSpPr>
            <p:cNvPr id="7" name="Text Box 8"/>
            <p:cNvSpPr txBox="1">
              <a:spLocks noChangeArrowheads="1"/>
            </p:cNvSpPr>
            <p:nvPr/>
          </p:nvSpPr>
          <p:spPr bwMode="auto">
            <a:xfrm>
              <a:off x="2281" y="3823"/>
              <a:ext cx="902" cy="294"/>
            </a:xfrm>
            <a:prstGeom prst="rect">
              <a:avLst/>
            </a:prstGeom>
            <a:noFill/>
            <a:ln w="9525">
              <a:solidFill>
                <a:srgbClr val="006666"/>
              </a:solidFill>
              <a:miter lim="800000"/>
            </a:ln>
            <a:effectLst/>
            <a:extLst>
              <a:ext uri="{909E8E84-426E-40DD-AFC4-6F175D3DCCD1}">
                <a14:hiddenFill xmlns:a14="http://schemas.microsoft.com/office/drawing/2010/main">
                  <a:solidFill>
                    <a:srgbClr val="00808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003366"/>
                  </a:solidFill>
                  <a:latin typeface="Times New Roman" panose="02020603050405020304" pitchFamily="18" charset="0"/>
                  <a:ea typeface="楷体_GB2312" pitchFamily="49" charset="-122"/>
                </a:rPr>
                <a:t>外层电子</a:t>
              </a:r>
              <a:endParaRPr kumimoji="1" lang="zh-CN" altLang="en-US" sz="2400" b="1">
                <a:solidFill>
                  <a:srgbClr val="003366"/>
                </a:solidFill>
                <a:latin typeface="Times New Roman" panose="02020603050405020304" pitchFamily="18" charset="0"/>
                <a:ea typeface="楷体_GB2312" pitchFamily="49" charset="-122"/>
              </a:endParaRPr>
            </a:p>
          </p:txBody>
        </p:sp>
        <p:grpSp>
          <p:nvGrpSpPr>
            <p:cNvPr id="8" name="Group 9"/>
            <p:cNvGrpSpPr/>
            <p:nvPr/>
          </p:nvGrpSpPr>
          <p:grpSpPr bwMode="auto">
            <a:xfrm>
              <a:off x="2052" y="3534"/>
              <a:ext cx="148" cy="486"/>
              <a:chOff x="2052" y="3534"/>
              <a:chExt cx="148" cy="486"/>
            </a:xfrm>
          </p:grpSpPr>
          <p:sp>
            <p:nvSpPr>
              <p:cNvPr id="9" name="Line 10"/>
              <p:cNvSpPr>
                <a:spLocks noChangeShapeType="1"/>
              </p:cNvSpPr>
              <p:nvPr/>
            </p:nvSpPr>
            <p:spPr bwMode="auto">
              <a:xfrm flipV="1">
                <a:off x="2052" y="3534"/>
                <a:ext cx="148" cy="259"/>
              </a:xfrm>
              <a:prstGeom prst="line">
                <a:avLst/>
              </a:prstGeom>
              <a:noFill/>
              <a:ln w="38100">
                <a:solidFill>
                  <a:srgbClr val="0066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1"/>
              <p:cNvSpPr>
                <a:spLocks noChangeShapeType="1"/>
              </p:cNvSpPr>
              <p:nvPr/>
            </p:nvSpPr>
            <p:spPr bwMode="auto">
              <a:xfrm>
                <a:off x="2052" y="3793"/>
                <a:ext cx="136" cy="227"/>
              </a:xfrm>
              <a:prstGeom prst="line">
                <a:avLst/>
              </a:prstGeom>
              <a:noFill/>
              <a:ln w="38100">
                <a:solidFill>
                  <a:srgbClr val="0066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1" name="Group 12"/>
          <p:cNvGrpSpPr/>
          <p:nvPr/>
        </p:nvGrpSpPr>
        <p:grpSpPr bwMode="auto">
          <a:xfrm>
            <a:off x="3968750" y="5469036"/>
            <a:ext cx="3363913" cy="1066800"/>
            <a:chOff x="3120" y="768"/>
            <a:chExt cx="2109" cy="769"/>
          </a:xfrm>
        </p:grpSpPr>
        <p:grpSp>
          <p:nvGrpSpPr>
            <p:cNvPr id="12" name="Group 13"/>
            <p:cNvGrpSpPr/>
            <p:nvPr/>
          </p:nvGrpSpPr>
          <p:grpSpPr bwMode="auto">
            <a:xfrm>
              <a:off x="3120" y="1200"/>
              <a:ext cx="2109" cy="337"/>
              <a:chOff x="3120" y="1200"/>
              <a:chExt cx="2109" cy="337"/>
            </a:xfrm>
          </p:grpSpPr>
          <p:sp>
            <p:nvSpPr>
              <p:cNvPr id="15" name="Rectangle 14"/>
              <p:cNvSpPr>
                <a:spLocks noChangeArrowheads="1"/>
              </p:cNvSpPr>
              <p:nvPr/>
            </p:nvSpPr>
            <p:spPr bwMode="auto">
              <a:xfrm>
                <a:off x="3571" y="1200"/>
                <a:ext cx="1658" cy="337"/>
              </a:xfrm>
              <a:prstGeom prst="rect">
                <a:avLst/>
              </a:prstGeom>
              <a:noFill/>
              <a:ln w="9525">
                <a:solidFill>
                  <a:srgbClr val="006666"/>
                </a:solidFill>
                <a:miter lim="800000"/>
              </a:ln>
              <a:effectLst/>
              <a:extLst>
                <a:ext uri="{909E8E84-426E-40DD-AFC4-6F175D3DCCD1}">
                  <a14:hiddenFill xmlns:a14="http://schemas.microsoft.com/office/drawing/2010/main">
                    <a:solidFill>
                      <a:srgbClr val="00808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003366"/>
                    </a:solidFill>
                    <a:latin typeface="Times New Roman" panose="02020603050405020304" pitchFamily="18" charset="0"/>
                    <a:ea typeface="楷体_GB2312" pitchFamily="49" charset="-122"/>
                  </a:rPr>
                  <a:t>波长变大的散射线</a:t>
                </a:r>
                <a:endParaRPr kumimoji="1" lang="zh-CN" altLang="en-US" sz="2400" b="1">
                  <a:solidFill>
                    <a:srgbClr val="003366"/>
                  </a:solidFill>
                  <a:latin typeface="Times New Roman" panose="02020603050405020304" pitchFamily="18" charset="0"/>
                  <a:ea typeface="楷体_GB2312" pitchFamily="49" charset="-122"/>
                </a:endParaRPr>
              </a:p>
            </p:txBody>
          </p:sp>
          <p:sp>
            <p:nvSpPr>
              <p:cNvPr id="16" name="Line 15"/>
              <p:cNvSpPr>
                <a:spLocks noChangeShapeType="1"/>
              </p:cNvSpPr>
              <p:nvPr/>
            </p:nvSpPr>
            <p:spPr bwMode="auto">
              <a:xfrm>
                <a:off x="3120" y="1350"/>
                <a:ext cx="288" cy="0"/>
              </a:xfrm>
              <a:prstGeom prst="line">
                <a:avLst/>
              </a:prstGeom>
              <a:noFill/>
              <a:ln w="38100">
                <a:solidFill>
                  <a:srgbClr val="0066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 name="Rectangle 16"/>
            <p:cNvSpPr>
              <a:spLocks noChangeArrowheads="1"/>
            </p:cNvSpPr>
            <p:nvPr/>
          </p:nvSpPr>
          <p:spPr bwMode="auto">
            <a:xfrm>
              <a:off x="3571" y="768"/>
              <a:ext cx="1658" cy="336"/>
            </a:xfrm>
            <a:prstGeom prst="rect">
              <a:avLst/>
            </a:prstGeom>
            <a:noFill/>
            <a:ln w="9525">
              <a:solidFill>
                <a:srgbClr val="006666"/>
              </a:solidFill>
              <a:miter lim="800000"/>
            </a:ln>
            <a:effectLst/>
            <a:extLst>
              <a:ext uri="{909E8E84-426E-40DD-AFC4-6F175D3DCCD1}">
                <a14:hiddenFill xmlns:a14="http://schemas.microsoft.com/office/drawing/2010/main">
                  <a:solidFill>
                    <a:srgbClr val="00808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003366"/>
                  </a:solidFill>
                  <a:latin typeface="Times New Roman" panose="02020603050405020304" pitchFamily="18" charset="0"/>
                  <a:ea typeface="楷体_GB2312" pitchFamily="49" charset="-122"/>
                </a:rPr>
                <a:t>波长不变的散射线</a:t>
              </a:r>
              <a:endParaRPr kumimoji="1" lang="zh-CN" altLang="en-US" sz="2400" b="1">
                <a:solidFill>
                  <a:srgbClr val="003366"/>
                </a:solidFill>
                <a:latin typeface="Times New Roman" panose="02020603050405020304" pitchFamily="18" charset="0"/>
                <a:ea typeface="楷体_GB2312" pitchFamily="49" charset="-122"/>
              </a:endParaRPr>
            </a:p>
          </p:txBody>
        </p:sp>
        <p:sp>
          <p:nvSpPr>
            <p:cNvPr id="14" name="Line 17"/>
            <p:cNvSpPr>
              <a:spLocks noChangeShapeType="1"/>
            </p:cNvSpPr>
            <p:nvPr/>
          </p:nvSpPr>
          <p:spPr bwMode="auto">
            <a:xfrm>
              <a:off x="3120" y="918"/>
              <a:ext cx="288" cy="0"/>
            </a:xfrm>
            <a:prstGeom prst="line">
              <a:avLst/>
            </a:prstGeom>
            <a:noFill/>
            <a:ln w="38100">
              <a:solidFill>
                <a:srgbClr val="0066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animEffect transition="in" filter="dissolve">
                                      <p:cBhvr>
                                        <p:cTn id="7" dur="500"/>
                                        <p:tgtEl>
                                          <p:spTgt spid="512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5130"/>
                                        </p:tgtEl>
                                        <p:attrNameLst>
                                          <p:attrName>style.visibility</p:attrName>
                                        </p:attrNameLst>
                                      </p:cBhvr>
                                      <p:to>
                                        <p:strVal val="visible"/>
                                      </p:to>
                                    </p:set>
                                    <p:animEffect transition="in" filter="slide(fromLeft)">
                                      <p:cBhvr>
                                        <p:cTn id="12" dur="500"/>
                                        <p:tgtEl>
                                          <p:spTgt spid="513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5135"/>
                                        </p:tgtEl>
                                        <p:attrNameLst>
                                          <p:attrName>style.visibility</p:attrName>
                                        </p:attrNameLst>
                                      </p:cBhvr>
                                      <p:to>
                                        <p:strVal val="visible"/>
                                      </p:to>
                                    </p:set>
                                    <p:animEffect transition="in" filter="slide(fromLeft)">
                                      <p:cBhvr>
                                        <p:cTn id="17" dur="500"/>
                                        <p:tgtEl>
                                          <p:spTgt spid="513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148"/>
                                        </p:tgtEl>
                                        <p:attrNameLst>
                                          <p:attrName>style.visibility</p:attrName>
                                        </p:attrNameLst>
                                      </p:cBhvr>
                                      <p:to>
                                        <p:strVal val="visible"/>
                                      </p:to>
                                    </p:set>
                                    <p:animEffect transition="in" filter="blinds(horizontal)">
                                      <p:cBhvr>
                                        <p:cTn id="22" dur="500"/>
                                        <p:tgtEl>
                                          <p:spTgt spid="514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slide(fromLeft)">
                                      <p:cBhvr>
                                        <p:cTn id="32" dur="500"/>
                                        <p:tgtEl>
                                          <p:spTgt spid="3"/>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slide(fromLeft)">
                                      <p:cBhvr>
                                        <p:cTn id="4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8" grpId="0"/>
      <p:bldP spid="2" grpId="0" autoUpdateAnimBg="0"/>
      <p:bldP spid="3"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685800" y="1044575"/>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003366"/>
                </a:solidFill>
                <a:latin typeface="Times New Roman" panose="02020603050405020304" pitchFamily="18" charset="0"/>
              </a:rPr>
              <a:t>能量、动量守恒</a:t>
            </a:r>
            <a:endParaRPr kumimoji="1" lang="zh-CN" altLang="en-US" sz="2400" b="1">
              <a:solidFill>
                <a:srgbClr val="003366"/>
              </a:solidFill>
              <a:latin typeface="Times New Roman" panose="02020603050405020304" pitchFamily="18" charset="0"/>
            </a:endParaRPr>
          </a:p>
        </p:txBody>
      </p:sp>
      <p:pic>
        <p:nvPicPr>
          <p:cNvPr id="7171" name="Picture 3"/>
          <p:cNvPicPr>
            <a:picLocks noChangeAspect="1" noChangeArrowheads="1"/>
          </p:cNvPicPr>
          <p:nvPr/>
        </p:nvPicPr>
        <p:blipFill>
          <a:blip r:embed="rId1">
            <a:clrChange>
              <a:clrFrom>
                <a:srgbClr val="2570B1"/>
              </a:clrFrom>
              <a:clrTo>
                <a:srgbClr val="2570B1">
                  <a:alpha val="0"/>
                </a:srgbClr>
              </a:clrTo>
            </a:clrChange>
            <a:extLst>
              <a:ext uri="{28A0092B-C50C-407E-A947-70E740481C1C}">
                <a14:useLocalDpi xmlns:a14="http://schemas.microsoft.com/office/drawing/2010/main" val="0"/>
              </a:ext>
            </a:extLst>
          </a:blip>
          <a:srcRect/>
          <a:stretch>
            <a:fillRect/>
          </a:stretch>
        </p:blipFill>
        <p:spPr bwMode="auto">
          <a:xfrm>
            <a:off x="4400550" y="1192213"/>
            <a:ext cx="4419600" cy="3028950"/>
          </a:xfrm>
          <a:prstGeom prst="rect">
            <a:avLst/>
          </a:prstGeom>
          <a:solidFill>
            <a:schemeClr val="tx1"/>
          </a:solidFill>
          <a:ln w="9525">
            <a:solidFill>
              <a:schemeClr val="folHlink"/>
            </a:solidFill>
            <a:miter lim="800000"/>
            <a:headEnd/>
            <a:tailEnd/>
          </a:ln>
        </p:spPr>
      </p:pic>
      <p:graphicFrame>
        <p:nvGraphicFramePr>
          <p:cNvPr id="7172" name="Object 4"/>
          <p:cNvGraphicFramePr>
            <a:graphicFrameLocks noChangeAspect="1"/>
          </p:cNvGraphicFramePr>
          <p:nvPr/>
        </p:nvGraphicFramePr>
        <p:xfrm>
          <a:off x="762000" y="2346325"/>
          <a:ext cx="3536950" cy="1797050"/>
        </p:xfrm>
        <a:graphic>
          <a:graphicData uri="http://schemas.openxmlformats.org/presentationml/2006/ole">
            <mc:AlternateContent xmlns:mc="http://schemas.openxmlformats.org/markup-compatibility/2006">
              <mc:Choice xmlns:v="urn:schemas-microsoft-com:vml" Requires="v">
                <p:oleObj spid="_x0000_s0" name="Equation" r:id="rId2" imgW="2690495" imgH="1240155" progId="Equation.3">
                  <p:embed/>
                </p:oleObj>
              </mc:Choice>
              <mc:Fallback>
                <p:oleObj name="Equation" r:id="rId2" imgW="2690495" imgH="1240155"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346325"/>
                        <a:ext cx="3536950"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3" name="Object 5"/>
          <p:cNvGraphicFramePr>
            <a:graphicFrameLocks noChangeAspect="1"/>
          </p:cNvGraphicFramePr>
          <p:nvPr/>
        </p:nvGraphicFramePr>
        <p:xfrm>
          <a:off x="800100" y="1654175"/>
          <a:ext cx="3314700" cy="484188"/>
        </p:xfrm>
        <a:graphic>
          <a:graphicData uri="http://schemas.openxmlformats.org/presentationml/2006/ole">
            <mc:AlternateContent xmlns:mc="http://schemas.openxmlformats.org/markup-compatibility/2006">
              <mc:Choice xmlns:v="urn:schemas-microsoft-com:vml" Requires="v">
                <p:oleObj spid="_x0000_s2" name="Equation" r:id="rId4" imgW="2239010" imgH="325755" progId="Equation.3">
                  <p:embed/>
                </p:oleObj>
              </mc:Choice>
              <mc:Fallback>
                <p:oleObj name="Equation" r:id="rId4" imgW="2239010" imgH="32575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100" y="1654175"/>
                        <a:ext cx="3314700"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174" name="Group 6"/>
          <p:cNvGrpSpPr/>
          <p:nvPr/>
        </p:nvGrpSpPr>
        <p:grpSpPr bwMode="auto">
          <a:xfrm>
            <a:off x="6499225" y="1341438"/>
            <a:ext cx="2230438" cy="2646362"/>
            <a:chOff x="4150" y="2251"/>
            <a:chExt cx="1405" cy="1667"/>
          </a:xfrm>
        </p:grpSpPr>
        <p:pic>
          <p:nvPicPr>
            <p:cNvPr id="6167" name="Picture 7"/>
            <p:cNvPicPr>
              <a:picLocks noChangeAspect="1" noChangeArrowheads="1"/>
            </p:cNvPicPr>
            <p:nvPr/>
          </p:nvPicPr>
          <p:blipFill>
            <a:blip r:embed="rId6">
              <a:clrChange>
                <a:clrFrom>
                  <a:srgbClr val="2570B1"/>
                </a:clrFrom>
                <a:clrTo>
                  <a:srgbClr val="2570B1">
                    <a:alpha val="0"/>
                  </a:srgbClr>
                </a:clrTo>
              </a:clrChange>
              <a:extLst>
                <a:ext uri="{28A0092B-C50C-407E-A947-70E740481C1C}">
                  <a14:useLocalDpi xmlns:a14="http://schemas.microsoft.com/office/drawing/2010/main" val="0"/>
                </a:ext>
              </a:extLst>
            </a:blip>
            <a:srcRect t="6137"/>
            <a:stretch>
              <a:fillRect/>
            </a:stretch>
          </p:blipFill>
          <p:spPr bwMode="auto">
            <a:xfrm>
              <a:off x="4150" y="2251"/>
              <a:ext cx="1405" cy="1667"/>
            </a:xfrm>
            <a:prstGeom prst="rect">
              <a:avLst/>
            </a:prstGeom>
            <a:solidFill>
              <a:schemeClr val="tx1"/>
            </a:solidFill>
            <a:ln>
              <a:noFill/>
            </a:ln>
            <a:extLst>
              <a:ext uri="{91240B29-F687-4F45-9708-019B960494DF}">
                <a14:hiddenLine xmlns:a14="http://schemas.microsoft.com/office/drawing/2010/main" w="9525">
                  <a:solidFill>
                    <a:srgbClr val="FFCC00"/>
                  </a:solidFill>
                  <a:miter lim="800000"/>
                  <a:headEnd/>
                  <a:tailEnd/>
                </a14:hiddenLine>
              </a:ext>
            </a:extLst>
          </p:spPr>
        </p:pic>
        <p:sp>
          <p:nvSpPr>
            <p:cNvPr id="6168" name="Text Box 8"/>
            <p:cNvSpPr txBox="1">
              <a:spLocks noChangeArrowheads="1"/>
            </p:cNvSpPr>
            <p:nvPr/>
          </p:nvSpPr>
          <p:spPr bwMode="auto">
            <a:xfrm>
              <a:off x="4390" y="2795"/>
              <a:ext cx="308" cy="28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rgbClr val="003366"/>
                  </a:solidFill>
                  <a:latin typeface="Times New Roman" panose="02020603050405020304" pitchFamily="18" charset="0"/>
                </a:rPr>
                <a:t>θ</a:t>
              </a:r>
              <a:endParaRPr kumimoji="1" lang="en-US" altLang="zh-CN" sz="2400" i="1">
                <a:solidFill>
                  <a:srgbClr val="003366"/>
                </a:solidFill>
                <a:latin typeface="Times New Roman" panose="02020603050405020304" pitchFamily="18" charset="0"/>
              </a:endParaRPr>
            </a:p>
          </p:txBody>
        </p:sp>
        <p:graphicFrame>
          <p:nvGraphicFramePr>
            <p:cNvPr id="6169" name="Object 9"/>
            <p:cNvGraphicFramePr>
              <a:graphicFrameLocks noChangeAspect="1"/>
            </p:cNvGraphicFramePr>
            <p:nvPr/>
          </p:nvGraphicFramePr>
          <p:xfrm>
            <a:off x="4551" y="3123"/>
            <a:ext cx="143" cy="171"/>
          </p:xfrm>
          <a:graphic>
            <a:graphicData uri="http://schemas.openxmlformats.org/presentationml/2006/ole">
              <mc:AlternateContent xmlns:mc="http://schemas.openxmlformats.org/markup-compatibility/2006">
                <mc:Choice xmlns:v="urn:schemas-microsoft-com:vml" Requires="v">
                  <p:oleObj spid="_x0000_s3" name="公式" r:id="rId7" imgW="168275" imgH="205105" progId="Equation.3">
                    <p:embed/>
                  </p:oleObj>
                </mc:Choice>
                <mc:Fallback>
                  <p:oleObj name="公式" r:id="rId7" imgW="168275" imgH="20510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1" y="3123"/>
                          <a:ext cx="143" cy="171"/>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178" name="Line 10"/>
          <p:cNvSpPr>
            <a:spLocks noChangeShapeType="1"/>
          </p:cNvSpPr>
          <p:nvPr/>
        </p:nvSpPr>
        <p:spPr bwMode="auto">
          <a:xfrm>
            <a:off x="7853363" y="3783013"/>
            <a:ext cx="228600" cy="228600"/>
          </a:xfrm>
          <a:prstGeom prst="line">
            <a:avLst/>
          </a:prstGeom>
          <a:noFill/>
          <a:ln w="28575">
            <a:solidFill>
              <a:schemeClr val="bg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179" name="Object 11"/>
          <p:cNvGraphicFramePr>
            <a:graphicFrameLocks noChangeAspect="1"/>
          </p:cNvGraphicFramePr>
          <p:nvPr/>
        </p:nvGraphicFramePr>
        <p:xfrm>
          <a:off x="4859338" y="2825750"/>
          <a:ext cx="488950" cy="387350"/>
        </p:xfrm>
        <a:graphic>
          <a:graphicData uri="http://schemas.openxmlformats.org/presentationml/2006/ole">
            <mc:AlternateContent xmlns:mc="http://schemas.openxmlformats.org/markup-compatibility/2006">
              <mc:Choice xmlns:v="urn:schemas-microsoft-com:vml" Requires="v">
                <p:oleObj spid="_x0000_s4" name="公式" r:id="rId9" imgW="373380" imgH="294005" progId="Equation.3">
                  <p:embed/>
                </p:oleObj>
              </mc:Choice>
              <mc:Fallback>
                <p:oleObj name="公式" r:id="rId9" imgW="373380" imgH="294005"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9338" y="2825750"/>
                        <a:ext cx="488950"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0" name="Object 12"/>
          <p:cNvGraphicFramePr>
            <a:graphicFrameLocks noChangeAspect="1"/>
          </p:cNvGraphicFramePr>
          <p:nvPr/>
        </p:nvGraphicFramePr>
        <p:xfrm>
          <a:off x="7740650" y="1989138"/>
          <a:ext cx="409575" cy="284162"/>
        </p:xfrm>
        <a:graphic>
          <a:graphicData uri="http://schemas.openxmlformats.org/presentationml/2006/ole">
            <mc:AlternateContent xmlns:mc="http://schemas.openxmlformats.org/markup-compatibility/2006">
              <mc:Choice xmlns:v="urn:schemas-microsoft-com:vml" Requires="v">
                <p:oleObj spid="_x0000_s5" name="公式" r:id="rId11" imgW="309880" imgH="215265" progId="Equation.3">
                  <p:embed/>
                </p:oleObj>
              </mc:Choice>
              <mc:Fallback>
                <p:oleObj name="公式" r:id="rId11" imgW="309880" imgH="215265"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40650" y="1989138"/>
                        <a:ext cx="409575" cy="284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1" name="Object 13"/>
          <p:cNvGraphicFramePr>
            <a:graphicFrameLocks noChangeAspect="1"/>
          </p:cNvGraphicFramePr>
          <p:nvPr/>
        </p:nvGraphicFramePr>
        <p:xfrm>
          <a:off x="6189663" y="2781300"/>
          <a:ext cx="614362" cy="431800"/>
        </p:xfrm>
        <a:graphic>
          <a:graphicData uri="http://schemas.openxmlformats.org/presentationml/2006/ole">
            <mc:AlternateContent xmlns:mc="http://schemas.openxmlformats.org/markup-compatibility/2006">
              <mc:Choice xmlns:v="urn:schemas-microsoft-com:vml" Requires="v">
                <p:oleObj spid="_x0000_s6" name="公式" r:id="rId13" imgW="467995" imgH="325755" progId="Equation.3">
                  <p:embed/>
                </p:oleObj>
              </mc:Choice>
              <mc:Fallback>
                <p:oleObj name="公式" r:id="rId13" imgW="467995" imgH="325755"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89663" y="2781300"/>
                        <a:ext cx="61436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2" name="Object 14"/>
          <p:cNvGraphicFramePr>
            <a:graphicFrameLocks noChangeAspect="1"/>
          </p:cNvGraphicFramePr>
          <p:nvPr/>
        </p:nvGraphicFramePr>
        <p:xfrm>
          <a:off x="7092950" y="3717925"/>
          <a:ext cx="523875" cy="352425"/>
        </p:xfrm>
        <a:graphic>
          <a:graphicData uri="http://schemas.openxmlformats.org/presentationml/2006/ole">
            <mc:AlternateContent xmlns:mc="http://schemas.openxmlformats.org/markup-compatibility/2006">
              <mc:Choice xmlns:v="urn:schemas-microsoft-com:vml" Requires="v">
                <p:oleObj spid="_x0000_s7" name="公式" r:id="rId15" imgW="399415" imgH="267970" progId="Equation.3">
                  <p:embed/>
                </p:oleObj>
              </mc:Choice>
              <mc:Fallback>
                <p:oleObj name="公式" r:id="rId15" imgW="399415" imgH="26797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92950" y="3717925"/>
                        <a:ext cx="523875"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3" name="Object 15"/>
          <p:cNvGraphicFramePr>
            <a:graphicFrameLocks noChangeAspect="1"/>
          </p:cNvGraphicFramePr>
          <p:nvPr/>
        </p:nvGraphicFramePr>
        <p:xfrm>
          <a:off x="4859338" y="1681163"/>
          <a:ext cx="533400" cy="739775"/>
        </p:xfrm>
        <a:graphic>
          <a:graphicData uri="http://schemas.openxmlformats.org/presentationml/2006/ole">
            <mc:AlternateContent xmlns:mc="http://schemas.openxmlformats.org/markup-compatibility/2006">
              <mc:Choice xmlns:v="urn:schemas-microsoft-com:vml" Requires="v">
                <p:oleObj spid="_x0000_s8" name="公式" r:id="rId17" imgW="404495" imgH="562610" progId="Equation.3">
                  <p:embed/>
                </p:oleObj>
              </mc:Choice>
              <mc:Fallback>
                <p:oleObj name="公式" r:id="rId17" imgW="404495" imgH="56261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59338" y="1681163"/>
                        <a:ext cx="53340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4" name="Object 16"/>
          <p:cNvGraphicFramePr>
            <a:graphicFrameLocks noChangeAspect="1"/>
          </p:cNvGraphicFramePr>
          <p:nvPr/>
        </p:nvGraphicFramePr>
        <p:xfrm>
          <a:off x="7131050" y="1196975"/>
          <a:ext cx="431800" cy="739775"/>
        </p:xfrm>
        <a:graphic>
          <a:graphicData uri="http://schemas.openxmlformats.org/presentationml/2006/ole">
            <mc:AlternateContent xmlns:mc="http://schemas.openxmlformats.org/markup-compatibility/2006">
              <mc:Choice xmlns:v="urn:schemas-microsoft-com:vml" Requires="v">
                <p:oleObj spid="_x0000_s9" name="公式" r:id="rId19" imgW="325755" imgH="562610" progId="Equation.3">
                  <p:embed/>
                </p:oleObj>
              </mc:Choice>
              <mc:Fallback>
                <p:oleObj name="公式" r:id="rId19" imgW="325755" imgH="562610" progId="Equation.3">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131050" y="1196975"/>
                        <a:ext cx="43180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5" name="Object 17"/>
          <p:cNvGraphicFramePr>
            <a:graphicFrameLocks noChangeAspect="1"/>
          </p:cNvGraphicFramePr>
          <p:nvPr/>
        </p:nvGraphicFramePr>
        <p:xfrm>
          <a:off x="7885113" y="3357563"/>
          <a:ext cx="466725" cy="215900"/>
        </p:xfrm>
        <a:graphic>
          <a:graphicData uri="http://schemas.openxmlformats.org/presentationml/2006/ole">
            <mc:AlternateContent xmlns:mc="http://schemas.openxmlformats.org/markup-compatibility/2006">
              <mc:Choice xmlns:v="urn:schemas-microsoft-com:vml" Requires="v">
                <p:oleObj spid="_x0000_s10" name="公式" r:id="rId21" imgW="351790" imgH="163195" progId="Equation.3">
                  <p:embed/>
                </p:oleObj>
              </mc:Choice>
              <mc:Fallback>
                <p:oleObj name="公式" r:id="rId21" imgW="351790" imgH="163195" progId="Equation.3">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885113" y="3357563"/>
                        <a:ext cx="466725"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6" name="Object 18"/>
          <p:cNvGraphicFramePr>
            <a:graphicFrameLocks noChangeAspect="1"/>
          </p:cNvGraphicFramePr>
          <p:nvPr/>
        </p:nvGraphicFramePr>
        <p:xfrm>
          <a:off x="6443663" y="2133600"/>
          <a:ext cx="182562" cy="284163"/>
        </p:xfrm>
        <a:graphic>
          <a:graphicData uri="http://schemas.openxmlformats.org/presentationml/2006/ole">
            <mc:AlternateContent xmlns:mc="http://schemas.openxmlformats.org/markup-compatibility/2006">
              <mc:Choice xmlns:v="urn:schemas-microsoft-com:vml" Requires="v">
                <p:oleObj spid="_x0000_s11" name="公式" r:id="rId23" imgW="136525" imgH="215265" progId="Equation.3">
                  <p:embed/>
                </p:oleObj>
              </mc:Choice>
              <mc:Fallback>
                <p:oleObj name="公式" r:id="rId23" imgW="136525" imgH="215265" progId="Equation.3">
                  <p:embed/>
                  <p:pic>
                    <p:nvPicPr>
                      <p:cNvPr id="0" name="Object 1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443663" y="2133600"/>
                        <a:ext cx="182562"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7" name="Line 19"/>
          <p:cNvSpPr>
            <a:spLocks noChangeShapeType="1"/>
          </p:cNvSpPr>
          <p:nvPr/>
        </p:nvSpPr>
        <p:spPr bwMode="auto">
          <a:xfrm flipV="1">
            <a:off x="8316913" y="1257300"/>
            <a:ext cx="215900" cy="155575"/>
          </a:xfrm>
          <a:prstGeom prst="line">
            <a:avLst/>
          </a:prstGeom>
          <a:noFill/>
          <a:ln w="28575">
            <a:solidFill>
              <a:schemeClr val="bg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8" name="Rectangle 20"/>
          <p:cNvSpPr>
            <a:spLocks noChangeArrowheads="1"/>
          </p:cNvSpPr>
          <p:nvPr/>
        </p:nvSpPr>
        <p:spPr bwMode="auto">
          <a:xfrm>
            <a:off x="228600" y="4518025"/>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003366"/>
                </a:solidFill>
                <a:latin typeface="Times New Roman" panose="02020603050405020304" pitchFamily="18" charset="0"/>
              </a:rPr>
              <a:t>所以，波长改变量</a:t>
            </a:r>
            <a:endParaRPr kumimoji="1" lang="zh-CN" altLang="en-US" sz="2400">
              <a:solidFill>
                <a:srgbClr val="003366"/>
              </a:solidFill>
              <a:latin typeface="Times New Roman" panose="02020603050405020304" pitchFamily="18" charset="0"/>
            </a:endParaRPr>
          </a:p>
        </p:txBody>
      </p:sp>
      <p:graphicFrame>
        <p:nvGraphicFramePr>
          <p:cNvPr id="7189" name="Object 21"/>
          <p:cNvGraphicFramePr>
            <a:graphicFrameLocks noChangeAspect="1"/>
          </p:cNvGraphicFramePr>
          <p:nvPr/>
        </p:nvGraphicFramePr>
        <p:xfrm>
          <a:off x="3125788" y="4365625"/>
          <a:ext cx="5561012" cy="862013"/>
        </p:xfrm>
        <a:graphic>
          <a:graphicData uri="http://schemas.openxmlformats.org/presentationml/2006/ole">
            <mc:AlternateContent xmlns:mc="http://schemas.openxmlformats.org/markup-compatibility/2006">
              <mc:Choice xmlns:v="urn:schemas-microsoft-com:vml" Requires="v">
                <p:oleObj spid="_x0000_s12" name="Equation" r:id="rId25" imgW="1702435" imgH="294005" progId="Equation.3">
                  <p:embed/>
                </p:oleObj>
              </mc:Choice>
              <mc:Fallback>
                <p:oleObj name="Equation" r:id="rId25" imgW="1702435" imgH="294005" progId="Equation.3">
                  <p:embed/>
                  <p:pic>
                    <p:nvPicPr>
                      <p:cNvPr id="0" name="Object 2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25788" y="4365625"/>
                        <a:ext cx="5561012"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90" name="Object 22"/>
          <p:cNvGraphicFramePr/>
          <p:nvPr/>
        </p:nvGraphicFramePr>
        <p:xfrm>
          <a:off x="2286000" y="5580063"/>
          <a:ext cx="3303588" cy="409575"/>
        </p:xfrm>
        <a:graphic>
          <a:graphicData uri="http://schemas.openxmlformats.org/presentationml/2006/ole">
            <mc:AlternateContent xmlns:mc="http://schemas.openxmlformats.org/markup-compatibility/2006">
              <mc:Choice xmlns:v="urn:schemas-microsoft-com:vml" Requires="v">
                <p:oleObj spid="_x0000_s13" name="公式" r:id="rId27" imgW="2401570" imgH="294005" progId="Equation.3">
                  <p:embed/>
                </p:oleObj>
              </mc:Choice>
              <mc:Fallback>
                <p:oleObj name="公式" r:id="rId27" imgW="2401570" imgH="294005" progId="Equation.3">
                  <p:embed/>
                  <p:pic>
                    <p:nvPicPr>
                      <p:cNvPr id="0" name="Object 22"/>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86000" y="5580063"/>
                        <a:ext cx="33035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91" name="Text Box 23"/>
          <p:cNvSpPr txBox="1">
            <a:spLocks noChangeArrowheads="1"/>
          </p:cNvSpPr>
          <p:nvPr/>
        </p:nvSpPr>
        <p:spPr bwMode="auto">
          <a:xfrm>
            <a:off x="263525" y="5497513"/>
            <a:ext cx="1717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003366"/>
                </a:solidFill>
                <a:latin typeface="Times New Roman" panose="02020603050405020304" pitchFamily="18" charset="0"/>
              </a:rPr>
              <a:t>康普顿波长</a:t>
            </a:r>
            <a:endParaRPr kumimoji="1" lang="zh-CN" altLang="en-US" sz="2400" b="1">
              <a:solidFill>
                <a:srgbClr val="003366"/>
              </a:solidFill>
              <a:latin typeface="Times New Roman" panose="02020603050405020304" pitchFamily="18" charset="0"/>
            </a:endParaRPr>
          </a:p>
        </p:txBody>
      </p:sp>
      <p:graphicFrame>
        <p:nvGraphicFramePr>
          <p:cNvPr id="7192" name="Object 24"/>
          <p:cNvGraphicFramePr>
            <a:graphicFrameLocks noChangeAspect="1"/>
          </p:cNvGraphicFramePr>
          <p:nvPr/>
        </p:nvGraphicFramePr>
        <p:xfrm>
          <a:off x="6962775" y="2305050"/>
          <a:ext cx="230188" cy="322263"/>
        </p:xfrm>
        <a:graphic>
          <a:graphicData uri="http://schemas.openxmlformats.org/presentationml/2006/ole">
            <mc:AlternateContent xmlns:mc="http://schemas.openxmlformats.org/markup-compatibility/2006">
              <mc:Choice xmlns:v="urn:schemas-microsoft-com:vml" Requires="v">
                <p:oleObj spid="_x0000_s14" name="公式" r:id="rId29" imgW="83820" imgH="115570" progId="Equation.3">
                  <p:embed/>
                </p:oleObj>
              </mc:Choice>
              <mc:Fallback>
                <p:oleObj name="公式" r:id="rId29" imgW="83820" imgH="115570" progId="Equation.3">
                  <p:embed/>
                  <p:pic>
                    <p:nvPicPr>
                      <p:cNvPr id="0" name="Object 2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962775" y="2305050"/>
                        <a:ext cx="230188" cy="32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6" name="Text Box 25"/>
          <p:cNvSpPr txBox="1">
            <a:spLocks noChangeArrowheads="1"/>
          </p:cNvSpPr>
          <p:nvPr/>
        </p:nvSpPr>
        <p:spPr bwMode="auto">
          <a:xfrm>
            <a:off x="3127375" y="173038"/>
            <a:ext cx="2813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bg1"/>
                </a:solidFill>
                <a:latin typeface="Times New Roman" panose="02020603050405020304" pitchFamily="18" charset="0"/>
              </a:rPr>
              <a:t> </a:t>
            </a:r>
            <a:r>
              <a:rPr kumimoji="1" lang="zh-CN" altLang="en-US" sz="2800" b="1">
                <a:solidFill>
                  <a:schemeClr val="bg1"/>
                </a:solidFill>
                <a:latin typeface="Times New Roman" panose="02020603050405020304" pitchFamily="18" charset="0"/>
              </a:rPr>
              <a:t>实验结果分析</a:t>
            </a:r>
            <a:endParaRPr kumimoji="1" lang="zh-CN" altLang="en-US" sz="2800" b="1">
              <a:solidFill>
                <a:schemeClr val="bg1"/>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box(out)">
                                      <p:cBhvr>
                                        <p:cTn id="7" dur="500"/>
                                        <p:tgtEl>
                                          <p:spTgt spid="7171"/>
                                        </p:tgtEl>
                                      </p:cBhvr>
                                    </p:animEffect>
                                  </p:childTnLst>
                                  <p:subTnLst>
                                    <p:audio>
                                      <p:cMediaNode>
                                        <p:cTn display="0" masterRel="sameClick">
                                          <p:stCondLst>
                                            <p:cond evt="begin" delay="0">
                                              <p:tn val="5"/>
                                            </p:cond>
                                          </p:stCondLst>
                                          <p:endCondLst>
                                            <p:cond evt="onStopAudio" delay="0">
                                              <p:tgtEl>
                                                <p:sldTgt/>
                                              </p:tgtEl>
                                            </p:cond>
                                          </p:endCondLst>
                                        </p:cTn>
                                        <p:tgtEl>
                                          <p:sndTgt r:embed="rId31" name="camera.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74"/>
                                        </p:tgtEl>
                                        <p:attrNameLst>
                                          <p:attrName>style.visibility</p:attrName>
                                        </p:attrNameLst>
                                      </p:cBhvr>
                                      <p:to>
                                        <p:strVal val="visible"/>
                                      </p:to>
                                    </p:set>
                                    <p:animEffect transition="in" filter="wipe(left)">
                                      <p:cBhvr>
                                        <p:cTn id="12" dur="500"/>
                                        <p:tgtEl>
                                          <p:spTgt spid="7174"/>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7192"/>
                                        </p:tgtEl>
                                        <p:attrNameLst>
                                          <p:attrName>style.visibility</p:attrName>
                                        </p:attrNameLst>
                                      </p:cBhvr>
                                      <p:to>
                                        <p:strVal val="visible"/>
                                      </p:to>
                                    </p:set>
                                  </p:childTnLst>
                                </p:cTn>
                              </p:par>
                            </p:childTnLst>
                          </p:cTn>
                        </p:par>
                        <p:par>
                          <p:cTn id="16" fill="hold">
                            <p:stCondLst>
                              <p:cond delay="500"/>
                            </p:stCondLst>
                            <p:childTnLst>
                              <p:par>
                                <p:cTn id="17" presetID="9" presetClass="entr" presetSubtype="0" fill="hold" nodeType="afterEffect">
                                  <p:stCondLst>
                                    <p:cond delay="0"/>
                                  </p:stCondLst>
                                  <p:childTnLst>
                                    <p:set>
                                      <p:cBhvr>
                                        <p:cTn id="18" dur="1" fill="hold">
                                          <p:stCondLst>
                                            <p:cond delay="0"/>
                                          </p:stCondLst>
                                        </p:cTn>
                                        <p:tgtEl>
                                          <p:spTgt spid="7178"/>
                                        </p:tgtEl>
                                        <p:attrNameLst>
                                          <p:attrName>style.visibility</p:attrName>
                                        </p:attrNameLst>
                                      </p:cBhvr>
                                      <p:to>
                                        <p:strVal val="visible"/>
                                      </p:to>
                                    </p:set>
                                    <p:animEffect transition="in" filter="dissolve">
                                      <p:cBhvr>
                                        <p:cTn id="19" dur="500"/>
                                        <p:tgtEl>
                                          <p:spTgt spid="7178"/>
                                        </p:tgtEl>
                                      </p:cBhvr>
                                    </p:animEffect>
                                  </p:childTnLst>
                                </p:cTn>
                              </p:par>
                            </p:childTnLst>
                          </p:cTn>
                        </p:par>
                        <p:par>
                          <p:cTn id="20" fill="hold">
                            <p:stCondLst>
                              <p:cond delay="1000"/>
                            </p:stCondLst>
                            <p:childTnLst>
                              <p:par>
                                <p:cTn id="21" presetID="9" presetClass="entr" presetSubtype="0" fill="hold" nodeType="afterEffect">
                                  <p:stCondLst>
                                    <p:cond delay="0"/>
                                  </p:stCondLst>
                                  <p:childTnLst>
                                    <p:set>
                                      <p:cBhvr>
                                        <p:cTn id="22" dur="1" fill="hold">
                                          <p:stCondLst>
                                            <p:cond delay="0"/>
                                          </p:stCondLst>
                                        </p:cTn>
                                        <p:tgtEl>
                                          <p:spTgt spid="7187"/>
                                        </p:tgtEl>
                                        <p:attrNameLst>
                                          <p:attrName>style.visibility</p:attrName>
                                        </p:attrNameLst>
                                      </p:cBhvr>
                                      <p:to>
                                        <p:strVal val="visible"/>
                                      </p:to>
                                    </p:set>
                                    <p:animEffect transition="in" filter="dissolve">
                                      <p:cBhvr>
                                        <p:cTn id="23" dur="500"/>
                                        <p:tgtEl>
                                          <p:spTgt spid="718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7170"/>
                                        </p:tgtEl>
                                        <p:attrNameLst>
                                          <p:attrName>style.visibility</p:attrName>
                                        </p:attrNameLst>
                                      </p:cBhvr>
                                      <p:to>
                                        <p:strVal val="visible"/>
                                      </p:to>
                                    </p:set>
                                    <p:animEffect transition="in" filter="dissolve">
                                      <p:cBhvr>
                                        <p:cTn id="28" dur="500"/>
                                        <p:tgtEl>
                                          <p:spTgt spid="7170"/>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7179"/>
                                        </p:tgtEl>
                                        <p:attrNameLst>
                                          <p:attrName>style.visibility</p:attrName>
                                        </p:attrNameLst>
                                      </p:cBhvr>
                                      <p:to>
                                        <p:strVal val="visible"/>
                                      </p:to>
                                    </p:set>
                                    <p:animEffect transition="in" filter="dissolve">
                                      <p:cBhvr>
                                        <p:cTn id="33" dur="500"/>
                                        <p:tgtEl>
                                          <p:spTgt spid="7179"/>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7183"/>
                                        </p:tgtEl>
                                        <p:attrNameLst>
                                          <p:attrName>style.visibility</p:attrName>
                                        </p:attrNameLst>
                                      </p:cBhvr>
                                      <p:to>
                                        <p:strVal val="visible"/>
                                      </p:to>
                                    </p:set>
                                    <p:animEffect transition="in" filter="dissolve">
                                      <p:cBhvr>
                                        <p:cTn id="38" dur="500"/>
                                        <p:tgtEl>
                                          <p:spTgt spid="7183"/>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7181"/>
                                        </p:tgtEl>
                                        <p:attrNameLst>
                                          <p:attrName>style.visibility</p:attrName>
                                        </p:attrNameLst>
                                      </p:cBhvr>
                                      <p:to>
                                        <p:strVal val="visible"/>
                                      </p:to>
                                    </p:set>
                                    <p:animEffect transition="in" filter="dissolve">
                                      <p:cBhvr>
                                        <p:cTn id="43" dur="500"/>
                                        <p:tgtEl>
                                          <p:spTgt spid="7181"/>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7186"/>
                                        </p:tgtEl>
                                        <p:attrNameLst>
                                          <p:attrName>style.visibility</p:attrName>
                                        </p:attrNameLst>
                                      </p:cBhvr>
                                      <p:to>
                                        <p:strVal val="visible"/>
                                      </p:to>
                                    </p:set>
                                    <p:animEffect transition="in" filter="dissolve">
                                      <p:cBhvr>
                                        <p:cTn id="48" dur="500"/>
                                        <p:tgtEl>
                                          <p:spTgt spid="7186"/>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7180"/>
                                        </p:tgtEl>
                                        <p:attrNameLst>
                                          <p:attrName>style.visibility</p:attrName>
                                        </p:attrNameLst>
                                      </p:cBhvr>
                                      <p:to>
                                        <p:strVal val="visible"/>
                                      </p:to>
                                    </p:set>
                                    <p:animEffect transition="in" filter="dissolve">
                                      <p:cBhvr>
                                        <p:cTn id="53" dur="500"/>
                                        <p:tgtEl>
                                          <p:spTgt spid="7180"/>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7184"/>
                                        </p:tgtEl>
                                        <p:attrNameLst>
                                          <p:attrName>style.visibility</p:attrName>
                                        </p:attrNameLst>
                                      </p:cBhvr>
                                      <p:to>
                                        <p:strVal val="visible"/>
                                      </p:to>
                                    </p:set>
                                    <p:animEffect transition="in" filter="dissolve">
                                      <p:cBhvr>
                                        <p:cTn id="58" dur="500"/>
                                        <p:tgtEl>
                                          <p:spTgt spid="7184"/>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7182"/>
                                        </p:tgtEl>
                                        <p:attrNameLst>
                                          <p:attrName>style.visibility</p:attrName>
                                        </p:attrNameLst>
                                      </p:cBhvr>
                                      <p:to>
                                        <p:strVal val="visible"/>
                                      </p:to>
                                    </p:set>
                                    <p:animEffect transition="in" filter="dissolve">
                                      <p:cBhvr>
                                        <p:cTn id="63" dur="500"/>
                                        <p:tgtEl>
                                          <p:spTgt spid="7182"/>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7185"/>
                                        </p:tgtEl>
                                        <p:attrNameLst>
                                          <p:attrName>style.visibility</p:attrName>
                                        </p:attrNameLst>
                                      </p:cBhvr>
                                      <p:to>
                                        <p:strVal val="visible"/>
                                      </p:to>
                                    </p:set>
                                    <p:animEffect transition="in" filter="dissolve">
                                      <p:cBhvr>
                                        <p:cTn id="68" dur="500"/>
                                        <p:tgtEl>
                                          <p:spTgt spid="7185"/>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2" fill="hold" nodeType="clickEffect">
                                  <p:stCondLst>
                                    <p:cond delay="0"/>
                                  </p:stCondLst>
                                  <p:childTnLst>
                                    <p:set>
                                      <p:cBhvr>
                                        <p:cTn id="72" dur="1" fill="hold">
                                          <p:stCondLst>
                                            <p:cond delay="0"/>
                                          </p:stCondLst>
                                        </p:cTn>
                                        <p:tgtEl>
                                          <p:spTgt spid="7173"/>
                                        </p:tgtEl>
                                        <p:attrNameLst>
                                          <p:attrName>style.visibility</p:attrName>
                                        </p:attrNameLst>
                                      </p:cBhvr>
                                      <p:to>
                                        <p:strVal val="visible"/>
                                      </p:to>
                                    </p:set>
                                    <p:animEffect transition="in" filter="slide(fromRight)">
                                      <p:cBhvr>
                                        <p:cTn id="73" dur="500"/>
                                        <p:tgtEl>
                                          <p:spTgt spid="7173"/>
                                        </p:tgtEl>
                                      </p:cBhvr>
                                    </p:animEffect>
                                  </p:childTnLst>
                                </p:cTn>
                              </p:par>
                            </p:childTnLst>
                          </p:cTn>
                        </p:par>
                      </p:childTnLst>
                    </p:cTn>
                  </p:par>
                  <p:par>
                    <p:cTn id="74" fill="hold">
                      <p:stCondLst>
                        <p:cond delay="indefinite"/>
                      </p:stCondLst>
                      <p:childTnLst>
                        <p:par>
                          <p:cTn id="75" fill="hold">
                            <p:stCondLst>
                              <p:cond delay="0"/>
                            </p:stCondLst>
                            <p:childTnLst>
                              <p:par>
                                <p:cTn id="76" presetID="12" presetClass="entr" presetSubtype="2" fill="hold" nodeType="clickEffect">
                                  <p:stCondLst>
                                    <p:cond delay="0"/>
                                  </p:stCondLst>
                                  <p:childTnLst>
                                    <p:set>
                                      <p:cBhvr>
                                        <p:cTn id="77" dur="1" fill="hold">
                                          <p:stCondLst>
                                            <p:cond delay="0"/>
                                          </p:stCondLst>
                                        </p:cTn>
                                        <p:tgtEl>
                                          <p:spTgt spid="7172"/>
                                        </p:tgtEl>
                                        <p:attrNameLst>
                                          <p:attrName>style.visibility</p:attrName>
                                        </p:attrNameLst>
                                      </p:cBhvr>
                                      <p:to>
                                        <p:strVal val="visible"/>
                                      </p:to>
                                    </p:set>
                                    <p:animEffect transition="in" filter="slide(fromRight)">
                                      <p:cBhvr>
                                        <p:cTn id="78" dur="500"/>
                                        <p:tgtEl>
                                          <p:spTgt spid="7172"/>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18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18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7191"/>
                                        </p:tgtEl>
                                        <p:attrNameLst>
                                          <p:attrName>style.visibility</p:attrName>
                                        </p:attrNameLst>
                                      </p:cBhvr>
                                      <p:to>
                                        <p:strVal val="visible"/>
                                      </p:to>
                                    </p:set>
                                    <p:animEffect transition="in" filter="wipe(left)">
                                      <p:cBhvr>
                                        <p:cTn id="91" dur="500"/>
                                        <p:tgtEl>
                                          <p:spTgt spid="7191"/>
                                        </p:tgtEl>
                                      </p:cBhvr>
                                    </p:animEffect>
                                  </p:childTnLst>
                                </p:cTn>
                              </p:par>
                            </p:childTnLst>
                          </p:cTn>
                        </p:par>
                        <p:par>
                          <p:cTn id="92" fill="hold">
                            <p:stCondLst>
                              <p:cond delay="500"/>
                            </p:stCondLst>
                            <p:childTnLst>
                              <p:par>
                                <p:cTn id="93" presetID="1" presetClass="entr" presetSubtype="0" fill="hold" nodeType="afterEffect">
                                  <p:stCondLst>
                                    <p:cond delay="0"/>
                                  </p:stCondLst>
                                  <p:childTnLst>
                                    <p:set>
                                      <p:cBhvr>
                                        <p:cTn id="94" dur="1" fill="hold">
                                          <p:stCondLst>
                                            <p:cond delay="499"/>
                                          </p:stCondLst>
                                        </p:cTn>
                                        <p:tgtEl>
                                          <p:spTgt spid="71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utoUpdateAnimBg="0"/>
      <p:bldP spid="7188" grpId="0"/>
      <p:bldP spid="7191"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2125663" y="173038"/>
            <a:ext cx="5830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chemeClr val="bg1"/>
                </a:solidFill>
                <a:latin typeface="宋体" panose="02010600030101010101" pitchFamily="2" charset="-122"/>
              </a:rPr>
              <a:t>玻尔的三个假设</a:t>
            </a:r>
            <a:r>
              <a:rPr lang="en-US" altLang="zh-CN" sz="2800" b="1">
                <a:solidFill>
                  <a:schemeClr val="bg1"/>
                </a:solidFill>
                <a:latin typeface="宋体" panose="02010600030101010101" pitchFamily="2" charset="-122"/>
              </a:rPr>
              <a:t>(1913</a:t>
            </a:r>
            <a:r>
              <a:rPr lang="zh-CN" altLang="en-US" sz="2800" b="1">
                <a:solidFill>
                  <a:schemeClr val="bg1"/>
                </a:solidFill>
                <a:latin typeface="宋体" panose="02010600030101010101" pitchFamily="2" charset="-122"/>
              </a:rPr>
              <a:t>年</a:t>
            </a:r>
            <a:r>
              <a:rPr lang="en-US" altLang="zh-CN" sz="2800" b="1">
                <a:solidFill>
                  <a:schemeClr val="bg1"/>
                </a:solidFill>
                <a:latin typeface="宋体" panose="02010600030101010101" pitchFamily="2" charset="-122"/>
              </a:rPr>
              <a:t>)</a:t>
            </a:r>
            <a:endParaRPr lang="en-US" altLang="zh-CN" sz="2800" b="1">
              <a:solidFill>
                <a:schemeClr val="bg1"/>
              </a:solidFill>
              <a:latin typeface="宋体" panose="02010600030101010101" pitchFamily="2" charset="-122"/>
            </a:endParaRPr>
          </a:p>
        </p:txBody>
      </p:sp>
      <p:sp>
        <p:nvSpPr>
          <p:cNvPr id="8195" name="Text Box 3"/>
          <p:cNvSpPr txBox="1">
            <a:spLocks noChangeArrowheads="1"/>
          </p:cNvSpPr>
          <p:nvPr/>
        </p:nvSpPr>
        <p:spPr bwMode="auto">
          <a:xfrm>
            <a:off x="152400" y="990600"/>
            <a:ext cx="8991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CC0000"/>
                </a:solidFill>
                <a:latin typeface="宋体" panose="02010600030101010101" pitchFamily="2" charset="-122"/>
              </a:rPr>
              <a:t>假设一</a:t>
            </a:r>
            <a:r>
              <a:rPr lang="zh-CN" altLang="en-US" sz="2400" b="1" dirty="0">
                <a:latin typeface="宋体" panose="02010600030101010101" pitchFamily="2" charset="-122"/>
              </a:rPr>
              <a:t> </a:t>
            </a:r>
            <a:r>
              <a:rPr lang="en-US" altLang="zh-CN" sz="2400" b="1" dirty="0">
                <a:solidFill>
                  <a:srgbClr val="CC0000"/>
                </a:solidFill>
                <a:latin typeface="宋体" panose="02010600030101010101" pitchFamily="2" charset="-122"/>
              </a:rPr>
              <a:t>(</a:t>
            </a:r>
            <a:r>
              <a:rPr lang="zh-CN" altLang="en-US" sz="2400" b="1" dirty="0">
                <a:solidFill>
                  <a:srgbClr val="CC0000"/>
                </a:solidFill>
                <a:latin typeface="宋体" panose="02010600030101010101" pitchFamily="2" charset="-122"/>
              </a:rPr>
              <a:t>定态假设</a:t>
            </a:r>
            <a:r>
              <a:rPr lang="en-US" altLang="zh-CN" sz="2400" b="1" dirty="0">
                <a:solidFill>
                  <a:srgbClr val="CC0000"/>
                </a:solidFill>
                <a:latin typeface="宋体" panose="02010600030101010101" pitchFamily="2" charset="-122"/>
              </a:rPr>
              <a:t>)</a:t>
            </a:r>
            <a:r>
              <a:rPr lang="en-US" altLang="zh-CN" sz="2400" b="1" dirty="0">
                <a:latin typeface="宋体" panose="02010600030101010101" pitchFamily="2" charset="-122"/>
              </a:rPr>
              <a:t> </a:t>
            </a:r>
            <a:r>
              <a:rPr lang="zh-CN" altLang="en-US" sz="2400" b="1" dirty="0">
                <a:solidFill>
                  <a:srgbClr val="003366"/>
                </a:solidFill>
                <a:latin typeface="宋体" panose="02010600030101010101" pitchFamily="2" charset="-122"/>
              </a:rPr>
              <a:t>电子在原子中，可以在一些特定的轨道上运动而不辐射电磁波，这时原子处于稳定状态（定态），并具有一定的能量</a:t>
            </a:r>
            <a:r>
              <a:rPr lang="en-US" altLang="zh-CN" sz="2400" b="1" dirty="0">
                <a:solidFill>
                  <a:srgbClr val="003366"/>
                </a:solidFill>
                <a:latin typeface="宋体" panose="02010600030101010101" pitchFamily="2" charset="-122"/>
              </a:rPr>
              <a:t>.</a:t>
            </a:r>
            <a:endParaRPr lang="en-US" altLang="zh-CN" sz="2400" b="1" dirty="0">
              <a:solidFill>
                <a:srgbClr val="003366"/>
              </a:solidFill>
              <a:latin typeface="宋体" panose="02010600030101010101" pitchFamily="2" charset="-122"/>
            </a:endParaRPr>
          </a:p>
        </p:txBody>
      </p:sp>
      <p:grpSp>
        <p:nvGrpSpPr>
          <p:cNvPr id="8200" name="Group 8"/>
          <p:cNvGrpSpPr/>
          <p:nvPr/>
        </p:nvGrpSpPr>
        <p:grpSpPr bwMode="auto">
          <a:xfrm>
            <a:off x="1973164" y="5819930"/>
            <a:ext cx="4537174" cy="687055"/>
            <a:chOff x="1296" y="3648"/>
            <a:chExt cx="3024" cy="480"/>
          </a:xfrm>
        </p:grpSpPr>
        <p:sp>
          <p:nvSpPr>
            <p:cNvPr id="8201" name="Rectangle 9"/>
            <p:cNvSpPr>
              <a:spLocks noChangeArrowheads="1"/>
            </p:cNvSpPr>
            <p:nvPr/>
          </p:nvSpPr>
          <p:spPr bwMode="auto">
            <a:xfrm>
              <a:off x="1296" y="3648"/>
              <a:ext cx="3024" cy="480"/>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ln>
            <a:effectLst/>
          </p:spPr>
          <p:txBody>
            <a:bodyPr wrap="none" anchor="ctr"/>
            <a:lstStyle/>
            <a:p>
              <a:pPr eaLnBrk="1" hangingPunct="1">
                <a:defRPr/>
              </a:pPr>
              <a:endParaRPr lang="zh-CN" altLang="en-US"/>
            </a:p>
          </p:txBody>
        </p:sp>
        <p:graphicFrame>
          <p:nvGraphicFramePr>
            <p:cNvPr id="19483" name="Object 10"/>
            <p:cNvGraphicFramePr>
              <a:graphicFrameLocks noChangeAspect="1"/>
            </p:cNvGraphicFramePr>
            <p:nvPr/>
          </p:nvGraphicFramePr>
          <p:xfrm>
            <a:off x="2544" y="3700"/>
            <a:ext cx="1728" cy="428"/>
          </p:xfrm>
          <a:graphic>
            <a:graphicData uri="http://schemas.openxmlformats.org/presentationml/2006/ole">
              <mc:AlternateContent xmlns:mc="http://schemas.openxmlformats.org/markup-compatibility/2006">
                <mc:Choice xmlns:v="urn:schemas-microsoft-com:vml" Requires="v">
                  <p:oleObj spid="_x0000_s0" name="公式" r:id="rId1" imgW="893445" imgH="236220" progId="Equation.3">
                    <p:embed/>
                  </p:oleObj>
                </mc:Choice>
                <mc:Fallback>
                  <p:oleObj name="公式" r:id="rId1" imgW="893445" imgH="236220" progId="Equation.3">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4" y="3700"/>
                          <a:ext cx="1728" cy="428"/>
                        </a:xfrm>
                        <a:prstGeom prst="rect">
                          <a:avLst/>
                        </a:prstGeom>
                        <a:noFill/>
                        <a:ln>
                          <a:noFill/>
                        </a:ln>
                        <a:effectLst/>
                        <a:extLst>
                          <a:ext uri="{909E8E84-426E-40DD-AFC4-6F175D3DCCD1}">
                            <a14:hiddenFill xmlns:a14="http://schemas.microsoft.com/office/drawing/2010/main">
                              <a:gradFill rotWithShape="0">
                                <a:gsLst>
                                  <a:gs pos="0">
                                    <a:srgbClr val="87A9A9"/>
                                  </a:gs>
                                  <a:gs pos="50000">
                                    <a:srgbClr val="CCFFFF"/>
                                  </a:gs>
                                  <a:gs pos="100000">
                                    <a:srgbClr val="87A9A9"/>
                                  </a:gs>
                                </a:gsLst>
                                <a:lin ang="5400000" scaled="1"/>
                              </a:gradFill>
                            </a14:hiddenFill>
                          </a:ext>
                          <a:ext uri="{91240B29-F687-4F45-9708-019B960494DF}">
                            <a14:hiddenLine xmlns:a14="http://schemas.microsoft.com/office/drawing/2010/main" w="19050">
                              <a:solidFill>
                                <a:srgbClr val="00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4" name="Rectangle 11"/>
            <p:cNvSpPr>
              <a:spLocks noChangeArrowheads="1"/>
            </p:cNvSpPr>
            <p:nvPr/>
          </p:nvSpPr>
          <p:spPr bwMode="auto">
            <a:xfrm>
              <a:off x="1392" y="3696"/>
              <a:ext cx="2304" cy="32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8575">
                  <a:solidFill>
                    <a:srgbClr val="00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latin typeface="Times New Roman" panose="02020603050405020304" pitchFamily="18" charset="0"/>
                </a:rPr>
                <a:t>跃迁条件</a:t>
              </a:r>
              <a:endParaRPr lang="zh-CN" altLang="en-US" sz="2800" b="1">
                <a:solidFill>
                  <a:srgbClr val="003366"/>
                </a:solidFill>
                <a:latin typeface="Times New Roman" panose="02020603050405020304" pitchFamily="18" charset="0"/>
              </a:endParaRPr>
            </a:p>
          </p:txBody>
        </p:sp>
      </p:grpSp>
      <p:grpSp>
        <p:nvGrpSpPr>
          <p:cNvPr id="8218" name="Group 26"/>
          <p:cNvGrpSpPr/>
          <p:nvPr/>
        </p:nvGrpSpPr>
        <p:grpSpPr bwMode="auto">
          <a:xfrm>
            <a:off x="228600" y="2276474"/>
            <a:ext cx="8915400" cy="1200150"/>
            <a:chOff x="144" y="1434"/>
            <a:chExt cx="5616" cy="756"/>
          </a:xfrm>
        </p:grpSpPr>
        <p:sp>
          <p:nvSpPr>
            <p:cNvPr id="19477" name="Text Box 12"/>
            <p:cNvSpPr txBox="1">
              <a:spLocks noChangeArrowheads="1"/>
            </p:cNvSpPr>
            <p:nvPr/>
          </p:nvSpPr>
          <p:spPr bwMode="auto">
            <a:xfrm>
              <a:off x="144" y="1434"/>
              <a:ext cx="5616"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CC0000"/>
                  </a:solidFill>
                  <a:latin typeface="宋体" panose="02010600030101010101" pitchFamily="2" charset="-122"/>
                </a:rPr>
                <a:t>假设二</a:t>
              </a:r>
              <a:r>
                <a:rPr lang="zh-CN" altLang="en-US" sz="2400" b="1" dirty="0">
                  <a:latin typeface="宋体" panose="02010600030101010101" pitchFamily="2" charset="-122"/>
                </a:rPr>
                <a:t> </a:t>
              </a:r>
              <a:r>
                <a:rPr lang="en-US" altLang="zh-CN" sz="2400" b="1" dirty="0">
                  <a:solidFill>
                    <a:srgbClr val="CC0000"/>
                  </a:solidFill>
                </a:rPr>
                <a:t>(</a:t>
              </a:r>
              <a:r>
                <a:rPr lang="zh-CN" altLang="en-US" sz="2400" b="1" dirty="0">
                  <a:solidFill>
                    <a:srgbClr val="CC0000"/>
                  </a:solidFill>
                </a:rPr>
                <a:t>角动量量子化假设</a:t>
              </a:r>
              <a:r>
                <a:rPr lang="en-US" altLang="zh-CN" sz="2400" b="1" dirty="0">
                  <a:solidFill>
                    <a:srgbClr val="CC0000"/>
                  </a:solidFill>
                </a:rPr>
                <a:t>)</a:t>
              </a:r>
              <a:r>
                <a:rPr lang="en-US" altLang="zh-CN" sz="2400" b="1" dirty="0">
                  <a:latin typeface="宋体" panose="02010600030101010101" pitchFamily="2" charset="-122"/>
                </a:rPr>
                <a:t> </a:t>
              </a:r>
              <a:r>
                <a:rPr lang="zh-CN" altLang="en-US" sz="2400" b="1" dirty="0">
                  <a:solidFill>
                    <a:srgbClr val="003366"/>
                  </a:solidFill>
                  <a:latin typeface="宋体" panose="02010600030101010101" pitchFamily="2" charset="-122"/>
                </a:rPr>
                <a:t>电子以速度  在半径为  的圆周上绕核运动时，只有电子的角动量  等于      的整数倍的那些轨道是稳定的</a:t>
              </a:r>
              <a:r>
                <a:rPr lang="zh-CN" altLang="en-US" sz="2400" b="1" dirty="0">
                  <a:latin typeface="宋体" panose="02010600030101010101" pitchFamily="2" charset="-122"/>
                </a:rPr>
                <a:t> </a:t>
              </a:r>
              <a:r>
                <a:rPr lang="en-US" altLang="zh-CN" sz="2400" b="1" dirty="0">
                  <a:latin typeface="宋体" panose="02010600030101010101" pitchFamily="2" charset="-122"/>
                </a:rPr>
                <a:t>.</a:t>
              </a:r>
              <a:endParaRPr lang="en-US" altLang="zh-CN" sz="2400" b="1" dirty="0">
                <a:latin typeface="宋体" panose="02010600030101010101" pitchFamily="2" charset="-122"/>
              </a:endParaRPr>
            </a:p>
          </p:txBody>
        </p:sp>
        <p:graphicFrame>
          <p:nvGraphicFramePr>
            <p:cNvPr id="19478" name="Object 13"/>
            <p:cNvGraphicFramePr>
              <a:graphicFrameLocks noChangeAspect="1"/>
            </p:cNvGraphicFramePr>
            <p:nvPr/>
          </p:nvGraphicFramePr>
          <p:xfrm>
            <a:off x="3504" y="1645"/>
            <a:ext cx="612" cy="357"/>
          </p:xfrm>
          <a:graphic>
            <a:graphicData uri="http://schemas.openxmlformats.org/presentationml/2006/ole">
              <mc:AlternateContent xmlns:mc="http://schemas.openxmlformats.org/markup-compatibility/2006">
                <mc:Choice xmlns:v="urn:schemas-microsoft-com:vml" Requires="v">
                  <p:oleObj spid="_x0000_s2" name="Equation" r:id="rId3" imgW="241935" imgH="136525" progId="Equation.3">
                    <p:embed/>
                  </p:oleObj>
                </mc:Choice>
                <mc:Fallback>
                  <p:oleObj name="Equation" r:id="rId3" imgW="241935" imgH="136525"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4" y="1645"/>
                          <a:ext cx="612" cy="357"/>
                        </a:xfrm>
                        <a:prstGeom prst="rect">
                          <a:avLst/>
                        </a:prstGeom>
                        <a:noFill/>
                        <a:ln>
                          <a:noFill/>
                        </a:ln>
                        <a:effectLst/>
                      </p:spPr>
                    </p:pic>
                  </p:oleObj>
                </mc:Fallback>
              </mc:AlternateContent>
            </a:graphicData>
          </a:graphic>
        </p:graphicFrame>
        <p:graphicFrame>
          <p:nvGraphicFramePr>
            <p:cNvPr id="19479" name="Object 14"/>
            <p:cNvGraphicFramePr>
              <a:graphicFrameLocks noChangeAspect="1"/>
            </p:cNvGraphicFramePr>
            <p:nvPr/>
          </p:nvGraphicFramePr>
          <p:xfrm>
            <a:off x="3622" y="1457"/>
            <a:ext cx="220" cy="243"/>
          </p:xfrm>
          <a:graphic>
            <a:graphicData uri="http://schemas.openxmlformats.org/presentationml/2006/ole">
              <mc:AlternateContent xmlns:mc="http://schemas.openxmlformats.org/markup-compatibility/2006">
                <mc:Choice xmlns:v="urn:schemas-microsoft-com:vml" Requires="v">
                  <p:oleObj spid="_x0000_s3" name="Equation" r:id="rId5" imgW="78740" imgH="83820" progId="Equation.3">
                    <p:embed/>
                  </p:oleObj>
                </mc:Choice>
                <mc:Fallback>
                  <p:oleObj name="Equation" r:id="rId5" imgW="78740" imgH="8382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2" y="1457"/>
                          <a:ext cx="220" cy="243"/>
                        </a:xfrm>
                        <a:prstGeom prst="rect">
                          <a:avLst/>
                        </a:prstGeom>
                        <a:noFill/>
                        <a:ln>
                          <a:noFill/>
                        </a:ln>
                        <a:effectLst/>
                      </p:spPr>
                    </p:pic>
                  </p:oleObj>
                </mc:Fallback>
              </mc:AlternateContent>
            </a:graphicData>
          </a:graphic>
        </p:graphicFrame>
        <p:graphicFrame>
          <p:nvGraphicFramePr>
            <p:cNvPr id="19480" name="Object 15"/>
            <p:cNvGraphicFramePr>
              <a:graphicFrameLocks noChangeAspect="1"/>
            </p:cNvGraphicFramePr>
            <p:nvPr/>
          </p:nvGraphicFramePr>
          <p:xfrm>
            <a:off x="4558" y="1447"/>
            <a:ext cx="220" cy="259"/>
          </p:xfrm>
          <a:graphic>
            <a:graphicData uri="http://schemas.openxmlformats.org/presentationml/2006/ole">
              <mc:AlternateContent xmlns:mc="http://schemas.openxmlformats.org/markup-compatibility/2006">
                <mc:Choice xmlns:v="urn:schemas-microsoft-com:vml" Requires="v">
                  <p:oleObj spid="_x0000_s4" name="公式" r:id="rId7" imgW="94615" imgH="110490" progId="Equation.3">
                    <p:embed/>
                  </p:oleObj>
                </mc:Choice>
                <mc:Fallback>
                  <p:oleObj name="公式" r:id="rId7" imgW="94615" imgH="11049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8" y="1447"/>
                          <a:ext cx="220" cy="259"/>
                        </a:xfrm>
                        <a:prstGeom prst="rect">
                          <a:avLst/>
                        </a:prstGeom>
                        <a:noFill/>
                        <a:ln>
                          <a:noFill/>
                        </a:ln>
                        <a:effectLst/>
                      </p:spPr>
                    </p:pic>
                  </p:oleObj>
                </mc:Fallback>
              </mc:AlternateContent>
            </a:graphicData>
          </a:graphic>
        </p:graphicFrame>
        <p:graphicFrame>
          <p:nvGraphicFramePr>
            <p:cNvPr id="19481" name="Object 16"/>
            <p:cNvGraphicFramePr>
              <a:graphicFrameLocks noChangeAspect="1"/>
            </p:cNvGraphicFramePr>
            <p:nvPr/>
          </p:nvGraphicFramePr>
          <p:xfrm>
            <a:off x="2880" y="1712"/>
            <a:ext cx="227" cy="273"/>
          </p:xfrm>
          <a:graphic>
            <a:graphicData uri="http://schemas.openxmlformats.org/presentationml/2006/ole">
              <mc:AlternateContent xmlns:mc="http://schemas.openxmlformats.org/markup-compatibility/2006">
                <mc:Choice xmlns:v="urn:schemas-microsoft-com:vml" Requires="v">
                  <p:oleObj spid="_x0000_s5" name="Equation" r:id="rId9" imgW="120650" imgH="147320" progId="Equation.3">
                    <p:embed/>
                  </p:oleObj>
                </mc:Choice>
                <mc:Fallback>
                  <p:oleObj name="Equation" r:id="rId9" imgW="120650" imgH="14732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80" y="1712"/>
                          <a:ext cx="227" cy="273"/>
                        </a:xfrm>
                        <a:prstGeom prst="rect">
                          <a:avLst/>
                        </a:prstGeom>
                        <a:noFill/>
                        <a:ln>
                          <a:noFill/>
                        </a:ln>
                        <a:effectLst/>
                      </p:spPr>
                    </p:pic>
                  </p:oleObj>
                </mc:Fallback>
              </mc:AlternateContent>
            </a:graphicData>
          </a:graphic>
        </p:graphicFrame>
      </p:grpSp>
      <p:grpSp>
        <p:nvGrpSpPr>
          <p:cNvPr id="8219" name="Group 27"/>
          <p:cNvGrpSpPr/>
          <p:nvPr/>
        </p:nvGrpSpPr>
        <p:grpSpPr bwMode="auto">
          <a:xfrm>
            <a:off x="685800" y="3603228"/>
            <a:ext cx="7558088" cy="977900"/>
            <a:chOff x="432" y="2345"/>
            <a:chExt cx="4761" cy="616"/>
          </a:xfrm>
        </p:grpSpPr>
        <p:grpSp>
          <p:nvGrpSpPr>
            <p:cNvPr id="19469" name="Group 4"/>
            <p:cNvGrpSpPr/>
            <p:nvPr/>
          </p:nvGrpSpPr>
          <p:grpSpPr bwMode="auto">
            <a:xfrm>
              <a:off x="432" y="2345"/>
              <a:ext cx="3120" cy="572"/>
              <a:chOff x="432" y="2345"/>
              <a:chExt cx="3120" cy="572"/>
            </a:xfrm>
          </p:grpSpPr>
          <p:sp>
            <p:nvSpPr>
              <p:cNvPr id="8197" name="Rectangle 5"/>
              <p:cNvSpPr>
                <a:spLocks noChangeArrowheads="1"/>
              </p:cNvSpPr>
              <p:nvPr/>
            </p:nvSpPr>
            <p:spPr bwMode="auto">
              <a:xfrm>
                <a:off x="432" y="2352"/>
                <a:ext cx="3120" cy="565"/>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ln>
              <a:effectLst/>
            </p:spPr>
            <p:txBody>
              <a:bodyPr wrap="none" anchor="ctr"/>
              <a:lstStyle/>
              <a:p>
                <a:pPr eaLnBrk="1" hangingPunct="1">
                  <a:defRPr/>
                </a:pPr>
                <a:endParaRPr lang="zh-CN" altLang="en-US"/>
              </a:p>
            </p:txBody>
          </p:sp>
          <p:graphicFrame>
            <p:nvGraphicFramePr>
              <p:cNvPr id="19475" name="Object 6"/>
              <p:cNvGraphicFramePr>
                <a:graphicFrameLocks noChangeAspect="1"/>
              </p:cNvGraphicFramePr>
              <p:nvPr/>
            </p:nvGraphicFramePr>
            <p:xfrm>
              <a:off x="1642" y="2345"/>
              <a:ext cx="1612" cy="558"/>
            </p:xfrm>
            <a:graphic>
              <a:graphicData uri="http://schemas.openxmlformats.org/presentationml/2006/ole">
                <mc:AlternateContent xmlns:mc="http://schemas.openxmlformats.org/markup-compatibility/2006">
                  <mc:Choice xmlns:v="urn:schemas-microsoft-com:vml" Requires="v">
                    <p:oleObj spid="_x0000_s6" name="Equation" r:id="rId11" imgW="683260" imgH="262890" progId="Equation.3">
                      <p:embed/>
                    </p:oleObj>
                  </mc:Choice>
                  <mc:Fallback>
                    <p:oleObj name="Equation" r:id="rId11" imgW="683260" imgH="26289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42" y="2345"/>
                            <a:ext cx="1612" cy="558"/>
                          </a:xfrm>
                          <a:prstGeom prst="rect">
                            <a:avLst/>
                          </a:prstGeom>
                          <a:noFill/>
                          <a:ln>
                            <a:noFill/>
                          </a:ln>
                          <a:effectLst/>
                        </p:spPr>
                      </p:pic>
                    </p:oleObj>
                  </mc:Fallback>
                </mc:AlternateContent>
              </a:graphicData>
            </a:graphic>
          </p:graphicFrame>
          <p:sp>
            <p:nvSpPr>
              <p:cNvPr id="19476" name="Text Box 7"/>
              <p:cNvSpPr txBox="1">
                <a:spLocks noChangeArrowheads="1"/>
              </p:cNvSpPr>
              <p:nvPr/>
            </p:nvSpPr>
            <p:spPr bwMode="auto">
              <a:xfrm>
                <a:off x="432" y="2496"/>
                <a:ext cx="2448" cy="32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D6009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latin typeface="Times New Roman" panose="02020603050405020304" pitchFamily="18" charset="0"/>
                  </a:rPr>
                  <a:t>量子化条件</a:t>
                </a:r>
                <a:endParaRPr lang="zh-CN" altLang="en-US" sz="2800" b="1">
                  <a:solidFill>
                    <a:srgbClr val="003366"/>
                  </a:solidFill>
                  <a:latin typeface="Times New Roman" panose="02020603050405020304" pitchFamily="18" charset="0"/>
                </a:endParaRPr>
              </a:p>
            </p:txBody>
          </p:sp>
        </p:grpSp>
        <p:grpSp>
          <p:nvGrpSpPr>
            <p:cNvPr id="19470" name="Group 17"/>
            <p:cNvGrpSpPr/>
            <p:nvPr/>
          </p:nvGrpSpPr>
          <p:grpSpPr bwMode="auto">
            <a:xfrm>
              <a:off x="3840" y="2352"/>
              <a:ext cx="1353" cy="609"/>
              <a:chOff x="3840" y="2352"/>
              <a:chExt cx="1353" cy="609"/>
            </a:xfrm>
          </p:grpSpPr>
          <p:sp>
            <p:nvSpPr>
              <p:cNvPr id="8210" name="Rectangle 18"/>
              <p:cNvSpPr>
                <a:spLocks noChangeArrowheads="1"/>
              </p:cNvSpPr>
              <p:nvPr/>
            </p:nvSpPr>
            <p:spPr bwMode="auto">
              <a:xfrm>
                <a:off x="3840" y="2352"/>
                <a:ext cx="1353" cy="609"/>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ln>
              <a:effectLst/>
            </p:spPr>
            <p:txBody>
              <a:bodyPr wrap="none" anchor="ctr"/>
              <a:lstStyle/>
              <a:p>
                <a:pPr eaLnBrk="1" hangingPunct="1">
                  <a:defRPr/>
                </a:pPr>
                <a:endParaRPr lang="zh-CN" altLang="en-US"/>
              </a:p>
            </p:txBody>
          </p:sp>
          <p:sp>
            <p:nvSpPr>
              <p:cNvPr id="19472" name="Text Box 19"/>
              <p:cNvSpPr txBox="1">
                <a:spLocks noChangeArrowheads="1"/>
              </p:cNvSpPr>
              <p:nvPr/>
            </p:nvSpPr>
            <p:spPr bwMode="auto">
              <a:xfrm>
                <a:off x="4020" y="2361"/>
                <a:ext cx="1173" cy="327"/>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CC0000"/>
                    </a:solidFill>
                    <a:latin typeface="Times New Roman" panose="02020603050405020304" pitchFamily="18" charset="0"/>
                  </a:rPr>
                  <a:t>主</a:t>
                </a:r>
                <a:r>
                  <a:rPr lang="zh-CN" altLang="en-US" sz="2800" b="1" dirty="0">
                    <a:solidFill>
                      <a:srgbClr val="003366"/>
                    </a:solidFill>
                    <a:latin typeface="Times New Roman" panose="02020603050405020304" pitchFamily="18" charset="0"/>
                  </a:rPr>
                  <a:t>量子数</a:t>
                </a:r>
                <a:endParaRPr lang="zh-CN" altLang="en-US" sz="2800" b="1" dirty="0">
                  <a:solidFill>
                    <a:srgbClr val="003366"/>
                  </a:solidFill>
                  <a:latin typeface="Times New Roman" panose="02020603050405020304" pitchFamily="18" charset="0"/>
                </a:endParaRPr>
              </a:p>
            </p:txBody>
          </p:sp>
          <p:graphicFrame>
            <p:nvGraphicFramePr>
              <p:cNvPr id="19473" name="Object 20"/>
              <p:cNvGraphicFramePr>
                <a:graphicFrameLocks noChangeAspect="1"/>
              </p:cNvGraphicFramePr>
              <p:nvPr/>
            </p:nvGraphicFramePr>
            <p:xfrm>
              <a:off x="3888" y="2688"/>
              <a:ext cx="1305" cy="273"/>
            </p:xfrm>
            <a:graphic>
              <a:graphicData uri="http://schemas.openxmlformats.org/presentationml/2006/ole">
                <mc:AlternateContent xmlns:mc="http://schemas.openxmlformats.org/markup-compatibility/2006">
                  <mc:Choice xmlns:v="urn:schemas-microsoft-com:vml" Requires="v">
                    <p:oleObj spid="_x0000_s7" name="Equation" r:id="rId13" imgW="951230" imgH="215265" progId="Equation.3">
                      <p:embed/>
                    </p:oleObj>
                  </mc:Choice>
                  <mc:Fallback>
                    <p:oleObj name="Equation" r:id="rId13" imgW="951230" imgH="215265"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88" y="2688"/>
                            <a:ext cx="1305" cy="273"/>
                          </a:xfrm>
                          <a:prstGeom prst="rect">
                            <a:avLst/>
                          </a:prstGeom>
                          <a:noFill/>
                          <a:ln>
                            <a:noFill/>
                          </a:ln>
                          <a:effectLst/>
                        </p:spPr>
                      </p:pic>
                    </p:oleObj>
                  </mc:Fallback>
                </mc:AlternateContent>
              </a:graphicData>
            </a:graphic>
          </p:graphicFrame>
        </p:grpSp>
      </p:grpSp>
      <p:grpSp>
        <p:nvGrpSpPr>
          <p:cNvPr id="8220" name="Group 28"/>
          <p:cNvGrpSpPr/>
          <p:nvPr/>
        </p:nvGrpSpPr>
        <p:grpSpPr bwMode="auto">
          <a:xfrm>
            <a:off x="138113" y="4718052"/>
            <a:ext cx="8853488" cy="966788"/>
            <a:chOff x="87" y="2972"/>
            <a:chExt cx="5577" cy="609"/>
          </a:xfrm>
        </p:grpSpPr>
        <p:sp>
          <p:nvSpPr>
            <p:cNvPr id="19464" name="Text Box 21"/>
            <p:cNvSpPr txBox="1">
              <a:spLocks noChangeArrowheads="1"/>
            </p:cNvSpPr>
            <p:nvPr/>
          </p:nvSpPr>
          <p:spPr bwMode="auto">
            <a:xfrm>
              <a:off x="96" y="3022"/>
              <a:ext cx="556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CC0000"/>
                  </a:solidFill>
                  <a:latin typeface="宋体" panose="02010600030101010101" pitchFamily="2" charset="-122"/>
                </a:rPr>
                <a:t>假设三 </a:t>
              </a:r>
              <a:r>
                <a:rPr lang="en-US" altLang="zh-CN" sz="2400" b="1" dirty="0">
                  <a:solidFill>
                    <a:srgbClr val="CC0000"/>
                  </a:solidFill>
                </a:rPr>
                <a:t>(</a:t>
              </a:r>
              <a:r>
                <a:rPr lang="zh-CN" altLang="en-US" sz="2400" b="1" dirty="0">
                  <a:solidFill>
                    <a:srgbClr val="CC0000"/>
                  </a:solidFill>
                </a:rPr>
                <a:t>跃迁假设</a:t>
              </a:r>
              <a:r>
                <a:rPr lang="en-US" altLang="zh-CN" sz="2400" b="1" dirty="0">
                  <a:solidFill>
                    <a:srgbClr val="CC0000"/>
                  </a:solidFill>
                </a:rPr>
                <a:t>)</a:t>
              </a:r>
              <a:r>
                <a:rPr lang="en-US" altLang="zh-CN" sz="2400" b="1" dirty="0">
                  <a:latin typeface="宋体" panose="02010600030101010101" pitchFamily="2" charset="-122"/>
                </a:rPr>
                <a:t> </a:t>
              </a:r>
              <a:r>
                <a:rPr lang="zh-CN" altLang="en-US" sz="2400" b="1" dirty="0">
                  <a:solidFill>
                    <a:srgbClr val="003366"/>
                  </a:solidFill>
                  <a:latin typeface="宋体" panose="02010600030101010101" pitchFamily="2" charset="-122"/>
                </a:rPr>
                <a:t>当原子从高能量    的定态跃迁到低能量</a:t>
              </a:r>
              <a:endParaRPr lang="zh-CN" altLang="en-US" sz="2400" b="1" dirty="0">
                <a:solidFill>
                  <a:srgbClr val="003366"/>
                </a:solidFill>
                <a:latin typeface="宋体" panose="02010600030101010101" pitchFamily="2" charset="-122"/>
              </a:endParaRPr>
            </a:p>
          </p:txBody>
        </p:sp>
        <p:graphicFrame>
          <p:nvGraphicFramePr>
            <p:cNvPr id="19465" name="Object 22"/>
            <p:cNvGraphicFramePr>
              <a:graphicFrameLocks noChangeAspect="1"/>
            </p:cNvGraphicFramePr>
            <p:nvPr/>
          </p:nvGraphicFramePr>
          <p:xfrm>
            <a:off x="3175" y="2972"/>
            <a:ext cx="302" cy="391"/>
          </p:xfrm>
          <a:graphic>
            <a:graphicData uri="http://schemas.openxmlformats.org/presentationml/2006/ole">
              <mc:AlternateContent xmlns:mc="http://schemas.openxmlformats.org/markup-compatibility/2006">
                <mc:Choice xmlns:v="urn:schemas-microsoft-com:vml" Requires="v">
                  <p:oleObj spid="_x0000_s8" name="Equation" r:id="rId15" imgW="110490" imgH="147320" progId="Equation.3">
                    <p:embed/>
                  </p:oleObj>
                </mc:Choice>
                <mc:Fallback>
                  <p:oleObj name="Equation" r:id="rId15" imgW="110490" imgH="147320"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75" y="2972"/>
                          <a:ext cx="302" cy="391"/>
                        </a:xfrm>
                        <a:prstGeom prst="rect">
                          <a:avLst/>
                        </a:prstGeom>
                        <a:noFill/>
                        <a:ln>
                          <a:noFill/>
                        </a:ln>
                        <a:effectLst/>
                      </p:spPr>
                    </p:pic>
                  </p:oleObj>
                </mc:Fallback>
              </mc:AlternateContent>
            </a:graphicData>
          </a:graphic>
        </p:graphicFrame>
        <p:graphicFrame>
          <p:nvGraphicFramePr>
            <p:cNvPr id="19466" name="Object 23"/>
            <p:cNvGraphicFramePr>
              <a:graphicFrameLocks noChangeAspect="1"/>
            </p:cNvGraphicFramePr>
            <p:nvPr/>
          </p:nvGraphicFramePr>
          <p:xfrm>
            <a:off x="5281" y="3041"/>
            <a:ext cx="262" cy="305"/>
          </p:xfrm>
          <a:graphic>
            <a:graphicData uri="http://schemas.openxmlformats.org/presentationml/2006/ole">
              <mc:AlternateContent xmlns:mc="http://schemas.openxmlformats.org/markup-compatibility/2006">
                <mc:Choice xmlns:v="urn:schemas-microsoft-com:vml" Requires="v">
                  <p:oleObj spid="_x0000_s9" name="公式" r:id="rId17" imgW="199390" imgH="236220" progId="Equation.3">
                    <p:embed/>
                  </p:oleObj>
                </mc:Choice>
                <mc:Fallback>
                  <p:oleObj name="公式" r:id="rId17" imgW="199390" imgH="236220" progId="Equation.3">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281" y="3041"/>
                          <a:ext cx="262" cy="305"/>
                        </a:xfrm>
                        <a:prstGeom prst="rect">
                          <a:avLst/>
                        </a:prstGeom>
                        <a:noFill/>
                        <a:ln>
                          <a:noFill/>
                        </a:ln>
                        <a:effectLst/>
                      </p:spPr>
                    </p:pic>
                  </p:oleObj>
                </mc:Fallback>
              </mc:AlternateContent>
            </a:graphicData>
          </a:graphic>
        </p:graphicFrame>
        <p:graphicFrame>
          <p:nvGraphicFramePr>
            <p:cNvPr id="19467" name="Object 24"/>
            <p:cNvGraphicFramePr>
              <a:graphicFrameLocks noChangeAspect="1"/>
            </p:cNvGraphicFramePr>
            <p:nvPr/>
          </p:nvGraphicFramePr>
          <p:xfrm>
            <a:off x="2245" y="3363"/>
            <a:ext cx="203" cy="218"/>
          </p:xfrm>
          <a:graphic>
            <a:graphicData uri="http://schemas.openxmlformats.org/presentationml/2006/ole">
              <mc:AlternateContent xmlns:mc="http://schemas.openxmlformats.org/markup-compatibility/2006">
                <mc:Choice xmlns:v="urn:schemas-microsoft-com:vml" Requires="v">
                  <p:oleObj spid="_x0000_s10" name="公式" r:id="rId19" imgW="110490" imgH="120650" progId="Equation.3">
                    <p:embed/>
                  </p:oleObj>
                </mc:Choice>
                <mc:Fallback>
                  <p:oleObj name="公式" r:id="rId19" imgW="110490" imgH="120650" progId="Equation.3">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45" y="3363"/>
                          <a:ext cx="203" cy="218"/>
                        </a:xfrm>
                        <a:prstGeom prst="rect">
                          <a:avLst/>
                        </a:prstGeom>
                        <a:noFill/>
                        <a:ln>
                          <a:noFill/>
                        </a:ln>
                        <a:effectLst/>
                      </p:spPr>
                    </p:pic>
                  </p:oleObj>
                </mc:Fallback>
              </mc:AlternateContent>
            </a:graphicData>
          </a:graphic>
        </p:graphicFrame>
        <p:sp>
          <p:nvSpPr>
            <p:cNvPr id="19468" name="Rectangle 25"/>
            <p:cNvSpPr>
              <a:spLocks noChangeArrowheads="1"/>
            </p:cNvSpPr>
            <p:nvPr/>
          </p:nvSpPr>
          <p:spPr bwMode="auto">
            <a:xfrm>
              <a:off x="87" y="3289"/>
              <a:ext cx="40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宋体" panose="02010600030101010101" pitchFamily="2" charset="-122"/>
                </a:rPr>
                <a:t>的定态时，要发射频率为  的光子</a:t>
              </a:r>
              <a:r>
                <a:rPr lang="en-US" altLang="zh-CN" sz="2400" b="1" dirty="0">
                  <a:solidFill>
                    <a:srgbClr val="003366"/>
                  </a:solidFill>
                  <a:latin typeface="宋体" panose="02010600030101010101" pitchFamily="2" charset="-122"/>
                </a:rPr>
                <a:t>.</a:t>
              </a:r>
              <a:endParaRPr lang="en-US" altLang="zh-CN" sz="2400" b="1" dirty="0">
                <a:solidFill>
                  <a:srgbClr val="003366"/>
                </a:solidFill>
                <a:latin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blinds(horizontal)">
                                      <p:cBhvr>
                                        <p:cTn id="7" dur="500"/>
                                        <p:tgtEl>
                                          <p:spTgt spid="81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18"/>
                                        </p:tgtEl>
                                        <p:attrNameLst>
                                          <p:attrName>style.visibility</p:attrName>
                                        </p:attrNameLst>
                                      </p:cBhvr>
                                      <p:to>
                                        <p:strVal val="visible"/>
                                      </p:to>
                                    </p:set>
                                    <p:animEffect transition="in" filter="blinds(horizontal)">
                                      <p:cBhvr>
                                        <p:cTn id="12" dur="500"/>
                                        <p:tgtEl>
                                          <p:spTgt spid="82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219"/>
                                        </p:tgtEl>
                                        <p:attrNameLst>
                                          <p:attrName>style.visibility</p:attrName>
                                        </p:attrNameLst>
                                      </p:cBhvr>
                                      <p:to>
                                        <p:strVal val="visible"/>
                                      </p:to>
                                    </p:set>
                                    <p:animEffect transition="in" filter="blinds(horizontal)">
                                      <p:cBhvr>
                                        <p:cTn id="17" dur="500"/>
                                        <p:tgtEl>
                                          <p:spTgt spid="82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220"/>
                                        </p:tgtEl>
                                        <p:attrNameLst>
                                          <p:attrName>style.visibility</p:attrName>
                                        </p:attrNameLst>
                                      </p:cBhvr>
                                      <p:to>
                                        <p:strVal val="visible"/>
                                      </p:to>
                                    </p:set>
                                    <p:animEffect transition="in" filter="blinds(horizontal)">
                                      <p:cBhvr>
                                        <p:cTn id="22" dur="500"/>
                                        <p:tgtEl>
                                          <p:spTgt spid="822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200"/>
                                        </p:tgtEl>
                                        <p:attrNameLst>
                                          <p:attrName>style.visibility</p:attrName>
                                        </p:attrNameLst>
                                      </p:cBhvr>
                                      <p:to>
                                        <p:strVal val="visible"/>
                                      </p:to>
                                    </p:set>
                                    <p:animEffect transition="in" filter="blinds(horizontal)">
                                      <p:cBhvr>
                                        <p:cTn id="27" dur="500"/>
                                        <p:tgtEl>
                                          <p:spTgt spid="8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p:nvPr/>
        </p:nvGrpSpPr>
        <p:grpSpPr bwMode="auto">
          <a:xfrm>
            <a:off x="963612" y="2960689"/>
            <a:ext cx="7037388" cy="1146175"/>
            <a:chOff x="607" y="1865"/>
            <a:chExt cx="4433" cy="722"/>
          </a:xfrm>
        </p:grpSpPr>
        <p:sp>
          <p:nvSpPr>
            <p:cNvPr id="9219" name="Rectangle 3"/>
            <p:cNvSpPr>
              <a:spLocks noChangeArrowheads="1"/>
            </p:cNvSpPr>
            <p:nvPr/>
          </p:nvSpPr>
          <p:spPr bwMode="auto">
            <a:xfrm>
              <a:off x="607" y="1917"/>
              <a:ext cx="4433" cy="670"/>
            </a:xfrm>
            <a:prstGeom prst="rect">
              <a:avLst/>
            </a:prstGeom>
            <a:gradFill rotWithShape="0">
              <a:gsLst>
                <a:gs pos="0">
                  <a:schemeClr val="accent1"/>
                </a:gs>
                <a:gs pos="50000">
                  <a:schemeClr val="bg1"/>
                </a:gs>
                <a:gs pos="100000">
                  <a:schemeClr val="accent1"/>
                </a:gs>
              </a:gsLst>
              <a:lin ang="5400000" scaled="1"/>
            </a:gradFill>
            <a:ln w="12700">
              <a:solidFill>
                <a:srgbClr val="006666"/>
              </a:solidFill>
              <a:miter lim="800000"/>
              <a:tailEnd type="none" w="sm" len="lg"/>
            </a:ln>
            <a:effectLst/>
          </p:spPr>
          <p:txBody>
            <a:bodyPr wrap="none" anchor="ctr"/>
            <a:lstStyle/>
            <a:p>
              <a:pPr eaLnBrk="1" hangingPunct="1">
                <a:defRPr/>
              </a:pPr>
              <a:endParaRPr lang="zh-CN" altLang="en-US"/>
            </a:p>
          </p:txBody>
        </p:sp>
        <p:graphicFrame>
          <p:nvGraphicFramePr>
            <p:cNvPr id="20502" name="Object 4"/>
            <p:cNvGraphicFramePr>
              <a:graphicFrameLocks noChangeAspect="1"/>
            </p:cNvGraphicFramePr>
            <p:nvPr/>
          </p:nvGraphicFramePr>
          <p:xfrm>
            <a:off x="837" y="1865"/>
            <a:ext cx="2283" cy="713"/>
          </p:xfrm>
          <a:graphic>
            <a:graphicData uri="http://schemas.openxmlformats.org/presentationml/2006/ole">
              <mc:AlternateContent xmlns:mc="http://schemas.openxmlformats.org/markup-compatibility/2006">
                <mc:Choice xmlns:v="urn:schemas-microsoft-com:vml" Requires="v">
                  <p:oleObj spid="_x0000_s0" name="Equation" r:id="rId1" imgW="830580" imgH="278765" progId="Equation.3">
                    <p:embed/>
                  </p:oleObj>
                </mc:Choice>
                <mc:Fallback>
                  <p:oleObj name="Equation" r:id="rId1" imgW="830580" imgH="278765"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 y="1865"/>
                          <a:ext cx="2283" cy="713"/>
                        </a:xfrm>
                        <a:prstGeom prst="rect">
                          <a:avLst/>
                        </a:prstGeom>
                        <a:noFill/>
                        <a:ln>
                          <a:noFill/>
                        </a:ln>
                        <a:effectLst/>
                      </p:spPr>
                    </p:pic>
                  </p:oleObj>
                </mc:Fallback>
              </mc:AlternateContent>
            </a:graphicData>
          </a:graphic>
        </p:graphicFrame>
        <p:graphicFrame>
          <p:nvGraphicFramePr>
            <p:cNvPr id="20503" name="Object 5"/>
            <p:cNvGraphicFramePr>
              <a:graphicFrameLocks noChangeAspect="1"/>
            </p:cNvGraphicFramePr>
            <p:nvPr/>
          </p:nvGraphicFramePr>
          <p:xfrm>
            <a:off x="3255" y="2155"/>
            <a:ext cx="1611" cy="295"/>
          </p:xfrm>
          <a:graphic>
            <a:graphicData uri="http://schemas.openxmlformats.org/presentationml/2006/ole">
              <mc:AlternateContent xmlns:mc="http://schemas.openxmlformats.org/markup-compatibility/2006">
                <mc:Choice xmlns:v="urn:schemas-microsoft-com:vml" Requires="v">
                  <p:oleObj spid="_x0000_s2" name="Equation" r:id="rId3" imgW="1103630" imgH="226060" progId="Equation.3">
                    <p:embed/>
                  </p:oleObj>
                </mc:Choice>
                <mc:Fallback>
                  <p:oleObj name="Equation" r:id="rId3" imgW="1103630" imgH="22606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5" y="2155"/>
                          <a:ext cx="1611" cy="295"/>
                        </a:xfrm>
                        <a:prstGeom prst="rect">
                          <a:avLst/>
                        </a:prstGeom>
                        <a:noFill/>
                        <a:ln>
                          <a:noFill/>
                        </a:ln>
                        <a:effectLst/>
                      </p:spPr>
                    </p:pic>
                  </p:oleObj>
                </mc:Fallback>
              </mc:AlternateContent>
            </a:graphicData>
          </a:graphic>
        </p:graphicFrame>
      </p:grpSp>
      <p:grpSp>
        <p:nvGrpSpPr>
          <p:cNvPr id="9222" name="Group 6"/>
          <p:cNvGrpSpPr/>
          <p:nvPr/>
        </p:nvGrpSpPr>
        <p:grpSpPr bwMode="auto">
          <a:xfrm>
            <a:off x="1219200" y="1870745"/>
            <a:ext cx="5945088" cy="866775"/>
            <a:chOff x="768" y="1278"/>
            <a:chExt cx="3936" cy="673"/>
          </a:xfrm>
        </p:grpSpPr>
        <p:graphicFrame>
          <p:nvGraphicFramePr>
            <p:cNvPr id="20499" name="Object 7"/>
            <p:cNvGraphicFramePr>
              <a:graphicFrameLocks noChangeAspect="1"/>
            </p:cNvGraphicFramePr>
            <p:nvPr/>
          </p:nvGraphicFramePr>
          <p:xfrm>
            <a:off x="2928" y="1278"/>
            <a:ext cx="1776" cy="673"/>
          </p:xfrm>
          <a:graphic>
            <a:graphicData uri="http://schemas.openxmlformats.org/presentationml/2006/ole">
              <mc:AlternateContent xmlns:mc="http://schemas.openxmlformats.org/markup-compatibility/2006">
                <mc:Choice xmlns:v="urn:schemas-microsoft-com:vml" Requires="v">
                  <p:oleObj spid="_x0000_s3" name="Equation" r:id="rId5" imgW="577850" imgH="262890" progId="Equation.3">
                    <p:embed/>
                  </p:oleObj>
                </mc:Choice>
                <mc:Fallback>
                  <p:oleObj name="Equation" r:id="rId5" imgW="577850" imgH="26289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8" y="1278"/>
                          <a:ext cx="1776" cy="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0" name="Text Box 8"/>
            <p:cNvSpPr txBox="1">
              <a:spLocks noChangeArrowheads="1"/>
            </p:cNvSpPr>
            <p:nvPr/>
          </p:nvSpPr>
          <p:spPr bwMode="auto">
            <a:xfrm>
              <a:off x="768" y="1471"/>
              <a:ext cx="2400" cy="32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rPr>
                <a:t>由假设 </a:t>
              </a:r>
              <a:r>
                <a:rPr lang="en-US" altLang="zh-CN" sz="2800">
                  <a:solidFill>
                    <a:srgbClr val="003366"/>
                  </a:solidFill>
                </a:rPr>
                <a:t>2 </a:t>
              </a:r>
              <a:r>
                <a:rPr lang="zh-CN" altLang="en-US" sz="2800" b="1">
                  <a:solidFill>
                    <a:srgbClr val="003366"/>
                  </a:solidFill>
                </a:rPr>
                <a:t>量子化条件</a:t>
              </a:r>
              <a:endParaRPr lang="zh-CN" altLang="en-US" sz="2800" b="1">
                <a:solidFill>
                  <a:srgbClr val="003366"/>
                </a:solidFill>
              </a:endParaRPr>
            </a:p>
          </p:txBody>
        </p:sp>
      </p:grpSp>
      <p:grpSp>
        <p:nvGrpSpPr>
          <p:cNvPr id="9225" name="Group 9"/>
          <p:cNvGrpSpPr/>
          <p:nvPr/>
        </p:nvGrpSpPr>
        <p:grpSpPr bwMode="auto">
          <a:xfrm>
            <a:off x="1219200" y="908720"/>
            <a:ext cx="4724400" cy="1143000"/>
            <a:chOff x="768" y="672"/>
            <a:chExt cx="3216" cy="754"/>
          </a:xfrm>
        </p:grpSpPr>
        <p:graphicFrame>
          <p:nvGraphicFramePr>
            <p:cNvPr id="20497" name="Object 10"/>
            <p:cNvGraphicFramePr>
              <a:graphicFrameLocks noChangeAspect="1"/>
            </p:cNvGraphicFramePr>
            <p:nvPr/>
          </p:nvGraphicFramePr>
          <p:xfrm>
            <a:off x="2016" y="672"/>
            <a:ext cx="1968" cy="754"/>
          </p:xfrm>
          <a:graphic>
            <a:graphicData uri="http://schemas.openxmlformats.org/presentationml/2006/ole">
              <mc:AlternateContent xmlns:mc="http://schemas.openxmlformats.org/markup-compatibility/2006">
                <mc:Choice xmlns:v="urn:schemas-microsoft-com:vml" Requires="v">
                  <p:oleObj spid="_x0000_s4" name="Equation" r:id="rId7" imgW="672465" imgH="304800" progId="Equation.3">
                    <p:embed/>
                  </p:oleObj>
                </mc:Choice>
                <mc:Fallback>
                  <p:oleObj name="Equation" r:id="rId7" imgW="672465" imgH="3048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6" y="672"/>
                          <a:ext cx="1968" cy="7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8" name="Text Box 11"/>
            <p:cNvSpPr txBox="1">
              <a:spLocks noChangeArrowheads="1"/>
            </p:cNvSpPr>
            <p:nvPr/>
          </p:nvSpPr>
          <p:spPr bwMode="auto">
            <a:xfrm>
              <a:off x="768" y="912"/>
              <a:ext cx="17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rPr>
                <a:t>由牛顿定律</a:t>
              </a:r>
              <a:endParaRPr lang="zh-CN" altLang="en-US" sz="2800" b="1">
                <a:solidFill>
                  <a:srgbClr val="003366"/>
                </a:solidFill>
              </a:endParaRPr>
            </a:p>
          </p:txBody>
        </p:sp>
      </p:grpSp>
      <p:sp>
        <p:nvSpPr>
          <p:cNvPr id="9228" name="AutoShape 12"/>
          <p:cNvSpPr/>
          <p:nvPr/>
        </p:nvSpPr>
        <p:spPr bwMode="auto">
          <a:xfrm>
            <a:off x="914400" y="1365920"/>
            <a:ext cx="228600" cy="1371600"/>
          </a:xfrm>
          <a:prstGeom prst="leftBrace">
            <a:avLst>
              <a:gd name="adj1" fmla="val 50000"/>
              <a:gd name="adj2" fmla="val 50000"/>
            </a:avLst>
          </a:prstGeom>
          <a:noFill/>
          <a:ln w="28575">
            <a:solidFill>
              <a:srgbClr val="FF0000"/>
            </a:solidFill>
            <a:rou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9229" name="Group 13"/>
          <p:cNvGrpSpPr/>
          <p:nvPr/>
        </p:nvGrpSpPr>
        <p:grpSpPr bwMode="auto">
          <a:xfrm>
            <a:off x="963054" y="4389195"/>
            <a:ext cx="7037388" cy="978142"/>
            <a:chOff x="528" y="2688"/>
            <a:chExt cx="4704" cy="720"/>
          </a:xfrm>
        </p:grpSpPr>
        <p:sp>
          <p:nvSpPr>
            <p:cNvPr id="9230" name="Rectangle 14"/>
            <p:cNvSpPr>
              <a:spLocks noChangeArrowheads="1"/>
            </p:cNvSpPr>
            <p:nvPr/>
          </p:nvSpPr>
          <p:spPr bwMode="auto">
            <a:xfrm>
              <a:off x="528" y="2688"/>
              <a:ext cx="4704" cy="720"/>
            </a:xfrm>
            <a:prstGeom prst="rect">
              <a:avLst/>
            </a:prstGeom>
            <a:gradFill rotWithShape="0">
              <a:gsLst>
                <a:gs pos="0">
                  <a:schemeClr val="accent1"/>
                </a:gs>
                <a:gs pos="50000">
                  <a:schemeClr val="bg1"/>
                </a:gs>
                <a:gs pos="100000">
                  <a:schemeClr val="accent1"/>
                </a:gs>
              </a:gsLst>
              <a:lin ang="5400000" scaled="1"/>
            </a:gradFill>
            <a:ln w="12700">
              <a:solidFill>
                <a:srgbClr val="006666"/>
              </a:solidFill>
              <a:miter lim="800000"/>
              <a:tailEnd type="none" w="sm" len="lg"/>
            </a:ln>
            <a:effectLst/>
          </p:spPr>
          <p:txBody>
            <a:bodyPr wrap="none" anchor="ctr"/>
            <a:lstStyle/>
            <a:p>
              <a:pPr eaLnBrk="1" hangingPunct="1">
                <a:defRPr/>
              </a:pPr>
              <a:endParaRPr lang="zh-CN" altLang="en-US"/>
            </a:p>
          </p:txBody>
        </p:sp>
        <p:sp>
          <p:nvSpPr>
            <p:cNvPr id="20494" name="Text Box 15"/>
            <p:cNvSpPr txBox="1">
              <a:spLocks noChangeArrowheads="1"/>
            </p:cNvSpPr>
            <p:nvPr/>
          </p:nvSpPr>
          <p:spPr bwMode="auto">
            <a:xfrm>
              <a:off x="1220" y="2889"/>
              <a:ext cx="1372" cy="32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rgbClr val="D6009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玻尔半径</a:t>
              </a:r>
              <a:endParaRPr lang="zh-CN" altLang="en-US" sz="2400" b="1">
                <a:solidFill>
                  <a:srgbClr val="003366"/>
                </a:solidFill>
                <a:latin typeface="Times New Roman" panose="02020603050405020304" pitchFamily="18" charset="0"/>
              </a:endParaRPr>
            </a:p>
          </p:txBody>
        </p:sp>
        <p:graphicFrame>
          <p:nvGraphicFramePr>
            <p:cNvPr id="20495" name="Object 16"/>
            <p:cNvGraphicFramePr>
              <a:graphicFrameLocks noChangeAspect="1"/>
            </p:cNvGraphicFramePr>
            <p:nvPr/>
          </p:nvGraphicFramePr>
          <p:xfrm>
            <a:off x="2339" y="2688"/>
            <a:ext cx="2845" cy="698"/>
          </p:xfrm>
          <a:graphic>
            <a:graphicData uri="http://schemas.openxmlformats.org/presentationml/2006/ole">
              <mc:AlternateContent xmlns:mc="http://schemas.openxmlformats.org/markup-compatibility/2006">
                <mc:Choice xmlns:v="urn:schemas-microsoft-com:vml" Requires="v">
                  <p:oleObj spid="_x0000_s5" name="Equation" r:id="rId9" imgW="1103630" imgH="278765" progId="Equation.3">
                    <p:embed/>
                  </p:oleObj>
                </mc:Choice>
                <mc:Fallback>
                  <p:oleObj name="Equation" r:id="rId9" imgW="1103630" imgH="278765"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9" y="2688"/>
                          <a:ext cx="2845" cy="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6" name="Object 17"/>
            <p:cNvGraphicFramePr>
              <a:graphicFrameLocks noChangeAspect="1"/>
            </p:cNvGraphicFramePr>
            <p:nvPr/>
          </p:nvGraphicFramePr>
          <p:xfrm>
            <a:off x="576" y="2880"/>
            <a:ext cx="668" cy="358"/>
          </p:xfrm>
          <a:graphic>
            <a:graphicData uri="http://schemas.openxmlformats.org/presentationml/2006/ole">
              <mc:AlternateContent xmlns:mc="http://schemas.openxmlformats.org/markup-compatibility/2006">
                <mc:Choice xmlns:v="urn:schemas-microsoft-com:vml" Requires="v">
                  <p:oleObj spid="_x0000_s6" name="Equation" r:id="rId11" imgW="215265" imgH="110490" progId="Equation.3">
                    <p:embed/>
                  </p:oleObj>
                </mc:Choice>
                <mc:Fallback>
                  <p:oleObj name="Equation" r:id="rId11" imgW="215265" imgH="11049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6" y="2880"/>
                          <a:ext cx="668" cy="35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487" name="Text Box 18"/>
          <p:cNvSpPr txBox="1">
            <a:spLocks noChangeArrowheads="1"/>
          </p:cNvSpPr>
          <p:nvPr/>
        </p:nvSpPr>
        <p:spPr bwMode="auto">
          <a:xfrm>
            <a:off x="2800350" y="173038"/>
            <a:ext cx="4724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chemeClr val="bg1"/>
                </a:solidFill>
              </a:rPr>
              <a:t> </a:t>
            </a:r>
            <a:r>
              <a:rPr lang="zh-CN" altLang="en-US" sz="2800" b="1">
                <a:solidFill>
                  <a:schemeClr val="bg1"/>
                </a:solidFill>
              </a:rPr>
              <a:t>氢原子能级公式</a:t>
            </a:r>
            <a:endParaRPr lang="zh-CN" altLang="en-US" sz="2800" b="1">
              <a:solidFill>
                <a:schemeClr val="bg1"/>
              </a:solidFill>
            </a:endParaRPr>
          </a:p>
        </p:txBody>
      </p:sp>
      <p:grpSp>
        <p:nvGrpSpPr>
          <p:cNvPr id="9235" name="Group 19"/>
          <p:cNvGrpSpPr/>
          <p:nvPr/>
        </p:nvGrpSpPr>
        <p:grpSpPr bwMode="auto">
          <a:xfrm>
            <a:off x="762000" y="5410200"/>
            <a:ext cx="7385050" cy="1185863"/>
            <a:chOff x="480" y="3408"/>
            <a:chExt cx="4652" cy="747"/>
          </a:xfrm>
        </p:grpSpPr>
        <p:graphicFrame>
          <p:nvGraphicFramePr>
            <p:cNvPr id="20489" name="Object 20"/>
            <p:cNvGraphicFramePr>
              <a:graphicFrameLocks noChangeAspect="1"/>
            </p:cNvGraphicFramePr>
            <p:nvPr/>
          </p:nvGraphicFramePr>
          <p:xfrm>
            <a:off x="768" y="3657"/>
            <a:ext cx="235" cy="252"/>
          </p:xfrm>
          <a:graphic>
            <a:graphicData uri="http://schemas.openxmlformats.org/presentationml/2006/ole">
              <mc:AlternateContent xmlns:mc="http://schemas.openxmlformats.org/markup-compatibility/2006">
                <mc:Choice xmlns:v="urn:schemas-microsoft-com:vml" Requires="v">
                  <p:oleObj spid="_x0000_s7" name="Equation" r:id="rId13" imgW="177800" imgH="190500" progId="Equation.3">
                    <p:embed/>
                  </p:oleObj>
                </mc:Choice>
                <mc:Fallback>
                  <p:oleObj name="Equation" r:id="rId13" imgW="177800" imgH="190500"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8" y="3657"/>
                          <a:ext cx="235"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490" name="Group 21"/>
            <p:cNvGrpSpPr/>
            <p:nvPr/>
          </p:nvGrpSpPr>
          <p:grpSpPr bwMode="auto">
            <a:xfrm>
              <a:off x="480" y="3408"/>
              <a:ext cx="4652" cy="747"/>
              <a:chOff x="480" y="3408"/>
              <a:chExt cx="4652" cy="747"/>
            </a:xfrm>
          </p:grpSpPr>
          <p:graphicFrame>
            <p:nvGraphicFramePr>
              <p:cNvPr id="20491" name="Object 22"/>
              <p:cNvGraphicFramePr>
                <a:graphicFrameLocks noChangeAspect="1"/>
              </p:cNvGraphicFramePr>
              <p:nvPr/>
            </p:nvGraphicFramePr>
            <p:xfrm>
              <a:off x="2784" y="3408"/>
              <a:ext cx="2348" cy="747"/>
            </p:xfrm>
            <a:graphic>
              <a:graphicData uri="http://schemas.openxmlformats.org/presentationml/2006/ole">
                <mc:AlternateContent xmlns:mc="http://schemas.openxmlformats.org/markup-compatibility/2006">
                  <mc:Choice xmlns:v="urn:schemas-microsoft-com:vml" Requires="v">
                    <p:oleObj spid="_x0000_s8" name="Equation" r:id="rId15" imgW="909320" imgH="304800" progId="Equation.3">
                      <p:embed/>
                    </p:oleObj>
                  </mc:Choice>
                  <mc:Fallback>
                    <p:oleObj name="Equation" r:id="rId15" imgW="909320" imgH="304800"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84" y="3408"/>
                            <a:ext cx="2348" cy="7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2" name="Text Box 23"/>
              <p:cNvSpPr txBox="1">
                <a:spLocks noChangeArrowheads="1"/>
              </p:cNvSpPr>
              <p:nvPr/>
            </p:nvSpPr>
            <p:spPr bwMode="auto">
              <a:xfrm>
                <a:off x="480" y="3609"/>
                <a:ext cx="28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rPr>
                  <a:t>第</a:t>
                </a:r>
                <a:r>
                  <a:rPr lang="zh-CN" altLang="en-US" sz="2800" b="1" i="1">
                    <a:solidFill>
                      <a:srgbClr val="003366"/>
                    </a:solidFill>
                  </a:rPr>
                  <a:t>    </a:t>
                </a:r>
                <a:r>
                  <a:rPr lang="zh-CN" altLang="en-US" sz="2800" b="1">
                    <a:solidFill>
                      <a:srgbClr val="003366"/>
                    </a:solidFill>
                  </a:rPr>
                  <a:t>轨道电子总能量</a:t>
                </a:r>
                <a:endParaRPr lang="zh-CN" altLang="en-US" sz="2800" b="1">
                  <a:solidFill>
                    <a:srgbClr val="003366"/>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28"/>
                                        </p:tgtEl>
                                        <p:attrNameLst>
                                          <p:attrName>style.visibility</p:attrName>
                                        </p:attrNameLst>
                                      </p:cBhvr>
                                      <p:to>
                                        <p:strVal val="visible"/>
                                      </p:to>
                                    </p:set>
                                    <p:animEffect transition="in" filter="blinds(horizontal)">
                                      <p:cBhvr>
                                        <p:cTn id="7" dur="500"/>
                                        <p:tgtEl>
                                          <p:spTgt spid="92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225"/>
                                        </p:tgtEl>
                                        <p:attrNameLst>
                                          <p:attrName>style.visibility</p:attrName>
                                        </p:attrNameLst>
                                      </p:cBhvr>
                                      <p:to>
                                        <p:strVal val="visible"/>
                                      </p:to>
                                    </p:set>
                                    <p:animEffect transition="in" filter="blinds(horizontal)">
                                      <p:cBhvr>
                                        <p:cTn id="12" dur="500"/>
                                        <p:tgtEl>
                                          <p:spTgt spid="922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blinds(horizontal)">
                                      <p:cBhvr>
                                        <p:cTn id="17" dur="500"/>
                                        <p:tgtEl>
                                          <p:spTgt spid="922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218"/>
                                        </p:tgtEl>
                                        <p:attrNameLst>
                                          <p:attrName>style.visibility</p:attrName>
                                        </p:attrNameLst>
                                      </p:cBhvr>
                                      <p:to>
                                        <p:strVal val="visible"/>
                                      </p:to>
                                    </p:set>
                                    <p:animEffect transition="in" filter="blinds(horizontal)">
                                      <p:cBhvr>
                                        <p:cTn id="22" dur="500"/>
                                        <p:tgtEl>
                                          <p:spTgt spid="921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9229"/>
                                        </p:tgtEl>
                                        <p:attrNameLst>
                                          <p:attrName>style.visibility</p:attrName>
                                        </p:attrNameLst>
                                      </p:cBhvr>
                                      <p:to>
                                        <p:strVal val="visible"/>
                                      </p:to>
                                    </p:set>
                                    <p:animEffect transition="in" filter="box(out)">
                                      <p:cBhvr>
                                        <p:cTn id="27" dur="500"/>
                                        <p:tgtEl>
                                          <p:spTgt spid="922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235"/>
                                        </p:tgtEl>
                                        <p:attrNameLst>
                                          <p:attrName>style.visibility</p:attrName>
                                        </p:attrNameLst>
                                      </p:cBhvr>
                                      <p:to>
                                        <p:strVal val="visible"/>
                                      </p:to>
                                    </p:set>
                                    <p:animEffect transition="in" filter="blinds(horizontal)">
                                      <p:cBhvr>
                                        <p:cTn id="32" dur="500"/>
                                        <p:tgtEl>
                                          <p:spTgt spid="9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p:cNvGraphicFramePr>
            <a:graphicFrameLocks noChangeAspect="1"/>
          </p:cNvGraphicFramePr>
          <p:nvPr/>
        </p:nvGraphicFramePr>
        <p:xfrm>
          <a:off x="323850" y="1814513"/>
          <a:ext cx="3763963" cy="1054100"/>
        </p:xfrm>
        <a:graphic>
          <a:graphicData uri="http://schemas.openxmlformats.org/presentationml/2006/ole">
            <mc:AlternateContent xmlns:mc="http://schemas.openxmlformats.org/markup-compatibility/2006">
              <mc:Choice xmlns:v="urn:schemas-microsoft-com:vml" Requires="v">
                <p:oleObj spid="_x0000_s0" name="Equation" r:id="rId1" imgW="961390" imgH="304800" progId="Equation.3">
                  <p:embed/>
                </p:oleObj>
              </mc:Choice>
              <mc:Fallback>
                <p:oleObj name="Equation" r:id="rId1" imgW="961390" imgH="304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814513"/>
                        <a:ext cx="3763963" cy="1054100"/>
                      </a:xfrm>
                      <a:prstGeom prst="rect">
                        <a:avLst/>
                      </a:prstGeom>
                      <a:gradFill rotWithShape="0">
                        <a:gsLst>
                          <a:gs pos="0">
                            <a:schemeClr val="accent1"/>
                          </a:gs>
                          <a:gs pos="50000">
                            <a:srgbClr val="FFFFFF"/>
                          </a:gs>
                          <a:gs pos="100000">
                            <a:schemeClr val="accent1"/>
                          </a:gs>
                        </a:gsLst>
                        <a:lin ang="5400000" scaled="1"/>
                      </a:gradFill>
                      <a:ln w="12700">
                        <a:solidFill>
                          <a:srgbClr val="006666"/>
                        </a:solidFill>
                        <a:miter lim="800000"/>
                        <a:headEnd/>
                        <a:tailEnd/>
                      </a:ln>
                    </p:spPr>
                  </p:pic>
                </p:oleObj>
              </mc:Fallback>
            </mc:AlternateContent>
          </a:graphicData>
        </a:graphic>
      </p:graphicFrame>
      <p:graphicFrame>
        <p:nvGraphicFramePr>
          <p:cNvPr id="21507" name="Object 3"/>
          <p:cNvGraphicFramePr>
            <a:graphicFrameLocks noChangeAspect="1"/>
          </p:cNvGraphicFramePr>
          <p:nvPr/>
        </p:nvGraphicFramePr>
        <p:xfrm>
          <a:off x="647700" y="723900"/>
          <a:ext cx="2895600" cy="1050925"/>
        </p:xfrm>
        <a:graphic>
          <a:graphicData uri="http://schemas.openxmlformats.org/presentationml/2006/ole">
            <mc:AlternateContent xmlns:mc="http://schemas.openxmlformats.org/markup-compatibility/2006">
              <mc:Choice xmlns:v="urn:schemas-microsoft-com:vml" Requires="v">
                <p:oleObj spid="_x0000_s2" name="Equation" r:id="rId3" imgW="909320" imgH="304800" progId="Equation.3">
                  <p:embed/>
                </p:oleObj>
              </mc:Choice>
              <mc:Fallback>
                <p:oleObj name="Equation" r:id="rId3" imgW="909320" imgH="304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 y="723900"/>
                        <a:ext cx="2895600"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244" name="Group 4"/>
          <p:cNvGrpSpPr/>
          <p:nvPr/>
        </p:nvGrpSpPr>
        <p:grpSpPr bwMode="auto">
          <a:xfrm>
            <a:off x="304800" y="3111500"/>
            <a:ext cx="3992563" cy="1973263"/>
            <a:chOff x="192" y="1960"/>
            <a:chExt cx="2448" cy="1208"/>
          </a:xfrm>
        </p:grpSpPr>
        <p:sp>
          <p:nvSpPr>
            <p:cNvPr id="10245" name="Rectangle 5"/>
            <p:cNvSpPr>
              <a:spLocks noChangeArrowheads="1"/>
            </p:cNvSpPr>
            <p:nvPr/>
          </p:nvSpPr>
          <p:spPr bwMode="auto">
            <a:xfrm>
              <a:off x="192" y="1968"/>
              <a:ext cx="2337" cy="1200"/>
            </a:xfrm>
            <a:prstGeom prst="rect">
              <a:avLst/>
            </a:prstGeom>
            <a:gradFill rotWithShape="0">
              <a:gsLst>
                <a:gs pos="0">
                  <a:schemeClr val="accent1"/>
                </a:gs>
                <a:gs pos="50000">
                  <a:schemeClr val="bg1"/>
                </a:gs>
                <a:gs pos="100000">
                  <a:schemeClr val="accent1"/>
                </a:gs>
              </a:gsLst>
              <a:lin ang="5400000" scaled="1"/>
            </a:gradFill>
            <a:ln w="12700">
              <a:solidFill>
                <a:srgbClr val="006666"/>
              </a:solidFill>
              <a:miter lim="800000"/>
              <a:tailEnd type="none" w="sm" len="lg"/>
            </a:ln>
            <a:effectLst/>
          </p:spPr>
          <p:txBody>
            <a:bodyPr wrap="none" anchor="ctr"/>
            <a:lstStyle/>
            <a:p>
              <a:pPr eaLnBrk="1" hangingPunct="1">
                <a:defRPr/>
              </a:pPr>
              <a:endParaRPr lang="zh-CN" altLang="en-US"/>
            </a:p>
          </p:txBody>
        </p:sp>
        <p:sp>
          <p:nvSpPr>
            <p:cNvPr id="21555" name="Text Box 6"/>
            <p:cNvSpPr txBox="1">
              <a:spLocks noChangeArrowheads="1"/>
            </p:cNvSpPr>
            <p:nvPr/>
          </p:nvSpPr>
          <p:spPr bwMode="auto">
            <a:xfrm>
              <a:off x="1488" y="2793"/>
              <a:ext cx="1152" cy="29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D6009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CC0000"/>
                  </a:solidFill>
                  <a:latin typeface="Times New Roman" panose="02020603050405020304" pitchFamily="18" charset="0"/>
                </a:rPr>
                <a:t>（电离能）</a:t>
              </a:r>
              <a:endParaRPr lang="zh-CN" altLang="en-US" sz="2400" b="1">
                <a:solidFill>
                  <a:srgbClr val="CC0000"/>
                </a:solidFill>
                <a:latin typeface="Times New Roman" panose="02020603050405020304" pitchFamily="18" charset="0"/>
              </a:endParaRPr>
            </a:p>
          </p:txBody>
        </p:sp>
        <p:sp>
          <p:nvSpPr>
            <p:cNvPr id="21556" name="Text Box 7"/>
            <p:cNvSpPr txBox="1">
              <a:spLocks noChangeArrowheads="1"/>
            </p:cNvSpPr>
            <p:nvPr/>
          </p:nvSpPr>
          <p:spPr bwMode="auto">
            <a:xfrm>
              <a:off x="439" y="1983"/>
              <a:ext cx="1632" cy="29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CC0000"/>
                  </a:solidFill>
                  <a:latin typeface="Times New Roman" panose="02020603050405020304" pitchFamily="18" charset="0"/>
                </a:rPr>
                <a:t>基态</a:t>
              </a:r>
              <a:r>
                <a:rPr lang="zh-CN" altLang="en-US" sz="2400" b="1">
                  <a:solidFill>
                    <a:srgbClr val="003366"/>
                  </a:solidFill>
                  <a:latin typeface="Times New Roman" panose="02020603050405020304" pitchFamily="18" charset="0"/>
                </a:rPr>
                <a:t>能量</a:t>
              </a:r>
              <a:endParaRPr lang="zh-CN" altLang="en-US" sz="2400" b="1">
                <a:solidFill>
                  <a:srgbClr val="003366"/>
                </a:solidFill>
                <a:latin typeface="Times New Roman" panose="02020603050405020304" pitchFamily="18" charset="0"/>
              </a:endParaRPr>
            </a:p>
          </p:txBody>
        </p:sp>
        <p:graphicFrame>
          <p:nvGraphicFramePr>
            <p:cNvPr id="21557" name="Object 8"/>
            <p:cNvGraphicFramePr>
              <a:graphicFrameLocks noChangeAspect="1"/>
            </p:cNvGraphicFramePr>
            <p:nvPr/>
          </p:nvGraphicFramePr>
          <p:xfrm>
            <a:off x="501" y="2203"/>
            <a:ext cx="1399" cy="574"/>
          </p:xfrm>
          <a:graphic>
            <a:graphicData uri="http://schemas.openxmlformats.org/presentationml/2006/ole">
              <mc:AlternateContent xmlns:mc="http://schemas.openxmlformats.org/markup-compatibility/2006">
                <mc:Choice xmlns:v="urn:schemas-microsoft-com:vml" Requires="v">
                  <p:oleObj spid="_x0000_s3" name="Equation" r:id="rId5" imgW="898525" imgH="478155" progId="Equation.3">
                    <p:embed/>
                  </p:oleObj>
                </mc:Choice>
                <mc:Fallback>
                  <p:oleObj name="Equation" r:id="rId5" imgW="898525" imgH="478155"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 y="2203"/>
                          <a:ext cx="1399"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58" name="Object 9"/>
            <p:cNvGraphicFramePr>
              <a:graphicFrameLocks noChangeAspect="1"/>
            </p:cNvGraphicFramePr>
            <p:nvPr/>
          </p:nvGraphicFramePr>
          <p:xfrm>
            <a:off x="549" y="2832"/>
            <a:ext cx="1021" cy="243"/>
          </p:xfrm>
          <a:graphic>
            <a:graphicData uri="http://schemas.openxmlformats.org/presentationml/2006/ole">
              <mc:AlternateContent xmlns:mc="http://schemas.openxmlformats.org/markup-compatibility/2006">
                <mc:Choice xmlns:v="urn:schemas-microsoft-com:vml" Requires="v">
                  <p:oleObj spid="_x0000_s4" name="Equation" r:id="rId7" imgW="473075" imgH="110490" progId="Equation.3">
                    <p:embed/>
                  </p:oleObj>
                </mc:Choice>
                <mc:Fallback>
                  <p:oleObj name="Equation" r:id="rId7" imgW="473075" imgH="11049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9" y="2832"/>
                          <a:ext cx="1021"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59" name="Object 10"/>
            <p:cNvGraphicFramePr>
              <a:graphicFrameLocks noChangeAspect="1"/>
            </p:cNvGraphicFramePr>
            <p:nvPr/>
          </p:nvGraphicFramePr>
          <p:xfrm>
            <a:off x="1424" y="1960"/>
            <a:ext cx="624" cy="294"/>
          </p:xfrm>
          <a:graphic>
            <a:graphicData uri="http://schemas.openxmlformats.org/presentationml/2006/ole">
              <mc:AlternateContent xmlns:mc="http://schemas.openxmlformats.org/markup-compatibility/2006">
                <mc:Choice xmlns:v="urn:schemas-microsoft-com:vml" Requires="v">
                  <p:oleObj spid="_x0000_s5" name="Equation" r:id="rId9" imgW="288925" imgH="131445" progId="Equation.3">
                    <p:embed/>
                  </p:oleObj>
                </mc:Choice>
                <mc:Fallback>
                  <p:oleObj name="Equation" r:id="rId9" imgW="288925" imgH="131445"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4" y="1960"/>
                          <a:ext cx="62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0251" name="Group 11"/>
          <p:cNvGrpSpPr/>
          <p:nvPr/>
        </p:nvGrpSpPr>
        <p:grpSpPr bwMode="auto">
          <a:xfrm>
            <a:off x="304800" y="5295900"/>
            <a:ext cx="3783013" cy="1157288"/>
            <a:chOff x="192" y="3264"/>
            <a:chExt cx="2448" cy="768"/>
          </a:xfrm>
        </p:grpSpPr>
        <p:sp>
          <p:nvSpPr>
            <p:cNvPr id="10252" name="Rectangle 12"/>
            <p:cNvSpPr>
              <a:spLocks noChangeArrowheads="1"/>
            </p:cNvSpPr>
            <p:nvPr/>
          </p:nvSpPr>
          <p:spPr bwMode="auto">
            <a:xfrm>
              <a:off x="192" y="3264"/>
              <a:ext cx="2448" cy="768"/>
            </a:xfrm>
            <a:prstGeom prst="rect">
              <a:avLst/>
            </a:prstGeom>
            <a:gradFill rotWithShape="0">
              <a:gsLst>
                <a:gs pos="0">
                  <a:schemeClr val="accent1"/>
                </a:gs>
                <a:gs pos="50000">
                  <a:schemeClr val="bg1"/>
                </a:gs>
                <a:gs pos="100000">
                  <a:schemeClr val="accent1"/>
                </a:gs>
              </a:gsLst>
              <a:lin ang="5400000" scaled="1"/>
            </a:gradFill>
            <a:ln w="12700">
              <a:solidFill>
                <a:srgbClr val="006666"/>
              </a:solidFill>
              <a:miter lim="800000"/>
              <a:tailEnd type="none" w="sm" len="lg"/>
            </a:ln>
            <a:effectLst/>
          </p:spPr>
          <p:txBody>
            <a:bodyPr wrap="none" anchor="ctr"/>
            <a:lstStyle/>
            <a:p>
              <a:pPr eaLnBrk="1" hangingPunct="1">
                <a:defRPr/>
              </a:pPr>
              <a:endParaRPr lang="zh-CN" altLang="en-US" sz="2400"/>
            </a:p>
          </p:txBody>
        </p:sp>
        <p:graphicFrame>
          <p:nvGraphicFramePr>
            <p:cNvPr id="21551" name="Object 13"/>
            <p:cNvGraphicFramePr>
              <a:graphicFrameLocks noChangeAspect="1"/>
            </p:cNvGraphicFramePr>
            <p:nvPr/>
          </p:nvGraphicFramePr>
          <p:xfrm>
            <a:off x="576" y="3600"/>
            <a:ext cx="1617" cy="383"/>
          </p:xfrm>
          <a:graphic>
            <a:graphicData uri="http://schemas.openxmlformats.org/presentationml/2006/ole">
              <mc:AlternateContent xmlns:mc="http://schemas.openxmlformats.org/markup-compatibility/2006">
                <mc:Choice xmlns:v="urn:schemas-microsoft-com:vml" Requires="v">
                  <p:oleObj spid="_x0000_s6" name="Equation" r:id="rId11" imgW="499110" imgH="157480" progId="Equation.3">
                    <p:embed/>
                  </p:oleObj>
                </mc:Choice>
                <mc:Fallback>
                  <p:oleObj name="Equation" r:id="rId11" imgW="499110" imgH="15748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6" y="3600"/>
                          <a:ext cx="1617"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52" name="Rectangle 14"/>
            <p:cNvSpPr>
              <a:spLocks noChangeArrowheads="1"/>
            </p:cNvSpPr>
            <p:nvPr/>
          </p:nvSpPr>
          <p:spPr bwMode="auto">
            <a:xfrm>
              <a:off x="384" y="3273"/>
              <a:ext cx="1920" cy="29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D6009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CC0000"/>
                  </a:solidFill>
                  <a:latin typeface="Times New Roman" panose="02020603050405020304" pitchFamily="18" charset="0"/>
                </a:rPr>
                <a:t>激发态</a:t>
              </a:r>
              <a:r>
                <a:rPr lang="zh-CN" altLang="en-US" sz="2400" b="1">
                  <a:solidFill>
                    <a:srgbClr val="003366"/>
                  </a:solidFill>
                  <a:latin typeface="Times New Roman" panose="02020603050405020304" pitchFamily="18" charset="0"/>
                </a:rPr>
                <a:t>能量</a:t>
              </a:r>
              <a:endParaRPr lang="zh-CN" altLang="zh-CN" sz="2400" b="1">
                <a:solidFill>
                  <a:srgbClr val="003366"/>
                </a:solidFill>
                <a:latin typeface="Times New Roman" panose="02020603050405020304" pitchFamily="18" charset="0"/>
              </a:endParaRPr>
            </a:p>
          </p:txBody>
        </p:sp>
        <p:graphicFrame>
          <p:nvGraphicFramePr>
            <p:cNvPr id="21553" name="Object 15"/>
            <p:cNvGraphicFramePr>
              <a:graphicFrameLocks noChangeAspect="1"/>
            </p:cNvGraphicFramePr>
            <p:nvPr/>
          </p:nvGraphicFramePr>
          <p:xfrm>
            <a:off x="1656" y="3292"/>
            <a:ext cx="635" cy="281"/>
          </p:xfrm>
          <a:graphic>
            <a:graphicData uri="http://schemas.openxmlformats.org/presentationml/2006/ole">
              <mc:AlternateContent xmlns:mc="http://schemas.openxmlformats.org/markup-compatibility/2006">
                <mc:Choice xmlns:v="urn:schemas-microsoft-com:vml" Requires="v">
                  <p:oleObj spid="_x0000_s7" name="公式" r:id="rId13" imgW="462280" imgH="199390" progId="Equation.3">
                    <p:embed/>
                  </p:oleObj>
                </mc:Choice>
                <mc:Fallback>
                  <p:oleObj name="公式" r:id="rId13" imgW="462280" imgH="19939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56" y="3292"/>
                          <a:ext cx="63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0256" name="Group 16"/>
          <p:cNvGrpSpPr/>
          <p:nvPr/>
        </p:nvGrpSpPr>
        <p:grpSpPr bwMode="auto">
          <a:xfrm>
            <a:off x="4419600" y="762000"/>
            <a:ext cx="4572000" cy="5638800"/>
            <a:chOff x="2784" y="480"/>
            <a:chExt cx="2880" cy="3552"/>
          </a:xfrm>
        </p:grpSpPr>
        <p:sp>
          <p:nvSpPr>
            <p:cNvPr id="21537" name="Rectangle 17"/>
            <p:cNvSpPr>
              <a:spLocks noChangeArrowheads="1"/>
            </p:cNvSpPr>
            <p:nvPr/>
          </p:nvSpPr>
          <p:spPr bwMode="auto">
            <a:xfrm>
              <a:off x="2784" y="480"/>
              <a:ext cx="2880" cy="3552"/>
            </a:xfrm>
            <a:prstGeom prst="rect">
              <a:avLst/>
            </a:prstGeom>
            <a:solidFill>
              <a:schemeClr val="bg1"/>
            </a:solidFill>
            <a:ln w="9525">
              <a:solidFill>
                <a:schemeClr val="tx2"/>
              </a:solidFill>
              <a:miter lim="800000"/>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1538" name="Group 18"/>
            <p:cNvGrpSpPr/>
            <p:nvPr/>
          </p:nvGrpSpPr>
          <p:grpSpPr bwMode="auto">
            <a:xfrm>
              <a:off x="3936" y="1248"/>
              <a:ext cx="576" cy="2640"/>
              <a:chOff x="3936" y="1248"/>
              <a:chExt cx="576" cy="2640"/>
            </a:xfrm>
          </p:grpSpPr>
          <p:sp>
            <p:nvSpPr>
              <p:cNvPr id="21541" name="Line 19"/>
              <p:cNvSpPr>
                <a:spLocks noChangeShapeType="1"/>
              </p:cNvSpPr>
              <p:nvPr/>
            </p:nvSpPr>
            <p:spPr bwMode="auto">
              <a:xfrm>
                <a:off x="3936" y="1248"/>
                <a:ext cx="576" cy="0"/>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2" name="Line 20"/>
              <p:cNvSpPr>
                <a:spLocks noChangeShapeType="1"/>
              </p:cNvSpPr>
              <p:nvPr/>
            </p:nvSpPr>
            <p:spPr bwMode="auto">
              <a:xfrm>
                <a:off x="3936" y="1440"/>
                <a:ext cx="57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3" name="Line 21"/>
              <p:cNvSpPr>
                <a:spLocks noChangeShapeType="1"/>
              </p:cNvSpPr>
              <p:nvPr/>
            </p:nvSpPr>
            <p:spPr bwMode="auto">
              <a:xfrm>
                <a:off x="3936" y="1392"/>
                <a:ext cx="57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4" name="Line 22"/>
              <p:cNvSpPr>
                <a:spLocks noChangeShapeType="1"/>
              </p:cNvSpPr>
              <p:nvPr/>
            </p:nvSpPr>
            <p:spPr bwMode="auto">
              <a:xfrm>
                <a:off x="3936" y="1536"/>
                <a:ext cx="57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5" name="Line 23"/>
              <p:cNvSpPr>
                <a:spLocks noChangeShapeType="1"/>
              </p:cNvSpPr>
              <p:nvPr/>
            </p:nvSpPr>
            <p:spPr bwMode="auto">
              <a:xfrm>
                <a:off x="3936" y="1728"/>
                <a:ext cx="57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6" name="Line 24"/>
              <p:cNvSpPr>
                <a:spLocks noChangeShapeType="1"/>
              </p:cNvSpPr>
              <p:nvPr/>
            </p:nvSpPr>
            <p:spPr bwMode="auto">
              <a:xfrm>
                <a:off x="3936" y="2112"/>
                <a:ext cx="57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7" name="Line 25"/>
              <p:cNvSpPr>
                <a:spLocks noChangeShapeType="1"/>
              </p:cNvSpPr>
              <p:nvPr/>
            </p:nvSpPr>
            <p:spPr bwMode="auto">
              <a:xfrm>
                <a:off x="3936" y="3888"/>
                <a:ext cx="57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8" name="Rectangle 26"/>
              <p:cNvSpPr>
                <a:spLocks noChangeArrowheads="1"/>
              </p:cNvSpPr>
              <p:nvPr/>
            </p:nvSpPr>
            <p:spPr bwMode="auto">
              <a:xfrm>
                <a:off x="3936" y="1248"/>
                <a:ext cx="576" cy="144"/>
              </a:xfrm>
              <a:prstGeom prst="rect">
                <a:avLst/>
              </a:prstGeom>
              <a:blipFill dpi="0" rotWithShape="0">
                <a:blip r:embed="rId15"/>
                <a:srcRect/>
                <a:tile tx="0" ty="0" sx="100000" sy="100000" flip="none" algn="tl"/>
              </a:blipFill>
              <a:ln>
                <a:noFill/>
              </a:ln>
              <a:effectLst/>
              <a:extLs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1549" name="Line 27"/>
              <p:cNvSpPr>
                <a:spLocks noChangeShapeType="1"/>
              </p:cNvSpPr>
              <p:nvPr/>
            </p:nvSpPr>
            <p:spPr bwMode="auto">
              <a:xfrm>
                <a:off x="4512" y="1248"/>
                <a:ext cx="0" cy="264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1539" name="Object 28"/>
            <p:cNvGraphicFramePr>
              <a:graphicFrameLocks noChangeAspect="1"/>
            </p:cNvGraphicFramePr>
            <p:nvPr/>
          </p:nvGraphicFramePr>
          <p:xfrm>
            <a:off x="4176" y="912"/>
            <a:ext cx="720" cy="276"/>
          </p:xfrm>
          <a:graphic>
            <a:graphicData uri="http://schemas.openxmlformats.org/presentationml/2006/ole">
              <mc:AlternateContent xmlns:mc="http://schemas.openxmlformats.org/markup-compatibility/2006">
                <mc:Choice xmlns:v="urn:schemas-microsoft-com:vml" Requires="v">
                  <p:oleObj spid="_x0000_s8" name="Equation" r:id="rId16" imgW="660400" imgH="254000" progId="Equation.3">
                    <p:embed/>
                  </p:oleObj>
                </mc:Choice>
                <mc:Fallback>
                  <p:oleObj name="Equation" r:id="rId16" imgW="660400" imgH="254000" progId="Equation.3">
                    <p:embed/>
                    <p:pic>
                      <p:nvPicPr>
                        <p:cNvPr id="0" name="Object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76" y="912"/>
                          <a:ext cx="720"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40" name="Text Box 29"/>
            <p:cNvSpPr txBox="1">
              <a:spLocks noChangeArrowheads="1"/>
            </p:cNvSpPr>
            <p:nvPr/>
          </p:nvSpPr>
          <p:spPr bwMode="auto">
            <a:xfrm>
              <a:off x="3504" y="489"/>
              <a:ext cx="1776" cy="32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CC0000"/>
                  </a:solidFill>
                  <a:latin typeface="宋体" panose="02010600030101010101" pitchFamily="2" charset="-122"/>
                </a:rPr>
                <a:t> </a:t>
              </a:r>
              <a:r>
                <a:rPr lang="zh-CN" altLang="en-US" sz="2800" b="1">
                  <a:solidFill>
                    <a:srgbClr val="003366"/>
                  </a:solidFill>
                  <a:latin typeface="宋体" panose="02010600030101010101" pitchFamily="2" charset="-122"/>
                </a:rPr>
                <a:t>氢原子能级图</a:t>
              </a:r>
              <a:endParaRPr lang="zh-CN" altLang="en-US" sz="2800" b="1">
                <a:solidFill>
                  <a:srgbClr val="003366"/>
                </a:solidFill>
                <a:latin typeface="宋体" panose="02010600030101010101" pitchFamily="2" charset="-122"/>
              </a:endParaRPr>
            </a:p>
          </p:txBody>
        </p:sp>
      </p:grpSp>
      <p:grpSp>
        <p:nvGrpSpPr>
          <p:cNvPr id="10270" name="Group 30"/>
          <p:cNvGrpSpPr/>
          <p:nvPr/>
        </p:nvGrpSpPr>
        <p:grpSpPr bwMode="auto">
          <a:xfrm>
            <a:off x="4572000" y="5729288"/>
            <a:ext cx="4343400" cy="519112"/>
            <a:chOff x="2880" y="3609"/>
            <a:chExt cx="2736" cy="327"/>
          </a:xfrm>
        </p:grpSpPr>
        <p:sp>
          <p:nvSpPr>
            <p:cNvPr id="21533" name="Line 31"/>
            <p:cNvSpPr>
              <a:spLocks noChangeShapeType="1"/>
            </p:cNvSpPr>
            <p:nvPr/>
          </p:nvSpPr>
          <p:spPr bwMode="auto">
            <a:xfrm>
              <a:off x="4512" y="3888"/>
              <a:ext cx="576" cy="0"/>
            </a:xfrm>
            <a:prstGeom prst="line">
              <a:avLst/>
            </a:prstGeom>
            <a:noFill/>
            <a:ln w="2857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534" name="Object 32"/>
            <p:cNvGraphicFramePr>
              <a:graphicFrameLocks noChangeAspect="1"/>
            </p:cNvGraphicFramePr>
            <p:nvPr/>
          </p:nvGraphicFramePr>
          <p:xfrm>
            <a:off x="3400" y="3648"/>
            <a:ext cx="536" cy="286"/>
          </p:xfrm>
          <a:graphic>
            <a:graphicData uri="http://schemas.openxmlformats.org/presentationml/2006/ole">
              <mc:AlternateContent xmlns:mc="http://schemas.openxmlformats.org/markup-compatibility/2006">
                <mc:Choice xmlns:v="urn:schemas-microsoft-com:vml" Requires="v">
                  <p:oleObj spid="_x0000_s9" name="公式" r:id="rId18" imgW="215265" imgH="110490" progId="Equation.3">
                    <p:embed/>
                  </p:oleObj>
                </mc:Choice>
                <mc:Fallback>
                  <p:oleObj name="公式" r:id="rId18" imgW="215265" imgH="110490" progId="Equation.3">
                    <p:embed/>
                    <p:pic>
                      <p:nvPicPr>
                        <p:cNvPr id="0" name="Object 3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00" y="3648"/>
                          <a:ext cx="536"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35" name="Text Box 33"/>
            <p:cNvSpPr txBox="1">
              <a:spLocks noChangeArrowheads="1"/>
            </p:cNvSpPr>
            <p:nvPr/>
          </p:nvSpPr>
          <p:spPr bwMode="auto">
            <a:xfrm>
              <a:off x="2880" y="3609"/>
              <a:ext cx="864" cy="32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8000"/>
                  </a:solidFill>
                  <a:latin typeface="Times New Roman" panose="02020603050405020304" pitchFamily="18" charset="0"/>
                </a:rPr>
                <a:t>基态</a:t>
              </a:r>
              <a:endParaRPr lang="zh-CN" altLang="en-US" sz="2800" b="1">
                <a:solidFill>
                  <a:srgbClr val="008000"/>
                </a:solidFill>
                <a:latin typeface="Times New Roman" panose="02020603050405020304" pitchFamily="18" charset="0"/>
              </a:endParaRPr>
            </a:p>
          </p:txBody>
        </p:sp>
        <p:graphicFrame>
          <p:nvGraphicFramePr>
            <p:cNvPr id="21536" name="Object 34"/>
            <p:cNvGraphicFramePr>
              <a:graphicFrameLocks noChangeAspect="1"/>
            </p:cNvGraphicFramePr>
            <p:nvPr/>
          </p:nvGraphicFramePr>
          <p:xfrm>
            <a:off x="5040" y="3682"/>
            <a:ext cx="576" cy="252"/>
          </p:xfrm>
          <a:graphic>
            <a:graphicData uri="http://schemas.openxmlformats.org/presentationml/2006/ole">
              <mc:AlternateContent xmlns:mc="http://schemas.openxmlformats.org/markup-compatibility/2006">
                <mc:Choice xmlns:v="urn:schemas-microsoft-com:vml" Requires="v">
                  <p:oleObj spid="_x0000_s10" name="Equation" r:id="rId20" imgW="267970" imgH="110490" progId="Equation.3">
                    <p:embed/>
                  </p:oleObj>
                </mc:Choice>
                <mc:Fallback>
                  <p:oleObj name="Equation" r:id="rId20" imgW="267970" imgH="110490" progId="Equation.3">
                    <p:embed/>
                    <p:pic>
                      <p:nvPicPr>
                        <p:cNvPr id="0" name="Object 3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040" y="3682"/>
                          <a:ext cx="576"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275" name="Group 35"/>
          <p:cNvGrpSpPr/>
          <p:nvPr/>
        </p:nvGrpSpPr>
        <p:grpSpPr bwMode="auto">
          <a:xfrm>
            <a:off x="4570413" y="2057400"/>
            <a:ext cx="4421187" cy="1524000"/>
            <a:chOff x="2879" y="1296"/>
            <a:chExt cx="2785" cy="960"/>
          </a:xfrm>
        </p:grpSpPr>
        <p:sp>
          <p:nvSpPr>
            <p:cNvPr id="21521" name="Line 36"/>
            <p:cNvSpPr>
              <a:spLocks noChangeShapeType="1"/>
            </p:cNvSpPr>
            <p:nvPr/>
          </p:nvSpPr>
          <p:spPr bwMode="auto">
            <a:xfrm>
              <a:off x="4512" y="2112"/>
              <a:ext cx="576" cy="0"/>
            </a:xfrm>
            <a:prstGeom prst="line">
              <a:avLst/>
            </a:prstGeom>
            <a:noFill/>
            <a:ln w="2857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2" name="Line 37"/>
            <p:cNvSpPr>
              <a:spLocks noChangeShapeType="1"/>
            </p:cNvSpPr>
            <p:nvPr/>
          </p:nvSpPr>
          <p:spPr bwMode="auto">
            <a:xfrm>
              <a:off x="4512" y="1728"/>
              <a:ext cx="576" cy="0"/>
            </a:xfrm>
            <a:prstGeom prst="line">
              <a:avLst/>
            </a:prstGeom>
            <a:noFill/>
            <a:ln w="2857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3" name="Line 38"/>
            <p:cNvSpPr>
              <a:spLocks noChangeShapeType="1"/>
            </p:cNvSpPr>
            <p:nvPr/>
          </p:nvSpPr>
          <p:spPr bwMode="auto">
            <a:xfrm>
              <a:off x="4512" y="1536"/>
              <a:ext cx="576" cy="0"/>
            </a:xfrm>
            <a:prstGeom prst="line">
              <a:avLst/>
            </a:prstGeom>
            <a:noFill/>
            <a:ln w="2857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4" name="Line 39"/>
            <p:cNvSpPr>
              <a:spLocks noChangeShapeType="1"/>
            </p:cNvSpPr>
            <p:nvPr/>
          </p:nvSpPr>
          <p:spPr bwMode="auto">
            <a:xfrm>
              <a:off x="4512" y="1440"/>
              <a:ext cx="576" cy="0"/>
            </a:xfrm>
            <a:prstGeom prst="line">
              <a:avLst/>
            </a:prstGeom>
            <a:noFill/>
            <a:ln w="2857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525" name="Object 40"/>
            <p:cNvGraphicFramePr>
              <a:graphicFrameLocks noChangeAspect="1"/>
            </p:cNvGraphicFramePr>
            <p:nvPr/>
          </p:nvGraphicFramePr>
          <p:xfrm>
            <a:off x="3341" y="1968"/>
            <a:ext cx="575" cy="286"/>
          </p:xfrm>
          <a:graphic>
            <a:graphicData uri="http://schemas.openxmlformats.org/presentationml/2006/ole">
              <mc:AlternateContent xmlns:mc="http://schemas.openxmlformats.org/markup-compatibility/2006">
                <mc:Choice xmlns:v="urn:schemas-microsoft-com:vml" Requires="v">
                  <p:oleObj spid="_x0000_s11" name="公式" r:id="rId22" imgW="236220" imgH="110490" progId="Equation.3">
                    <p:embed/>
                  </p:oleObj>
                </mc:Choice>
                <mc:Fallback>
                  <p:oleObj name="公式" r:id="rId22" imgW="236220" imgH="110490" progId="Equation.3">
                    <p:embed/>
                    <p:pic>
                      <p:nvPicPr>
                        <p:cNvPr id="0" name="Object 4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41" y="1968"/>
                          <a:ext cx="575"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26" name="Object 41"/>
            <p:cNvGraphicFramePr>
              <a:graphicFrameLocks noChangeAspect="1"/>
            </p:cNvGraphicFramePr>
            <p:nvPr/>
          </p:nvGraphicFramePr>
          <p:xfrm>
            <a:off x="3360" y="1584"/>
            <a:ext cx="554" cy="286"/>
          </p:xfrm>
          <a:graphic>
            <a:graphicData uri="http://schemas.openxmlformats.org/presentationml/2006/ole">
              <mc:AlternateContent xmlns:mc="http://schemas.openxmlformats.org/markup-compatibility/2006">
                <mc:Choice xmlns:v="urn:schemas-microsoft-com:vml" Requires="v">
                  <p:oleObj spid="_x0000_s12" name="公式" r:id="rId24" imgW="226060" imgH="110490" progId="Equation.3">
                    <p:embed/>
                  </p:oleObj>
                </mc:Choice>
                <mc:Fallback>
                  <p:oleObj name="公式" r:id="rId24" imgW="226060" imgH="110490" progId="Equation.3">
                    <p:embed/>
                    <p:pic>
                      <p:nvPicPr>
                        <p:cNvPr id="0" name="Object 4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60" y="1584"/>
                          <a:ext cx="554"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27" name="Object 42"/>
            <p:cNvGraphicFramePr>
              <a:graphicFrameLocks noChangeAspect="1"/>
            </p:cNvGraphicFramePr>
            <p:nvPr/>
          </p:nvGraphicFramePr>
          <p:xfrm>
            <a:off x="3360" y="1392"/>
            <a:ext cx="575" cy="286"/>
          </p:xfrm>
          <a:graphic>
            <a:graphicData uri="http://schemas.openxmlformats.org/presentationml/2006/ole">
              <mc:AlternateContent xmlns:mc="http://schemas.openxmlformats.org/markup-compatibility/2006">
                <mc:Choice xmlns:v="urn:schemas-microsoft-com:vml" Requires="v">
                  <p:oleObj spid="_x0000_s13" name="公式" r:id="rId26" imgW="236220" imgH="110490" progId="Equation.3">
                    <p:embed/>
                  </p:oleObj>
                </mc:Choice>
                <mc:Fallback>
                  <p:oleObj name="公式" r:id="rId26" imgW="236220" imgH="110490" progId="Equation.3">
                    <p:embed/>
                    <p:pic>
                      <p:nvPicPr>
                        <p:cNvPr id="0" name="Object 4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360" y="1392"/>
                          <a:ext cx="575"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8" name="AutoShape 43"/>
            <p:cNvSpPr/>
            <p:nvPr/>
          </p:nvSpPr>
          <p:spPr bwMode="auto">
            <a:xfrm>
              <a:off x="3216" y="1296"/>
              <a:ext cx="144" cy="864"/>
            </a:xfrm>
            <a:prstGeom prst="leftBrace">
              <a:avLst>
                <a:gd name="adj1" fmla="val 50000"/>
                <a:gd name="adj2" fmla="val 50000"/>
              </a:avLst>
            </a:prstGeom>
            <a:noFill/>
            <a:ln w="28575">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1529" name="Text Box 44"/>
            <p:cNvSpPr txBox="1">
              <a:spLocks noChangeArrowheads="1"/>
            </p:cNvSpPr>
            <p:nvPr/>
          </p:nvSpPr>
          <p:spPr bwMode="auto">
            <a:xfrm>
              <a:off x="2879" y="1392"/>
              <a:ext cx="385" cy="864"/>
            </a:xfrm>
            <a:prstGeom prst="rect">
              <a:avLst/>
            </a:prstGeom>
            <a:noFill/>
            <a:ln>
              <a:noFill/>
            </a:ln>
            <a:effectLst/>
            <a:extLst>
              <a:ext uri="{909E8E84-426E-40DD-AFC4-6F175D3DCCD1}">
                <a14:hiddenFill xmlns:a14="http://schemas.microsoft.com/office/drawing/2010/main">
                  <a:gradFill rotWithShape="0">
                    <a:gsLst>
                      <a:gs pos="0">
                        <a:srgbClr val="A987A9"/>
                      </a:gs>
                      <a:gs pos="50000">
                        <a:srgbClr val="FFCCFF"/>
                      </a:gs>
                      <a:gs pos="100000">
                        <a:srgbClr val="A987A9"/>
                      </a:gs>
                    </a:gsLst>
                    <a:lin ang="0" scaled="1"/>
                  </a:gradFill>
                </a14:hiddenFill>
              </a:ext>
              <a:ext uri="{91240B29-F687-4F45-9708-019B960494DF}">
                <a14:hiddenLine xmlns:a14="http://schemas.microsoft.com/office/drawing/2010/main" w="9525">
                  <a:solidFill>
                    <a:srgbClr val="D6009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FF0000"/>
                  </a:solidFill>
                  <a:latin typeface="宋体" panose="02010600030101010101" pitchFamily="2" charset="-122"/>
                </a:rPr>
                <a:t>激发态</a:t>
              </a:r>
              <a:endParaRPr lang="zh-CN" altLang="en-US" sz="2800" b="1">
                <a:solidFill>
                  <a:srgbClr val="FF0000"/>
                </a:solidFill>
                <a:latin typeface="宋体" panose="02010600030101010101" pitchFamily="2" charset="-122"/>
              </a:endParaRPr>
            </a:p>
          </p:txBody>
        </p:sp>
        <p:graphicFrame>
          <p:nvGraphicFramePr>
            <p:cNvPr id="21530" name="Object 45"/>
            <p:cNvGraphicFramePr>
              <a:graphicFrameLocks noChangeAspect="1"/>
            </p:cNvGraphicFramePr>
            <p:nvPr/>
          </p:nvGraphicFramePr>
          <p:xfrm>
            <a:off x="5103" y="1968"/>
            <a:ext cx="459" cy="238"/>
          </p:xfrm>
          <a:graphic>
            <a:graphicData uri="http://schemas.openxmlformats.org/presentationml/2006/ole">
              <mc:AlternateContent xmlns:mc="http://schemas.openxmlformats.org/markup-compatibility/2006">
                <mc:Choice xmlns:v="urn:schemas-microsoft-com:vml" Requires="v">
                  <p:oleObj spid="_x0000_s14" name="Equation" r:id="rId28" imgW="226060" imgH="110490" progId="Equation.3">
                    <p:embed/>
                  </p:oleObj>
                </mc:Choice>
                <mc:Fallback>
                  <p:oleObj name="Equation" r:id="rId28" imgW="226060" imgH="110490" progId="Equation.3">
                    <p:embed/>
                    <p:pic>
                      <p:nvPicPr>
                        <p:cNvPr id="0" name="Object 4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103" y="1968"/>
                          <a:ext cx="459"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1" name="Object 46"/>
            <p:cNvGraphicFramePr>
              <a:graphicFrameLocks noChangeAspect="1"/>
            </p:cNvGraphicFramePr>
            <p:nvPr/>
          </p:nvGraphicFramePr>
          <p:xfrm>
            <a:off x="5103" y="1586"/>
            <a:ext cx="527" cy="238"/>
          </p:xfrm>
          <a:graphic>
            <a:graphicData uri="http://schemas.openxmlformats.org/presentationml/2006/ole">
              <mc:AlternateContent xmlns:mc="http://schemas.openxmlformats.org/markup-compatibility/2006">
                <mc:Choice xmlns:v="urn:schemas-microsoft-com:vml" Requires="v">
                  <p:oleObj spid="_x0000_s15" name="Equation" r:id="rId30" imgW="262890" imgH="110490" progId="Equation.3">
                    <p:embed/>
                  </p:oleObj>
                </mc:Choice>
                <mc:Fallback>
                  <p:oleObj name="Equation" r:id="rId30" imgW="262890" imgH="110490" progId="Equation.3">
                    <p:embed/>
                    <p:pic>
                      <p:nvPicPr>
                        <p:cNvPr id="0" name="Object 4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103" y="1586"/>
                          <a:ext cx="527"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2" name="Object 47"/>
            <p:cNvGraphicFramePr>
              <a:graphicFrameLocks noChangeAspect="1"/>
            </p:cNvGraphicFramePr>
            <p:nvPr/>
          </p:nvGraphicFramePr>
          <p:xfrm>
            <a:off x="5103" y="1392"/>
            <a:ext cx="561" cy="238"/>
          </p:xfrm>
          <a:graphic>
            <a:graphicData uri="http://schemas.openxmlformats.org/presentationml/2006/ole">
              <mc:AlternateContent xmlns:mc="http://schemas.openxmlformats.org/markup-compatibility/2006">
                <mc:Choice xmlns:v="urn:schemas-microsoft-com:vml" Requires="v">
                  <p:oleObj spid="_x0000_s16" name="Equation" r:id="rId32" imgW="278765" imgH="110490" progId="Equation.3">
                    <p:embed/>
                  </p:oleObj>
                </mc:Choice>
                <mc:Fallback>
                  <p:oleObj name="Equation" r:id="rId32" imgW="278765" imgH="110490" progId="Equation.3">
                    <p:embed/>
                    <p:pic>
                      <p:nvPicPr>
                        <p:cNvPr id="0" name="Object 47"/>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103" y="1392"/>
                          <a:ext cx="561"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288" name="Group 48"/>
          <p:cNvGrpSpPr/>
          <p:nvPr/>
        </p:nvGrpSpPr>
        <p:grpSpPr bwMode="auto">
          <a:xfrm>
            <a:off x="4495800" y="838200"/>
            <a:ext cx="4027488" cy="1600200"/>
            <a:chOff x="2832" y="528"/>
            <a:chExt cx="2537" cy="1008"/>
          </a:xfrm>
        </p:grpSpPr>
        <p:sp>
          <p:nvSpPr>
            <p:cNvPr id="21515" name="Line 49"/>
            <p:cNvSpPr>
              <a:spLocks noChangeShapeType="1"/>
            </p:cNvSpPr>
            <p:nvPr/>
          </p:nvSpPr>
          <p:spPr bwMode="auto">
            <a:xfrm>
              <a:off x="4512" y="1248"/>
              <a:ext cx="576" cy="0"/>
            </a:xfrm>
            <a:prstGeom prst="line">
              <a:avLst/>
            </a:prstGeom>
            <a:noFill/>
            <a:ln w="1905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516" name="Object 50"/>
            <p:cNvGraphicFramePr>
              <a:graphicFrameLocks noChangeAspect="1"/>
            </p:cNvGraphicFramePr>
            <p:nvPr/>
          </p:nvGraphicFramePr>
          <p:xfrm>
            <a:off x="3312" y="1086"/>
            <a:ext cx="636" cy="226"/>
          </p:xfrm>
          <a:graphic>
            <a:graphicData uri="http://schemas.openxmlformats.org/presentationml/2006/ole">
              <mc:AlternateContent xmlns:mc="http://schemas.openxmlformats.org/markup-compatibility/2006">
                <mc:Choice xmlns:v="urn:schemas-microsoft-com:vml" Requires="v">
                  <p:oleObj spid="_x0000_s17" name="公式" r:id="rId34" imgW="262890" imgH="83820" progId="Equation.3">
                    <p:embed/>
                  </p:oleObj>
                </mc:Choice>
                <mc:Fallback>
                  <p:oleObj name="公式" r:id="rId34" imgW="262890" imgH="83820" progId="Equation.3">
                    <p:embed/>
                    <p:pic>
                      <p:nvPicPr>
                        <p:cNvPr id="0" name="Object 5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312" y="1086"/>
                          <a:ext cx="636"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7" name="Line 51"/>
            <p:cNvSpPr>
              <a:spLocks noChangeShapeType="1"/>
            </p:cNvSpPr>
            <p:nvPr/>
          </p:nvSpPr>
          <p:spPr bwMode="auto">
            <a:xfrm>
              <a:off x="2832" y="1248"/>
              <a:ext cx="480" cy="0"/>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18" name="Line 52"/>
            <p:cNvSpPr>
              <a:spLocks noChangeShapeType="1"/>
            </p:cNvSpPr>
            <p:nvPr/>
          </p:nvSpPr>
          <p:spPr bwMode="auto">
            <a:xfrm>
              <a:off x="3312" y="816"/>
              <a:ext cx="0" cy="432"/>
            </a:xfrm>
            <a:prstGeom prst="line">
              <a:avLst/>
            </a:prstGeom>
            <a:noFill/>
            <a:ln w="9525">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21519" name="Object 53"/>
            <p:cNvGraphicFramePr>
              <a:graphicFrameLocks noChangeAspect="1"/>
            </p:cNvGraphicFramePr>
            <p:nvPr/>
          </p:nvGraphicFramePr>
          <p:xfrm>
            <a:off x="5199" y="1152"/>
            <a:ext cx="170" cy="238"/>
          </p:xfrm>
          <a:graphic>
            <a:graphicData uri="http://schemas.openxmlformats.org/presentationml/2006/ole">
              <mc:AlternateContent xmlns:mc="http://schemas.openxmlformats.org/markup-compatibility/2006">
                <mc:Choice xmlns:v="urn:schemas-microsoft-com:vml" Requires="v">
                  <p:oleObj spid="_x0000_s18" name="Equation" r:id="rId36" imgW="78740" imgH="110490" progId="Equation.3">
                    <p:embed/>
                  </p:oleObj>
                </mc:Choice>
                <mc:Fallback>
                  <p:oleObj name="Equation" r:id="rId36" imgW="78740" imgH="110490" progId="Equation.3">
                    <p:embed/>
                    <p:pic>
                      <p:nvPicPr>
                        <p:cNvPr id="0" name="Object 53"/>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199" y="1152"/>
                          <a:ext cx="170"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0" name="Text Box 54"/>
            <p:cNvSpPr txBox="1">
              <a:spLocks noChangeArrowheads="1"/>
            </p:cNvSpPr>
            <p:nvPr/>
          </p:nvSpPr>
          <p:spPr bwMode="auto">
            <a:xfrm>
              <a:off x="2879" y="528"/>
              <a:ext cx="385"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CC00CC"/>
                  </a:solidFill>
                </a:rPr>
                <a:t>自由态</a:t>
              </a:r>
              <a:endParaRPr lang="zh-CN" altLang="en-US" sz="2800" b="1">
                <a:solidFill>
                  <a:srgbClr val="CC00CC"/>
                </a:solidFill>
              </a:endParaRPr>
            </a:p>
          </p:txBody>
        </p:sp>
      </p:grpSp>
      <p:sp>
        <p:nvSpPr>
          <p:cNvPr id="21514" name="Text Box 55"/>
          <p:cNvSpPr txBox="1">
            <a:spLocks noChangeArrowheads="1"/>
          </p:cNvSpPr>
          <p:nvPr/>
        </p:nvSpPr>
        <p:spPr bwMode="auto">
          <a:xfrm>
            <a:off x="2800350" y="173038"/>
            <a:ext cx="2708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chemeClr val="bg1"/>
                </a:solidFill>
              </a:rPr>
              <a:t> </a:t>
            </a:r>
            <a:r>
              <a:rPr lang="zh-CN" altLang="en-US" sz="2800" b="1">
                <a:solidFill>
                  <a:schemeClr val="bg1"/>
                </a:solidFill>
              </a:rPr>
              <a:t>氢原子能级</a:t>
            </a:r>
            <a:endParaRPr lang="zh-CN" altLang="en-US" sz="2800" b="1">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blinds(vertical)">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4"/>
                                        </p:tgtEl>
                                        <p:attrNameLst>
                                          <p:attrName>style.visibility</p:attrName>
                                        </p:attrNameLst>
                                      </p:cBhvr>
                                      <p:to>
                                        <p:strVal val="visible"/>
                                      </p:to>
                                    </p:set>
                                    <p:animEffect transition="in" filter="blinds(horizontal)">
                                      <p:cBhvr>
                                        <p:cTn id="12" dur="500"/>
                                        <p:tgtEl>
                                          <p:spTgt spid="1024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51"/>
                                        </p:tgtEl>
                                        <p:attrNameLst>
                                          <p:attrName>style.visibility</p:attrName>
                                        </p:attrNameLst>
                                      </p:cBhvr>
                                      <p:to>
                                        <p:strVal val="visible"/>
                                      </p:to>
                                    </p:set>
                                    <p:animEffect transition="in" filter="blinds(horizontal)">
                                      <p:cBhvr>
                                        <p:cTn id="17" dur="500"/>
                                        <p:tgtEl>
                                          <p:spTgt spid="1025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0256"/>
                                        </p:tgtEl>
                                        <p:attrNameLst>
                                          <p:attrName>style.visibility</p:attrName>
                                        </p:attrNameLst>
                                      </p:cBhvr>
                                      <p:to>
                                        <p:strVal val="visible"/>
                                      </p:to>
                                    </p:set>
                                    <p:animEffect transition="in" filter="box(out)">
                                      <p:cBhvr>
                                        <p:cTn id="22" dur="500"/>
                                        <p:tgtEl>
                                          <p:spTgt spid="1025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10270"/>
                                        </p:tgtEl>
                                        <p:attrNameLst>
                                          <p:attrName>style.visibility</p:attrName>
                                        </p:attrNameLst>
                                      </p:cBhvr>
                                      <p:to>
                                        <p:strVal val="visible"/>
                                      </p:to>
                                    </p:set>
                                    <p:animEffect transition="in" filter="barn(outVertical)">
                                      <p:cBhvr>
                                        <p:cTn id="27" dur="500"/>
                                        <p:tgtEl>
                                          <p:spTgt spid="1027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10275"/>
                                        </p:tgtEl>
                                        <p:attrNameLst>
                                          <p:attrName>style.visibility</p:attrName>
                                        </p:attrNameLst>
                                      </p:cBhvr>
                                      <p:to>
                                        <p:strVal val="visible"/>
                                      </p:to>
                                    </p:set>
                                    <p:animEffect transition="in" filter="barn(outVertical)">
                                      <p:cBhvr>
                                        <p:cTn id="32" dur="500"/>
                                        <p:tgtEl>
                                          <p:spTgt spid="1027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nodeType="clickEffect">
                                  <p:stCondLst>
                                    <p:cond delay="0"/>
                                  </p:stCondLst>
                                  <p:childTnLst>
                                    <p:set>
                                      <p:cBhvr>
                                        <p:cTn id="36" dur="1" fill="hold">
                                          <p:stCondLst>
                                            <p:cond delay="0"/>
                                          </p:stCondLst>
                                        </p:cTn>
                                        <p:tgtEl>
                                          <p:spTgt spid="10288"/>
                                        </p:tgtEl>
                                        <p:attrNameLst>
                                          <p:attrName>style.visibility</p:attrName>
                                        </p:attrNameLst>
                                      </p:cBhvr>
                                      <p:to>
                                        <p:strVal val="visible"/>
                                      </p:to>
                                    </p:set>
                                    <p:animEffect transition="in" filter="barn(outVertical)">
                                      <p:cBhvr>
                                        <p:cTn id="37" dur="500"/>
                                        <p:tgtEl>
                                          <p:spTgt spid="10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944688" y="188913"/>
            <a:ext cx="5435600" cy="5191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chemeClr val="bg1"/>
                </a:solidFill>
                <a:latin typeface="Times New Roman" panose="02020603050405020304" pitchFamily="18" charset="0"/>
              </a:rPr>
              <a:t>玻尔理论对氢原子光谱的解释</a:t>
            </a:r>
            <a:endParaRPr lang="zh-CN" altLang="en-US" sz="2800" b="1">
              <a:solidFill>
                <a:schemeClr val="bg1"/>
              </a:solidFill>
              <a:latin typeface="Times New Roman" panose="02020603050405020304" pitchFamily="18" charset="0"/>
            </a:endParaRPr>
          </a:p>
        </p:txBody>
      </p:sp>
      <p:graphicFrame>
        <p:nvGraphicFramePr>
          <p:cNvPr id="11267" name="Object 3"/>
          <p:cNvGraphicFramePr>
            <a:graphicFrameLocks noChangeAspect="1"/>
          </p:cNvGraphicFramePr>
          <p:nvPr/>
        </p:nvGraphicFramePr>
        <p:xfrm>
          <a:off x="5213350" y="1131888"/>
          <a:ext cx="2374900" cy="639762"/>
        </p:xfrm>
        <a:graphic>
          <a:graphicData uri="http://schemas.openxmlformats.org/presentationml/2006/ole">
            <mc:AlternateContent xmlns:mc="http://schemas.openxmlformats.org/markup-compatibility/2006">
              <mc:Choice xmlns:v="urn:schemas-microsoft-com:vml" Requires="v">
                <p:oleObj spid="_x0000_s0" name="Equation" r:id="rId1" imgW="925195" imgH="241935" progId="Equation.3">
                  <p:embed/>
                </p:oleObj>
              </mc:Choice>
              <mc:Fallback>
                <p:oleObj name="Equation" r:id="rId1" imgW="925195" imgH="241935"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1131888"/>
                        <a:ext cx="2374900" cy="639762"/>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8" name="Object 4"/>
          <p:cNvGraphicFramePr>
            <a:graphicFrameLocks noChangeAspect="1"/>
          </p:cNvGraphicFramePr>
          <p:nvPr/>
        </p:nvGraphicFramePr>
        <p:xfrm>
          <a:off x="990601" y="1828801"/>
          <a:ext cx="6821760" cy="1056040"/>
        </p:xfrm>
        <a:graphic>
          <a:graphicData uri="http://schemas.openxmlformats.org/presentationml/2006/ole">
            <mc:AlternateContent xmlns:mc="http://schemas.openxmlformats.org/markup-compatibility/2006">
              <mc:Choice xmlns:v="urn:schemas-microsoft-com:vml" Requires="v">
                <p:oleObj spid="_x0000_s2" name="Equation" r:id="rId3" imgW="1708150" imgH="315595" progId="Equation.3">
                  <p:embed/>
                </p:oleObj>
              </mc:Choice>
              <mc:Fallback>
                <p:oleObj name="Equation" r:id="rId3" imgW="1708150" imgH="31559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1" y="1828801"/>
                        <a:ext cx="6821760" cy="1056040"/>
                      </a:xfrm>
                      <a:prstGeom prst="rect">
                        <a:avLst/>
                      </a:prstGeom>
                      <a:noFill/>
                      <a:ln>
                        <a:noFill/>
                      </a:ln>
                      <a:effectLst/>
                    </p:spPr>
                  </p:pic>
                </p:oleObj>
              </mc:Fallback>
            </mc:AlternateContent>
          </a:graphicData>
        </a:graphic>
      </p:graphicFrame>
      <p:grpSp>
        <p:nvGrpSpPr>
          <p:cNvPr id="11269" name="Group 5"/>
          <p:cNvGrpSpPr/>
          <p:nvPr/>
        </p:nvGrpSpPr>
        <p:grpSpPr bwMode="auto">
          <a:xfrm>
            <a:off x="381000" y="3810000"/>
            <a:ext cx="8458200" cy="3276600"/>
            <a:chOff x="240" y="2400"/>
            <a:chExt cx="5328" cy="2064"/>
          </a:xfrm>
        </p:grpSpPr>
        <p:grpSp>
          <p:nvGrpSpPr>
            <p:cNvPr id="22570" name="Group 6"/>
            <p:cNvGrpSpPr/>
            <p:nvPr/>
          </p:nvGrpSpPr>
          <p:grpSpPr bwMode="auto">
            <a:xfrm>
              <a:off x="240" y="2400"/>
              <a:ext cx="5328" cy="2064"/>
              <a:chOff x="240" y="2400"/>
              <a:chExt cx="5328" cy="2064"/>
            </a:xfrm>
          </p:grpSpPr>
          <p:sp>
            <p:nvSpPr>
              <p:cNvPr id="22587" name="Rectangle 7"/>
              <p:cNvSpPr>
                <a:spLocks noChangeArrowheads="1"/>
              </p:cNvSpPr>
              <p:nvPr/>
            </p:nvSpPr>
            <p:spPr bwMode="auto">
              <a:xfrm>
                <a:off x="240" y="2400"/>
                <a:ext cx="5328" cy="1728"/>
              </a:xfrm>
              <a:prstGeom prst="rect">
                <a:avLst/>
              </a:prstGeom>
              <a:solidFill>
                <a:schemeClr val="bg1"/>
              </a:solidFill>
              <a:ln w="9525">
                <a:solidFill>
                  <a:schemeClr val="tx2"/>
                </a:solidFill>
                <a:miter lim="800000"/>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72" name="Rectangle 8"/>
              <p:cNvSpPr>
                <a:spLocks noChangeArrowheads="1"/>
              </p:cNvSpPr>
              <p:nvPr/>
            </p:nvSpPr>
            <p:spPr bwMode="auto">
              <a:xfrm>
                <a:off x="240" y="2400"/>
                <a:ext cx="864" cy="1728"/>
              </a:xfrm>
              <a:prstGeom prst="rect">
                <a:avLst/>
              </a:prstGeom>
              <a:gradFill rotWithShape="0">
                <a:gsLst>
                  <a:gs pos="0">
                    <a:schemeClr val="accent1"/>
                  </a:gs>
                  <a:gs pos="50000">
                    <a:schemeClr val="bg1"/>
                  </a:gs>
                  <a:gs pos="100000">
                    <a:schemeClr val="accent1"/>
                  </a:gs>
                </a:gsLst>
                <a:lin ang="0" scaled="1"/>
              </a:gradFill>
              <a:ln w="9525">
                <a:solidFill>
                  <a:srgbClr val="006666"/>
                </a:solidFill>
                <a:miter lim="800000"/>
                <a:tailEnd type="none" w="sm" len="lg"/>
              </a:ln>
              <a:effectLst/>
            </p:spPr>
            <p:txBody>
              <a:bodyPr wrap="none" anchor="ctr"/>
              <a:lstStyle/>
              <a:p>
                <a:pPr eaLnBrk="1" hangingPunct="1">
                  <a:defRPr/>
                </a:pPr>
                <a:endParaRPr lang="zh-CN" altLang="en-US"/>
              </a:p>
            </p:txBody>
          </p:sp>
          <p:sp>
            <p:nvSpPr>
              <p:cNvPr id="22589" name="Text Box 9"/>
              <p:cNvSpPr txBox="1">
                <a:spLocks noChangeArrowheads="1"/>
              </p:cNvSpPr>
              <p:nvPr/>
            </p:nvSpPr>
            <p:spPr bwMode="auto">
              <a:xfrm>
                <a:off x="383" y="2448"/>
                <a:ext cx="385" cy="2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rPr>
                  <a:t>氢原子能级跃迁</a:t>
                </a:r>
                <a:endParaRPr lang="zh-CN" altLang="en-US" sz="2800" b="1">
                  <a:solidFill>
                    <a:srgbClr val="003366"/>
                  </a:solidFill>
                </a:endParaRPr>
              </a:p>
            </p:txBody>
          </p:sp>
          <p:sp>
            <p:nvSpPr>
              <p:cNvPr id="22590" name="Text Box 10"/>
              <p:cNvSpPr txBox="1">
                <a:spLocks noChangeArrowheads="1"/>
              </p:cNvSpPr>
              <p:nvPr/>
            </p:nvSpPr>
            <p:spPr bwMode="auto">
              <a:xfrm>
                <a:off x="671" y="2784"/>
                <a:ext cx="385" cy="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rPr>
                  <a:t>与光谱系</a:t>
                </a:r>
                <a:endParaRPr lang="zh-CN" altLang="en-US" sz="2800" b="1">
                  <a:solidFill>
                    <a:srgbClr val="003366"/>
                  </a:solidFill>
                </a:endParaRPr>
              </a:p>
            </p:txBody>
          </p:sp>
        </p:grpSp>
        <p:grpSp>
          <p:nvGrpSpPr>
            <p:cNvPr id="22571" name="Group 11"/>
            <p:cNvGrpSpPr/>
            <p:nvPr/>
          </p:nvGrpSpPr>
          <p:grpSpPr bwMode="auto">
            <a:xfrm>
              <a:off x="1854" y="2496"/>
              <a:ext cx="2946" cy="1586"/>
              <a:chOff x="1902" y="2496"/>
              <a:chExt cx="2946" cy="1586"/>
            </a:xfrm>
          </p:grpSpPr>
          <p:sp>
            <p:nvSpPr>
              <p:cNvPr id="22580" name="Line 12"/>
              <p:cNvSpPr>
                <a:spLocks noChangeShapeType="1"/>
              </p:cNvSpPr>
              <p:nvPr/>
            </p:nvSpPr>
            <p:spPr bwMode="auto">
              <a:xfrm>
                <a:off x="1902" y="2496"/>
                <a:ext cx="2929" cy="0"/>
              </a:xfrm>
              <a:prstGeom prst="line">
                <a:avLst/>
              </a:prstGeom>
              <a:noFill/>
              <a:ln w="190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81" name="Freeform 13"/>
              <p:cNvSpPr/>
              <p:nvPr/>
            </p:nvSpPr>
            <p:spPr bwMode="auto">
              <a:xfrm>
                <a:off x="1908" y="2588"/>
                <a:ext cx="2940" cy="4"/>
              </a:xfrm>
              <a:custGeom>
                <a:avLst/>
                <a:gdLst>
                  <a:gd name="T0" fmla="*/ 0 w 2940"/>
                  <a:gd name="T1" fmla="*/ 0 h 4"/>
                  <a:gd name="T2" fmla="*/ 2940 w 2940"/>
                  <a:gd name="T3" fmla="*/ 4 h 4"/>
                  <a:gd name="T4" fmla="*/ 0 60000 65536"/>
                  <a:gd name="T5" fmla="*/ 0 60000 65536"/>
                </a:gdLst>
                <a:ahLst/>
                <a:cxnLst>
                  <a:cxn ang="T4">
                    <a:pos x="T0" y="T1"/>
                  </a:cxn>
                  <a:cxn ang="T5">
                    <a:pos x="T2" y="T3"/>
                  </a:cxn>
                </a:cxnLst>
                <a:rect l="0" t="0" r="r" b="b"/>
                <a:pathLst>
                  <a:path w="2940" h="4">
                    <a:moveTo>
                      <a:pt x="0" y="0"/>
                    </a:moveTo>
                    <a:lnTo>
                      <a:pt x="2940" y="4"/>
                    </a:lnTo>
                  </a:path>
                </a:pathLst>
              </a:custGeom>
              <a:noFill/>
              <a:ln w="19050" cmpd="sng">
                <a:solidFill>
                  <a:srgbClr val="0000FF"/>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82" name="Line 14"/>
              <p:cNvSpPr>
                <a:spLocks noChangeShapeType="1"/>
              </p:cNvSpPr>
              <p:nvPr/>
            </p:nvSpPr>
            <p:spPr bwMode="auto">
              <a:xfrm>
                <a:off x="1902" y="2651"/>
                <a:ext cx="2929" cy="0"/>
              </a:xfrm>
              <a:prstGeom prst="line">
                <a:avLst/>
              </a:prstGeom>
              <a:noFill/>
              <a:ln w="190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83" name="Line 15"/>
              <p:cNvSpPr>
                <a:spLocks noChangeShapeType="1"/>
              </p:cNvSpPr>
              <p:nvPr/>
            </p:nvSpPr>
            <p:spPr bwMode="auto">
              <a:xfrm>
                <a:off x="1902" y="2728"/>
                <a:ext cx="2929" cy="0"/>
              </a:xfrm>
              <a:prstGeom prst="line">
                <a:avLst/>
              </a:prstGeom>
              <a:noFill/>
              <a:ln w="190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84" name="Line 16"/>
              <p:cNvSpPr>
                <a:spLocks noChangeShapeType="1"/>
              </p:cNvSpPr>
              <p:nvPr/>
            </p:nvSpPr>
            <p:spPr bwMode="auto">
              <a:xfrm>
                <a:off x="1902" y="2883"/>
                <a:ext cx="2929" cy="0"/>
              </a:xfrm>
              <a:prstGeom prst="line">
                <a:avLst/>
              </a:prstGeom>
              <a:noFill/>
              <a:ln w="190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85" name="Line 17"/>
              <p:cNvSpPr>
                <a:spLocks noChangeShapeType="1"/>
              </p:cNvSpPr>
              <p:nvPr/>
            </p:nvSpPr>
            <p:spPr bwMode="auto">
              <a:xfrm>
                <a:off x="1902" y="3154"/>
                <a:ext cx="2929" cy="0"/>
              </a:xfrm>
              <a:prstGeom prst="line">
                <a:avLst/>
              </a:prstGeom>
              <a:noFill/>
              <a:ln w="190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86" name="Line 18"/>
              <p:cNvSpPr>
                <a:spLocks noChangeShapeType="1"/>
              </p:cNvSpPr>
              <p:nvPr/>
            </p:nvSpPr>
            <p:spPr bwMode="auto">
              <a:xfrm>
                <a:off x="1902" y="4082"/>
                <a:ext cx="2929" cy="0"/>
              </a:xfrm>
              <a:prstGeom prst="line">
                <a:avLst/>
              </a:prstGeom>
              <a:noFill/>
              <a:ln w="190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22572" name="Object 19"/>
            <p:cNvGraphicFramePr>
              <a:graphicFrameLocks noChangeAspect="1"/>
            </p:cNvGraphicFramePr>
            <p:nvPr/>
          </p:nvGraphicFramePr>
          <p:xfrm>
            <a:off x="1288" y="3840"/>
            <a:ext cx="536" cy="286"/>
          </p:xfrm>
          <a:graphic>
            <a:graphicData uri="http://schemas.openxmlformats.org/presentationml/2006/ole">
              <mc:AlternateContent xmlns:mc="http://schemas.openxmlformats.org/markup-compatibility/2006">
                <mc:Choice xmlns:v="urn:schemas-microsoft-com:vml" Requires="v">
                  <p:oleObj spid="_x0000_s3" name="公式" r:id="rId5" imgW="215265" imgH="110490" progId="Equation.3">
                    <p:embed/>
                  </p:oleObj>
                </mc:Choice>
                <mc:Fallback>
                  <p:oleObj name="公式" r:id="rId5" imgW="215265" imgH="11049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8" y="3840"/>
                          <a:ext cx="536"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73" name="Object 20"/>
            <p:cNvGraphicFramePr>
              <a:graphicFrameLocks noChangeAspect="1"/>
            </p:cNvGraphicFramePr>
            <p:nvPr/>
          </p:nvGraphicFramePr>
          <p:xfrm>
            <a:off x="1230" y="3072"/>
            <a:ext cx="575" cy="286"/>
          </p:xfrm>
          <a:graphic>
            <a:graphicData uri="http://schemas.openxmlformats.org/presentationml/2006/ole">
              <mc:AlternateContent xmlns:mc="http://schemas.openxmlformats.org/markup-compatibility/2006">
                <mc:Choice xmlns:v="urn:schemas-microsoft-com:vml" Requires="v">
                  <p:oleObj spid="_x0000_s4" name="公式" r:id="rId7" imgW="236220" imgH="110490" progId="Equation.3">
                    <p:embed/>
                  </p:oleObj>
                </mc:Choice>
                <mc:Fallback>
                  <p:oleObj name="公式" r:id="rId7" imgW="236220" imgH="110490"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0" y="3072"/>
                          <a:ext cx="575"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74" name="Object 21"/>
            <p:cNvGraphicFramePr>
              <a:graphicFrameLocks noChangeAspect="1"/>
            </p:cNvGraphicFramePr>
            <p:nvPr/>
          </p:nvGraphicFramePr>
          <p:xfrm>
            <a:off x="1230" y="2786"/>
            <a:ext cx="554" cy="286"/>
          </p:xfrm>
          <a:graphic>
            <a:graphicData uri="http://schemas.openxmlformats.org/presentationml/2006/ole">
              <mc:AlternateContent xmlns:mc="http://schemas.openxmlformats.org/markup-compatibility/2006">
                <mc:Choice xmlns:v="urn:schemas-microsoft-com:vml" Requires="v">
                  <p:oleObj spid="_x0000_s5" name="公式" r:id="rId9" imgW="226060" imgH="110490" progId="Equation.3">
                    <p:embed/>
                  </p:oleObj>
                </mc:Choice>
                <mc:Fallback>
                  <p:oleObj name="公式" r:id="rId9" imgW="226060" imgH="110490"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30" y="2786"/>
                          <a:ext cx="554"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75" name="Object 22"/>
            <p:cNvGraphicFramePr>
              <a:graphicFrameLocks noChangeAspect="1"/>
            </p:cNvGraphicFramePr>
            <p:nvPr/>
          </p:nvGraphicFramePr>
          <p:xfrm>
            <a:off x="1231" y="2594"/>
            <a:ext cx="575" cy="286"/>
          </p:xfrm>
          <a:graphic>
            <a:graphicData uri="http://schemas.openxmlformats.org/presentationml/2006/ole">
              <mc:AlternateContent xmlns:mc="http://schemas.openxmlformats.org/markup-compatibility/2006">
                <mc:Choice xmlns:v="urn:schemas-microsoft-com:vml" Requires="v">
                  <p:oleObj spid="_x0000_s6" name="公式" r:id="rId11" imgW="236220" imgH="110490" progId="Equation.3">
                    <p:embed/>
                  </p:oleObj>
                </mc:Choice>
                <mc:Fallback>
                  <p:oleObj name="公式" r:id="rId11" imgW="236220" imgH="110490"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31" y="2594"/>
                          <a:ext cx="575"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76" name="Object 23"/>
            <p:cNvGraphicFramePr>
              <a:graphicFrameLocks noChangeAspect="1"/>
            </p:cNvGraphicFramePr>
            <p:nvPr/>
          </p:nvGraphicFramePr>
          <p:xfrm>
            <a:off x="1236" y="2414"/>
            <a:ext cx="636" cy="226"/>
          </p:xfrm>
          <a:graphic>
            <a:graphicData uri="http://schemas.openxmlformats.org/presentationml/2006/ole">
              <mc:AlternateContent xmlns:mc="http://schemas.openxmlformats.org/markup-compatibility/2006">
                <mc:Choice xmlns:v="urn:schemas-microsoft-com:vml" Requires="v">
                  <p:oleObj spid="_x0000_s7" name="公式" r:id="rId13" imgW="262890" imgH="83820" progId="Equation.3">
                    <p:embed/>
                  </p:oleObj>
                </mc:Choice>
                <mc:Fallback>
                  <p:oleObj name="公式" r:id="rId13" imgW="262890" imgH="83820" progId="Equation.3">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36" y="2414"/>
                          <a:ext cx="636"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77" name="Object 24"/>
            <p:cNvGraphicFramePr>
              <a:graphicFrameLocks noChangeAspect="1"/>
            </p:cNvGraphicFramePr>
            <p:nvPr/>
          </p:nvGraphicFramePr>
          <p:xfrm>
            <a:off x="4782" y="2400"/>
            <a:ext cx="690" cy="307"/>
          </p:xfrm>
          <a:graphic>
            <a:graphicData uri="http://schemas.openxmlformats.org/presentationml/2006/ole">
              <mc:AlternateContent xmlns:mc="http://schemas.openxmlformats.org/markup-compatibility/2006">
                <mc:Choice xmlns:v="urn:schemas-microsoft-com:vml" Requires="v">
                  <p:oleObj spid="_x0000_s8" name="公式" r:id="rId15" imgW="478155" imgH="210185" progId="Equation.3">
                    <p:embed/>
                  </p:oleObj>
                </mc:Choice>
                <mc:Fallback>
                  <p:oleObj name="公式" r:id="rId15" imgW="478155" imgH="210185"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82" y="2400"/>
                          <a:ext cx="690"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78" name="Line 25"/>
            <p:cNvSpPr>
              <a:spLocks noChangeShapeType="1"/>
            </p:cNvSpPr>
            <p:nvPr/>
          </p:nvSpPr>
          <p:spPr bwMode="auto">
            <a:xfrm flipV="1">
              <a:off x="4080" y="3264"/>
              <a:ext cx="0" cy="67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22579" name="Object 26"/>
            <p:cNvGraphicFramePr>
              <a:graphicFrameLocks noChangeAspect="1"/>
            </p:cNvGraphicFramePr>
            <p:nvPr/>
          </p:nvGraphicFramePr>
          <p:xfrm>
            <a:off x="4103" y="3408"/>
            <a:ext cx="361" cy="384"/>
          </p:xfrm>
          <a:graphic>
            <a:graphicData uri="http://schemas.openxmlformats.org/presentationml/2006/ole">
              <mc:AlternateContent xmlns:mc="http://schemas.openxmlformats.org/markup-compatibility/2006">
                <mc:Choice xmlns:v="urn:schemas-microsoft-com:vml" Requires="v">
                  <p:oleObj spid="_x0000_s9" name="公式" r:id="rId17" imgW="136525" imgH="147320" progId="Equation.3">
                    <p:embed/>
                  </p:oleObj>
                </mc:Choice>
                <mc:Fallback>
                  <p:oleObj name="公式" r:id="rId17" imgW="136525" imgH="147320" progId="Equation.3">
                    <p:embed/>
                    <p:pic>
                      <p:nvPicPr>
                        <p:cNvPr id="0"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03" y="3408"/>
                          <a:ext cx="36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291" name="Group 27"/>
          <p:cNvGrpSpPr/>
          <p:nvPr/>
        </p:nvGrpSpPr>
        <p:grpSpPr bwMode="auto">
          <a:xfrm>
            <a:off x="3200400" y="3962400"/>
            <a:ext cx="2917825" cy="2555875"/>
            <a:chOff x="2016" y="2496"/>
            <a:chExt cx="1838" cy="1610"/>
          </a:xfrm>
        </p:grpSpPr>
        <p:grpSp>
          <p:nvGrpSpPr>
            <p:cNvPr id="22562" name="Group 28"/>
            <p:cNvGrpSpPr/>
            <p:nvPr/>
          </p:nvGrpSpPr>
          <p:grpSpPr bwMode="auto">
            <a:xfrm>
              <a:off x="2016" y="2496"/>
              <a:ext cx="433" cy="1610"/>
              <a:chOff x="2814" y="1920"/>
              <a:chExt cx="480" cy="1968"/>
            </a:xfrm>
          </p:grpSpPr>
          <p:sp>
            <p:nvSpPr>
              <p:cNvPr id="22564" name="Line 29"/>
              <p:cNvSpPr>
                <a:spLocks noChangeShapeType="1"/>
              </p:cNvSpPr>
              <p:nvPr/>
            </p:nvSpPr>
            <p:spPr bwMode="auto">
              <a:xfrm>
                <a:off x="2814" y="2736"/>
                <a:ext cx="0" cy="1152"/>
              </a:xfrm>
              <a:prstGeom prst="line">
                <a:avLst/>
              </a:prstGeom>
              <a:noFill/>
              <a:ln w="28575">
                <a:solidFill>
                  <a:srgbClr val="CC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65" name="Line 30"/>
              <p:cNvSpPr>
                <a:spLocks noChangeShapeType="1"/>
              </p:cNvSpPr>
              <p:nvPr/>
            </p:nvSpPr>
            <p:spPr bwMode="auto">
              <a:xfrm>
                <a:off x="2910" y="2400"/>
                <a:ext cx="0" cy="1488"/>
              </a:xfrm>
              <a:prstGeom prst="line">
                <a:avLst/>
              </a:prstGeom>
              <a:noFill/>
              <a:ln w="28575">
                <a:solidFill>
                  <a:srgbClr val="CC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66" name="Line 31"/>
              <p:cNvSpPr>
                <a:spLocks noChangeShapeType="1"/>
              </p:cNvSpPr>
              <p:nvPr/>
            </p:nvSpPr>
            <p:spPr bwMode="auto">
              <a:xfrm>
                <a:off x="3006" y="2208"/>
                <a:ext cx="0" cy="1680"/>
              </a:xfrm>
              <a:prstGeom prst="line">
                <a:avLst/>
              </a:prstGeom>
              <a:noFill/>
              <a:ln w="28575">
                <a:solidFill>
                  <a:srgbClr val="CC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67" name="Line 32"/>
              <p:cNvSpPr>
                <a:spLocks noChangeShapeType="1"/>
              </p:cNvSpPr>
              <p:nvPr/>
            </p:nvSpPr>
            <p:spPr bwMode="auto">
              <a:xfrm>
                <a:off x="3102" y="2112"/>
                <a:ext cx="0" cy="1776"/>
              </a:xfrm>
              <a:prstGeom prst="line">
                <a:avLst/>
              </a:prstGeom>
              <a:noFill/>
              <a:ln w="28575">
                <a:solidFill>
                  <a:srgbClr val="CC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68" name="Freeform 33"/>
              <p:cNvSpPr/>
              <p:nvPr/>
            </p:nvSpPr>
            <p:spPr bwMode="auto">
              <a:xfrm>
                <a:off x="3198" y="2034"/>
                <a:ext cx="1" cy="1854"/>
              </a:xfrm>
              <a:custGeom>
                <a:avLst/>
                <a:gdLst>
                  <a:gd name="T0" fmla="*/ 0 w 1"/>
                  <a:gd name="T1" fmla="*/ 0 h 1854"/>
                  <a:gd name="T2" fmla="*/ 1 w 1"/>
                  <a:gd name="T3" fmla="*/ 1854 h 1854"/>
                  <a:gd name="T4" fmla="*/ 0 60000 65536"/>
                  <a:gd name="T5" fmla="*/ 0 60000 65536"/>
                </a:gdLst>
                <a:ahLst/>
                <a:cxnLst>
                  <a:cxn ang="T4">
                    <a:pos x="T0" y="T1"/>
                  </a:cxn>
                  <a:cxn ang="T5">
                    <a:pos x="T2" y="T3"/>
                  </a:cxn>
                </a:cxnLst>
                <a:rect l="0" t="0" r="r" b="b"/>
                <a:pathLst>
                  <a:path w="1" h="1854">
                    <a:moveTo>
                      <a:pt x="0" y="0"/>
                    </a:moveTo>
                    <a:lnTo>
                      <a:pt x="1" y="1854"/>
                    </a:lnTo>
                  </a:path>
                </a:pathLst>
              </a:custGeom>
              <a:noFill/>
              <a:ln w="28575" cmpd="sng">
                <a:solidFill>
                  <a:srgbClr val="CC00CC"/>
                </a:solidFill>
                <a:rou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69" name="Line 34"/>
              <p:cNvSpPr>
                <a:spLocks noChangeShapeType="1"/>
              </p:cNvSpPr>
              <p:nvPr/>
            </p:nvSpPr>
            <p:spPr bwMode="auto">
              <a:xfrm>
                <a:off x="3294" y="1920"/>
                <a:ext cx="0" cy="1968"/>
              </a:xfrm>
              <a:prstGeom prst="line">
                <a:avLst/>
              </a:prstGeom>
              <a:noFill/>
              <a:ln w="28575">
                <a:solidFill>
                  <a:srgbClr val="CC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2563" name="Rectangle 35"/>
            <p:cNvSpPr>
              <a:spLocks noChangeArrowheads="1"/>
            </p:cNvSpPr>
            <p:nvPr/>
          </p:nvSpPr>
          <p:spPr bwMode="auto">
            <a:xfrm>
              <a:off x="2496" y="3755"/>
              <a:ext cx="135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CC00CC"/>
                  </a:solidFill>
                  <a:latin typeface="宋体" panose="02010600030101010101" pitchFamily="2" charset="-122"/>
                </a:rPr>
                <a:t>莱曼系</a:t>
              </a:r>
              <a:endParaRPr lang="zh-CN" altLang="en-US" sz="2800" b="1">
                <a:solidFill>
                  <a:srgbClr val="CC00CC"/>
                </a:solidFill>
                <a:latin typeface="宋体" panose="02010600030101010101" pitchFamily="2" charset="-122"/>
              </a:endParaRPr>
            </a:p>
          </p:txBody>
        </p:sp>
      </p:grpSp>
      <p:grpSp>
        <p:nvGrpSpPr>
          <p:cNvPr id="11300" name="Group 36"/>
          <p:cNvGrpSpPr/>
          <p:nvPr/>
        </p:nvGrpSpPr>
        <p:grpSpPr bwMode="auto">
          <a:xfrm>
            <a:off x="3962400" y="3962400"/>
            <a:ext cx="2770188" cy="1585913"/>
            <a:chOff x="2496" y="2496"/>
            <a:chExt cx="1745" cy="999"/>
          </a:xfrm>
        </p:grpSpPr>
        <p:grpSp>
          <p:nvGrpSpPr>
            <p:cNvPr id="22555" name="Group 37"/>
            <p:cNvGrpSpPr/>
            <p:nvPr/>
          </p:nvGrpSpPr>
          <p:grpSpPr bwMode="auto">
            <a:xfrm>
              <a:off x="2768" y="2496"/>
              <a:ext cx="347" cy="680"/>
              <a:chOff x="3630" y="1920"/>
              <a:chExt cx="384" cy="816"/>
            </a:xfrm>
          </p:grpSpPr>
          <p:sp>
            <p:nvSpPr>
              <p:cNvPr id="22557" name="Line 38"/>
              <p:cNvSpPr>
                <a:spLocks noChangeShapeType="1"/>
              </p:cNvSpPr>
              <p:nvPr/>
            </p:nvSpPr>
            <p:spPr bwMode="auto">
              <a:xfrm>
                <a:off x="3630" y="2400"/>
                <a:ext cx="0" cy="336"/>
              </a:xfrm>
              <a:prstGeom prst="line">
                <a:avLst/>
              </a:prstGeom>
              <a:noFill/>
              <a:ln w="28575">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58" name="Line 39"/>
              <p:cNvSpPr>
                <a:spLocks noChangeShapeType="1"/>
              </p:cNvSpPr>
              <p:nvPr/>
            </p:nvSpPr>
            <p:spPr bwMode="auto">
              <a:xfrm>
                <a:off x="3726" y="2208"/>
                <a:ext cx="0" cy="528"/>
              </a:xfrm>
              <a:prstGeom prst="line">
                <a:avLst/>
              </a:prstGeom>
              <a:noFill/>
              <a:ln w="28575">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59" name="Line 40"/>
              <p:cNvSpPr>
                <a:spLocks noChangeShapeType="1"/>
              </p:cNvSpPr>
              <p:nvPr/>
            </p:nvSpPr>
            <p:spPr bwMode="auto">
              <a:xfrm>
                <a:off x="3822" y="2112"/>
                <a:ext cx="0" cy="624"/>
              </a:xfrm>
              <a:prstGeom prst="line">
                <a:avLst/>
              </a:prstGeom>
              <a:noFill/>
              <a:ln w="28575">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60" name="Freeform 41"/>
              <p:cNvSpPr/>
              <p:nvPr/>
            </p:nvSpPr>
            <p:spPr bwMode="auto">
              <a:xfrm>
                <a:off x="3918" y="2028"/>
                <a:ext cx="1" cy="708"/>
              </a:xfrm>
              <a:custGeom>
                <a:avLst/>
                <a:gdLst>
                  <a:gd name="T0" fmla="*/ 0 w 1"/>
                  <a:gd name="T1" fmla="*/ 0 h 708"/>
                  <a:gd name="T2" fmla="*/ 1 w 1"/>
                  <a:gd name="T3" fmla="*/ 708 h 708"/>
                  <a:gd name="T4" fmla="*/ 0 60000 65536"/>
                  <a:gd name="T5" fmla="*/ 0 60000 65536"/>
                </a:gdLst>
                <a:ahLst/>
                <a:cxnLst>
                  <a:cxn ang="T4">
                    <a:pos x="T0" y="T1"/>
                  </a:cxn>
                  <a:cxn ang="T5">
                    <a:pos x="T2" y="T3"/>
                  </a:cxn>
                </a:cxnLst>
                <a:rect l="0" t="0" r="r" b="b"/>
                <a:pathLst>
                  <a:path w="1" h="708">
                    <a:moveTo>
                      <a:pt x="0" y="0"/>
                    </a:moveTo>
                    <a:lnTo>
                      <a:pt x="1" y="708"/>
                    </a:lnTo>
                  </a:path>
                </a:pathLst>
              </a:custGeom>
              <a:noFill/>
              <a:ln w="28575" cmpd="sng">
                <a:solidFill>
                  <a:srgbClr val="009900"/>
                </a:solidFill>
                <a:rou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61" name="Line 42"/>
              <p:cNvSpPr>
                <a:spLocks noChangeShapeType="1"/>
              </p:cNvSpPr>
              <p:nvPr/>
            </p:nvSpPr>
            <p:spPr bwMode="auto">
              <a:xfrm>
                <a:off x="4014" y="1920"/>
                <a:ext cx="0" cy="816"/>
              </a:xfrm>
              <a:prstGeom prst="line">
                <a:avLst/>
              </a:prstGeom>
              <a:noFill/>
              <a:ln w="28575">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2556" name="Rectangle 43"/>
            <p:cNvSpPr>
              <a:spLocks noChangeArrowheads="1"/>
            </p:cNvSpPr>
            <p:nvPr/>
          </p:nvSpPr>
          <p:spPr bwMode="auto">
            <a:xfrm>
              <a:off x="2496" y="3168"/>
              <a:ext cx="174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9900"/>
                  </a:solidFill>
                  <a:latin typeface="宋体" panose="02010600030101010101" pitchFamily="2" charset="-122"/>
                </a:rPr>
                <a:t>巴耳末系</a:t>
              </a:r>
              <a:endParaRPr lang="zh-CN" altLang="en-US" sz="2800" b="1">
                <a:solidFill>
                  <a:srgbClr val="009900"/>
                </a:solidFill>
                <a:latin typeface="宋体" panose="02010600030101010101" pitchFamily="2" charset="-122"/>
              </a:endParaRPr>
            </a:p>
          </p:txBody>
        </p:sp>
      </p:grpSp>
      <p:grpSp>
        <p:nvGrpSpPr>
          <p:cNvPr id="11308" name="Group 44"/>
          <p:cNvGrpSpPr/>
          <p:nvPr/>
        </p:nvGrpSpPr>
        <p:grpSpPr bwMode="auto">
          <a:xfrm>
            <a:off x="5105400" y="3962400"/>
            <a:ext cx="1933575" cy="1066800"/>
            <a:chOff x="3216" y="2496"/>
            <a:chExt cx="1218" cy="672"/>
          </a:xfrm>
        </p:grpSpPr>
        <p:grpSp>
          <p:nvGrpSpPr>
            <p:cNvPr id="22549" name="Group 45"/>
            <p:cNvGrpSpPr/>
            <p:nvPr/>
          </p:nvGrpSpPr>
          <p:grpSpPr bwMode="auto">
            <a:xfrm>
              <a:off x="3484" y="2496"/>
              <a:ext cx="260" cy="410"/>
              <a:chOff x="4350" y="1920"/>
              <a:chExt cx="288" cy="480"/>
            </a:xfrm>
          </p:grpSpPr>
          <p:sp>
            <p:nvSpPr>
              <p:cNvPr id="22551" name="Line 46"/>
              <p:cNvSpPr>
                <a:spLocks noChangeShapeType="1"/>
              </p:cNvSpPr>
              <p:nvPr/>
            </p:nvSpPr>
            <p:spPr bwMode="auto">
              <a:xfrm>
                <a:off x="4350" y="2208"/>
                <a:ext cx="0" cy="192"/>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52" name="Line 47"/>
              <p:cNvSpPr>
                <a:spLocks noChangeShapeType="1"/>
              </p:cNvSpPr>
              <p:nvPr/>
            </p:nvSpPr>
            <p:spPr bwMode="auto">
              <a:xfrm>
                <a:off x="4446" y="2112"/>
                <a:ext cx="0" cy="288"/>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53" name="Freeform 48"/>
              <p:cNvSpPr/>
              <p:nvPr/>
            </p:nvSpPr>
            <p:spPr bwMode="auto">
              <a:xfrm>
                <a:off x="4542" y="2028"/>
                <a:ext cx="1" cy="372"/>
              </a:xfrm>
              <a:custGeom>
                <a:avLst/>
                <a:gdLst>
                  <a:gd name="T0" fmla="*/ 0 w 1"/>
                  <a:gd name="T1" fmla="*/ 0 h 372"/>
                  <a:gd name="T2" fmla="*/ 1 w 1"/>
                  <a:gd name="T3" fmla="*/ 372 h 372"/>
                  <a:gd name="T4" fmla="*/ 0 60000 65536"/>
                  <a:gd name="T5" fmla="*/ 0 60000 65536"/>
                </a:gdLst>
                <a:ahLst/>
                <a:cxnLst>
                  <a:cxn ang="T4">
                    <a:pos x="T0" y="T1"/>
                  </a:cxn>
                  <a:cxn ang="T5">
                    <a:pos x="T2" y="T3"/>
                  </a:cxn>
                </a:cxnLst>
                <a:rect l="0" t="0" r="r" b="b"/>
                <a:pathLst>
                  <a:path w="1" h="372">
                    <a:moveTo>
                      <a:pt x="0" y="0"/>
                    </a:moveTo>
                    <a:lnTo>
                      <a:pt x="1" y="372"/>
                    </a:lnTo>
                  </a:path>
                </a:pathLst>
              </a:custGeom>
              <a:noFill/>
              <a:ln w="28575" cmpd="sng">
                <a:solidFill>
                  <a:schemeClr val="tx1"/>
                </a:solidFill>
                <a:rou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54" name="Line 49"/>
              <p:cNvSpPr>
                <a:spLocks noChangeShapeType="1"/>
              </p:cNvSpPr>
              <p:nvPr/>
            </p:nvSpPr>
            <p:spPr bwMode="auto">
              <a:xfrm>
                <a:off x="4638" y="1920"/>
                <a:ext cx="0" cy="480"/>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2550" name="Rectangle 50"/>
            <p:cNvSpPr>
              <a:spLocks noChangeArrowheads="1"/>
            </p:cNvSpPr>
            <p:nvPr/>
          </p:nvSpPr>
          <p:spPr bwMode="auto">
            <a:xfrm>
              <a:off x="3216" y="2841"/>
              <a:ext cx="121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latin typeface="宋体" panose="02010600030101010101" pitchFamily="2" charset="-122"/>
                </a:rPr>
                <a:t>帕邢系</a:t>
              </a:r>
              <a:endParaRPr lang="zh-CN" altLang="en-US" sz="2800" b="1">
                <a:solidFill>
                  <a:srgbClr val="003366"/>
                </a:solidFill>
                <a:latin typeface="宋体" panose="02010600030101010101" pitchFamily="2" charset="-122"/>
              </a:endParaRPr>
            </a:p>
          </p:txBody>
        </p:sp>
      </p:grpSp>
      <p:graphicFrame>
        <p:nvGraphicFramePr>
          <p:cNvPr id="11315" name="Object 51"/>
          <p:cNvGraphicFramePr>
            <a:graphicFrameLocks noChangeAspect="1"/>
          </p:cNvGraphicFramePr>
          <p:nvPr/>
        </p:nvGraphicFramePr>
        <p:xfrm>
          <a:off x="1222375" y="957263"/>
          <a:ext cx="2740025" cy="990009"/>
        </p:xfrm>
        <a:graphic>
          <a:graphicData uri="http://schemas.openxmlformats.org/presentationml/2006/ole">
            <mc:AlternateContent xmlns:mc="http://schemas.openxmlformats.org/markup-compatibility/2006">
              <mc:Choice xmlns:v="urn:schemas-microsoft-com:vml" Requires="v">
                <p:oleObj spid="_x0000_s10" name="Equation" r:id="rId19" imgW="741045" imgH="304800" progId="Equation.3">
                  <p:embed/>
                </p:oleObj>
              </mc:Choice>
              <mc:Fallback>
                <p:oleObj name="Equation" r:id="rId19" imgW="741045" imgH="304800" progId="Equation.3">
                  <p:embed/>
                  <p:pic>
                    <p:nvPicPr>
                      <p:cNvPr id="0" name="Object 5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22375" y="957263"/>
                        <a:ext cx="2740025" cy="990009"/>
                      </a:xfrm>
                      <a:prstGeom prst="rect">
                        <a:avLst/>
                      </a:prstGeom>
                      <a:noFill/>
                      <a:ln>
                        <a:noFill/>
                      </a:ln>
                      <a:effectLst/>
                    </p:spPr>
                  </p:pic>
                </p:oleObj>
              </mc:Fallback>
            </mc:AlternateContent>
          </a:graphicData>
        </a:graphic>
      </p:graphicFrame>
      <p:grpSp>
        <p:nvGrpSpPr>
          <p:cNvPr id="11316" name="Group 52"/>
          <p:cNvGrpSpPr/>
          <p:nvPr/>
        </p:nvGrpSpPr>
        <p:grpSpPr bwMode="auto">
          <a:xfrm>
            <a:off x="6219825" y="3962400"/>
            <a:ext cx="2085975" cy="823913"/>
            <a:chOff x="3918" y="2496"/>
            <a:chExt cx="1314" cy="519"/>
          </a:xfrm>
        </p:grpSpPr>
        <p:grpSp>
          <p:nvGrpSpPr>
            <p:cNvPr id="22544" name="Group 53"/>
            <p:cNvGrpSpPr/>
            <p:nvPr/>
          </p:nvGrpSpPr>
          <p:grpSpPr bwMode="auto">
            <a:xfrm>
              <a:off x="4290" y="2496"/>
              <a:ext cx="174" cy="254"/>
              <a:chOff x="4974" y="1920"/>
              <a:chExt cx="192" cy="288"/>
            </a:xfrm>
          </p:grpSpPr>
          <p:sp>
            <p:nvSpPr>
              <p:cNvPr id="22546" name="Line 54"/>
              <p:cNvSpPr>
                <a:spLocks noChangeShapeType="1"/>
              </p:cNvSpPr>
              <p:nvPr/>
            </p:nvSpPr>
            <p:spPr bwMode="auto">
              <a:xfrm>
                <a:off x="4974" y="2112"/>
                <a:ext cx="0" cy="96"/>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47" name="Freeform 55"/>
              <p:cNvSpPr/>
              <p:nvPr/>
            </p:nvSpPr>
            <p:spPr bwMode="auto">
              <a:xfrm>
                <a:off x="5070" y="2034"/>
                <a:ext cx="1" cy="174"/>
              </a:xfrm>
              <a:custGeom>
                <a:avLst/>
                <a:gdLst>
                  <a:gd name="T0" fmla="*/ 0 w 1"/>
                  <a:gd name="T1" fmla="*/ 0 h 174"/>
                  <a:gd name="T2" fmla="*/ 1 w 1"/>
                  <a:gd name="T3" fmla="*/ 174 h 174"/>
                  <a:gd name="T4" fmla="*/ 0 60000 65536"/>
                  <a:gd name="T5" fmla="*/ 0 60000 65536"/>
                </a:gdLst>
                <a:ahLst/>
                <a:cxnLst>
                  <a:cxn ang="T4">
                    <a:pos x="T0" y="T1"/>
                  </a:cxn>
                  <a:cxn ang="T5">
                    <a:pos x="T2" y="T3"/>
                  </a:cxn>
                </a:cxnLst>
                <a:rect l="0" t="0" r="r" b="b"/>
                <a:pathLst>
                  <a:path w="1" h="174">
                    <a:moveTo>
                      <a:pt x="0" y="0"/>
                    </a:moveTo>
                    <a:lnTo>
                      <a:pt x="1" y="174"/>
                    </a:lnTo>
                  </a:path>
                </a:pathLst>
              </a:custGeom>
              <a:noFill/>
              <a:ln w="28575" cmpd="sng">
                <a:solidFill>
                  <a:srgbClr val="FF0000"/>
                </a:solidFill>
                <a:rou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48" name="Line 56"/>
              <p:cNvSpPr>
                <a:spLocks noChangeShapeType="1"/>
              </p:cNvSpPr>
              <p:nvPr/>
            </p:nvSpPr>
            <p:spPr bwMode="auto">
              <a:xfrm>
                <a:off x="5166" y="1920"/>
                <a:ext cx="0" cy="288"/>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2545" name="Text Box 57"/>
            <p:cNvSpPr txBox="1">
              <a:spLocks noChangeArrowheads="1"/>
            </p:cNvSpPr>
            <p:nvPr/>
          </p:nvSpPr>
          <p:spPr bwMode="auto">
            <a:xfrm>
              <a:off x="3918" y="2688"/>
              <a:ext cx="131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solidFill>
                    <a:srgbClr val="FF0000"/>
                  </a:solidFill>
                  <a:latin typeface="宋体" panose="02010600030101010101" pitchFamily="2" charset="-122"/>
                </a:rPr>
                <a:t>布拉开系</a:t>
              </a:r>
              <a:endParaRPr lang="zh-CN" altLang="en-US" sz="2800" b="1">
                <a:solidFill>
                  <a:srgbClr val="FF0000"/>
                </a:solidFill>
                <a:latin typeface="宋体" panose="02010600030101010101" pitchFamily="2" charset="-122"/>
              </a:endParaRPr>
            </a:p>
          </p:txBody>
        </p:sp>
      </p:grpSp>
      <p:grpSp>
        <p:nvGrpSpPr>
          <p:cNvPr id="11322" name="Group 58"/>
          <p:cNvGrpSpPr/>
          <p:nvPr/>
        </p:nvGrpSpPr>
        <p:grpSpPr bwMode="auto">
          <a:xfrm>
            <a:off x="829816" y="2695575"/>
            <a:ext cx="7270576" cy="935038"/>
            <a:chOff x="432" y="1698"/>
            <a:chExt cx="5152" cy="723"/>
          </a:xfrm>
        </p:grpSpPr>
        <p:graphicFrame>
          <p:nvGraphicFramePr>
            <p:cNvPr id="22540" name="Object 59"/>
            <p:cNvGraphicFramePr>
              <a:graphicFrameLocks noChangeAspect="1"/>
            </p:cNvGraphicFramePr>
            <p:nvPr/>
          </p:nvGraphicFramePr>
          <p:xfrm>
            <a:off x="1632" y="1872"/>
            <a:ext cx="1530" cy="316"/>
          </p:xfrm>
          <a:graphic>
            <a:graphicData uri="http://schemas.openxmlformats.org/presentationml/2006/ole">
              <mc:AlternateContent xmlns:mc="http://schemas.openxmlformats.org/markup-compatibility/2006">
                <mc:Choice xmlns:v="urn:schemas-microsoft-com:vml" Requires="v">
                  <p:oleObj spid="_x0000_s11" name="Equation" r:id="rId21" imgW="620395" imgH="131445" progId="Equation.3">
                    <p:embed/>
                  </p:oleObj>
                </mc:Choice>
                <mc:Fallback>
                  <p:oleObj name="Equation" r:id="rId21" imgW="620395" imgH="131445" progId="Equation.3">
                    <p:embed/>
                    <p:pic>
                      <p:nvPicPr>
                        <p:cNvPr id="0" name="Object 5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32" y="1872"/>
                          <a:ext cx="1530"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1" name="Rectangle 60"/>
            <p:cNvSpPr>
              <a:spLocks noChangeArrowheads="1"/>
            </p:cNvSpPr>
            <p:nvPr/>
          </p:nvSpPr>
          <p:spPr bwMode="auto">
            <a:xfrm>
              <a:off x="3744" y="1872"/>
              <a:ext cx="1840" cy="327"/>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3366"/>
                  </a:solidFill>
                  <a:latin typeface="宋体" panose="02010600030101010101" pitchFamily="2" charset="-122"/>
                </a:rPr>
                <a:t>（里德伯常量）</a:t>
              </a:r>
              <a:r>
                <a:rPr lang="zh-CN" altLang="en-US" sz="2800" b="1">
                  <a:solidFill>
                    <a:srgbClr val="CC0000"/>
                  </a:solidFill>
                  <a:latin typeface="宋体" panose="02010600030101010101" pitchFamily="2" charset="-122"/>
                </a:rPr>
                <a:t> </a:t>
              </a:r>
              <a:endParaRPr lang="zh-CN" altLang="en-US" sz="2800" b="1">
                <a:latin typeface="宋体" panose="02010600030101010101" pitchFamily="2" charset="-122"/>
              </a:endParaRPr>
            </a:p>
          </p:txBody>
        </p:sp>
        <p:graphicFrame>
          <p:nvGraphicFramePr>
            <p:cNvPr id="22542" name="Object 61"/>
            <p:cNvGraphicFramePr>
              <a:graphicFrameLocks noChangeAspect="1"/>
            </p:cNvGraphicFramePr>
            <p:nvPr/>
          </p:nvGraphicFramePr>
          <p:xfrm>
            <a:off x="3216" y="1872"/>
            <a:ext cx="521" cy="320"/>
          </p:xfrm>
          <a:graphic>
            <a:graphicData uri="http://schemas.openxmlformats.org/presentationml/2006/ole">
              <mc:AlternateContent xmlns:mc="http://schemas.openxmlformats.org/markup-compatibility/2006">
                <mc:Choice xmlns:v="urn:schemas-microsoft-com:vml" Requires="v">
                  <p:oleObj spid="_x0000_s12" name="Equation" r:id="rId23" imgW="173355" imgH="105410" progId="Equation.3">
                    <p:embed/>
                  </p:oleObj>
                </mc:Choice>
                <mc:Fallback>
                  <p:oleObj name="Equation" r:id="rId23" imgW="173355" imgH="105410" progId="Equation.3">
                    <p:embed/>
                    <p:pic>
                      <p:nvPicPr>
                        <p:cNvPr id="0" name="Object 6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16" y="1872"/>
                          <a:ext cx="521"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43" name="Object 62"/>
            <p:cNvGraphicFramePr>
              <a:graphicFrameLocks noChangeAspect="1"/>
            </p:cNvGraphicFramePr>
            <p:nvPr/>
          </p:nvGraphicFramePr>
          <p:xfrm>
            <a:off x="432" y="1698"/>
            <a:ext cx="1152" cy="723"/>
          </p:xfrm>
          <a:graphic>
            <a:graphicData uri="http://schemas.openxmlformats.org/presentationml/2006/ole">
              <mc:AlternateContent xmlns:mc="http://schemas.openxmlformats.org/markup-compatibility/2006">
                <mc:Choice xmlns:v="urn:schemas-microsoft-com:vml" Requires="v">
                  <p:oleObj spid="_x0000_s13" name="Equation" r:id="rId25" imgW="399415" imgH="304800" progId="Equation.3">
                    <p:embed/>
                  </p:oleObj>
                </mc:Choice>
                <mc:Fallback>
                  <p:oleObj name="Equation" r:id="rId25" imgW="399415" imgH="304800" progId="Equation.3">
                    <p:embed/>
                    <p:pic>
                      <p:nvPicPr>
                        <p:cNvPr id="0" name="Object 6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2" y="1698"/>
                          <a:ext cx="1152" cy="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1315"/>
                                        </p:tgtEl>
                                        <p:attrNameLst>
                                          <p:attrName>style.visibility</p:attrName>
                                        </p:attrNameLst>
                                      </p:cBhvr>
                                      <p:to>
                                        <p:strVal val="visible"/>
                                      </p:to>
                                    </p:set>
                                    <p:animEffect transition="in" filter="blinds(vertical)">
                                      <p:cBhvr>
                                        <p:cTn id="7" dur="500"/>
                                        <p:tgtEl>
                                          <p:spTgt spid="113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267"/>
                                        </p:tgtEl>
                                        <p:attrNameLst>
                                          <p:attrName>style.visibility</p:attrName>
                                        </p:attrNameLst>
                                      </p:cBhvr>
                                      <p:to>
                                        <p:strVal val="visible"/>
                                      </p:to>
                                    </p:set>
                                    <p:animEffect transition="in" filter="blinds(horizontal)">
                                      <p:cBhvr>
                                        <p:cTn id="12" dur="500"/>
                                        <p:tgtEl>
                                          <p:spTgt spid="1126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1268"/>
                                        </p:tgtEl>
                                        <p:attrNameLst>
                                          <p:attrName>style.visibility</p:attrName>
                                        </p:attrNameLst>
                                      </p:cBhvr>
                                      <p:to>
                                        <p:strVal val="visible"/>
                                      </p:to>
                                    </p:set>
                                    <p:animEffect transition="in" filter="blinds(vertical)">
                                      <p:cBhvr>
                                        <p:cTn id="17" dur="500"/>
                                        <p:tgtEl>
                                          <p:spTgt spid="1126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322"/>
                                        </p:tgtEl>
                                        <p:attrNameLst>
                                          <p:attrName>style.visibility</p:attrName>
                                        </p:attrNameLst>
                                      </p:cBhvr>
                                      <p:to>
                                        <p:strVal val="visible"/>
                                      </p:to>
                                    </p:set>
                                    <p:animEffect transition="in" filter="blinds(horizontal)">
                                      <p:cBhvr>
                                        <p:cTn id="22" dur="500"/>
                                        <p:tgtEl>
                                          <p:spTgt spid="1132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1269"/>
                                        </p:tgtEl>
                                        <p:attrNameLst>
                                          <p:attrName>style.visibility</p:attrName>
                                        </p:attrNameLst>
                                      </p:cBhvr>
                                      <p:to>
                                        <p:strVal val="visible"/>
                                      </p:to>
                                    </p:set>
                                    <p:animEffect transition="in" filter="box(out)">
                                      <p:cBhvr>
                                        <p:cTn id="27" dur="500"/>
                                        <p:tgtEl>
                                          <p:spTgt spid="11269"/>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 fill="hold" nodeType="clickEffect">
                                  <p:stCondLst>
                                    <p:cond delay="0"/>
                                  </p:stCondLst>
                                  <p:childTnLst>
                                    <p:set>
                                      <p:cBhvr>
                                        <p:cTn id="31" dur="1" fill="hold">
                                          <p:stCondLst>
                                            <p:cond delay="0"/>
                                          </p:stCondLst>
                                        </p:cTn>
                                        <p:tgtEl>
                                          <p:spTgt spid="11291"/>
                                        </p:tgtEl>
                                        <p:attrNameLst>
                                          <p:attrName>style.visibility</p:attrName>
                                        </p:attrNameLst>
                                      </p:cBhvr>
                                      <p:to>
                                        <p:strVal val="visible"/>
                                      </p:to>
                                    </p:set>
                                    <p:anim calcmode="lin" valueType="num">
                                      <p:cBhvr>
                                        <p:cTn id="32" dur="500" fill="hold"/>
                                        <p:tgtEl>
                                          <p:spTgt spid="11291"/>
                                        </p:tgtEl>
                                        <p:attrNameLst>
                                          <p:attrName>ppt_x</p:attrName>
                                        </p:attrNameLst>
                                      </p:cBhvr>
                                      <p:tavLst>
                                        <p:tav tm="0">
                                          <p:val>
                                            <p:strVal val="#ppt_x"/>
                                          </p:val>
                                        </p:tav>
                                        <p:tav tm="100000">
                                          <p:val>
                                            <p:strVal val="#ppt_x"/>
                                          </p:val>
                                        </p:tav>
                                      </p:tavLst>
                                    </p:anim>
                                    <p:anim calcmode="lin" valueType="num">
                                      <p:cBhvr>
                                        <p:cTn id="33" dur="500" fill="hold"/>
                                        <p:tgtEl>
                                          <p:spTgt spid="11291"/>
                                        </p:tgtEl>
                                        <p:attrNameLst>
                                          <p:attrName>ppt_y</p:attrName>
                                        </p:attrNameLst>
                                      </p:cBhvr>
                                      <p:tavLst>
                                        <p:tav tm="0">
                                          <p:val>
                                            <p:strVal val="#ppt_y-#ppt_h/2"/>
                                          </p:val>
                                        </p:tav>
                                        <p:tav tm="100000">
                                          <p:val>
                                            <p:strVal val="#ppt_y"/>
                                          </p:val>
                                        </p:tav>
                                      </p:tavLst>
                                    </p:anim>
                                    <p:anim calcmode="lin" valueType="num">
                                      <p:cBhvr>
                                        <p:cTn id="34" dur="500" fill="hold"/>
                                        <p:tgtEl>
                                          <p:spTgt spid="11291"/>
                                        </p:tgtEl>
                                        <p:attrNameLst>
                                          <p:attrName>ppt_w</p:attrName>
                                        </p:attrNameLst>
                                      </p:cBhvr>
                                      <p:tavLst>
                                        <p:tav tm="0">
                                          <p:val>
                                            <p:strVal val="#ppt_w"/>
                                          </p:val>
                                        </p:tav>
                                        <p:tav tm="100000">
                                          <p:val>
                                            <p:strVal val="#ppt_w"/>
                                          </p:val>
                                        </p:tav>
                                      </p:tavLst>
                                    </p:anim>
                                    <p:anim calcmode="lin" valueType="num">
                                      <p:cBhvr>
                                        <p:cTn id="35" dur="500" fill="hold"/>
                                        <p:tgtEl>
                                          <p:spTgt spid="11291"/>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7" presetClass="entr" presetSubtype="1" fill="hold" nodeType="clickEffect">
                                  <p:stCondLst>
                                    <p:cond delay="0"/>
                                  </p:stCondLst>
                                  <p:childTnLst>
                                    <p:set>
                                      <p:cBhvr>
                                        <p:cTn id="39" dur="1" fill="hold">
                                          <p:stCondLst>
                                            <p:cond delay="0"/>
                                          </p:stCondLst>
                                        </p:cTn>
                                        <p:tgtEl>
                                          <p:spTgt spid="11300"/>
                                        </p:tgtEl>
                                        <p:attrNameLst>
                                          <p:attrName>style.visibility</p:attrName>
                                        </p:attrNameLst>
                                      </p:cBhvr>
                                      <p:to>
                                        <p:strVal val="visible"/>
                                      </p:to>
                                    </p:set>
                                    <p:anim calcmode="lin" valueType="num">
                                      <p:cBhvr>
                                        <p:cTn id="40" dur="500" fill="hold"/>
                                        <p:tgtEl>
                                          <p:spTgt spid="11300"/>
                                        </p:tgtEl>
                                        <p:attrNameLst>
                                          <p:attrName>ppt_x</p:attrName>
                                        </p:attrNameLst>
                                      </p:cBhvr>
                                      <p:tavLst>
                                        <p:tav tm="0">
                                          <p:val>
                                            <p:strVal val="#ppt_x"/>
                                          </p:val>
                                        </p:tav>
                                        <p:tav tm="100000">
                                          <p:val>
                                            <p:strVal val="#ppt_x"/>
                                          </p:val>
                                        </p:tav>
                                      </p:tavLst>
                                    </p:anim>
                                    <p:anim calcmode="lin" valueType="num">
                                      <p:cBhvr>
                                        <p:cTn id="41" dur="500" fill="hold"/>
                                        <p:tgtEl>
                                          <p:spTgt spid="11300"/>
                                        </p:tgtEl>
                                        <p:attrNameLst>
                                          <p:attrName>ppt_y</p:attrName>
                                        </p:attrNameLst>
                                      </p:cBhvr>
                                      <p:tavLst>
                                        <p:tav tm="0">
                                          <p:val>
                                            <p:strVal val="#ppt_y-#ppt_h/2"/>
                                          </p:val>
                                        </p:tav>
                                        <p:tav tm="100000">
                                          <p:val>
                                            <p:strVal val="#ppt_y"/>
                                          </p:val>
                                        </p:tav>
                                      </p:tavLst>
                                    </p:anim>
                                    <p:anim calcmode="lin" valueType="num">
                                      <p:cBhvr>
                                        <p:cTn id="42" dur="500" fill="hold"/>
                                        <p:tgtEl>
                                          <p:spTgt spid="11300"/>
                                        </p:tgtEl>
                                        <p:attrNameLst>
                                          <p:attrName>ppt_w</p:attrName>
                                        </p:attrNameLst>
                                      </p:cBhvr>
                                      <p:tavLst>
                                        <p:tav tm="0">
                                          <p:val>
                                            <p:strVal val="#ppt_w"/>
                                          </p:val>
                                        </p:tav>
                                        <p:tav tm="100000">
                                          <p:val>
                                            <p:strVal val="#ppt_w"/>
                                          </p:val>
                                        </p:tav>
                                      </p:tavLst>
                                    </p:anim>
                                    <p:anim calcmode="lin" valueType="num">
                                      <p:cBhvr>
                                        <p:cTn id="43" dur="500" fill="hold"/>
                                        <p:tgtEl>
                                          <p:spTgt spid="11300"/>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17" presetClass="entr" presetSubtype="1" fill="hold" nodeType="clickEffect">
                                  <p:stCondLst>
                                    <p:cond delay="0"/>
                                  </p:stCondLst>
                                  <p:childTnLst>
                                    <p:set>
                                      <p:cBhvr>
                                        <p:cTn id="47" dur="1" fill="hold">
                                          <p:stCondLst>
                                            <p:cond delay="0"/>
                                          </p:stCondLst>
                                        </p:cTn>
                                        <p:tgtEl>
                                          <p:spTgt spid="11308"/>
                                        </p:tgtEl>
                                        <p:attrNameLst>
                                          <p:attrName>style.visibility</p:attrName>
                                        </p:attrNameLst>
                                      </p:cBhvr>
                                      <p:to>
                                        <p:strVal val="visible"/>
                                      </p:to>
                                    </p:set>
                                    <p:anim calcmode="lin" valueType="num">
                                      <p:cBhvr>
                                        <p:cTn id="48" dur="500" fill="hold"/>
                                        <p:tgtEl>
                                          <p:spTgt spid="11308"/>
                                        </p:tgtEl>
                                        <p:attrNameLst>
                                          <p:attrName>ppt_x</p:attrName>
                                        </p:attrNameLst>
                                      </p:cBhvr>
                                      <p:tavLst>
                                        <p:tav tm="0">
                                          <p:val>
                                            <p:strVal val="#ppt_x"/>
                                          </p:val>
                                        </p:tav>
                                        <p:tav tm="100000">
                                          <p:val>
                                            <p:strVal val="#ppt_x"/>
                                          </p:val>
                                        </p:tav>
                                      </p:tavLst>
                                    </p:anim>
                                    <p:anim calcmode="lin" valueType="num">
                                      <p:cBhvr>
                                        <p:cTn id="49" dur="500" fill="hold"/>
                                        <p:tgtEl>
                                          <p:spTgt spid="11308"/>
                                        </p:tgtEl>
                                        <p:attrNameLst>
                                          <p:attrName>ppt_y</p:attrName>
                                        </p:attrNameLst>
                                      </p:cBhvr>
                                      <p:tavLst>
                                        <p:tav tm="0">
                                          <p:val>
                                            <p:strVal val="#ppt_y-#ppt_h/2"/>
                                          </p:val>
                                        </p:tav>
                                        <p:tav tm="100000">
                                          <p:val>
                                            <p:strVal val="#ppt_y"/>
                                          </p:val>
                                        </p:tav>
                                      </p:tavLst>
                                    </p:anim>
                                    <p:anim calcmode="lin" valueType="num">
                                      <p:cBhvr>
                                        <p:cTn id="50" dur="500" fill="hold"/>
                                        <p:tgtEl>
                                          <p:spTgt spid="11308"/>
                                        </p:tgtEl>
                                        <p:attrNameLst>
                                          <p:attrName>ppt_w</p:attrName>
                                        </p:attrNameLst>
                                      </p:cBhvr>
                                      <p:tavLst>
                                        <p:tav tm="0">
                                          <p:val>
                                            <p:strVal val="#ppt_w"/>
                                          </p:val>
                                        </p:tav>
                                        <p:tav tm="100000">
                                          <p:val>
                                            <p:strVal val="#ppt_w"/>
                                          </p:val>
                                        </p:tav>
                                      </p:tavLst>
                                    </p:anim>
                                    <p:anim calcmode="lin" valueType="num">
                                      <p:cBhvr>
                                        <p:cTn id="51" dur="500" fill="hold"/>
                                        <p:tgtEl>
                                          <p:spTgt spid="11308"/>
                                        </p:tgtEl>
                                        <p:attrNameLst>
                                          <p:attrName>ppt_h</p:attrName>
                                        </p:attrNameLst>
                                      </p:cBhvr>
                                      <p:tavLst>
                                        <p:tav tm="0">
                                          <p:val>
                                            <p:fltVal val="0"/>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17" presetClass="entr" presetSubtype="1" fill="hold" nodeType="clickEffect">
                                  <p:stCondLst>
                                    <p:cond delay="0"/>
                                  </p:stCondLst>
                                  <p:childTnLst>
                                    <p:set>
                                      <p:cBhvr>
                                        <p:cTn id="55" dur="1" fill="hold">
                                          <p:stCondLst>
                                            <p:cond delay="0"/>
                                          </p:stCondLst>
                                        </p:cTn>
                                        <p:tgtEl>
                                          <p:spTgt spid="11316"/>
                                        </p:tgtEl>
                                        <p:attrNameLst>
                                          <p:attrName>style.visibility</p:attrName>
                                        </p:attrNameLst>
                                      </p:cBhvr>
                                      <p:to>
                                        <p:strVal val="visible"/>
                                      </p:to>
                                    </p:set>
                                    <p:anim calcmode="lin" valueType="num">
                                      <p:cBhvr>
                                        <p:cTn id="56" dur="500" fill="hold"/>
                                        <p:tgtEl>
                                          <p:spTgt spid="11316"/>
                                        </p:tgtEl>
                                        <p:attrNameLst>
                                          <p:attrName>ppt_x</p:attrName>
                                        </p:attrNameLst>
                                      </p:cBhvr>
                                      <p:tavLst>
                                        <p:tav tm="0">
                                          <p:val>
                                            <p:strVal val="#ppt_x"/>
                                          </p:val>
                                        </p:tav>
                                        <p:tav tm="100000">
                                          <p:val>
                                            <p:strVal val="#ppt_x"/>
                                          </p:val>
                                        </p:tav>
                                      </p:tavLst>
                                    </p:anim>
                                    <p:anim calcmode="lin" valueType="num">
                                      <p:cBhvr>
                                        <p:cTn id="57" dur="500" fill="hold"/>
                                        <p:tgtEl>
                                          <p:spTgt spid="11316"/>
                                        </p:tgtEl>
                                        <p:attrNameLst>
                                          <p:attrName>ppt_y</p:attrName>
                                        </p:attrNameLst>
                                      </p:cBhvr>
                                      <p:tavLst>
                                        <p:tav tm="0">
                                          <p:val>
                                            <p:strVal val="#ppt_y-#ppt_h/2"/>
                                          </p:val>
                                        </p:tav>
                                        <p:tav tm="100000">
                                          <p:val>
                                            <p:strVal val="#ppt_y"/>
                                          </p:val>
                                        </p:tav>
                                      </p:tavLst>
                                    </p:anim>
                                    <p:anim calcmode="lin" valueType="num">
                                      <p:cBhvr>
                                        <p:cTn id="58" dur="500" fill="hold"/>
                                        <p:tgtEl>
                                          <p:spTgt spid="11316"/>
                                        </p:tgtEl>
                                        <p:attrNameLst>
                                          <p:attrName>ppt_w</p:attrName>
                                        </p:attrNameLst>
                                      </p:cBhvr>
                                      <p:tavLst>
                                        <p:tav tm="0">
                                          <p:val>
                                            <p:strVal val="#ppt_w"/>
                                          </p:val>
                                        </p:tav>
                                        <p:tav tm="100000">
                                          <p:val>
                                            <p:strVal val="#ppt_w"/>
                                          </p:val>
                                        </p:tav>
                                      </p:tavLst>
                                    </p:anim>
                                    <p:anim calcmode="lin" valueType="num">
                                      <p:cBhvr>
                                        <p:cTn id="59" dur="500" fill="hold"/>
                                        <p:tgtEl>
                                          <p:spTgt spid="113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298029" y="1089472"/>
            <a:ext cx="7918276" cy="2123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宋体" panose="02010600030101010101" pitchFamily="2" charset="-122"/>
              </a:rPr>
              <a:t>（</a:t>
            </a:r>
            <a:r>
              <a:rPr lang="en-US" altLang="zh-CN" sz="2400" b="1" dirty="0">
                <a:solidFill>
                  <a:srgbClr val="003366"/>
                </a:solidFill>
                <a:latin typeface="宋体" panose="02010600030101010101" pitchFamily="2" charset="-122"/>
              </a:rPr>
              <a:t>1</a:t>
            </a:r>
            <a:r>
              <a:rPr lang="zh-CN" altLang="en-US" sz="2400" b="1" dirty="0">
                <a:solidFill>
                  <a:srgbClr val="003366"/>
                </a:solidFill>
                <a:latin typeface="宋体" panose="02010600030101010101" pitchFamily="2" charset="-122"/>
              </a:rPr>
              <a:t>）正确地指出原子能级的存在（原子能量量子化）；</a:t>
            </a:r>
            <a:endParaRPr lang="en-US" altLang="zh-CN" sz="2400" b="1" dirty="0">
              <a:solidFill>
                <a:srgbClr val="003366"/>
              </a:solidFill>
              <a:latin typeface="宋体" panose="02010600030101010101" pitchFamily="2" charset="-122"/>
            </a:endParaRPr>
          </a:p>
          <a:p>
            <a:pPr eaLnBrk="1" hangingPunct="1">
              <a:spcBef>
                <a:spcPct val="50000"/>
              </a:spcBef>
            </a:pPr>
            <a:r>
              <a:rPr lang="en-US" altLang="zh-CN" sz="2400" dirty="0">
                <a:solidFill>
                  <a:srgbClr val="003366"/>
                </a:solidFill>
                <a:latin typeface="宋体" panose="02010600030101010101" pitchFamily="2" charset="-122"/>
              </a:rPr>
              <a:t>     </a:t>
            </a:r>
            <a:r>
              <a:rPr lang="zh-CN" altLang="en-US" sz="2400" dirty="0">
                <a:solidFill>
                  <a:srgbClr val="FF0000"/>
                </a:solidFill>
                <a:latin typeface="宋体" panose="02010600030101010101" pitchFamily="2" charset="-122"/>
              </a:rPr>
              <a:t>弗兰克</a:t>
            </a:r>
            <a:r>
              <a:rPr lang="en-US" altLang="zh-CN" sz="2400" dirty="0">
                <a:solidFill>
                  <a:srgbClr val="FF0000"/>
                </a:solidFill>
                <a:latin typeface="宋体" panose="02010600030101010101" pitchFamily="2" charset="-122"/>
              </a:rPr>
              <a:t>-</a:t>
            </a:r>
            <a:r>
              <a:rPr lang="zh-CN" altLang="en-US" sz="2400" dirty="0">
                <a:solidFill>
                  <a:srgbClr val="FF0000"/>
                </a:solidFill>
                <a:latin typeface="宋体" panose="02010600030101010101" pitchFamily="2" charset="-122"/>
              </a:rPr>
              <a:t>赫兹实验证实了原子能级的存在。</a:t>
            </a:r>
            <a:endParaRPr lang="zh-CN" altLang="en-US" sz="2400" b="1" dirty="0">
              <a:solidFill>
                <a:srgbClr val="FF0000"/>
              </a:solidFill>
              <a:latin typeface="宋体" panose="02010600030101010101" pitchFamily="2" charset="-122"/>
            </a:endParaRPr>
          </a:p>
          <a:p>
            <a:pPr eaLnBrk="1" hangingPunct="1">
              <a:spcBef>
                <a:spcPct val="50000"/>
              </a:spcBef>
            </a:pPr>
            <a:r>
              <a:rPr lang="zh-CN" altLang="en-US" sz="2400" b="1" dirty="0">
                <a:solidFill>
                  <a:srgbClr val="003366"/>
                </a:solidFill>
                <a:latin typeface="宋体" panose="02010600030101010101" pitchFamily="2" charset="-122"/>
              </a:rPr>
              <a:t>（</a:t>
            </a:r>
            <a:r>
              <a:rPr lang="en-US" altLang="zh-CN" sz="2400" b="1" dirty="0">
                <a:solidFill>
                  <a:srgbClr val="003366"/>
                </a:solidFill>
                <a:latin typeface="宋体" panose="02010600030101010101" pitchFamily="2" charset="-122"/>
              </a:rPr>
              <a:t>2</a:t>
            </a:r>
            <a:r>
              <a:rPr lang="zh-CN" altLang="en-US" sz="2400" b="1" dirty="0">
                <a:solidFill>
                  <a:srgbClr val="003366"/>
                </a:solidFill>
                <a:latin typeface="宋体" panose="02010600030101010101" pitchFamily="2" charset="-122"/>
              </a:rPr>
              <a:t>）正确地指出定态和角动量量子化的概念；</a:t>
            </a:r>
            <a:endParaRPr lang="zh-CN" altLang="en-US" sz="2400" b="1" dirty="0">
              <a:solidFill>
                <a:srgbClr val="003366"/>
              </a:solidFill>
              <a:latin typeface="宋体" panose="02010600030101010101" pitchFamily="2" charset="-122"/>
            </a:endParaRPr>
          </a:p>
          <a:p>
            <a:pPr eaLnBrk="1" hangingPunct="1">
              <a:spcBef>
                <a:spcPct val="50000"/>
              </a:spcBef>
            </a:pPr>
            <a:r>
              <a:rPr lang="zh-CN" altLang="en-US" sz="2400" b="1" dirty="0">
                <a:solidFill>
                  <a:srgbClr val="003366"/>
                </a:solidFill>
                <a:latin typeface="宋体" panose="02010600030101010101" pitchFamily="2" charset="-122"/>
              </a:rPr>
              <a:t>（</a:t>
            </a:r>
            <a:r>
              <a:rPr lang="en-US" altLang="zh-CN" sz="2400" b="1" dirty="0">
                <a:solidFill>
                  <a:srgbClr val="003366"/>
                </a:solidFill>
                <a:latin typeface="宋体" panose="02010600030101010101" pitchFamily="2" charset="-122"/>
              </a:rPr>
              <a:t>3</a:t>
            </a:r>
            <a:r>
              <a:rPr lang="zh-CN" altLang="en-US" sz="2400" b="1" dirty="0">
                <a:solidFill>
                  <a:srgbClr val="003366"/>
                </a:solidFill>
                <a:latin typeface="宋体" panose="02010600030101010101" pitchFamily="2" charset="-122"/>
              </a:rPr>
              <a:t>）正确的解释了氢原子及类氢离子光谱；</a:t>
            </a:r>
            <a:endParaRPr lang="zh-CN" altLang="en-US" sz="2400" b="1" dirty="0">
              <a:solidFill>
                <a:srgbClr val="003366"/>
              </a:solidFill>
              <a:latin typeface="宋体" panose="02010600030101010101" pitchFamily="2" charset="-122"/>
            </a:endParaRPr>
          </a:p>
        </p:txBody>
      </p:sp>
      <p:sp>
        <p:nvSpPr>
          <p:cNvPr id="23555" name="Rectangle 3"/>
          <p:cNvSpPr>
            <a:spLocks noChangeArrowheads="1"/>
          </p:cNvSpPr>
          <p:nvPr/>
        </p:nvSpPr>
        <p:spPr bwMode="auto">
          <a:xfrm>
            <a:off x="1783457" y="115888"/>
            <a:ext cx="5236815" cy="52322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rgbClr val="CC0000"/>
                </a:solidFill>
                <a:latin typeface="Times New Roman" panose="02020603050405020304" pitchFamily="18" charset="0"/>
              </a:rPr>
              <a:t> </a:t>
            </a:r>
            <a:r>
              <a:rPr lang="zh-CN" altLang="en-US" sz="2800" b="1" dirty="0">
                <a:solidFill>
                  <a:schemeClr val="bg1"/>
                </a:solidFill>
                <a:latin typeface="Times New Roman" panose="02020603050405020304" pitchFamily="18" charset="0"/>
              </a:rPr>
              <a:t>氢原子玻尔理论的意义和困难</a:t>
            </a:r>
            <a:endParaRPr lang="zh-CN" altLang="en-US" sz="2800" b="1" dirty="0">
              <a:solidFill>
                <a:schemeClr val="bg1"/>
              </a:solidFill>
              <a:latin typeface="Times New Roman" panose="02020603050405020304" pitchFamily="18" charset="0"/>
            </a:endParaRPr>
          </a:p>
        </p:txBody>
      </p:sp>
      <p:sp>
        <p:nvSpPr>
          <p:cNvPr id="23556" name="Rectangle 4"/>
          <p:cNvSpPr>
            <a:spLocks noChangeArrowheads="1"/>
          </p:cNvSpPr>
          <p:nvPr/>
        </p:nvSpPr>
        <p:spPr bwMode="auto">
          <a:xfrm>
            <a:off x="298029" y="3199616"/>
            <a:ext cx="782721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宋体" panose="02010600030101010101" pitchFamily="2" charset="-122"/>
              </a:rPr>
              <a:t>（</a:t>
            </a:r>
            <a:r>
              <a:rPr lang="en-US" altLang="zh-CN" sz="2400" b="1" dirty="0">
                <a:solidFill>
                  <a:srgbClr val="003366"/>
                </a:solidFill>
                <a:latin typeface="宋体" panose="02010600030101010101" pitchFamily="2" charset="-122"/>
              </a:rPr>
              <a:t>4</a:t>
            </a:r>
            <a:r>
              <a:rPr lang="zh-CN" altLang="en-US" sz="2400" b="1" dirty="0">
                <a:solidFill>
                  <a:srgbClr val="003366"/>
                </a:solidFill>
                <a:latin typeface="宋体" panose="02010600030101010101" pitchFamily="2" charset="-122"/>
              </a:rPr>
              <a:t>）无法解释比氢原子更复杂的原子；</a:t>
            </a:r>
            <a:endParaRPr lang="zh-CN" altLang="en-US" sz="2400" b="1" dirty="0">
              <a:solidFill>
                <a:srgbClr val="003366"/>
              </a:solidFill>
              <a:latin typeface="宋体" panose="02010600030101010101" pitchFamily="2" charset="-122"/>
            </a:endParaRPr>
          </a:p>
          <a:p>
            <a:pPr eaLnBrk="1" hangingPunct="1">
              <a:spcBef>
                <a:spcPct val="50000"/>
              </a:spcBef>
            </a:pPr>
            <a:r>
              <a:rPr lang="zh-CN" altLang="en-US" sz="2400" b="1" dirty="0">
                <a:solidFill>
                  <a:srgbClr val="003366"/>
                </a:solidFill>
                <a:latin typeface="宋体" panose="02010600030101010101" pitchFamily="2" charset="-122"/>
              </a:rPr>
              <a:t>（</a:t>
            </a:r>
            <a:r>
              <a:rPr lang="en-US" altLang="zh-CN" sz="2400" b="1" dirty="0">
                <a:solidFill>
                  <a:srgbClr val="003366"/>
                </a:solidFill>
                <a:latin typeface="宋体" panose="02010600030101010101" pitchFamily="2" charset="-122"/>
              </a:rPr>
              <a:t>5</a:t>
            </a:r>
            <a:r>
              <a:rPr lang="zh-CN" altLang="en-US" sz="2400" b="1" dirty="0">
                <a:solidFill>
                  <a:srgbClr val="003366"/>
                </a:solidFill>
                <a:latin typeface="宋体" panose="02010600030101010101" pitchFamily="2" charset="-122"/>
              </a:rPr>
              <a:t>）对谱线的强度</a:t>
            </a:r>
            <a:r>
              <a:rPr lang="en-US" altLang="zh-CN" sz="2400" b="1" dirty="0">
                <a:solidFill>
                  <a:srgbClr val="003366"/>
                </a:solidFill>
                <a:latin typeface="宋体" panose="02010600030101010101" pitchFamily="2" charset="-122"/>
              </a:rPr>
              <a:t>.</a:t>
            </a:r>
            <a:r>
              <a:rPr lang="zh-CN" altLang="en-US" sz="2400" b="1" dirty="0">
                <a:solidFill>
                  <a:srgbClr val="003366"/>
                </a:solidFill>
                <a:latin typeface="宋体" panose="02010600030101010101" pitchFamily="2" charset="-122"/>
              </a:rPr>
              <a:t>宽度无能为力</a:t>
            </a:r>
            <a:r>
              <a:rPr lang="en-US" altLang="zh-CN" sz="2400" b="1" dirty="0">
                <a:solidFill>
                  <a:srgbClr val="003366"/>
                </a:solidFill>
                <a:latin typeface="宋体" panose="02010600030101010101" pitchFamily="2" charset="-122"/>
              </a:rPr>
              <a:t>;</a:t>
            </a:r>
            <a:endParaRPr lang="en-US" altLang="zh-CN" sz="2400" b="1" dirty="0">
              <a:solidFill>
                <a:srgbClr val="003366"/>
              </a:solidFill>
              <a:latin typeface="宋体" panose="02010600030101010101" pitchFamily="2" charset="-122"/>
            </a:endParaRPr>
          </a:p>
          <a:p>
            <a:pPr eaLnBrk="1" hangingPunct="1">
              <a:spcBef>
                <a:spcPct val="50000"/>
              </a:spcBef>
            </a:pPr>
            <a:r>
              <a:rPr lang="zh-CN" altLang="en-US" sz="2400" b="1" dirty="0">
                <a:solidFill>
                  <a:srgbClr val="003366"/>
                </a:solidFill>
                <a:latin typeface="宋体" panose="02010600030101010101" pitchFamily="2" charset="-122"/>
              </a:rPr>
              <a:t>（</a:t>
            </a:r>
            <a:r>
              <a:rPr lang="en-US" altLang="zh-CN" sz="2400" b="1" dirty="0">
                <a:solidFill>
                  <a:srgbClr val="003366"/>
                </a:solidFill>
                <a:latin typeface="宋体" panose="02010600030101010101" pitchFamily="2" charset="-122"/>
              </a:rPr>
              <a:t>6</a:t>
            </a:r>
            <a:r>
              <a:rPr lang="zh-CN" altLang="en-US" sz="2400" b="1" dirty="0">
                <a:solidFill>
                  <a:srgbClr val="003366"/>
                </a:solidFill>
                <a:latin typeface="宋体" panose="02010600030101010101" pitchFamily="2" charset="-122"/>
              </a:rPr>
              <a:t>）是半经典半量子理论，存在逻辑上的缺点，即把</a:t>
            </a:r>
            <a:endParaRPr lang="zh-CN" altLang="en-US" sz="2400" b="1" dirty="0">
              <a:solidFill>
                <a:srgbClr val="003366"/>
              </a:solidFill>
              <a:latin typeface="宋体" panose="02010600030101010101" pitchFamily="2" charset="-122"/>
            </a:endParaRPr>
          </a:p>
          <a:p>
            <a:pPr eaLnBrk="1" hangingPunct="1">
              <a:spcBef>
                <a:spcPct val="50000"/>
              </a:spcBef>
            </a:pPr>
            <a:r>
              <a:rPr lang="zh-CN" altLang="en-US" sz="2400" b="1" dirty="0">
                <a:solidFill>
                  <a:srgbClr val="003366"/>
                </a:solidFill>
                <a:latin typeface="宋体" panose="02010600030101010101" pitchFamily="2" charset="-122"/>
              </a:rPr>
              <a:t>     微观粒子看成是遵守经典力学的质点，同时，又</a:t>
            </a:r>
            <a:endParaRPr lang="zh-CN" altLang="en-US" sz="2400" b="1" dirty="0">
              <a:solidFill>
                <a:srgbClr val="003366"/>
              </a:solidFill>
              <a:latin typeface="宋体" panose="02010600030101010101" pitchFamily="2" charset="-122"/>
            </a:endParaRPr>
          </a:p>
          <a:p>
            <a:pPr eaLnBrk="1" hangingPunct="1">
              <a:spcBef>
                <a:spcPct val="50000"/>
              </a:spcBef>
            </a:pPr>
            <a:r>
              <a:rPr lang="zh-CN" altLang="en-US" sz="2400" b="1" dirty="0">
                <a:solidFill>
                  <a:srgbClr val="003366"/>
                </a:solidFill>
                <a:latin typeface="宋体" panose="02010600030101010101" pitchFamily="2" charset="-122"/>
              </a:rPr>
              <a:t>     赋予它们量子化的特征 </a:t>
            </a:r>
            <a:r>
              <a:rPr lang="en-US" altLang="zh-CN" sz="2400" b="1" dirty="0">
                <a:solidFill>
                  <a:srgbClr val="003366"/>
                </a:solidFill>
                <a:latin typeface="宋体" panose="02010600030101010101" pitchFamily="2" charset="-122"/>
              </a:rPr>
              <a:t>.</a:t>
            </a:r>
            <a:endParaRPr lang="en-US" altLang="zh-CN" sz="2400" b="1" dirty="0">
              <a:solidFill>
                <a:srgbClr val="003366"/>
              </a:solidFill>
              <a:latin typeface="宋体" panose="02010600030101010101" pitchFamily="2" charset="-122"/>
            </a:endParaRPr>
          </a:p>
        </p:txBody>
      </p:sp>
      <p:sp>
        <p:nvSpPr>
          <p:cNvPr id="23557" name="文本框 2"/>
          <p:cNvSpPr txBox="1">
            <a:spLocks noChangeArrowheads="1"/>
          </p:cNvSpPr>
          <p:nvPr/>
        </p:nvSpPr>
        <p:spPr bwMode="auto">
          <a:xfrm>
            <a:off x="539552" y="5949280"/>
            <a:ext cx="72009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150000"/>
              </a:lnSpc>
            </a:pPr>
            <a:r>
              <a:rPr lang="zh-CN" altLang="en-US" sz="2400" b="1">
                <a:solidFill>
                  <a:srgbClr val="FFCC00"/>
                </a:solidFill>
              </a:rPr>
              <a:t>卢瑟福的质疑；薛定鄂的非难</a:t>
            </a:r>
            <a:r>
              <a:rPr lang="en-US" altLang="zh-CN" sz="2400" b="1">
                <a:solidFill>
                  <a:srgbClr val="FFCC00"/>
                </a:solidFill>
              </a:rPr>
              <a:t>——</a:t>
            </a:r>
            <a:r>
              <a:rPr lang="zh-CN" altLang="en-US" sz="2400" b="1">
                <a:solidFill>
                  <a:srgbClr val="FFCC00"/>
                </a:solidFill>
              </a:rPr>
              <a:t>糟透的跃迁</a:t>
            </a:r>
            <a:endParaRPr lang="zh-CN" altLang="en-US" sz="2400" b="1">
              <a:solidFill>
                <a:srgbClr val="FFCC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1835150" y="115888"/>
            <a:ext cx="5473154"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CC0000"/>
                </a:solidFill>
                <a:latin typeface="Times New Roman" panose="02020603050405020304" pitchFamily="18" charset="0"/>
              </a:rPr>
              <a:t>　</a:t>
            </a:r>
            <a:r>
              <a:rPr lang="zh-CN" altLang="en-US" b="1">
                <a:solidFill>
                  <a:schemeClr val="bg1"/>
                </a:solidFill>
                <a:latin typeface="宋体" panose="02010600030101010101" pitchFamily="2" charset="-122"/>
              </a:rPr>
              <a:t>德布罗意假设（</a:t>
            </a:r>
            <a:r>
              <a:rPr lang="en-US" altLang="zh-CN">
                <a:solidFill>
                  <a:schemeClr val="bg1"/>
                </a:solidFill>
                <a:latin typeface="宋体" panose="02010600030101010101" pitchFamily="2" charset="-122"/>
              </a:rPr>
              <a:t>1924</a:t>
            </a:r>
            <a:r>
              <a:rPr lang="en-US" altLang="zh-CN" b="1">
                <a:solidFill>
                  <a:schemeClr val="bg1"/>
                </a:solidFill>
                <a:latin typeface="宋体" panose="02010600030101010101" pitchFamily="2" charset="-122"/>
              </a:rPr>
              <a:t> </a:t>
            </a:r>
            <a:r>
              <a:rPr lang="zh-CN" altLang="en-US" b="1">
                <a:solidFill>
                  <a:schemeClr val="bg1"/>
                </a:solidFill>
                <a:latin typeface="宋体" panose="02010600030101010101" pitchFamily="2" charset="-122"/>
              </a:rPr>
              <a:t>年 ）</a:t>
            </a:r>
            <a:endParaRPr lang="zh-CN" altLang="en-US" b="1">
              <a:solidFill>
                <a:schemeClr val="bg1"/>
              </a:solidFill>
              <a:latin typeface="宋体" panose="02010600030101010101" pitchFamily="2" charset="-122"/>
            </a:endParaRPr>
          </a:p>
        </p:txBody>
      </p:sp>
      <p:sp>
        <p:nvSpPr>
          <p:cNvPr id="4099" name="Text Box 3"/>
          <p:cNvSpPr txBox="1">
            <a:spLocks noChangeArrowheads="1"/>
          </p:cNvSpPr>
          <p:nvPr/>
        </p:nvSpPr>
        <p:spPr bwMode="auto">
          <a:xfrm>
            <a:off x="856048" y="924648"/>
            <a:ext cx="7591400" cy="523220"/>
          </a:xfrm>
          <a:prstGeom prst="rect">
            <a:avLst/>
          </a:prstGeom>
          <a:noFill/>
          <a:ln>
            <a:noFill/>
          </a:ln>
          <a:effectLst/>
          <a:extLst>
            <a:ext uri="{909E8E84-426E-40DD-AFC4-6F175D3DCCD1}">
              <a14:hiddenFill xmlns:a14="http://schemas.microsoft.com/office/drawing/2010/main">
                <a:gradFill rotWithShape="0">
                  <a:gsLst>
                    <a:gs pos="0">
                      <a:srgbClr val="C29BC2"/>
                    </a:gs>
                    <a:gs pos="50000">
                      <a:srgbClr val="FFCCFF"/>
                    </a:gs>
                    <a:gs pos="100000">
                      <a:srgbClr val="C29BC2"/>
                    </a:gs>
                  </a:gsLst>
                  <a:lin ang="5400000" scaled="1"/>
                </a:gradFill>
              </a14:hiddenFill>
            </a:ext>
            <a:ext uri="{91240B29-F687-4F45-9708-019B960494DF}">
              <a14:hiddenLine xmlns:a14="http://schemas.microsoft.com/office/drawing/2010/main" w="12700">
                <a:solidFill>
                  <a:srgbClr val="D6009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003366"/>
                </a:solidFill>
                <a:latin typeface="Times New Roman" panose="02020603050405020304" pitchFamily="18" charset="0"/>
              </a:rPr>
              <a:t>德布罗意假设：一切实物粒子具有波粒二象性 </a:t>
            </a:r>
            <a:r>
              <a:rPr lang="en-US" altLang="zh-CN" sz="2800" b="1" dirty="0">
                <a:solidFill>
                  <a:srgbClr val="003366"/>
                </a:solidFill>
                <a:latin typeface="Times New Roman" panose="02020603050405020304" pitchFamily="18" charset="0"/>
              </a:rPr>
              <a:t>.</a:t>
            </a:r>
            <a:endParaRPr lang="en-US" altLang="zh-CN" sz="2800" b="1" dirty="0">
              <a:solidFill>
                <a:srgbClr val="003366"/>
              </a:solidFill>
              <a:latin typeface="Times New Roman" panose="02020603050405020304" pitchFamily="18" charset="0"/>
            </a:endParaRPr>
          </a:p>
        </p:txBody>
      </p:sp>
      <p:graphicFrame>
        <p:nvGraphicFramePr>
          <p:cNvPr id="4100" name="Object 4"/>
          <p:cNvGraphicFramePr>
            <a:graphicFrameLocks noChangeAspect="1"/>
          </p:cNvGraphicFramePr>
          <p:nvPr/>
        </p:nvGraphicFramePr>
        <p:xfrm>
          <a:off x="2289920" y="1651027"/>
          <a:ext cx="1443880" cy="470766"/>
        </p:xfrm>
        <a:graphic>
          <a:graphicData uri="http://schemas.openxmlformats.org/presentationml/2006/ole">
            <mc:AlternateContent xmlns:mc="http://schemas.openxmlformats.org/markup-compatibility/2006">
              <mc:Choice xmlns:v="urn:schemas-microsoft-com:vml" Requires="v">
                <p:oleObj spid="_x0000_s0" name="公式" r:id="rId1" imgW="525780" imgH="163195" progId="Equation.3">
                  <p:embed/>
                </p:oleObj>
              </mc:Choice>
              <mc:Fallback>
                <p:oleObj name="公式" r:id="rId1" imgW="525780" imgH="163195"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920" y="1651027"/>
                        <a:ext cx="1443880" cy="470766"/>
                      </a:xfrm>
                      <a:prstGeom prst="rect">
                        <a:avLst/>
                      </a:prstGeom>
                      <a:solidFill>
                        <a:srgbClr val="F4FCE4"/>
                      </a:solidFill>
                      <a:ln w="9525">
                        <a:solidFill>
                          <a:schemeClr val="tx2"/>
                        </a:solidFill>
                        <a:miter lim="800000"/>
                        <a:headEnd/>
                        <a:tailEnd/>
                      </a:ln>
                      <a:effectLst/>
                    </p:spPr>
                  </p:pic>
                </p:oleObj>
              </mc:Fallback>
            </mc:AlternateContent>
          </a:graphicData>
        </a:graphic>
      </p:graphicFrame>
      <p:graphicFrame>
        <p:nvGraphicFramePr>
          <p:cNvPr id="4101" name="Object 5"/>
          <p:cNvGraphicFramePr>
            <a:graphicFrameLocks noChangeAspect="1"/>
          </p:cNvGraphicFramePr>
          <p:nvPr/>
        </p:nvGraphicFramePr>
        <p:xfrm>
          <a:off x="4214543" y="1462156"/>
          <a:ext cx="1080446" cy="881835"/>
        </p:xfrm>
        <a:graphic>
          <a:graphicData uri="http://schemas.openxmlformats.org/presentationml/2006/ole">
            <mc:AlternateContent xmlns:mc="http://schemas.openxmlformats.org/markup-compatibility/2006">
              <mc:Choice xmlns:v="urn:schemas-microsoft-com:vml" Requires="v">
                <p:oleObj spid="_x0000_s2" name="公式" r:id="rId3" imgW="436245" imgH="410210" progId="Equation.3">
                  <p:embed/>
                </p:oleObj>
              </mc:Choice>
              <mc:Fallback>
                <p:oleObj name="公式" r:id="rId3" imgW="436245" imgH="41021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4543" y="1462156"/>
                        <a:ext cx="1080446" cy="881835"/>
                      </a:xfrm>
                      <a:prstGeom prst="rect">
                        <a:avLst/>
                      </a:prstGeom>
                      <a:solidFill>
                        <a:srgbClr val="F4FCE4"/>
                      </a:solidFill>
                      <a:ln w="9525">
                        <a:solidFill>
                          <a:schemeClr val="tx2"/>
                        </a:solidFill>
                        <a:miter lim="800000"/>
                        <a:headEnd/>
                        <a:tailEnd/>
                      </a:ln>
                      <a:effectLst/>
                    </p:spPr>
                  </p:pic>
                </p:oleObj>
              </mc:Fallback>
            </mc:AlternateContent>
          </a:graphicData>
        </a:graphic>
      </p:graphicFrame>
      <p:grpSp>
        <p:nvGrpSpPr>
          <p:cNvPr id="4102" name="Group 6"/>
          <p:cNvGrpSpPr/>
          <p:nvPr/>
        </p:nvGrpSpPr>
        <p:grpSpPr bwMode="auto">
          <a:xfrm>
            <a:off x="533400" y="2450354"/>
            <a:ext cx="7675563" cy="1100138"/>
            <a:chOff x="336" y="1947"/>
            <a:chExt cx="4835" cy="693"/>
          </a:xfrm>
        </p:grpSpPr>
        <p:graphicFrame>
          <p:nvGraphicFramePr>
            <p:cNvPr id="3" name="Object 7"/>
            <p:cNvGraphicFramePr>
              <a:graphicFrameLocks noChangeAspect="1"/>
            </p:cNvGraphicFramePr>
            <p:nvPr/>
          </p:nvGraphicFramePr>
          <p:xfrm>
            <a:off x="3923" y="1947"/>
            <a:ext cx="1248" cy="672"/>
          </p:xfrm>
          <a:graphic>
            <a:graphicData uri="http://schemas.openxmlformats.org/presentationml/2006/ole">
              <mc:AlternateContent xmlns:mc="http://schemas.openxmlformats.org/markup-compatibility/2006">
                <mc:Choice xmlns:v="urn:schemas-microsoft-com:vml" Requires="v">
                  <p:oleObj spid="_x0000_s4" name="公式" r:id="rId5" imgW="898525" imgH="425450" progId="Equation.3">
                    <p:embed/>
                  </p:oleObj>
                </mc:Choice>
                <mc:Fallback>
                  <p:oleObj name="公式" r:id="rId5" imgW="898525" imgH="42545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3" y="1947"/>
                          <a:ext cx="1248" cy="672"/>
                        </a:xfrm>
                        <a:prstGeom prst="rect">
                          <a:avLst/>
                        </a:prstGeom>
                        <a:noFill/>
                        <a:ln>
                          <a:noFill/>
                        </a:ln>
                        <a:effectLst/>
                        <a:extLst>
                          <a:ext uri="{909E8E84-426E-40DD-AFC4-6F175D3DCCD1}">
                            <a14:hiddenFill xmlns:a14="http://schemas.microsoft.com/office/drawing/2010/main">
                              <a:gradFill rotWithShape="0">
                                <a:gsLst>
                                  <a:gs pos="0">
                                    <a:srgbClr val="A9A987"/>
                                  </a:gs>
                                  <a:gs pos="50000">
                                    <a:srgbClr val="FFFFCC"/>
                                  </a:gs>
                                  <a:gs pos="100000">
                                    <a:srgbClr val="A9A987"/>
                                  </a:gs>
                                </a:gsLst>
                                <a:lin ang="5400000" scaled="1"/>
                              </a:gradFill>
                            </a14:hiddenFill>
                          </a:ext>
                          <a:ext uri="{91240B29-F687-4F45-9708-019B960494DF}">
                            <a14:hiddenLine xmlns:a14="http://schemas.microsoft.com/office/drawing/2010/main" w="19050">
                              <a:solidFill>
                                <a:srgbClr val="CC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1" name="Object 8"/>
            <p:cNvGraphicFramePr>
              <a:graphicFrameLocks noChangeAspect="1"/>
            </p:cNvGraphicFramePr>
            <p:nvPr/>
          </p:nvGraphicFramePr>
          <p:xfrm>
            <a:off x="2496" y="1968"/>
            <a:ext cx="1200" cy="672"/>
          </p:xfrm>
          <a:graphic>
            <a:graphicData uri="http://schemas.openxmlformats.org/presentationml/2006/ole">
              <mc:AlternateContent xmlns:mc="http://schemas.openxmlformats.org/markup-compatibility/2006">
                <mc:Choice xmlns:v="urn:schemas-microsoft-com:vml" Requires="v">
                  <p:oleObj spid="_x0000_s5" name="公式" r:id="rId7" imgW="830580" imgH="446405" progId="Equation.3">
                    <p:embed/>
                  </p:oleObj>
                </mc:Choice>
                <mc:Fallback>
                  <p:oleObj name="公式" r:id="rId7" imgW="830580" imgH="446405"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6" y="1968"/>
                          <a:ext cx="1200" cy="672"/>
                        </a:xfrm>
                        <a:prstGeom prst="rect">
                          <a:avLst/>
                        </a:prstGeom>
                        <a:noFill/>
                        <a:ln>
                          <a:noFill/>
                        </a:ln>
                        <a:effectLst/>
                        <a:extLst>
                          <a:ext uri="{909E8E84-426E-40DD-AFC4-6F175D3DCCD1}">
                            <a14:hiddenFill xmlns:a14="http://schemas.microsoft.com/office/drawing/2010/main">
                              <a:gradFill rotWithShape="0">
                                <a:gsLst>
                                  <a:gs pos="0">
                                    <a:srgbClr val="C29BC2"/>
                                  </a:gs>
                                  <a:gs pos="50000">
                                    <a:srgbClr val="FFCCFF"/>
                                  </a:gs>
                                  <a:gs pos="100000">
                                    <a:srgbClr val="C29BC2"/>
                                  </a:gs>
                                </a:gsLst>
                                <a:lin ang="5400000" scaled="1"/>
                              </a:gradFill>
                            </a14:hiddenFill>
                          </a:ext>
                          <a:ext uri="{91240B29-F687-4F45-9708-019B960494DF}">
                            <a14:hiddenLine xmlns:a14="http://schemas.microsoft.com/office/drawing/2010/main" w="19050">
                              <a:solidFill>
                                <a:srgbClr val="D6009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2" name="Text Box 9"/>
            <p:cNvSpPr txBox="1">
              <a:spLocks noChangeArrowheads="1"/>
            </p:cNvSpPr>
            <p:nvPr/>
          </p:nvSpPr>
          <p:spPr bwMode="auto">
            <a:xfrm>
              <a:off x="336" y="2064"/>
              <a:ext cx="2016" cy="333"/>
            </a:xfrm>
            <a:prstGeom prst="rect">
              <a:avLst/>
            </a:prstGeom>
            <a:solidFill>
              <a:srgbClr val="F4FCE4"/>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9"/>
                </a:buBlip>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德布罗意公式</a:t>
              </a:r>
              <a:endParaRPr lang="zh-CN" altLang="en-US" sz="2800" b="1">
                <a:solidFill>
                  <a:srgbClr val="003366"/>
                </a:solidFill>
                <a:latin typeface="Times New Roman" panose="02020603050405020304" pitchFamily="18" charset="0"/>
              </a:endParaRPr>
            </a:p>
          </p:txBody>
        </p:sp>
      </p:grpSp>
      <p:sp>
        <p:nvSpPr>
          <p:cNvPr id="4106" name="Text Box 10"/>
          <p:cNvSpPr txBox="1">
            <a:spLocks noChangeArrowheads="1"/>
          </p:cNvSpPr>
          <p:nvPr/>
        </p:nvSpPr>
        <p:spPr bwMode="auto">
          <a:xfrm>
            <a:off x="467773" y="4965147"/>
            <a:ext cx="822960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rgbClr val="003366"/>
                </a:solidFill>
                <a:latin typeface="Times New Roman" panose="02020603050405020304" pitchFamily="18" charset="0"/>
              </a:rPr>
              <a:t> 2</a:t>
            </a:r>
            <a:r>
              <a:rPr lang="zh-CN" altLang="en-US" sz="2400" b="1" dirty="0">
                <a:solidFill>
                  <a:srgbClr val="003366"/>
                </a:solidFill>
                <a:latin typeface="Times New Roman" panose="02020603050405020304" pitchFamily="18" charset="0"/>
              </a:rPr>
              <a:t>）宏观物体的德布罗意波长小到实验难以测量的程度，因此宏观物体仅表现出粒子性 </a:t>
            </a:r>
            <a:r>
              <a:rPr lang="en-US" altLang="zh-CN" sz="2400" b="1" dirty="0">
                <a:solidFill>
                  <a:srgbClr val="003366"/>
                </a:solidFill>
                <a:latin typeface="Times New Roman" panose="02020603050405020304" pitchFamily="18" charset="0"/>
              </a:rPr>
              <a:t>.</a:t>
            </a:r>
            <a:endParaRPr lang="en-US" altLang="zh-CN" sz="2400" b="1" dirty="0">
              <a:solidFill>
                <a:srgbClr val="003366"/>
              </a:solidFill>
              <a:latin typeface="Times New Roman" panose="02020603050405020304" pitchFamily="18" charset="0"/>
            </a:endParaRPr>
          </a:p>
        </p:txBody>
      </p:sp>
      <p:grpSp>
        <p:nvGrpSpPr>
          <p:cNvPr id="4110" name="Group 14"/>
          <p:cNvGrpSpPr/>
          <p:nvPr/>
        </p:nvGrpSpPr>
        <p:grpSpPr bwMode="auto">
          <a:xfrm>
            <a:off x="533400" y="3611009"/>
            <a:ext cx="4605338" cy="1179512"/>
            <a:chOff x="1392" y="2795"/>
            <a:chExt cx="2901" cy="743"/>
          </a:xfrm>
        </p:grpSpPr>
        <p:graphicFrame>
          <p:nvGraphicFramePr>
            <p:cNvPr id="4105" name="Object 15"/>
            <p:cNvGraphicFramePr>
              <a:graphicFrameLocks noChangeAspect="1"/>
            </p:cNvGraphicFramePr>
            <p:nvPr/>
          </p:nvGraphicFramePr>
          <p:xfrm>
            <a:off x="1917" y="3220"/>
            <a:ext cx="1935" cy="318"/>
          </p:xfrm>
          <a:graphic>
            <a:graphicData uri="http://schemas.openxmlformats.org/presentationml/2006/ole">
              <mc:AlternateContent xmlns:mc="http://schemas.openxmlformats.org/markup-compatibility/2006">
                <mc:Choice xmlns:v="urn:schemas-microsoft-com:vml" Requires="v">
                  <p:oleObj spid="_x0000_s6" name="Equation" r:id="rId10" imgW="1198245" imgH="215265" progId="Equation.3">
                    <p:embed/>
                  </p:oleObj>
                </mc:Choice>
                <mc:Fallback>
                  <p:oleObj name="Equation" r:id="rId10" imgW="1198245" imgH="215265"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17" y="3220"/>
                          <a:ext cx="1935" cy="318"/>
                        </a:xfrm>
                        <a:prstGeom prst="rect">
                          <a:avLst/>
                        </a:prstGeom>
                        <a:noFill/>
                        <a:ln>
                          <a:noFill/>
                        </a:ln>
                        <a:effectLst/>
                      </p:spPr>
                    </p:pic>
                  </p:oleObj>
                </mc:Fallback>
              </mc:AlternateContent>
            </a:graphicData>
          </a:graphic>
        </p:graphicFrame>
        <p:sp>
          <p:nvSpPr>
            <p:cNvPr id="7" name="Text Box 16"/>
            <p:cNvSpPr txBox="1">
              <a:spLocks noChangeArrowheads="1"/>
            </p:cNvSpPr>
            <p:nvPr/>
          </p:nvSpPr>
          <p:spPr bwMode="auto">
            <a:xfrm>
              <a:off x="1392" y="2832"/>
              <a:ext cx="26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solidFill>
                    <a:srgbClr val="003366"/>
                  </a:solidFill>
                </a:rPr>
                <a:t>1</a:t>
              </a:r>
              <a:r>
                <a:rPr lang="zh-CN" altLang="en-US" sz="2400" b="1">
                  <a:solidFill>
                    <a:srgbClr val="003366"/>
                  </a:solidFill>
                </a:rPr>
                <a:t>）若             则</a:t>
              </a:r>
              <a:endParaRPr lang="zh-CN" altLang="en-US" sz="2400" b="1">
                <a:solidFill>
                  <a:srgbClr val="003366"/>
                </a:solidFill>
              </a:endParaRPr>
            </a:p>
          </p:txBody>
        </p:sp>
        <p:sp>
          <p:nvSpPr>
            <p:cNvPr id="4107" name="Rectangle 17"/>
            <p:cNvSpPr>
              <a:spLocks noChangeArrowheads="1"/>
            </p:cNvSpPr>
            <p:nvPr/>
          </p:nvSpPr>
          <p:spPr bwMode="auto">
            <a:xfrm>
              <a:off x="1653" y="3233"/>
              <a:ext cx="26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rPr>
                <a:t>若               则</a:t>
              </a:r>
              <a:endParaRPr lang="zh-CN" altLang="en-US" sz="2400" b="1" dirty="0">
                <a:solidFill>
                  <a:srgbClr val="003366"/>
                </a:solidFill>
              </a:endParaRPr>
            </a:p>
          </p:txBody>
        </p:sp>
        <p:graphicFrame>
          <p:nvGraphicFramePr>
            <p:cNvPr id="4108" name="Object 18"/>
            <p:cNvGraphicFramePr>
              <a:graphicFrameLocks noChangeAspect="1"/>
            </p:cNvGraphicFramePr>
            <p:nvPr/>
          </p:nvGraphicFramePr>
          <p:xfrm>
            <a:off x="2044" y="2905"/>
            <a:ext cx="548" cy="155"/>
          </p:xfrm>
          <a:graphic>
            <a:graphicData uri="http://schemas.openxmlformats.org/presentationml/2006/ole">
              <mc:AlternateContent xmlns:mc="http://schemas.openxmlformats.org/markup-compatibility/2006">
                <mc:Choice xmlns:v="urn:schemas-microsoft-com:vml" Requires="v">
                  <p:oleObj spid="_x0000_s8" name="Equation" r:id="rId12" imgW="462280" imgH="120650" progId="Equation.3">
                    <p:embed/>
                  </p:oleObj>
                </mc:Choice>
                <mc:Fallback>
                  <p:oleObj name="Equation" r:id="rId12" imgW="462280" imgH="120650"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44" y="2905"/>
                          <a:ext cx="548" cy="155"/>
                        </a:xfrm>
                        <a:prstGeom prst="rect">
                          <a:avLst/>
                        </a:prstGeom>
                        <a:noFill/>
                        <a:ln>
                          <a:noFill/>
                        </a:ln>
                        <a:effectLst/>
                      </p:spPr>
                    </p:pic>
                  </p:oleObj>
                </mc:Fallback>
              </mc:AlternateContent>
            </a:graphicData>
          </a:graphic>
        </p:graphicFrame>
        <p:graphicFrame>
          <p:nvGraphicFramePr>
            <p:cNvPr id="4109" name="Object 19"/>
            <p:cNvGraphicFramePr>
              <a:graphicFrameLocks noChangeAspect="1"/>
            </p:cNvGraphicFramePr>
            <p:nvPr/>
          </p:nvGraphicFramePr>
          <p:xfrm>
            <a:off x="2973" y="2795"/>
            <a:ext cx="674" cy="291"/>
          </p:xfrm>
          <a:graphic>
            <a:graphicData uri="http://schemas.openxmlformats.org/presentationml/2006/ole">
              <mc:AlternateContent xmlns:mc="http://schemas.openxmlformats.org/markup-compatibility/2006">
                <mc:Choice xmlns:v="urn:schemas-microsoft-com:vml" Requires="v">
                  <p:oleObj spid="_x0000_s9" name="Equation" r:id="rId14" imgW="504190" imgH="215265" progId="Equation.3">
                    <p:embed/>
                  </p:oleObj>
                </mc:Choice>
                <mc:Fallback>
                  <p:oleObj name="Equation" r:id="rId14" imgW="504190" imgH="215265" progId="Equation.3">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73" y="2795"/>
                          <a:ext cx="674" cy="291"/>
                        </a:xfrm>
                        <a:prstGeom prst="rect">
                          <a:avLst/>
                        </a:prstGeom>
                        <a:noFill/>
                        <a:ln>
                          <a:noFill/>
                        </a:ln>
                        <a:effectLst/>
                      </p:spPr>
                    </p:pic>
                  </p:oleObj>
                </mc:Fallback>
              </mc:AlternateContent>
            </a:graphicData>
          </a:graphic>
        </p:graphicFrame>
      </p:grpSp>
      <p:sp>
        <p:nvSpPr>
          <p:cNvPr id="10" name="文本框 9"/>
          <p:cNvSpPr txBox="1"/>
          <p:nvPr/>
        </p:nvSpPr>
        <p:spPr>
          <a:xfrm>
            <a:off x="1030497" y="5912788"/>
            <a:ext cx="7082460" cy="584775"/>
          </a:xfrm>
          <a:prstGeom prst="rect">
            <a:avLst/>
          </a:prstGeom>
          <a:noFill/>
        </p:spPr>
        <p:txBody>
          <a:bodyPr wrap="square" rtlCol="0">
            <a:spAutoFit/>
          </a:bodyPr>
          <a:lstStyle/>
          <a:p>
            <a:r>
              <a:rPr lang="zh-CN" altLang="en-US" dirty="0">
                <a:solidFill>
                  <a:srgbClr val="FF0000"/>
                </a:solidFill>
              </a:rPr>
              <a:t>戴维逊</a:t>
            </a:r>
            <a:r>
              <a:rPr lang="en-US" altLang="zh-CN" dirty="0">
                <a:solidFill>
                  <a:srgbClr val="FF0000"/>
                </a:solidFill>
              </a:rPr>
              <a:t>-</a:t>
            </a:r>
            <a:r>
              <a:rPr lang="zh-CN" altLang="en-US" dirty="0">
                <a:solidFill>
                  <a:srgbClr val="FF0000"/>
                </a:solidFill>
              </a:rPr>
              <a:t>革末实验证实了电子的波动性</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blinds(vertical)">
                                      <p:cBhvr>
                                        <p:cTn id="7" dur="500"/>
                                        <p:tgtEl>
                                          <p:spTgt spid="40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4100"/>
                                        </p:tgtEl>
                                        <p:attrNameLst>
                                          <p:attrName>style.visibility</p:attrName>
                                        </p:attrNameLst>
                                      </p:cBhvr>
                                      <p:to>
                                        <p:strVal val="visible"/>
                                      </p:to>
                                    </p:set>
                                    <p:animEffect transition="in" filter="blinds(vertical)">
                                      <p:cBhvr>
                                        <p:cTn id="12" dur="500"/>
                                        <p:tgtEl>
                                          <p:spTgt spid="410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4101"/>
                                        </p:tgtEl>
                                        <p:attrNameLst>
                                          <p:attrName>style.visibility</p:attrName>
                                        </p:attrNameLst>
                                      </p:cBhvr>
                                      <p:to>
                                        <p:strVal val="visible"/>
                                      </p:to>
                                    </p:set>
                                    <p:animEffect transition="in" filter="blinds(vertical)">
                                      <p:cBhvr>
                                        <p:cTn id="17" dur="500"/>
                                        <p:tgtEl>
                                          <p:spTgt spid="410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02"/>
                                        </p:tgtEl>
                                        <p:attrNameLst>
                                          <p:attrName>style.visibility</p:attrName>
                                        </p:attrNameLst>
                                      </p:cBhvr>
                                      <p:to>
                                        <p:strVal val="visible"/>
                                      </p:to>
                                    </p:set>
                                    <p:animEffect transition="in" filter="blinds(horizontal)">
                                      <p:cBhvr>
                                        <p:cTn id="22" dur="500"/>
                                        <p:tgtEl>
                                          <p:spTgt spid="410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10"/>
                                        </p:tgtEl>
                                        <p:attrNameLst>
                                          <p:attrName>style.visibility</p:attrName>
                                        </p:attrNameLst>
                                      </p:cBhvr>
                                      <p:to>
                                        <p:strVal val="visible"/>
                                      </p:to>
                                    </p:set>
                                    <p:animEffect transition="in" filter="blinds(horizontal)">
                                      <p:cBhvr>
                                        <p:cTn id="27" dur="500"/>
                                        <p:tgtEl>
                                          <p:spTgt spid="41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4106"/>
                                        </p:tgtEl>
                                        <p:attrNameLst>
                                          <p:attrName>style.visibility</p:attrName>
                                        </p:attrNameLst>
                                      </p:cBhvr>
                                      <p:to>
                                        <p:strVal val="visible"/>
                                      </p:to>
                                    </p:set>
                                    <p:animEffect transition="in" filter="blinds(vertical)">
                                      <p:cBhvr>
                                        <p:cTn id="32" dur="500"/>
                                        <p:tgtEl>
                                          <p:spTgt spid="4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autoUpdateAnimBg="0"/>
      <p:bldP spid="4106"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文本框 1"/>
          <p:cNvSpPr txBox="1">
            <a:spLocks noChangeArrowheads="1"/>
          </p:cNvSpPr>
          <p:nvPr/>
        </p:nvSpPr>
        <p:spPr bwMode="auto">
          <a:xfrm>
            <a:off x="3348038" y="117475"/>
            <a:ext cx="20462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典型例题</a:t>
            </a:r>
            <a:endParaRPr lang="zh-CN" altLang="en-US">
              <a:solidFill>
                <a:schemeClr val="bg1"/>
              </a:solidFill>
            </a:endParaRPr>
          </a:p>
        </p:txBody>
      </p:sp>
      <p:sp>
        <p:nvSpPr>
          <p:cNvPr id="19459" name="文本框 1"/>
          <p:cNvSpPr txBox="1">
            <a:spLocks noChangeArrowheads="1"/>
          </p:cNvSpPr>
          <p:nvPr/>
        </p:nvSpPr>
        <p:spPr bwMode="auto">
          <a:xfrm>
            <a:off x="358775" y="1341438"/>
            <a:ext cx="8426450" cy="332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800"/>
              <a:t>已知一束单色光的波长为</a:t>
            </a:r>
            <a:r>
              <a:rPr lang="en-US" altLang="zh-CN" sz="2800"/>
              <a:t>400nm</a:t>
            </a:r>
            <a:r>
              <a:rPr lang="zh-CN" altLang="en-US" sz="2800"/>
              <a:t>，一电子的德布罗意波长也为</a:t>
            </a:r>
            <a:r>
              <a:rPr lang="en-US" altLang="zh-CN" sz="2800"/>
              <a:t>400nm</a:t>
            </a:r>
            <a:r>
              <a:rPr lang="zh-CN" altLang="en-US" sz="2800"/>
              <a:t>，</a:t>
            </a:r>
            <a:endParaRPr lang="en-US" altLang="zh-CN" sz="2800"/>
          </a:p>
          <a:p>
            <a:pPr eaLnBrk="1" hangingPunct="1">
              <a:lnSpc>
                <a:spcPct val="150000"/>
              </a:lnSpc>
            </a:pPr>
            <a:r>
              <a:rPr lang="zh-CN" altLang="en-US" sz="2800"/>
              <a:t>（</a:t>
            </a:r>
            <a:r>
              <a:rPr lang="en-US" altLang="zh-CN" sz="2800"/>
              <a:t>1</a:t>
            </a:r>
            <a:r>
              <a:rPr lang="zh-CN" altLang="en-US" sz="2800"/>
              <a:t>）求光子的动量；</a:t>
            </a:r>
            <a:endParaRPr lang="en-US" altLang="zh-CN" sz="2800"/>
          </a:p>
          <a:p>
            <a:pPr eaLnBrk="1" hangingPunct="1">
              <a:lnSpc>
                <a:spcPct val="150000"/>
              </a:lnSpc>
            </a:pPr>
            <a:r>
              <a:rPr lang="zh-CN" altLang="en-US" sz="2800"/>
              <a:t>（</a:t>
            </a:r>
            <a:r>
              <a:rPr lang="en-US" altLang="zh-CN" sz="2800"/>
              <a:t>2</a:t>
            </a:r>
            <a:r>
              <a:rPr lang="zh-CN" altLang="en-US" sz="2800"/>
              <a:t>）利用只能关系式，求光子的相对论性质量；</a:t>
            </a:r>
            <a:endParaRPr lang="en-US" altLang="zh-CN" sz="2800"/>
          </a:p>
          <a:p>
            <a:pPr eaLnBrk="1" hangingPunct="1">
              <a:lnSpc>
                <a:spcPct val="150000"/>
              </a:lnSpc>
            </a:pPr>
            <a:r>
              <a:rPr lang="zh-CN" altLang="en-US" sz="2800"/>
              <a:t>（</a:t>
            </a:r>
            <a:r>
              <a:rPr lang="en-US" altLang="zh-CN" sz="2800"/>
              <a:t>3</a:t>
            </a:r>
            <a:r>
              <a:rPr lang="zh-CN" altLang="en-US" sz="2800"/>
              <a:t>）不考虑相对论效应，求电子的运动速率。</a:t>
            </a:r>
            <a:endParaRPr lang="zh-CN" altLang="en-US" sz="2800"/>
          </a:p>
        </p:txBody>
      </p:sp>
      <p:sp>
        <p:nvSpPr>
          <p:cNvPr id="3" name="文本框 2"/>
          <p:cNvSpPr txBox="1">
            <a:spLocks noRot="1" noChangeAspect="1" noMove="1" noResize="1" noEditPoints="1" noAdjustHandles="1" noChangeArrowheads="1" noChangeShapeType="1" noTextEdit="1"/>
          </p:cNvSpPr>
          <p:nvPr/>
        </p:nvSpPr>
        <p:spPr>
          <a:xfrm>
            <a:off x="611560" y="5157192"/>
            <a:ext cx="8100900" cy="532966"/>
          </a:xfrm>
          <a:prstGeom prst="rect">
            <a:avLst/>
          </a:prstGeom>
          <a:blipFill>
            <a:blip r:embed="rId1"/>
            <a:stretch>
              <a:fillRect t="-10345" b="-32184"/>
            </a:stretch>
          </a:blipFill>
        </p:spPr>
        <p:txBody>
          <a:bodyPr/>
          <a:lstStyle/>
          <a:p>
            <a:r>
              <a:rPr lang="zh-CN" altLang="en-US">
                <a:noFill/>
              </a:rPr>
              <a:t> </a:t>
            </a:r>
            <a:endParaRPr lang="zh-CN" altLang="en-US">
              <a:no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框 1"/>
          <p:cNvSpPr txBox="1">
            <a:spLocks noChangeArrowheads="1"/>
          </p:cNvSpPr>
          <p:nvPr/>
        </p:nvSpPr>
        <p:spPr bwMode="auto">
          <a:xfrm>
            <a:off x="3348038" y="117475"/>
            <a:ext cx="20462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典型例题</a:t>
            </a:r>
            <a:endParaRPr lang="zh-CN" altLang="en-US">
              <a:solidFill>
                <a:schemeClr val="bg1"/>
              </a:solidFill>
            </a:endParaRPr>
          </a:p>
        </p:txBody>
      </p:sp>
      <p:sp>
        <p:nvSpPr>
          <p:cNvPr id="20483" name="文本框 1"/>
          <p:cNvSpPr txBox="1">
            <a:spLocks noChangeArrowheads="1"/>
          </p:cNvSpPr>
          <p:nvPr/>
        </p:nvSpPr>
        <p:spPr bwMode="auto">
          <a:xfrm>
            <a:off x="613692" y="1340768"/>
            <a:ext cx="7920037"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dirty="0"/>
              <a:t>设电子运动速度接近于真空中的光速，且电子的动能等于其静能量。求该电子物质波的德布罗意波长。</a:t>
            </a:r>
            <a:endParaRPr lang="zh-CN" altLang="en-US" dirty="0"/>
          </a:p>
        </p:txBody>
      </p:sp>
      <p:sp>
        <p:nvSpPr>
          <p:cNvPr id="3" name="文本框 2"/>
          <p:cNvSpPr txBox="1">
            <a:spLocks noRot="1" noChangeAspect="1" noMove="1" noResize="1" noEditPoints="1" noAdjustHandles="1" noChangeArrowheads="1" noChangeShapeType="1" noTextEdit="1"/>
          </p:cNvSpPr>
          <p:nvPr/>
        </p:nvSpPr>
        <p:spPr>
          <a:xfrm>
            <a:off x="611560" y="5157192"/>
            <a:ext cx="8100900" cy="532966"/>
          </a:xfrm>
          <a:prstGeom prst="rect">
            <a:avLst/>
          </a:prstGeom>
          <a:blipFill>
            <a:blip r:embed="rId1"/>
            <a:stretch>
              <a:fillRect t="-10345" b="-32184"/>
            </a:stretch>
          </a:blipFill>
        </p:spPr>
        <p:txBody>
          <a:bodyPr/>
          <a:lstStyle/>
          <a:p>
            <a:r>
              <a:rPr lang="zh-CN" altLang="en-US">
                <a:noFill/>
              </a:rPr>
              <a:t> </a:t>
            </a:r>
            <a:endParaRPr lang="zh-CN" altLang="en-US">
              <a:no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0" name="Group 16"/>
          <p:cNvGrpSpPr/>
          <p:nvPr/>
        </p:nvGrpSpPr>
        <p:grpSpPr bwMode="auto">
          <a:xfrm>
            <a:off x="4876800" y="1371600"/>
            <a:ext cx="3886200" cy="4114800"/>
            <a:chOff x="3072" y="864"/>
            <a:chExt cx="2448" cy="2592"/>
          </a:xfrm>
        </p:grpSpPr>
        <p:sp>
          <p:nvSpPr>
            <p:cNvPr id="2068" name="Rectangle 17"/>
            <p:cNvSpPr>
              <a:spLocks noChangeArrowheads="1"/>
            </p:cNvSpPr>
            <p:nvPr/>
          </p:nvSpPr>
          <p:spPr bwMode="auto">
            <a:xfrm>
              <a:off x="3072" y="864"/>
              <a:ext cx="2448" cy="2592"/>
            </a:xfrm>
            <a:prstGeom prst="rect">
              <a:avLst/>
            </a:prstGeom>
            <a:solidFill>
              <a:schemeClr val="bg1"/>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69" name="Line 18"/>
            <p:cNvSpPr>
              <a:spLocks noChangeShapeType="1"/>
            </p:cNvSpPr>
            <p:nvPr/>
          </p:nvSpPr>
          <p:spPr bwMode="auto">
            <a:xfrm>
              <a:off x="3600" y="1440"/>
              <a:ext cx="0" cy="480"/>
            </a:xfrm>
            <a:prstGeom prst="line">
              <a:avLst/>
            </a:prstGeom>
            <a:noFill/>
            <a:ln w="571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0" name="Line 19"/>
            <p:cNvSpPr>
              <a:spLocks noChangeShapeType="1"/>
            </p:cNvSpPr>
            <p:nvPr/>
          </p:nvSpPr>
          <p:spPr bwMode="auto">
            <a:xfrm>
              <a:off x="3600" y="2112"/>
              <a:ext cx="0" cy="480"/>
            </a:xfrm>
            <a:prstGeom prst="line">
              <a:avLst/>
            </a:prstGeom>
            <a:noFill/>
            <a:ln w="571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1" name="Line 20"/>
            <p:cNvSpPr>
              <a:spLocks noChangeShapeType="1"/>
            </p:cNvSpPr>
            <p:nvPr/>
          </p:nvSpPr>
          <p:spPr bwMode="auto">
            <a:xfrm>
              <a:off x="3168" y="1632"/>
              <a:ext cx="432" cy="0"/>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2" name="Line 21"/>
            <p:cNvSpPr>
              <a:spLocks noChangeShapeType="1"/>
            </p:cNvSpPr>
            <p:nvPr/>
          </p:nvSpPr>
          <p:spPr bwMode="auto">
            <a:xfrm>
              <a:off x="3168" y="1728"/>
              <a:ext cx="432" cy="0"/>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3" name="Line 22"/>
            <p:cNvSpPr>
              <a:spLocks noChangeShapeType="1"/>
            </p:cNvSpPr>
            <p:nvPr/>
          </p:nvSpPr>
          <p:spPr bwMode="auto">
            <a:xfrm>
              <a:off x="3168" y="1824"/>
              <a:ext cx="432" cy="0"/>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4" name="Line 23"/>
            <p:cNvSpPr>
              <a:spLocks noChangeShapeType="1"/>
            </p:cNvSpPr>
            <p:nvPr/>
          </p:nvSpPr>
          <p:spPr bwMode="auto">
            <a:xfrm>
              <a:off x="3168" y="1920"/>
              <a:ext cx="432" cy="0"/>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5" name="Line 24"/>
            <p:cNvSpPr>
              <a:spLocks noChangeShapeType="1"/>
            </p:cNvSpPr>
            <p:nvPr/>
          </p:nvSpPr>
          <p:spPr bwMode="auto">
            <a:xfrm>
              <a:off x="3168" y="2016"/>
              <a:ext cx="432" cy="0"/>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6" name="Line 25"/>
            <p:cNvSpPr>
              <a:spLocks noChangeShapeType="1"/>
            </p:cNvSpPr>
            <p:nvPr/>
          </p:nvSpPr>
          <p:spPr bwMode="auto">
            <a:xfrm>
              <a:off x="3168" y="2112"/>
              <a:ext cx="432" cy="0"/>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7" name="Line 26"/>
            <p:cNvSpPr>
              <a:spLocks noChangeShapeType="1"/>
            </p:cNvSpPr>
            <p:nvPr/>
          </p:nvSpPr>
          <p:spPr bwMode="auto">
            <a:xfrm>
              <a:off x="3168" y="2208"/>
              <a:ext cx="432" cy="0"/>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8" name="Line 27"/>
            <p:cNvSpPr>
              <a:spLocks noChangeShapeType="1"/>
            </p:cNvSpPr>
            <p:nvPr/>
          </p:nvSpPr>
          <p:spPr bwMode="auto">
            <a:xfrm>
              <a:off x="3168" y="2304"/>
              <a:ext cx="432" cy="0"/>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9" name="Line 28"/>
            <p:cNvSpPr>
              <a:spLocks noChangeShapeType="1"/>
            </p:cNvSpPr>
            <p:nvPr/>
          </p:nvSpPr>
          <p:spPr bwMode="auto">
            <a:xfrm>
              <a:off x="3168" y="2400"/>
              <a:ext cx="432" cy="0"/>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80" name="Line 29"/>
            <p:cNvSpPr>
              <a:spLocks noChangeShapeType="1"/>
            </p:cNvSpPr>
            <p:nvPr/>
          </p:nvSpPr>
          <p:spPr bwMode="auto">
            <a:xfrm>
              <a:off x="5088" y="912"/>
              <a:ext cx="0" cy="2160"/>
            </a:xfrm>
            <a:prstGeom prst="line">
              <a:avLst/>
            </a:prstGeom>
            <a:noFill/>
            <a:ln w="12700">
              <a:solidFill>
                <a:srgbClr val="0066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81" name="Line 30"/>
            <p:cNvSpPr>
              <a:spLocks noChangeShapeType="1"/>
            </p:cNvSpPr>
            <p:nvPr/>
          </p:nvSpPr>
          <p:spPr bwMode="auto">
            <a:xfrm>
              <a:off x="3552" y="2016"/>
              <a:ext cx="1920" cy="0"/>
            </a:xfrm>
            <a:prstGeom prst="line">
              <a:avLst/>
            </a:prstGeom>
            <a:noFill/>
            <a:ln w="12700">
              <a:solidFill>
                <a:schemeClr val="tx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82" name="Freeform 31"/>
            <p:cNvSpPr/>
            <p:nvPr/>
          </p:nvSpPr>
          <p:spPr bwMode="auto">
            <a:xfrm>
              <a:off x="4573" y="1644"/>
              <a:ext cx="513" cy="740"/>
            </a:xfrm>
            <a:custGeom>
              <a:avLst/>
              <a:gdLst>
                <a:gd name="T0" fmla="*/ 513 w 513"/>
                <a:gd name="T1" fmla="*/ 740 h 740"/>
                <a:gd name="T2" fmla="*/ 378 w 513"/>
                <a:gd name="T3" fmla="*/ 639 h 740"/>
                <a:gd name="T4" fmla="*/ 179 w 513"/>
                <a:gd name="T5" fmla="*/ 537 h 740"/>
                <a:gd name="T6" fmla="*/ 1 w 513"/>
                <a:gd name="T7" fmla="*/ 372 h 740"/>
                <a:gd name="T8" fmla="*/ 186 w 513"/>
                <a:gd name="T9" fmla="*/ 207 h 740"/>
                <a:gd name="T10" fmla="*/ 371 w 513"/>
                <a:gd name="T11" fmla="*/ 105 h 740"/>
                <a:gd name="T12" fmla="*/ 513 w 513"/>
                <a:gd name="T13" fmla="*/ 0 h 7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3" h="740">
                  <a:moveTo>
                    <a:pt x="513" y="740"/>
                  </a:moveTo>
                  <a:cubicBezTo>
                    <a:pt x="491" y="723"/>
                    <a:pt x="434" y="673"/>
                    <a:pt x="378" y="639"/>
                  </a:cubicBezTo>
                  <a:cubicBezTo>
                    <a:pt x="322" y="605"/>
                    <a:pt x="242" y="582"/>
                    <a:pt x="179" y="537"/>
                  </a:cubicBezTo>
                  <a:cubicBezTo>
                    <a:pt x="116" y="492"/>
                    <a:pt x="0" y="427"/>
                    <a:pt x="1" y="372"/>
                  </a:cubicBezTo>
                  <a:cubicBezTo>
                    <a:pt x="2" y="317"/>
                    <a:pt x="124" y="251"/>
                    <a:pt x="186" y="207"/>
                  </a:cubicBezTo>
                  <a:cubicBezTo>
                    <a:pt x="248" y="163"/>
                    <a:pt x="317" y="139"/>
                    <a:pt x="371" y="105"/>
                  </a:cubicBezTo>
                  <a:cubicBezTo>
                    <a:pt x="425" y="71"/>
                    <a:pt x="484" y="22"/>
                    <a:pt x="513" y="0"/>
                  </a:cubicBezTo>
                </a:path>
              </a:pathLst>
            </a:custGeom>
            <a:noFill/>
            <a:ln w="28575" cap="flat" cmpd="sng">
              <a:solidFill>
                <a:srgbClr val="FF6600"/>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83" name="Freeform 32"/>
            <p:cNvSpPr/>
            <p:nvPr/>
          </p:nvSpPr>
          <p:spPr bwMode="auto">
            <a:xfrm>
              <a:off x="5013" y="1145"/>
              <a:ext cx="82" cy="499"/>
            </a:xfrm>
            <a:custGeom>
              <a:avLst/>
              <a:gdLst>
                <a:gd name="T0" fmla="*/ 73 w 82"/>
                <a:gd name="T1" fmla="*/ 499 h 499"/>
                <a:gd name="T2" fmla="*/ 0 w 82"/>
                <a:gd name="T3" fmla="*/ 316 h 499"/>
                <a:gd name="T4" fmla="*/ 73 w 82"/>
                <a:gd name="T5" fmla="*/ 128 h 499"/>
                <a:gd name="T6" fmla="*/ 54 w 82"/>
                <a:gd name="T7" fmla="*/ 0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2" h="499">
                  <a:moveTo>
                    <a:pt x="73" y="499"/>
                  </a:moveTo>
                  <a:cubicBezTo>
                    <a:pt x="61" y="469"/>
                    <a:pt x="0" y="378"/>
                    <a:pt x="0" y="316"/>
                  </a:cubicBezTo>
                  <a:cubicBezTo>
                    <a:pt x="0" y="254"/>
                    <a:pt x="64" y="181"/>
                    <a:pt x="73" y="128"/>
                  </a:cubicBezTo>
                  <a:cubicBezTo>
                    <a:pt x="82" y="75"/>
                    <a:pt x="58" y="27"/>
                    <a:pt x="54" y="0"/>
                  </a:cubicBezTo>
                </a:path>
              </a:pathLst>
            </a:custGeom>
            <a:noFill/>
            <a:ln w="28575" cap="flat" cmpd="sng">
              <a:solidFill>
                <a:srgbClr val="FF6600"/>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84" name="Freeform 33"/>
            <p:cNvSpPr/>
            <p:nvPr/>
          </p:nvSpPr>
          <p:spPr bwMode="auto">
            <a:xfrm>
              <a:off x="5013" y="2384"/>
              <a:ext cx="82" cy="489"/>
            </a:xfrm>
            <a:custGeom>
              <a:avLst/>
              <a:gdLst>
                <a:gd name="T0" fmla="*/ 73 w 82"/>
                <a:gd name="T1" fmla="*/ 0 h 489"/>
                <a:gd name="T2" fmla="*/ 0 w 82"/>
                <a:gd name="T3" fmla="*/ 187 h 489"/>
                <a:gd name="T4" fmla="*/ 73 w 82"/>
                <a:gd name="T5" fmla="*/ 370 h 489"/>
                <a:gd name="T6" fmla="*/ 54 w 82"/>
                <a:gd name="T7" fmla="*/ 489 h 4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2" h="489">
                  <a:moveTo>
                    <a:pt x="73" y="0"/>
                  </a:moveTo>
                  <a:cubicBezTo>
                    <a:pt x="61" y="31"/>
                    <a:pt x="0" y="125"/>
                    <a:pt x="0" y="187"/>
                  </a:cubicBezTo>
                  <a:cubicBezTo>
                    <a:pt x="0" y="249"/>
                    <a:pt x="64" y="320"/>
                    <a:pt x="73" y="370"/>
                  </a:cubicBezTo>
                  <a:cubicBezTo>
                    <a:pt x="82" y="420"/>
                    <a:pt x="58" y="464"/>
                    <a:pt x="54" y="489"/>
                  </a:cubicBezTo>
                </a:path>
              </a:pathLst>
            </a:custGeom>
            <a:noFill/>
            <a:ln w="28575" cap="flat" cmpd="sng">
              <a:solidFill>
                <a:srgbClr val="FF6600"/>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85" name="Line 34"/>
            <p:cNvSpPr>
              <a:spLocks noChangeShapeType="1"/>
            </p:cNvSpPr>
            <p:nvPr/>
          </p:nvSpPr>
          <p:spPr bwMode="auto">
            <a:xfrm flipV="1">
              <a:off x="3648" y="1632"/>
              <a:ext cx="1440" cy="384"/>
            </a:xfrm>
            <a:prstGeom prst="line">
              <a:avLst/>
            </a:prstGeom>
            <a:noFill/>
            <a:ln w="19050">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86" name="Line 35"/>
            <p:cNvSpPr>
              <a:spLocks noChangeShapeType="1"/>
            </p:cNvSpPr>
            <p:nvPr/>
          </p:nvSpPr>
          <p:spPr bwMode="auto">
            <a:xfrm flipV="1">
              <a:off x="3648" y="1776"/>
              <a:ext cx="912" cy="234"/>
            </a:xfrm>
            <a:prstGeom prst="line">
              <a:avLst/>
            </a:prstGeom>
            <a:noFill/>
            <a:ln w="19050">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2087" name="Object 36"/>
            <p:cNvGraphicFramePr>
              <a:graphicFrameLocks noChangeAspect="1"/>
            </p:cNvGraphicFramePr>
            <p:nvPr/>
          </p:nvGraphicFramePr>
          <p:xfrm>
            <a:off x="5280" y="1728"/>
            <a:ext cx="191" cy="240"/>
          </p:xfrm>
          <a:graphic>
            <a:graphicData uri="http://schemas.openxmlformats.org/presentationml/2006/ole">
              <mc:AlternateContent xmlns:mc="http://schemas.openxmlformats.org/markup-compatibility/2006">
                <mc:Choice xmlns:v="urn:schemas-microsoft-com:vml" Requires="v">
                  <p:oleObj spid="_x0000_s0" name="公式" r:id="rId1" imgW="126365" imgH="163195" progId="Equation.3">
                    <p:embed/>
                  </p:oleObj>
                </mc:Choice>
                <mc:Fallback>
                  <p:oleObj name="公式" r:id="rId1" imgW="126365" imgH="163195" progId="Equation.3">
                    <p:embed/>
                    <p:pic>
                      <p:nvPicPr>
                        <p:cNvPr id="0" name="Object 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0" y="1728"/>
                          <a:ext cx="191"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88" name="Object 37"/>
            <p:cNvGraphicFramePr>
              <a:graphicFrameLocks noChangeAspect="1"/>
            </p:cNvGraphicFramePr>
            <p:nvPr/>
          </p:nvGraphicFramePr>
          <p:xfrm>
            <a:off x="5136" y="912"/>
            <a:ext cx="222" cy="240"/>
          </p:xfrm>
          <a:graphic>
            <a:graphicData uri="http://schemas.openxmlformats.org/presentationml/2006/ole">
              <mc:AlternateContent xmlns:mc="http://schemas.openxmlformats.org/markup-compatibility/2006">
                <mc:Choice xmlns:v="urn:schemas-microsoft-com:vml" Requires="v">
                  <p:oleObj spid="_x0000_s2" name="公式" r:id="rId3" imgW="115570" imgH="126365" progId="Equation.3">
                    <p:embed/>
                  </p:oleObj>
                </mc:Choice>
                <mc:Fallback>
                  <p:oleObj name="公式" r:id="rId3" imgW="115570" imgH="126365" progId="Equation.3">
                    <p:embed/>
                    <p:pic>
                      <p:nvPicPr>
                        <p:cNvPr id="0"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6" y="912"/>
                          <a:ext cx="22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89" name="Object 38"/>
            <p:cNvGraphicFramePr>
              <a:graphicFrameLocks noChangeAspect="1"/>
            </p:cNvGraphicFramePr>
            <p:nvPr/>
          </p:nvGraphicFramePr>
          <p:xfrm>
            <a:off x="3888" y="2208"/>
            <a:ext cx="864" cy="325"/>
          </p:xfrm>
          <a:graphic>
            <a:graphicData uri="http://schemas.openxmlformats.org/presentationml/2006/ole">
              <mc:AlternateContent xmlns:mc="http://schemas.openxmlformats.org/markup-compatibility/2006">
                <mc:Choice xmlns:v="urn:schemas-microsoft-com:vml" Requires="v">
                  <p:oleObj spid="_x0000_s3" name="公式" r:id="rId5" imgW="572770" imgH="215265" progId="Equation.3">
                    <p:embed/>
                  </p:oleObj>
                </mc:Choice>
                <mc:Fallback>
                  <p:oleObj name="公式" r:id="rId5" imgW="572770" imgH="215265" progId="Equation.3">
                    <p:embed/>
                    <p:pic>
                      <p:nvPicPr>
                        <p:cNvPr id="0"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8" y="2208"/>
                          <a:ext cx="864" cy="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0" name="Object 39"/>
            <p:cNvGraphicFramePr>
              <a:graphicFrameLocks noChangeAspect="1"/>
            </p:cNvGraphicFramePr>
            <p:nvPr/>
          </p:nvGraphicFramePr>
          <p:xfrm>
            <a:off x="3984" y="1392"/>
            <a:ext cx="864" cy="325"/>
          </p:xfrm>
          <a:graphic>
            <a:graphicData uri="http://schemas.openxmlformats.org/presentationml/2006/ole">
              <mc:AlternateContent xmlns:mc="http://schemas.openxmlformats.org/markup-compatibility/2006">
                <mc:Choice xmlns:v="urn:schemas-microsoft-com:vml" Requires="v">
                  <p:oleObj spid="_x0000_s4" name="公式" r:id="rId7" imgW="572770" imgH="215265" progId="Equation.3">
                    <p:embed/>
                  </p:oleObj>
                </mc:Choice>
                <mc:Fallback>
                  <p:oleObj name="公式" r:id="rId7" imgW="572770" imgH="215265" progId="Equation.3">
                    <p:embed/>
                    <p:pic>
                      <p:nvPicPr>
                        <p:cNvPr id="0" name="Object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4" y="1392"/>
                          <a:ext cx="864" cy="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91" name="Line 40"/>
            <p:cNvSpPr>
              <a:spLocks noChangeShapeType="1"/>
            </p:cNvSpPr>
            <p:nvPr/>
          </p:nvSpPr>
          <p:spPr bwMode="auto">
            <a:xfrm>
              <a:off x="3600" y="1920"/>
              <a:ext cx="288" cy="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92" name="Line 41"/>
            <p:cNvSpPr>
              <a:spLocks noChangeShapeType="1"/>
            </p:cNvSpPr>
            <p:nvPr/>
          </p:nvSpPr>
          <p:spPr bwMode="auto">
            <a:xfrm>
              <a:off x="3600" y="2112"/>
              <a:ext cx="288" cy="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93" name="Line 42"/>
            <p:cNvSpPr>
              <a:spLocks noChangeShapeType="1"/>
            </p:cNvSpPr>
            <p:nvPr/>
          </p:nvSpPr>
          <p:spPr bwMode="auto">
            <a:xfrm flipV="1">
              <a:off x="3792" y="2112"/>
              <a:ext cx="0" cy="240"/>
            </a:xfrm>
            <a:prstGeom prst="line">
              <a:avLst/>
            </a:prstGeom>
            <a:noFill/>
            <a:ln w="19050">
              <a:solidFill>
                <a:srgbClr val="FF3399"/>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94" name="Line 43"/>
            <p:cNvSpPr>
              <a:spLocks noChangeShapeType="1"/>
            </p:cNvSpPr>
            <p:nvPr/>
          </p:nvSpPr>
          <p:spPr bwMode="auto">
            <a:xfrm>
              <a:off x="3792" y="1680"/>
              <a:ext cx="0" cy="240"/>
            </a:xfrm>
            <a:prstGeom prst="line">
              <a:avLst/>
            </a:prstGeom>
            <a:noFill/>
            <a:ln w="19050">
              <a:solidFill>
                <a:srgbClr val="FF3399"/>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2095" name="Object 44"/>
            <p:cNvGraphicFramePr>
              <a:graphicFrameLocks noChangeAspect="1"/>
            </p:cNvGraphicFramePr>
            <p:nvPr/>
          </p:nvGraphicFramePr>
          <p:xfrm>
            <a:off x="3744" y="1392"/>
            <a:ext cx="181" cy="279"/>
          </p:xfrm>
          <a:graphic>
            <a:graphicData uri="http://schemas.openxmlformats.org/presentationml/2006/ole">
              <mc:AlternateContent xmlns:mc="http://schemas.openxmlformats.org/markup-compatibility/2006">
                <mc:Choice xmlns:v="urn:schemas-microsoft-com:vml" Requires="v">
                  <p:oleObj spid="_x0000_s5" name="公式" r:id="rId9" imgW="110490" imgH="168275" progId="Equation.3">
                    <p:embed/>
                  </p:oleObj>
                </mc:Choice>
                <mc:Fallback>
                  <p:oleObj name="公式" r:id="rId9" imgW="110490" imgH="168275" progId="Equation.3">
                    <p:embed/>
                    <p:pic>
                      <p:nvPicPr>
                        <p:cNvPr id="0" name="Object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44" y="1392"/>
                          <a:ext cx="181"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96" name="Arc 45"/>
            <p:cNvSpPr/>
            <p:nvPr/>
          </p:nvSpPr>
          <p:spPr bwMode="auto">
            <a:xfrm>
              <a:off x="4032" y="1920"/>
              <a:ext cx="48" cy="96"/>
            </a:xfrm>
            <a:custGeom>
              <a:avLst/>
              <a:gdLst>
                <a:gd name="T0" fmla="*/ 0 w 21600"/>
                <a:gd name="T1" fmla="*/ 0 h 21600"/>
                <a:gd name="T2" fmla="*/ 48 w 21600"/>
                <a:gd name="T3" fmla="*/ 96 h 21600"/>
                <a:gd name="T4" fmla="*/ 0 w 21600"/>
                <a:gd name="T5" fmla="*/ 9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28575">
              <a:solidFill>
                <a:srgbClr val="FF66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2097" name="Object 46"/>
            <p:cNvGraphicFramePr>
              <a:graphicFrameLocks noChangeAspect="1"/>
            </p:cNvGraphicFramePr>
            <p:nvPr/>
          </p:nvGraphicFramePr>
          <p:xfrm>
            <a:off x="4176" y="1872"/>
            <a:ext cx="162" cy="192"/>
          </p:xfrm>
          <a:graphic>
            <a:graphicData uri="http://schemas.openxmlformats.org/presentationml/2006/ole">
              <mc:AlternateContent xmlns:mc="http://schemas.openxmlformats.org/markup-compatibility/2006">
                <mc:Choice xmlns:v="urn:schemas-microsoft-com:vml" Requires="v">
                  <p:oleObj spid="_x0000_s6" name="公式" r:id="rId11" imgW="136525" imgH="163195" progId="Equation.3">
                    <p:embed/>
                  </p:oleObj>
                </mc:Choice>
                <mc:Fallback>
                  <p:oleObj name="公式" r:id="rId11" imgW="136525" imgH="163195" progId="Equation.3">
                    <p:embed/>
                    <p:pic>
                      <p:nvPicPr>
                        <p:cNvPr id="0" name="Object 4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76" y="1872"/>
                          <a:ext cx="16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19" name="Text Box 47"/>
            <p:cNvSpPr txBox="1">
              <a:spLocks noChangeArrowheads="1"/>
            </p:cNvSpPr>
            <p:nvPr/>
          </p:nvSpPr>
          <p:spPr bwMode="auto">
            <a:xfrm>
              <a:off x="3072" y="3120"/>
              <a:ext cx="2448" cy="33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ln>
            <a:effectLst/>
          </p:spPr>
          <p:txBody>
            <a:bodyPr>
              <a:spAutoFit/>
            </a:bodyPr>
            <a:lstStyle/>
            <a:p>
              <a:pPr algn="ctr" eaLnBrk="1" hangingPunct="1">
                <a:spcBef>
                  <a:spcPct val="50000"/>
                </a:spcBef>
                <a:defRPr/>
              </a:pPr>
              <a:r>
                <a:rPr lang="zh-CN" altLang="en-US" sz="2800" b="1">
                  <a:solidFill>
                    <a:srgbClr val="003366"/>
                  </a:solidFill>
                  <a:latin typeface="Times New Roman" panose="02020603050405020304" pitchFamily="18" charset="0"/>
                </a:rPr>
                <a:t>电子的单缝衍射实验</a:t>
              </a:r>
              <a:endParaRPr lang="zh-CN" altLang="en-US" sz="2800" b="1">
                <a:solidFill>
                  <a:srgbClr val="003366"/>
                </a:solidFill>
                <a:latin typeface="Times New Roman" panose="02020603050405020304" pitchFamily="18" charset="0"/>
              </a:endParaRPr>
            </a:p>
          </p:txBody>
        </p:sp>
        <p:graphicFrame>
          <p:nvGraphicFramePr>
            <p:cNvPr id="2099" name="Object 48"/>
            <p:cNvGraphicFramePr>
              <a:graphicFrameLocks noChangeAspect="1"/>
            </p:cNvGraphicFramePr>
            <p:nvPr/>
          </p:nvGraphicFramePr>
          <p:xfrm>
            <a:off x="5088" y="2016"/>
            <a:ext cx="146" cy="168"/>
          </p:xfrm>
          <a:graphic>
            <a:graphicData uri="http://schemas.openxmlformats.org/presentationml/2006/ole">
              <mc:AlternateContent xmlns:mc="http://schemas.openxmlformats.org/markup-compatibility/2006">
                <mc:Choice xmlns:v="urn:schemas-microsoft-com:vml" Requires="v">
                  <p:oleObj spid="_x0000_s7" name="Equation" r:id="rId13" imgW="110490" imgH="126365" progId="Equation.3">
                    <p:embed/>
                  </p:oleObj>
                </mc:Choice>
                <mc:Fallback>
                  <p:oleObj name="Equation" r:id="rId13" imgW="110490" imgH="126365" progId="Equation.3">
                    <p:embed/>
                    <p:pic>
                      <p:nvPicPr>
                        <p:cNvPr id="0" name="Object 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88" y="2016"/>
                          <a:ext cx="14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125" name="Group 53"/>
          <p:cNvGrpSpPr/>
          <p:nvPr/>
        </p:nvGrpSpPr>
        <p:grpSpPr bwMode="auto">
          <a:xfrm>
            <a:off x="910218" y="4555455"/>
            <a:ext cx="2895600" cy="1066800"/>
            <a:chOff x="624" y="3024"/>
            <a:chExt cx="1824" cy="672"/>
          </a:xfrm>
        </p:grpSpPr>
        <p:graphicFrame>
          <p:nvGraphicFramePr>
            <p:cNvPr id="2066" name="Object 54"/>
            <p:cNvGraphicFramePr>
              <a:graphicFrameLocks noChangeAspect="1"/>
            </p:cNvGraphicFramePr>
            <p:nvPr/>
          </p:nvGraphicFramePr>
          <p:xfrm>
            <a:off x="624" y="3024"/>
            <a:ext cx="615" cy="672"/>
          </p:xfrm>
          <a:graphic>
            <a:graphicData uri="http://schemas.openxmlformats.org/presentationml/2006/ole">
              <mc:AlternateContent xmlns:mc="http://schemas.openxmlformats.org/markup-compatibility/2006">
                <mc:Choice xmlns:v="urn:schemas-microsoft-com:vml" Requires="v">
                  <p:oleObj spid="_x0000_s8" name="公式" r:id="rId15" imgW="441325" imgH="452120" progId="Equation.3">
                    <p:embed/>
                  </p:oleObj>
                </mc:Choice>
                <mc:Fallback>
                  <p:oleObj name="公式" r:id="rId15" imgW="441325" imgH="452120" progId="Equation.3">
                    <p:embed/>
                    <p:pic>
                      <p:nvPicPr>
                        <p:cNvPr id="0" name="Object 5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4" y="3024"/>
                          <a:ext cx="615"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7" name="Object 55"/>
            <p:cNvGraphicFramePr>
              <a:graphicFrameLocks noChangeAspect="1"/>
            </p:cNvGraphicFramePr>
            <p:nvPr/>
          </p:nvGraphicFramePr>
          <p:xfrm>
            <a:off x="1488" y="3024"/>
            <a:ext cx="960" cy="620"/>
          </p:xfrm>
          <a:graphic>
            <a:graphicData uri="http://schemas.openxmlformats.org/presentationml/2006/ole">
              <mc:AlternateContent xmlns:mc="http://schemas.openxmlformats.org/markup-compatibility/2006">
                <mc:Choice xmlns:v="urn:schemas-microsoft-com:vml" Requires="v">
                  <p:oleObj spid="_x0000_s9" name="Equation" r:id="rId17" imgW="583565" imgH="415290" progId="Equation.3">
                    <p:embed/>
                  </p:oleObj>
                </mc:Choice>
                <mc:Fallback>
                  <p:oleObj name="Equation" r:id="rId17" imgW="583565" imgH="415290" progId="Equation.3">
                    <p:embed/>
                    <p:pic>
                      <p:nvPicPr>
                        <p:cNvPr id="0" name="Object 5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88" y="3024"/>
                          <a:ext cx="960" cy="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128" name="Object 56"/>
          <p:cNvGraphicFramePr>
            <a:graphicFrameLocks noChangeAspect="1"/>
          </p:cNvGraphicFramePr>
          <p:nvPr/>
        </p:nvGraphicFramePr>
        <p:xfrm>
          <a:off x="910218" y="5785300"/>
          <a:ext cx="1880559" cy="519113"/>
        </p:xfrm>
        <a:graphic>
          <a:graphicData uri="http://schemas.openxmlformats.org/presentationml/2006/ole">
            <mc:AlternateContent xmlns:mc="http://schemas.openxmlformats.org/markup-compatibility/2006">
              <mc:Choice xmlns:v="urn:schemas-microsoft-com:vml" Requires="v">
                <p:oleObj spid="_x0000_s10" name="Equation" r:id="rId19" imgW="746125" imgH="220980" progId="Equation.3">
                  <p:embed/>
                </p:oleObj>
              </mc:Choice>
              <mc:Fallback>
                <p:oleObj name="Equation" r:id="rId19" imgW="746125" imgH="220980" progId="Equation.3">
                  <p:embed/>
                  <p:pic>
                    <p:nvPicPr>
                      <p:cNvPr id="0" name="Object 5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10218" y="5785300"/>
                        <a:ext cx="1880559" cy="519113"/>
                      </a:xfrm>
                      <a:prstGeom prst="rect">
                        <a:avLst/>
                      </a:prstGeom>
                      <a:noFill/>
                      <a:ln>
                        <a:noFill/>
                      </a:ln>
                      <a:effectLst/>
                    </p:spPr>
                  </p:pic>
                </p:oleObj>
              </mc:Fallback>
            </mc:AlternateContent>
          </a:graphicData>
        </a:graphic>
      </p:graphicFrame>
      <p:grpSp>
        <p:nvGrpSpPr>
          <p:cNvPr id="3129" name="Group 57"/>
          <p:cNvGrpSpPr/>
          <p:nvPr/>
        </p:nvGrpSpPr>
        <p:grpSpPr bwMode="auto">
          <a:xfrm>
            <a:off x="588963" y="1981993"/>
            <a:ext cx="3048000" cy="954088"/>
            <a:chOff x="308" y="1263"/>
            <a:chExt cx="1920" cy="601"/>
          </a:xfrm>
        </p:grpSpPr>
        <p:graphicFrame>
          <p:nvGraphicFramePr>
            <p:cNvPr id="2064" name="Object 58"/>
            <p:cNvGraphicFramePr>
              <a:graphicFrameLocks noChangeAspect="1"/>
            </p:cNvGraphicFramePr>
            <p:nvPr/>
          </p:nvGraphicFramePr>
          <p:xfrm>
            <a:off x="811" y="1534"/>
            <a:ext cx="1207" cy="330"/>
          </p:xfrm>
          <a:graphic>
            <a:graphicData uri="http://schemas.openxmlformats.org/presentationml/2006/ole">
              <mc:AlternateContent xmlns:mc="http://schemas.openxmlformats.org/markup-compatibility/2006">
                <mc:Choice xmlns:v="urn:schemas-microsoft-com:vml" Requires="v">
                  <p:oleObj spid="_x0000_s11" name="Equation" r:id="rId21" imgW="793750" imgH="215265" progId="Equation.3">
                    <p:embed/>
                  </p:oleObj>
                </mc:Choice>
                <mc:Fallback>
                  <p:oleObj name="Equation" r:id="rId21" imgW="793750" imgH="215265" progId="Equation.3">
                    <p:embed/>
                    <p:pic>
                      <p:nvPicPr>
                        <p:cNvPr id="0" name="Object 5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11" y="1534"/>
                          <a:ext cx="1207" cy="330"/>
                        </a:xfrm>
                        <a:prstGeom prst="rect">
                          <a:avLst/>
                        </a:prstGeom>
                        <a:noFill/>
                        <a:ln>
                          <a:noFill/>
                        </a:ln>
                        <a:effectLst/>
                      </p:spPr>
                    </p:pic>
                  </p:oleObj>
                </mc:Fallback>
              </mc:AlternateContent>
            </a:graphicData>
          </a:graphic>
        </p:graphicFrame>
        <p:sp>
          <p:nvSpPr>
            <p:cNvPr id="2065" name="Text Box 59"/>
            <p:cNvSpPr txBox="1">
              <a:spLocks noChangeArrowheads="1"/>
            </p:cNvSpPr>
            <p:nvPr/>
          </p:nvSpPr>
          <p:spPr bwMode="auto">
            <a:xfrm>
              <a:off x="308" y="1263"/>
              <a:ext cx="1920" cy="29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Times New Roman" panose="02020603050405020304" pitchFamily="18" charset="0"/>
                </a:rPr>
                <a:t>一级最小衍射角 </a:t>
              </a:r>
              <a:endParaRPr lang="zh-CN" altLang="en-US" sz="2400" b="1" dirty="0">
                <a:solidFill>
                  <a:srgbClr val="003366"/>
                </a:solidFill>
                <a:latin typeface="Times New Roman" panose="02020603050405020304" pitchFamily="18" charset="0"/>
              </a:endParaRPr>
            </a:p>
          </p:txBody>
        </p:sp>
      </p:grpSp>
      <p:grpSp>
        <p:nvGrpSpPr>
          <p:cNvPr id="3132" name="Group 60"/>
          <p:cNvGrpSpPr/>
          <p:nvPr/>
        </p:nvGrpSpPr>
        <p:grpSpPr bwMode="auto">
          <a:xfrm>
            <a:off x="417879" y="1018382"/>
            <a:ext cx="3962987" cy="931863"/>
            <a:chOff x="305" y="769"/>
            <a:chExt cx="2278" cy="587"/>
          </a:xfrm>
        </p:grpSpPr>
        <p:sp>
          <p:nvSpPr>
            <p:cNvPr id="2062" name="Text Box 61"/>
            <p:cNvSpPr txBox="1">
              <a:spLocks noChangeArrowheads="1"/>
            </p:cNvSpPr>
            <p:nvPr/>
          </p:nvSpPr>
          <p:spPr bwMode="auto">
            <a:xfrm>
              <a:off x="305" y="769"/>
              <a:ext cx="2278" cy="29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Times New Roman" panose="02020603050405020304" pitchFamily="18" charset="0"/>
                </a:rPr>
                <a:t>电子经过缝时的位置不确定</a:t>
              </a:r>
              <a:endParaRPr lang="en-US" altLang="zh-CN" sz="2400" b="1" dirty="0">
                <a:solidFill>
                  <a:srgbClr val="003366"/>
                </a:solidFill>
                <a:latin typeface="Times New Roman" panose="02020603050405020304" pitchFamily="18" charset="0"/>
              </a:endParaRPr>
            </a:p>
          </p:txBody>
        </p:sp>
        <p:graphicFrame>
          <p:nvGraphicFramePr>
            <p:cNvPr id="2063" name="Object 62"/>
            <p:cNvGraphicFramePr>
              <a:graphicFrameLocks noChangeAspect="1"/>
            </p:cNvGraphicFramePr>
            <p:nvPr/>
          </p:nvGraphicFramePr>
          <p:xfrm>
            <a:off x="1037" y="1100"/>
            <a:ext cx="694" cy="256"/>
          </p:xfrm>
          <a:graphic>
            <a:graphicData uri="http://schemas.openxmlformats.org/presentationml/2006/ole">
              <mc:AlternateContent xmlns:mc="http://schemas.openxmlformats.org/markup-compatibility/2006">
                <mc:Choice xmlns:v="urn:schemas-microsoft-com:vml" Requires="v">
                  <p:oleObj spid="_x0000_s12" name="公式" r:id="rId23" imgW="467995" imgH="168275" progId="Equation.3">
                    <p:embed/>
                  </p:oleObj>
                </mc:Choice>
                <mc:Fallback>
                  <p:oleObj name="公式" r:id="rId23" imgW="467995" imgH="168275" progId="Equation.3">
                    <p:embed/>
                    <p:pic>
                      <p:nvPicPr>
                        <p:cNvPr id="0" name="Object 6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37" y="1100"/>
                          <a:ext cx="694" cy="256"/>
                        </a:xfrm>
                        <a:prstGeom prst="rect">
                          <a:avLst/>
                        </a:prstGeom>
                        <a:noFill/>
                        <a:ln>
                          <a:noFill/>
                        </a:ln>
                        <a:effectLst/>
                      </p:spPr>
                    </p:pic>
                  </p:oleObj>
                </mc:Fallback>
              </mc:AlternateContent>
            </a:graphicData>
          </a:graphic>
        </p:graphicFrame>
      </p:grpSp>
      <p:grpSp>
        <p:nvGrpSpPr>
          <p:cNvPr id="3135" name="Group 63"/>
          <p:cNvGrpSpPr/>
          <p:nvPr/>
        </p:nvGrpSpPr>
        <p:grpSpPr bwMode="auto">
          <a:xfrm>
            <a:off x="173476" y="2898104"/>
            <a:ext cx="4627564" cy="1581150"/>
            <a:chOff x="107" y="1859"/>
            <a:chExt cx="2927" cy="996"/>
          </a:xfrm>
        </p:grpSpPr>
        <p:graphicFrame>
          <p:nvGraphicFramePr>
            <p:cNvPr id="2060" name="Object 64"/>
            <p:cNvGraphicFramePr>
              <a:graphicFrameLocks noChangeAspect="1"/>
            </p:cNvGraphicFramePr>
            <p:nvPr/>
          </p:nvGraphicFramePr>
          <p:xfrm>
            <a:off x="573" y="2278"/>
            <a:ext cx="1890" cy="577"/>
          </p:xfrm>
          <a:graphic>
            <a:graphicData uri="http://schemas.openxmlformats.org/presentationml/2006/ole">
              <mc:AlternateContent xmlns:mc="http://schemas.openxmlformats.org/markup-compatibility/2006">
                <mc:Choice xmlns:v="urn:schemas-microsoft-com:vml" Requires="v">
                  <p:oleObj spid="_x0000_s13" name="Equation" r:id="rId25" imgW="1376680" imgH="415290" progId="Equation.3">
                    <p:embed/>
                  </p:oleObj>
                </mc:Choice>
                <mc:Fallback>
                  <p:oleObj name="Equation" r:id="rId25" imgW="1376680" imgH="415290" progId="Equation.3">
                    <p:embed/>
                    <p:pic>
                      <p:nvPicPr>
                        <p:cNvPr id="0" name="Object 6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73" y="2278"/>
                          <a:ext cx="1890" cy="577"/>
                        </a:xfrm>
                        <a:prstGeom prst="rect">
                          <a:avLst/>
                        </a:prstGeom>
                        <a:noFill/>
                        <a:ln>
                          <a:noFill/>
                        </a:ln>
                        <a:effectLst/>
                      </p:spPr>
                    </p:pic>
                  </p:oleObj>
                </mc:Fallback>
              </mc:AlternateContent>
            </a:graphicData>
          </a:graphic>
        </p:graphicFrame>
        <p:sp>
          <p:nvSpPr>
            <p:cNvPr id="2061" name="Rectangle 65"/>
            <p:cNvSpPr>
              <a:spLocks noChangeArrowheads="1"/>
            </p:cNvSpPr>
            <p:nvPr/>
          </p:nvSpPr>
          <p:spPr bwMode="auto">
            <a:xfrm>
              <a:off x="107" y="1859"/>
              <a:ext cx="2927" cy="40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Times New Roman" panose="02020603050405020304" pitchFamily="18" charset="0"/>
                </a:rPr>
                <a:t>电子经过缝后 </a:t>
              </a:r>
              <a:r>
                <a:rPr lang="en-US" altLang="zh-CN" sz="3600" i="1" dirty="0">
                  <a:solidFill>
                    <a:srgbClr val="003366"/>
                  </a:solidFill>
                  <a:latin typeface="Times New Roman" panose="02020603050405020304" pitchFamily="18" charset="0"/>
                </a:rPr>
                <a:t>x</a:t>
              </a:r>
              <a:r>
                <a:rPr lang="zh-CN" altLang="en-US" sz="2400" b="1" dirty="0">
                  <a:solidFill>
                    <a:srgbClr val="003366"/>
                  </a:solidFill>
                  <a:latin typeface="Times New Roman" panose="02020603050405020304" pitchFamily="18" charset="0"/>
                </a:rPr>
                <a:t>方向动量不确定</a:t>
              </a:r>
              <a:endParaRPr lang="zh-CN" altLang="en-US" sz="2400" b="1" dirty="0">
                <a:solidFill>
                  <a:srgbClr val="003366"/>
                </a:solidFill>
                <a:latin typeface="Times New Roman" panose="02020603050405020304" pitchFamily="18" charset="0"/>
              </a:endParaRPr>
            </a:p>
          </p:txBody>
        </p:sp>
      </p:grpSp>
      <p:grpSp>
        <p:nvGrpSpPr>
          <p:cNvPr id="3138" name="Group 66"/>
          <p:cNvGrpSpPr/>
          <p:nvPr/>
        </p:nvGrpSpPr>
        <p:grpSpPr bwMode="auto">
          <a:xfrm>
            <a:off x="3429000" y="5744368"/>
            <a:ext cx="4804782" cy="528638"/>
            <a:chOff x="2160" y="3648"/>
            <a:chExt cx="3216" cy="382"/>
          </a:xfrm>
        </p:grpSpPr>
        <p:graphicFrame>
          <p:nvGraphicFramePr>
            <p:cNvPr id="2058" name="Object 67"/>
            <p:cNvGraphicFramePr>
              <a:graphicFrameLocks noChangeAspect="1"/>
            </p:cNvGraphicFramePr>
            <p:nvPr/>
          </p:nvGraphicFramePr>
          <p:xfrm>
            <a:off x="3888" y="3648"/>
            <a:ext cx="1488" cy="382"/>
          </p:xfrm>
          <a:graphic>
            <a:graphicData uri="http://schemas.openxmlformats.org/presentationml/2006/ole">
              <mc:AlternateContent xmlns:mc="http://schemas.openxmlformats.org/markup-compatibility/2006">
                <mc:Choice xmlns:v="urn:schemas-microsoft-com:vml" Requires="v">
                  <p:oleObj spid="_x0000_s14" name="Equation" r:id="rId27" imgW="746125" imgH="220980" progId="Equation.3">
                    <p:embed/>
                  </p:oleObj>
                </mc:Choice>
                <mc:Fallback>
                  <p:oleObj name="Equation" r:id="rId27" imgW="746125" imgH="220980" progId="Equation.3">
                    <p:embed/>
                    <p:pic>
                      <p:nvPicPr>
                        <p:cNvPr id="0" name="Object 6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888" y="3648"/>
                          <a:ext cx="1488" cy="382"/>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9" name="Text Box 68"/>
            <p:cNvSpPr txBox="1">
              <a:spLocks noChangeArrowheads="1"/>
            </p:cNvSpPr>
            <p:nvPr/>
          </p:nvSpPr>
          <p:spPr bwMode="auto">
            <a:xfrm>
              <a:off x="2160" y="3696"/>
              <a:ext cx="196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Times New Roman" panose="02020603050405020304" pitchFamily="18" charset="0"/>
                </a:rPr>
                <a:t>考虑衍射次级有</a:t>
              </a:r>
              <a:endParaRPr lang="zh-CN" altLang="en-US" sz="2400" b="1" dirty="0">
                <a:solidFill>
                  <a:srgbClr val="003366"/>
                </a:solidFill>
                <a:latin typeface="Times New Roman" panose="02020603050405020304" pitchFamily="18" charset="0"/>
              </a:endParaRPr>
            </a:p>
          </p:txBody>
        </p:sp>
      </p:grpSp>
      <p:sp>
        <p:nvSpPr>
          <p:cNvPr id="2057" name="Text Box 69"/>
          <p:cNvSpPr txBox="1">
            <a:spLocks noChangeArrowheads="1"/>
          </p:cNvSpPr>
          <p:nvPr/>
        </p:nvSpPr>
        <p:spPr bwMode="auto">
          <a:xfrm>
            <a:off x="2121801" y="129242"/>
            <a:ext cx="55435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chemeClr val="bg1"/>
                </a:solidFill>
              </a:rPr>
              <a:t>电子衍射实验中的不确定关系</a:t>
            </a:r>
            <a:endParaRPr lang="zh-CN" altLang="en-US" sz="28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32"/>
                                        </p:tgtEl>
                                        <p:attrNameLst>
                                          <p:attrName>style.visibility</p:attrName>
                                        </p:attrNameLst>
                                      </p:cBhvr>
                                      <p:to>
                                        <p:strVal val="visible"/>
                                      </p:to>
                                    </p:set>
                                    <p:animEffect transition="in" filter="blinds(horizontal)">
                                      <p:cBhvr>
                                        <p:cTn id="7" dur="500"/>
                                        <p:tgtEl>
                                          <p:spTgt spid="31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29"/>
                                        </p:tgtEl>
                                        <p:attrNameLst>
                                          <p:attrName>style.visibility</p:attrName>
                                        </p:attrNameLst>
                                      </p:cBhvr>
                                      <p:to>
                                        <p:strVal val="visible"/>
                                      </p:to>
                                    </p:set>
                                    <p:animEffect transition="in" filter="blinds(horizontal)">
                                      <p:cBhvr>
                                        <p:cTn id="12" dur="500"/>
                                        <p:tgtEl>
                                          <p:spTgt spid="312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135"/>
                                        </p:tgtEl>
                                        <p:attrNameLst>
                                          <p:attrName>style.visibility</p:attrName>
                                        </p:attrNameLst>
                                      </p:cBhvr>
                                      <p:to>
                                        <p:strVal val="visible"/>
                                      </p:to>
                                    </p:set>
                                    <p:animEffect transition="in" filter="blinds(horizontal)">
                                      <p:cBhvr>
                                        <p:cTn id="17" dur="500"/>
                                        <p:tgtEl>
                                          <p:spTgt spid="313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125"/>
                                        </p:tgtEl>
                                        <p:attrNameLst>
                                          <p:attrName>style.visibility</p:attrName>
                                        </p:attrNameLst>
                                      </p:cBhvr>
                                      <p:to>
                                        <p:strVal val="visible"/>
                                      </p:to>
                                    </p:set>
                                    <p:animEffect transition="in" filter="blinds(horizontal)">
                                      <p:cBhvr>
                                        <p:cTn id="22" dur="500"/>
                                        <p:tgtEl>
                                          <p:spTgt spid="312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3128"/>
                                        </p:tgtEl>
                                        <p:attrNameLst>
                                          <p:attrName>style.visibility</p:attrName>
                                        </p:attrNameLst>
                                      </p:cBhvr>
                                      <p:to>
                                        <p:strVal val="visible"/>
                                      </p:to>
                                    </p:set>
                                    <p:animEffect transition="in" filter="blinds(vertical)">
                                      <p:cBhvr>
                                        <p:cTn id="27" dur="500"/>
                                        <p:tgtEl>
                                          <p:spTgt spid="312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138"/>
                                        </p:tgtEl>
                                        <p:attrNameLst>
                                          <p:attrName>style.visibility</p:attrName>
                                        </p:attrNameLst>
                                      </p:cBhvr>
                                      <p:to>
                                        <p:strVal val="visible"/>
                                      </p:to>
                                    </p:set>
                                    <p:animEffect transition="in" filter="blinds(horizontal)">
                                      <p:cBhvr>
                                        <p:cTn id="32" dur="500"/>
                                        <p:tgtEl>
                                          <p:spTgt spid="3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81000" y="923925"/>
            <a:ext cx="8305800" cy="11695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00FF"/>
              </a:buClr>
              <a:buFont typeface="Wingdings" panose="05000000000000000000" pitchFamily="2" charset="2"/>
              <a:buBlip>
                <a:blip r:embed="rId1"/>
              </a:buBlip>
            </a:pPr>
            <a:r>
              <a:rPr lang="en-US" altLang="zh-CN" sz="2800" b="1" dirty="0">
                <a:solidFill>
                  <a:srgbClr val="003366"/>
                </a:solidFill>
                <a:latin typeface="Times New Roman" panose="02020603050405020304" pitchFamily="18" charset="0"/>
              </a:rPr>
              <a:t>   </a:t>
            </a:r>
            <a:r>
              <a:rPr lang="zh-CN" altLang="en-US" sz="2800" b="1" dirty="0">
                <a:solidFill>
                  <a:srgbClr val="003366"/>
                </a:solidFill>
                <a:latin typeface="Times New Roman" panose="02020603050405020304" pitchFamily="18" charset="0"/>
              </a:rPr>
              <a:t>海森伯于 </a:t>
            </a:r>
            <a:r>
              <a:rPr lang="en-US" altLang="zh-CN" sz="2800" dirty="0">
                <a:solidFill>
                  <a:srgbClr val="003366"/>
                </a:solidFill>
                <a:latin typeface="Times New Roman" panose="02020603050405020304" pitchFamily="18" charset="0"/>
              </a:rPr>
              <a:t>1927</a:t>
            </a:r>
            <a:r>
              <a:rPr lang="en-US" altLang="zh-CN" sz="2800" b="1" dirty="0">
                <a:solidFill>
                  <a:srgbClr val="003366"/>
                </a:solidFill>
                <a:latin typeface="Times New Roman" panose="02020603050405020304" pitchFamily="18" charset="0"/>
              </a:rPr>
              <a:t> </a:t>
            </a:r>
            <a:r>
              <a:rPr lang="zh-CN" altLang="en-US" sz="2800" b="1" dirty="0">
                <a:solidFill>
                  <a:srgbClr val="003366"/>
                </a:solidFill>
                <a:latin typeface="Times New Roman" panose="02020603050405020304" pitchFamily="18" charset="0"/>
              </a:rPr>
              <a:t>年提出不确定原理</a:t>
            </a:r>
            <a:endParaRPr lang="zh-CN" altLang="en-US" sz="2800" b="1" dirty="0">
              <a:solidFill>
                <a:srgbClr val="003366"/>
              </a:solidFill>
              <a:latin typeface="Times New Roman" panose="02020603050405020304" pitchFamily="18" charset="0"/>
            </a:endParaRPr>
          </a:p>
          <a:p>
            <a:pPr eaLnBrk="1" hangingPunct="1">
              <a:spcBef>
                <a:spcPct val="50000"/>
              </a:spcBef>
            </a:pPr>
            <a:r>
              <a:rPr lang="zh-CN" altLang="en-US" sz="2800" b="1" dirty="0">
                <a:solidFill>
                  <a:srgbClr val="003366"/>
                </a:solidFill>
                <a:latin typeface="Times New Roman" panose="02020603050405020304" pitchFamily="18" charset="0"/>
              </a:rPr>
              <a:t> </a:t>
            </a:r>
            <a:r>
              <a:rPr lang="zh-CN" altLang="en-US" sz="2400" b="1" dirty="0">
                <a:solidFill>
                  <a:srgbClr val="003366"/>
                </a:solidFill>
                <a:latin typeface="Times New Roman" panose="02020603050405020304" pitchFamily="18" charset="0"/>
              </a:rPr>
              <a:t>对于微观粒子不能同时用确定的位置和确定的动量来描述 </a:t>
            </a:r>
            <a:r>
              <a:rPr lang="en-US" altLang="zh-CN" sz="2400" b="1" dirty="0">
                <a:solidFill>
                  <a:srgbClr val="003366"/>
                </a:solidFill>
                <a:latin typeface="Times New Roman" panose="02020603050405020304" pitchFamily="18" charset="0"/>
              </a:rPr>
              <a:t>.</a:t>
            </a:r>
            <a:endParaRPr lang="en-US" altLang="zh-CN" sz="2800" b="1" dirty="0">
              <a:solidFill>
                <a:srgbClr val="003366"/>
              </a:solidFill>
              <a:latin typeface="Times New Roman" panose="02020603050405020304" pitchFamily="18" charset="0"/>
            </a:endParaRPr>
          </a:p>
        </p:txBody>
      </p:sp>
      <p:grpSp>
        <p:nvGrpSpPr>
          <p:cNvPr id="4101" name="Group 5"/>
          <p:cNvGrpSpPr/>
          <p:nvPr/>
        </p:nvGrpSpPr>
        <p:grpSpPr bwMode="auto">
          <a:xfrm>
            <a:off x="1403648" y="2204864"/>
            <a:ext cx="4895961" cy="1828800"/>
            <a:chOff x="859" y="1200"/>
            <a:chExt cx="3180" cy="1152"/>
          </a:xfrm>
        </p:grpSpPr>
        <p:sp>
          <p:nvSpPr>
            <p:cNvPr id="4102" name="Rectangle 6"/>
            <p:cNvSpPr>
              <a:spLocks noChangeArrowheads="1"/>
            </p:cNvSpPr>
            <p:nvPr/>
          </p:nvSpPr>
          <p:spPr bwMode="auto">
            <a:xfrm>
              <a:off x="2592" y="1200"/>
              <a:ext cx="1447" cy="1152"/>
            </a:xfrm>
            <a:prstGeom prst="rect">
              <a:avLst/>
            </a:prstGeom>
            <a:gradFill rotWithShape="0">
              <a:gsLst>
                <a:gs pos="0">
                  <a:schemeClr val="accent1"/>
                </a:gs>
                <a:gs pos="50000">
                  <a:schemeClr val="bg1"/>
                </a:gs>
                <a:gs pos="100000">
                  <a:schemeClr val="accent1"/>
                </a:gs>
              </a:gsLst>
              <a:lin ang="5400000" scaled="1"/>
            </a:gradFill>
            <a:ln w="9525">
              <a:solidFill>
                <a:srgbClr val="33CC33"/>
              </a:solidFill>
              <a:miter lim="800000"/>
            </a:ln>
            <a:effectLst/>
          </p:spPr>
          <p:txBody>
            <a:bodyPr wrap="none" anchor="ctr"/>
            <a:lstStyle/>
            <a:p>
              <a:pPr eaLnBrk="1" hangingPunct="1">
                <a:defRPr/>
              </a:pPr>
              <a:endParaRPr lang="zh-CN" altLang="en-US"/>
            </a:p>
          </p:txBody>
        </p:sp>
        <p:grpSp>
          <p:nvGrpSpPr>
            <p:cNvPr id="3078" name="Group 7"/>
            <p:cNvGrpSpPr/>
            <p:nvPr/>
          </p:nvGrpSpPr>
          <p:grpSpPr bwMode="auto">
            <a:xfrm>
              <a:off x="2334" y="1220"/>
              <a:ext cx="1610" cy="1029"/>
              <a:chOff x="2112" y="1220"/>
              <a:chExt cx="1528" cy="1029"/>
            </a:xfrm>
          </p:grpSpPr>
          <p:graphicFrame>
            <p:nvGraphicFramePr>
              <p:cNvPr id="3080" name="Object 8"/>
              <p:cNvGraphicFramePr>
                <a:graphicFrameLocks noChangeAspect="1"/>
              </p:cNvGraphicFramePr>
              <p:nvPr/>
            </p:nvGraphicFramePr>
            <p:xfrm>
              <a:off x="2448" y="1584"/>
              <a:ext cx="1192" cy="340"/>
            </p:xfrm>
            <a:graphic>
              <a:graphicData uri="http://schemas.openxmlformats.org/presentationml/2006/ole">
                <mc:AlternateContent xmlns:mc="http://schemas.openxmlformats.org/markup-compatibility/2006">
                  <mc:Choice xmlns:v="urn:schemas-microsoft-com:vml" Requires="v">
                    <p:oleObj spid="_x0000_s0" name="Equation" r:id="rId2" imgW="756920" imgH="247015" progId="Equation.3">
                      <p:embed/>
                    </p:oleObj>
                  </mc:Choice>
                  <mc:Fallback>
                    <p:oleObj name="Equation" r:id="rId2" imgW="756920" imgH="247015"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 y="1584"/>
                            <a:ext cx="1192" cy="340"/>
                          </a:xfrm>
                          <a:prstGeom prst="rect">
                            <a:avLst/>
                          </a:prstGeom>
                          <a:noFill/>
                          <a:ln>
                            <a:noFill/>
                          </a:ln>
                          <a:effectLst/>
                        </p:spPr>
                      </p:pic>
                    </p:oleObj>
                  </mc:Fallback>
                </mc:AlternateContent>
              </a:graphicData>
            </a:graphic>
          </p:graphicFrame>
          <p:graphicFrame>
            <p:nvGraphicFramePr>
              <p:cNvPr id="3081" name="Object 9"/>
              <p:cNvGraphicFramePr>
                <a:graphicFrameLocks noChangeAspect="1"/>
              </p:cNvGraphicFramePr>
              <p:nvPr/>
            </p:nvGraphicFramePr>
            <p:xfrm>
              <a:off x="2448" y="1220"/>
              <a:ext cx="1192" cy="312"/>
            </p:xfrm>
            <a:graphic>
              <a:graphicData uri="http://schemas.openxmlformats.org/presentationml/2006/ole">
                <mc:AlternateContent xmlns:mc="http://schemas.openxmlformats.org/markup-compatibility/2006">
                  <mc:Choice xmlns:v="urn:schemas-microsoft-com:vml" Requires="v">
                    <p:oleObj spid="_x0000_s2" name="Equation" r:id="rId4" imgW="746125" imgH="220980" progId="Equation.3">
                      <p:embed/>
                    </p:oleObj>
                  </mc:Choice>
                  <mc:Fallback>
                    <p:oleObj name="Equation" r:id="rId4" imgW="746125" imgH="22098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8" y="1220"/>
                            <a:ext cx="1192" cy="312"/>
                          </a:xfrm>
                          <a:prstGeom prst="rect">
                            <a:avLst/>
                          </a:prstGeom>
                          <a:noFill/>
                          <a:ln>
                            <a:noFill/>
                          </a:ln>
                          <a:effectLst/>
                        </p:spPr>
                      </p:pic>
                    </p:oleObj>
                  </mc:Fallback>
                </mc:AlternateContent>
              </a:graphicData>
            </a:graphic>
          </p:graphicFrame>
          <p:graphicFrame>
            <p:nvGraphicFramePr>
              <p:cNvPr id="3082" name="Object 10"/>
              <p:cNvGraphicFramePr>
                <a:graphicFrameLocks noChangeAspect="1"/>
              </p:cNvGraphicFramePr>
              <p:nvPr/>
            </p:nvGraphicFramePr>
            <p:xfrm>
              <a:off x="2448" y="1968"/>
              <a:ext cx="1192" cy="281"/>
            </p:xfrm>
            <a:graphic>
              <a:graphicData uri="http://schemas.openxmlformats.org/presentationml/2006/ole">
                <mc:AlternateContent xmlns:mc="http://schemas.openxmlformats.org/markup-compatibility/2006">
                  <mc:Choice xmlns:v="urn:schemas-microsoft-com:vml" Requires="v">
                    <p:oleObj spid="_x0000_s3" name="Equation" r:id="rId6" imgW="741045" imgH="215265" progId="Equation.3">
                      <p:embed/>
                    </p:oleObj>
                  </mc:Choice>
                  <mc:Fallback>
                    <p:oleObj name="Equation" r:id="rId6" imgW="741045" imgH="215265"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8" y="1968"/>
                            <a:ext cx="1192" cy="281"/>
                          </a:xfrm>
                          <a:prstGeom prst="rect">
                            <a:avLst/>
                          </a:prstGeom>
                          <a:noFill/>
                          <a:ln>
                            <a:noFill/>
                          </a:ln>
                          <a:effectLst/>
                        </p:spPr>
                      </p:pic>
                    </p:oleObj>
                  </mc:Fallback>
                </mc:AlternateContent>
              </a:graphicData>
            </a:graphic>
          </p:graphicFrame>
          <p:sp>
            <p:nvSpPr>
              <p:cNvPr id="3083" name="AutoShape 11"/>
              <p:cNvSpPr/>
              <p:nvPr/>
            </p:nvSpPr>
            <p:spPr bwMode="auto">
              <a:xfrm>
                <a:off x="2112" y="1344"/>
                <a:ext cx="288" cy="816"/>
              </a:xfrm>
              <a:prstGeom prst="leftBrace">
                <a:avLst>
                  <a:gd name="adj1" fmla="val 23611"/>
                  <a:gd name="adj2" fmla="val 50000"/>
                </a:avLst>
              </a:prstGeom>
              <a:noFill/>
              <a:ln w="19050">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3079" name="Text Box 12"/>
            <p:cNvSpPr txBox="1">
              <a:spLocks noChangeArrowheads="1"/>
            </p:cNvSpPr>
            <p:nvPr/>
          </p:nvSpPr>
          <p:spPr bwMode="auto">
            <a:xfrm>
              <a:off x="859" y="1584"/>
              <a:ext cx="1361" cy="32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D6009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003366"/>
                  </a:solidFill>
                </a:rPr>
                <a:t>不确定关系</a:t>
              </a:r>
              <a:endParaRPr lang="zh-CN" altLang="en-US" sz="2800" b="1" dirty="0">
                <a:solidFill>
                  <a:srgbClr val="003366"/>
                </a:solidFill>
              </a:endParaRPr>
            </a:p>
          </p:txBody>
        </p:sp>
      </p:grpSp>
      <p:sp>
        <p:nvSpPr>
          <p:cNvPr id="3076" name="Rectangle 16"/>
          <p:cNvSpPr>
            <a:spLocks noChangeArrowheads="1"/>
          </p:cNvSpPr>
          <p:nvPr/>
        </p:nvSpPr>
        <p:spPr bwMode="auto">
          <a:xfrm>
            <a:off x="2771800" y="98923"/>
            <a:ext cx="38924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00FF"/>
              </a:buClr>
              <a:buFont typeface="Wingdings" panose="05000000000000000000" pitchFamily="2" charset="2"/>
              <a:buNone/>
            </a:pPr>
            <a:r>
              <a:rPr lang="zh-CN" altLang="en-US" b="1" dirty="0">
                <a:solidFill>
                  <a:schemeClr val="bg1"/>
                </a:solidFill>
              </a:rPr>
              <a:t>不确定原理及其</a:t>
            </a:r>
            <a:r>
              <a:rPr lang="zh-CN" altLang="en-US" dirty="0">
                <a:solidFill>
                  <a:schemeClr val="bg1"/>
                </a:solidFill>
              </a:rPr>
              <a:t>说明</a:t>
            </a:r>
            <a:endParaRPr lang="zh-CN" altLang="en-US" b="1" dirty="0">
              <a:solidFill>
                <a:schemeClr val="bg1"/>
              </a:solidFill>
            </a:endParaRPr>
          </a:p>
        </p:txBody>
      </p:sp>
      <p:sp>
        <p:nvSpPr>
          <p:cNvPr id="4" name="Text Box 4"/>
          <p:cNvSpPr txBox="1">
            <a:spLocks noChangeArrowheads="1"/>
          </p:cNvSpPr>
          <p:nvPr/>
        </p:nvSpPr>
        <p:spPr bwMode="auto">
          <a:xfrm>
            <a:off x="323528" y="4209318"/>
            <a:ext cx="830580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rgbClr val="003366"/>
                </a:solidFill>
                <a:latin typeface="Times New Roman" panose="02020603050405020304" pitchFamily="18" charset="0"/>
              </a:rPr>
              <a:t> 1</a:t>
            </a:r>
            <a:r>
              <a:rPr lang="zh-CN" altLang="en-US" sz="2400" b="1" dirty="0">
                <a:solidFill>
                  <a:srgbClr val="003366"/>
                </a:solidFill>
                <a:latin typeface="Times New Roman" panose="02020603050405020304" pitchFamily="18" charset="0"/>
              </a:rPr>
              <a:t>） 微观粒子同一方向上的坐标与动量不可同时准确测量</a:t>
            </a:r>
            <a:r>
              <a:rPr lang="en-US" altLang="zh-CN" sz="2400" b="1" dirty="0">
                <a:solidFill>
                  <a:srgbClr val="003366"/>
                </a:solidFill>
                <a:latin typeface="Times New Roman" panose="02020603050405020304" pitchFamily="18" charset="0"/>
              </a:rPr>
              <a:t>,</a:t>
            </a:r>
            <a:r>
              <a:rPr lang="zh-CN" altLang="en-US" sz="2400" b="1" dirty="0">
                <a:solidFill>
                  <a:srgbClr val="003366"/>
                </a:solidFill>
                <a:latin typeface="Times New Roman" panose="02020603050405020304" pitchFamily="18" charset="0"/>
              </a:rPr>
              <a:t>它们的精度存在一个终极的不可逾越的限制 </a:t>
            </a:r>
            <a:r>
              <a:rPr lang="en-US" altLang="zh-CN" sz="2400" b="1" dirty="0">
                <a:solidFill>
                  <a:srgbClr val="003366"/>
                </a:solidFill>
                <a:latin typeface="Times New Roman" panose="02020603050405020304" pitchFamily="18" charset="0"/>
              </a:rPr>
              <a:t>.</a:t>
            </a:r>
            <a:endParaRPr lang="en-US" altLang="zh-CN" sz="2400" b="1" dirty="0">
              <a:solidFill>
                <a:srgbClr val="003366"/>
              </a:solidFill>
              <a:latin typeface="Times New Roman" panose="02020603050405020304" pitchFamily="18" charset="0"/>
            </a:endParaRPr>
          </a:p>
        </p:txBody>
      </p:sp>
      <p:sp>
        <p:nvSpPr>
          <p:cNvPr id="5" name="Rectangle 5"/>
          <p:cNvSpPr>
            <a:spLocks noChangeArrowheads="1"/>
          </p:cNvSpPr>
          <p:nvPr/>
        </p:nvSpPr>
        <p:spPr bwMode="auto">
          <a:xfrm>
            <a:off x="395536" y="5125482"/>
            <a:ext cx="8458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rgbClr val="003366"/>
                </a:solidFill>
                <a:latin typeface="Times New Roman" panose="02020603050405020304" pitchFamily="18" charset="0"/>
              </a:rPr>
              <a:t>2</a:t>
            </a:r>
            <a:r>
              <a:rPr lang="zh-CN" altLang="en-US" sz="2400" b="1" dirty="0">
                <a:solidFill>
                  <a:srgbClr val="003366"/>
                </a:solidFill>
                <a:latin typeface="Times New Roman" panose="02020603050405020304" pitchFamily="18" charset="0"/>
              </a:rPr>
              <a:t>）不确定的根源是“波粒二象性”这是自然界的根本属性 </a:t>
            </a:r>
            <a:r>
              <a:rPr lang="en-US" altLang="zh-CN" sz="2400" b="1" dirty="0">
                <a:solidFill>
                  <a:srgbClr val="003366"/>
                </a:solidFill>
                <a:latin typeface="Times New Roman" panose="02020603050405020304" pitchFamily="18" charset="0"/>
              </a:rPr>
              <a:t>.</a:t>
            </a:r>
            <a:endParaRPr lang="en-US" altLang="zh-CN" sz="2400" b="1" dirty="0">
              <a:solidFill>
                <a:srgbClr val="003366"/>
              </a:solidFill>
              <a:latin typeface="Times New Roman" panose="02020603050405020304" pitchFamily="18" charset="0"/>
            </a:endParaRPr>
          </a:p>
        </p:txBody>
      </p:sp>
      <p:grpSp>
        <p:nvGrpSpPr>
          <p:cNvPr id="6" name="Group 6"/>
          <p:cNvGrpSpPr/>
          <p:nvPr/>
        </p:nvGrpSpPr>
        <p:grpSpPr bwMode="auto">
          <a:xfrm>
            <a:off x="407988" y="5723334"/>
            <a:ext cx="8229600" cy="862013"/>
            <a:chOff x="257" y="248"/>
            <a:chExt cx="5184" cy="543"/>
          </a:xfrm>
        </p:grpSpPr>
        <p:sp>
          <p:nvSpPr>
            <p:cNvPr id="7" name="Text Box 7"/>
            <p:cNvSpPr txBox="1">
              <a:spLocks noChangeArrowheads="1"/>
            </p:cNvSpPr>
            <p:nvPr/>
          </p:nvSpPr>
          <p:spPr bwMode="auto">
            <a:xfrm>
              <a:off x="257" y="268"/>
              <a:ext cx="5184" cy="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rgbClr val="003366"/>
                  </a:solidFill>
                  <a:latin typeface="Times New Roman" panose="02020603050405020304" pitchFamily="18" charset="0"/>
                </a:rPr>
                <a:t>3</a:t>
              </a:r>
              <a:r>
                <a:rPr lang="zh-CN" altLang="en-US" sz="2400" b="1" dirty="0">
                  <a:solidFill>
                    <a:srgbClr val="003366"/>
                  </a:solidFill>
                  <a:latin typeface="Times New Roman" panose="02020603050405020304" pitchFamily="18" charset="0"/>
                </a:rPr>
                <a:t>）对宏观粒子，因     很小，所以                    可视为位置和动量能同时准确测量 </a:t>
              </a:r>
              <a:r>
                <a:rPr lang="en-US" altLang="zh-CN" sz="2400" b="1" dirty="0">
                  <a:solidFill>
                    <a:srgbClr val="003366"/>
                  </a:solidFill>
                  <a:latin typeface="Times New Roman" panose="02020603050405020304" pitchFamily="18" charset="0"/>
                </a:rPr>
                <a:t>.</a:t>
              </a:r>
              <a:endParaRPr lang="en-US" altLang="zh-CN" sz="2400" b="1" dirty="0">
                <a:solidFill>
                  <a:srgbClr val="003366"/>
                </a:solidFill>
                <a:latin typeface="Times New Roman" panose="02020603050405020304" pitchFamily="18" charset="0"/>
              </a:endParaRPr>
            </a:p>
          </p:txBody>
        </p:sp>
        <p:graphicFrame>
          <p:nvGraphicFramePr>
            <p:cNvPr id="8" name="Object 8"/>
            <p:cNvGraphicFramePr>
              <a:graphicFrameLocks noChangeAspect="1"/>
            </p:cNvGraphicFramePr>
            <p:nvPr/>
          </p:nvGraphicFramePr>
          <p:xfrm>
            <a:off x="2020" y="248"/>
            <a:ext cx="196" cy="282"/>
          </p:xfrm>
          <a:graphic>
            <a:graphicData uri="http://schemas.openxmlformats.org/presentationml/2006/ole">
              <mc:AlternateContent xmlns:mc="http://schemas.openxmlformats.org/markup-compatibility/2006">
                <mc:Choice xmlns:v="urn:schemas-microsoft-com:vml" Requires="v">
                  <p:oleObj spid="_x0000_s9" name="公式" r:id="rId8" imgW="115570" imgH="168275" progId="Equation.3">
                    <p:embed/>
                  </p:oleObj>
                </mc:Choice>
                <mc:Fallback>
                  <p:oleObj name="公式" r:id="rId8" imgW="115570" imgH="168275"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20" y="248"/>
                          <a:ext cx="196" cy="282"/>
                        </a:xfrm>
                        <a:prstGeom prst="rect">
                          <a:avLst/>
                        </a:prstGeom>
                        <a:noFill/>
                        <a:ln>
                          <a:noFill/>
                        </a:ln>
                        <a:effectLst/>
                      </p:spPr>
                    </p:pic>
                  </p:oleObj>
                </mc:Fallback>
              </mc:AlternateContent>
            </a:graphicData>
          </a:graphic>
        </p:graphicFrame>
        <p:graphicFrame>
          <p:nvGraphicFramePr>
            <p:cNvPr id="10" name="Object 9"/>
            <p:cNvGraphicFramePr>
              <a:graphicFrameLocks noChangeAspect="1"/>
            </p:cNvGraphicFramePr>
            <p:nvPr/>
          </p:nvGraphicFramePr>
          <p:xfrm>
            <a:off x="3160" y="259"/>
            <a:ext cx="972" cy="294"/>
          </p:xfrm>
          <a:graphic>
            <a:graphicData uri="http://schemas.openxmlformats.org/presentationml/2006/ole">
              <mc:AlternateContent xmlns:mc="http://schemas.openxmlformats.org/markup-compatibility/2006">
                <mc:Choice xmlns:v="urn:schemas-microsoft-com:vml" Requires="v">
                  <p:oleObj spid="_x0000_s11" name="Equation" r:id="rId10" imgW="819785" imgH="220980" progId="Equation.3">
                    <p:embed/>
                  </p:oleObj>
                </mc:Choice>
                <mc:Fallback>
                  <p:oleObj name="Equation" r:id="rId10" imgW="819785" imgH="22098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60" y="259"/>
                          <a:ext cx="972" cy="294"/>
                        </a:xfrm>
                        <a:prstGeom prst="rect">
                          <a:avLst/>
                        </a:prstGeom>
                        <a:noFill/>
                        <a:ln>
                          <a:noFill/>
                        </a:ln>
                        <a:effec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1"/>
                                        </p:tgtEl>
                                        <p:attrNameLst>
                                          <p:attrName>style.visibility</p:attrName>
                                        </p:attrNameLst>
                                      </p:cBhvr>
                                      <p:to>
                                        <p:strVal val="visible"/>
                                      </p:to>
                                    </p:set>
                                    <p:animEffect transition="in" filter="blinds(horizontal)">
                                      <p:cBhvr>
                                        <p:cTn id="7" dur="500"/>
                                        <p:tgtEl>
                                          <p:spTgt spid="4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2673350" y="115888"/>
            <a:ext cx="333851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chemeClr val="bg1"/>
                </a:solidFill>
                <a:latin typeface="Times New Roman" panose="02020603050405020304" pitchFamily="18" charset="0"/>
              </a:rPr>
              <a:t>量子力学波函数</a:t>
            </a:r>
            <a:endParaRPr lang="zh-CN" altLang="en-US" sz="3200" b="1">
              <a:solidFill>
                <a:srgbClr val="003366"/>
              </a:solidFill>
              <a:latin typeface="Times New Roman" panose="02020603050405020304" pitchFamily="18" charset="0"/>
            </a:endParaRPr>
          </a:p>
        </p:txBody>
      </p:sp>
      <p:sp>
        <p:nvSpPr>
          <p:cNvPr id="5123" name="Text Box 3"/>
          <p:cNvSpPr txBox="1">
            <a:spLocks noChangeArrowheads="1"/>
          </p:cNvSpPr>
          <p:nvPr/>
        </p:nvSpPr>
        <p:spPr bwMode="auto">
          <a:xfrm>
            <a:off x="381000" y="4365625"/>
            <a:ext cx="609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1"/>
              </a:buBlip>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自由粒子平面波函数</a:t>
            </a:r>
            <a:endParaRPr lang="zh-CN" altLang="en-US" sz="2800" b="1">
              <a:solidFill>
                <a:srgbClr val="003366"/>
              </a:solidFill>
              <a:latin typeface="Times New Roman" panose="02020603050405020304" pitchFamily="18" charset="0"/>
            </a:endParaRPr>
          </a:p>
        </p:txBody>
      </p:sp>
      <p:grpSp>
        <p:nvGrpSpPr>
          <p:cNvPr id="5124" name="Group 4"/>
          <p:cNvGrpSpPr/>
          <p:nvPr/>
        </p:nvGrpSpPr>
        <p:grpSpPr bwMode="auto">
          <a:xfrm>
            <a:off x="457200" y="1371600"/>
            <a:ext cx="7239000" cy="542925"/>
            <a:chOff x="336" y="858"/>
            <a:chExt cx="4560" cy="342"/>
          </a:xfrm>
        </p:grpSpPr>
        <p:graphicFrame>
          <p:nvGraphicFramePr>
            <p:cNvPr id="4110" name="Object 5"/>
            <p:cNvGraphicFramePr>
              <a:graphicFrameLocks noChangeAspect="1"/>
            </p:cNvGraphicFramePr>
            <p:nvPr/>
          </p:nvGraphicFramePr>
          <p:xfrm>
            <a:off x="3552" y="858"/>
            <a:ext cx="1344" cy="342"/>
          </p:xfrm>
          <a:graphic>
            <a:graphicData uri="http://schemas.openxmlformats.org/presentationml/2006/ole">
              <mc:AlternateContent xmlns:mc="http://schemas.openxmlformats.org/markup-compatibility/2006">
                <mc:Choice xmlns:v="urn:schemas-microsoft-com:vml" Requires="v">
                  <p:oleObj spid="_x0000_s0" name="Equation" r:id="rId2" imgW="756920" imgH="205105" progId="Equation.3">
                    <p:embed/>
                  </p:oleObj>
                </mc:Choice>
                <mc:Fallback>
                  <p:oleObj name="Equation" r:id="rId2" imgW="756920" imgH="205105"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858"/>
                          <a:ext cx="1344" cy="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1" name="Text Box 6"/>
            <p:cNvSpPr txBox="1">
              <a:spLocks noChangeArrowheads="1"/>
            </p:cNvSpPr>
            <p:nvPr/>
          </p:nvSpPr>
          <p:spPr bwMode="auto">
            <a:xfrm>
              <a:off x="336" y="864"/>
              <a:ext cx="379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latin typeface="Times New Roman" panose="02020603050405020304" pitchFamily="18" charset="0"/>
                </a:rPr>
                <a:t>描述微观粒子运动的波函数</a:t>
              </a:r>
              <a:endParaRPr lang="zh-CN" altLang="en-US" sz="2800" b="1">
                <a:solidFill>
                  <a:srgbClr val="003366"/>
                </a:solidFill>
                <a:latin typeface="Times New Roman" panose="02020603050405020304" pitchFamily="18" charset="0"/>
              </a:endParaRPr>
            </a:p>
          </p:txBody>
        </p:sp>
      </p:grpSp>
      <p:grpSp>
        <p:nvGrpSpPr>
          <p:cNvPr id="5127" name="Group 7"/>
          <p:cNvGrpSpPr/>
          <p:nvPr/>
        </p:nvGrpSpPr>
        <p:grpSpPr bwMode="auto">
          <a:xfrm>
            <a:off x="457200" y="1905000"/>
            <a:ext cx="7391400" cy="1143000"/>
            <a:chOff x="336" y="1344"/>
            <a:chExt cx="4656" cy="720"/>
          </a:xfrm>
        </p:grpSpPr>
        <p:graphicFrame>
          <p:nvGraphicFramePr>
            <p:cNvPr id="4107" name="Object 8"/>
            <p:cNvGraphicFramePr>
              <a:graphicFrameLocks noChangeAspect="1"/>
            </p:cNvGraphicFramePr>
            <p:nvPr/>
          </p:nvGraphicFramePr>
          <p:xfrm>
            <a:off x="3264" y="1392"/>
            <a:ext cx="576" cy="647"/>
          </p:xfrm>
          <a:graphic>
            <a:graphicData uri="http://schemas.openxmlformats.org/presentationml/2006/ole">
              <mc:AlternateContent xmlns:mc="http://schemas.openxmlformats.org/markup-compatibility/2006">
                <mc:Choice xmlns:v="urn:schemas-microsoft-com:vml" Requires="v">
                  <p:oleObj spid="_x0000_s2" name="公式" r:id="rId4" imgW="431165" imgH="415290" progId="Equation.3">
                    <p:embed/>
                  </p:oleObj>
                </mc:Choice>
                <mc:Fallback>
                  <p:oleObj name="公式" r:id="rId4" imgW="431165" imgH="41529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4" y="1392"/>
                          <a:ext cx="576" cy="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8" name="Object 9"/>
            <p:cNvGraphicFramePr>
              <a:graphicFrameLocks noChangeAspect="1"/>
            </p:cNvGraphicFramePr>
            <p:nvPr/>
          </p:nvGraphicFramePr>
          <p:xfrm>
            <a:off x="4368" y="1344"/>
            <a:ext cx="624" cy="720"/>
          </p:xfrm>
          <a:graphic>
            <a:graphicData uri="http://schemas.openxmlformats.org/presentationml/2006/ole">
              <mc:AlternateContent xmlns:mc="http://schemas.openxmlformats.org/markup-compatibility/2006">
                <mc:Choice xmlns:v="urn:schemas-microsoft-com:vml" Requires="v">
                  <p:oleObj spid="_x0000_s3" name="公式" r:id="rId6" imgW="441325" imgH="452120" progId="Equation.3">
                    <p:embed/>
                  </p:oleObj>
                </mc:Choice>
                <mc:Fallback>
                  <p:oleObj name="公式" r:id="rId6" imgW="441325" imgH="45212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68" y="1344"/>
                          <a:ext cx="624"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9" name="Rectangle 10"/>
            <p:cNvSpPr>
              <a:spLocks noChangeArrowheads="1"/>
            </p:cNvSpPr>
            <p:nvPr/>
          </p:nvSpPr>
          <p:spPr bwMode="auto">
            <a:xfrm>
              <a:off x="336" y="1551"/>
              <a:ext cx="33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3366"/>
                  </a:solidFill>
                  <a:latin typeface="Times New Roman" panose="02020603050405020304" pitchFamily="18" charset="0"/>
                </a:rPr>
                <a:t>微观粒子的波粒二象性</a:t>
              </a:r>
              <a:endParaRPr lang="zh-CN" altLang="en-US" sz="2800" b="1">
                <a:solidFill>
                  <a:srgbClr val="003366"/>
                </a:solidFill>
                <a:latin typeface="Times New Roman" panose="02020603050405020304" pitchFamily="18" charset="0"/>
              </a:endParaRPr>
            </a:p>
          </p:txBody>
        </p:sp>
      </p:grpSp>
      <p:grpSp>
        <p:nvGrpSpPr>
          <p:cNvPr id="5131" name="Group 11"/>
          <p:cNvGrpSpPr/>
          <p:nvPr/>
        </p:nvGrpSpPr>
        <p:grpSpPr bwMode="auto">
          <a:xfrm>
            <a:off x="381000" y="3124200"/>
            <a:ext cx="8382000" cy="1022350"/>
            <a:chOff x="240" y="1968"/>
            <a:chExt cx="5280" cy="644"/>
          </a:xfrm>
        </p:grpSpPr>
        <p:sp>
          <p:nvSpPr>
            <p:cNvPr id="5132" name="Text Box 12"/>
            <p:cNvSpPr txBox="1">
              <a:spLocks noChangeArrowheads="1"/>
            </p:cNvSpPr>
            <p:nvPr/>
          </p:nvSpPr>
          <p:spPr bwMode="auto">
            <a:xfrm>
              <a:off x="240" y="2016"/>
              <a:ext cx="5280" cy="596"/>
            </a:xfrm>
            <a:prstGeom prst="rect">
              <a:avLst/>
            </a:prstGeom>
            <a:noFill/>
            <a:ln>
              <a:noFill/>
            </a:ln>
            <a:effectLst/>
          </p:spPr>
          <p:txBody>
            <a:bodyPr>
              <a:spAutoFit/>
            </a:bodyPr>
            <a:lstStyle/>
            <a:p>
              <a:pPr eaLnBrk="1" hangingPunct="1">
                <a:spcBef>
                  <a:spcPct val="50000"/>
                </a:spcBef>
                <a:defRPr/>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自由粒子能量     和动量      是确定的，其德布罗意频率和波长均不变 ，  可认为它是一平面单色波 </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graphicFrame>
          <p:nvGraphicFramePr>
            <p:cNvPr id="4105" name="Object 13"/>
            <p:cNvGraphicFramePr>
              <a:graphicFrameLocks noChangeAspect="1"/>
            </p:cNvGraphicFramePr>
            <p:nvPr/>
          </p:nvGraphicFramePr>
          <p:xfrm>
            <a:off x="2112" y="2016"/>
            <a:ext cx="272" cy="288"/>
          </p:xfrm>
          <a:graphic>
            <a:graphicData uri="http://schemas.openxmlformats.org/presentationml/2006/ole">
              <mc:AlternateContent xmlns:mc="http://schemas.openxmlformats.org/markup-compatibility/2006">
                <mc:Choice xmlns:v="urn:schemas-microsoft-com:vml" Requires="v">
                  <p:oleObj spid="_x0000_s4" name="Equation" r:id="rId8" imgW="141605" imgH="152400" progId="Equation.3">
                    <p:embed/>
                  </p:oleObj>
                </mc:Choice>
                <mc:Fallback>
                  <p:oleObj name="Equation" r:id="rId8" imgW="141605" imgH="1524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12" y="2016"/>
                          <a:ext cx="2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6" name="Object 14"/>
            <p:cNvGraphicFramePr>
              <a:graphicFrameLocks noChangeAspect="1"/>
            </p:cNvGraphicFramePr>
            <p:nvPr/>
          </p:nvGraphicFramePr>
          <p:xfrm>
            <a:off x="3072" y="1968"/>
            <a:ext cx="256" cy="352"/>
          </p:xfrm>
          <a:graphic>
            <a:graphicData uri="http://schemas.openxmlformats.org/presentationml/2006/ole">
              <mc:AlternateContent xmlns:mc="http://schemas.openxmlformats.org/markup-compatibility/2006">
                <mc:Choice xmlns:v="urn:schemas-microsoft-com:vml" Requires="v">
                  <p:oleObj spid="_x0000_s5" name="Equation" r:id="rId10" imgW="136525" imgH="189230" progId="Equation.3">
                    <p:embed/>
                  </p:oleObj>
                </mc:Choice>
                <mc:Fallback>
                  <p:oleObj name="Equation" r:id="rId10" imgW="136525" imgH="18923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72" y="1968"/>
                          <a:ext cx="256"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135" name="Object 15"/>
          <p:cNvGraphicFramePr>
            <a:graphicFrameLocks noChangeAspect="1"/>
          </p:cNvGraphicFramePr>
          <p:nvPr/>
        </p:nvGraphicFramePr>
        <p:xfrm>
          <a:off x="1258888" y="5084763"/>
          <a:ext cx="5603875" cy="857250"/>
        </p:xfrm>
        <a:graphic>
          <a:graphicData uri="http://schemas.openxmlformats.org/presentationml/2006/ole">
            <mc:AlternateContent xmlns:mc="http://schemas.openxmlformats.org/markup-compatibility/2006">
              <mc:Choice xmlns:v="urn:schemas-microsoft-com:vml" Requires="v">
                <p:oleObj spid="_x0000_s6" name="公式" r:id="rId12" imgW="1534795" imgH="231140" progId="Equation.3">
                  <p:embed/>
                </p:oleObj>
              </mc:Choice>
              <mc:Fallback>
                <p:oleObj name="公式" r:id="rId12" imgW="1534795" imgH="231140" progId="Equation.3">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8888" y="5084763"/>
                        <a:ext cx="560387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blinds(horizontal)">
                                      <p:cBhvr>
                                        <p:cTn id="7" dur="500"/>
                                        <p:tgtEl>
                                          <p:spTgt spid="51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27"/>
                                        </p:tgtEl>
                                        <p:attrNameLst>
                                          <p:attrName>style.visibility</p:attrName>
                                        </p:attrNameLst>
                                      </p:cBhvr>
                                      <p:to>
                                        <p:strVal val="visible"/>
                                      </p:to>
                                    </p:set>
                                    <p:animEffect transition="in" filter="blinds(horizontal)">
                                      <p:cBhvr>
                                        <p:cTn id="12" dur="500"/>
                                        <p:tgtEl>
                                          <p:spTgt spid="512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131"/>
                                        </p:tgtEl>
                                        <p:attrNameLst>
                                          <p:attrName>style.visibility</p:attrName>
                                        </p:attrNameLst>
                                      </p:cBhvr>
                                      <p:to>
                                        <p:strVal val="visible"/>
                                      </p:to>
                                    </p:set>
                                    <p:animEffect transition="in" filter="blinds(horizontal)">
                                      <p:cBhvr>
                                        <p:cTn id="17" dur="500"/>
                                        <p:tgtEl>
                                          <p:spTgt spid="513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12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5135"/>
                                        </p:tgtEl>
                                        <p:attrNameLst>
                                          <p:attrName>style.visibility</p:attrName>
                                        </p:attrNameLst>
                                      </p:cBhvr>
                                      <p:to>
                                        <p:strVal val="visible"/>
                                      </p:to>
                                    </p:set>
                                    <p:animEffect transition="in" filter="slide(fromBottom)">
                                      <p:cBhvr>
                                        <p:cTn id="26" dur="500"/>
                                        <p:tgtEl>
                                          <p:spTgt spid="5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2"/>
          <p:cNvGrpSpPr/>
          <p:nvPr/>
        </p:nvGrpSpPr>
        <p:grpSpPr bwMode="auto">
          <a:xfrm>
            <a:off x="381000" y="2565402"/>
            <a:ext cx="8458200" cy="1381126"/>
            <a:chOff x="240" y="1769"/>
            <a:chExt cx="5328" cy="870"/>
          </a:xfrm>
        </p:grpSpPr>
        <p:sp>
          <p:nvSpPr>
            <p:cNvPr id="5135" name="Rectangle 3"/>
            <p:cNvSpPr>
              <a:spLocks noChangeArrowheads="1"/>
            </p:cNvSpPr>
            <p:nvPr/>
          </p:nvSpPr>
          <p:spPr bwMode="auto">
            <a:xfrm>
              <a:off x="240" y="1769"/>
              <a:ext cx="5328" cy="33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003366"/>
                  </a:solidFill>
                  <a:latin typeface="Times New Roman" panose="02020603050405020304" pitchFamily="18" charset="0"/>
                </a:rPr>
                <a:t>某一时刻出现在某点附近体积元       中的粒子的</a:t>
              </a:r>
              <a:r>
                <a:rPr lang="zh-CN" altLang="en-US" sz="2800" b="1" dirty="0">
                  <a:solidFill>
                    <a:srgbClr val="FF3300"/>
                  </a:solidFill>
                  <a:latin typeface="Times New Roman" panose="02020603050405020304" pitchFamily="18" charset="0"/>
                </a:rPr>
                <a:t>概率</a:t>
              </a:r>
              <a:endParaRPr lang="zh-CN" altLang="en-US" sz="2800" b="1" dirty="0">
                <a:solidFill>
                  <a:srgbClr val="003366"/>
                </a:solidFill>
                <a:latin typeface="Times New Roman" panose="02020603050405020304" pitchFamily="18" charset="0"/>
              </a:endParaRPr>
            </a:p>
          </p:txBody>
        </p:sp>
        <p:graphicFrame>
          <p:nvGraphicFramePr>
            <p:cNvPr id="5136" name="Object 4"/>
            <p:cNvGraphicFramePr>
              <a:graphicFrameLocks noChangeAspect="1"/>
            </p:cNvGraphicFramePr>
            <p:nvPr/>
          </p:nvGraphicFramePr>
          <p:xfrm>
            <a:off x="3437" y="1802"/>
            <a:ext cx="336" cy="240"/>
          </p:xfrm>
          <a:graphic>
            <a:graphicData uri="http://schemas.openxmlformats.org/presentationml/2006/ole">
              <mc:AlternateContent xmlns:mc="http://schemas.openxmlformats.org/markup-compatibility/2006">
                <mc:Choice xmlns:v="urn:schemas-microsoft-com:vml" Requires="v">
                  <p:oleObj spid="_x0000_s0" name="Equation" r:id="rId1" imgW="241935" imgH="168275" progId="Equation.3">
                    <p:embed/>
                  </p:oleObj>
                </mc:Choice>
                <mc:Fallback>
                  <p:oleObj name="Equation" r:id="rId1" imgW="241935" imgH="168275"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7" y="1802"/>
                          <a:ext cx="336"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37" name="Group 5"/>
            <p:cNvGrpSpPr/>
            <p:nvPr/>
          </p:nvGrpSpPr>
          <p:grpSpPr bwMode="auto">
            <a:xfrm>
              <a:off x="1872" y="2220"/>
              <a:ext cx="1901" cy="419"/>
              <a:chOff x="1699" y="1446"/>
              <a:chExt cx="1901" cy="419"/>
            </a:xfrm>
          </p:grpSpPr>
          <p:graphicFrame>
            <p:nvGraphicFramePr>
              <p:cNvPr id="5138" name="Object 6"/>
              <p:cNvGraphicFramePr>
                <a:graphicFrameLocks noChangeAspect="1"/>
              </p:cNvGraphicFramePr>
              <p:nvPr/>
            </p:nvGraphicFramePr>
            <p:xfrm>
              <a:off x="1699" y="1446"/>
              <a:ext cx="1901" cy="419"/>
            </p:xfrm>
            <a:graphic>
              <a:graphicData uri="http://schemas.openxmlformats.org/presentationml/2006/ole">
                <mc:AlternateContent xmlns:mc="http://schemas.openxmlformats.org/markup-compatibility/2006">
                  <mc:Choice xmlns:v="urn:schemas-microsoft-com:vml" Requires="v">
                    <p:oleObj spid="_x0000_s2" name="Equation" r:id="rId3" imgW="1219200" imgH="283845" progId="Equation.3">
                      <p:embed/>
                    </p:oleObj>
                  </mc:Choice>
                  <mc:Fallback>
                    <p:oleObj name="Equation" r:id="rId3" imgW="1219200" imgH="283845"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9" y="1446"/>
                            <a:ext cx="1901" cy="4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9" name="Object 7"/>
              <p:cNvGraphicFramePr>
                <a:graphicFrameLocks noChangeAspect="1"/>
              </p:cNvGraphicFramePr>
              <p:nvPr/>
            </p:nvGraphicFramePr>
            <p:xfrm>
              <a:off x="2778" y="1584"/>
              <a:ext cx="198" cy="240"/>
            </p:xfrm>
            <a:graphic>
              <a:graphicData uri="http://schemas.openxmlformats.org/presentationml/2006/ole">
                <mc:AlternateContent xmlns:mc="http://schemas.openxmlformats.org/markup-compatibility/2006">
                  <mc:Choice xmlns:v="urn:schemas-microsoft-com:vml" Requires="v">
                    <p:oleObj spid="_x0000_s3" name="Equation" r:id="rId5" imgW="115570" imgH="141605" progId="Equation.3">
                      <p:embed/>
                    </p:oleObj>
                  </mc:Choice>
                  <mc:Fallback>
                    <p:oleObj name="Equation" r:id="rId5" imgW="115570" imgH="14160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8" y="1584"/>
                            <a:ext cx="19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6152" name="Group 8"/>
          <p:cNvGrpSpPr/>
          <p:nvPr/>
        </p:nvGrpSpPr>
        <p:grpSpPr bwMode="auto">
          <a:xfrm>
            <a:off x="381000" y="4134395"/>
            <a:ext cx="8295456" cy="1524000"/>
            <a:chOff x="288" y="2880"/>
            <a:chExt cx="5328" cy="960"/>
          </a:xfrm>
        </p:grpSpPr>
        <p:graphicFrame>
          <p:nvGraphicFramePr>
            <p:cNvPr id="5131" name="Object 9"/>
            <p:cNvGraphicFramePr>
              <a:graphicFrameLocks noChangeAspect="1"/>
            </p:cNvGraphicFramePr>
            <p:nvPr/>
          </p:nvGraphicFramePr>
          <p:xfrm>
            <a:off x="2376" y="3354"/>
            <a:ext cx="1392" cy="486"/>
          </p:xfrm>
          <a:graphic>
            <a:graphicData uri="http://schemas.openxmlformats.org/presentationml/2006/ole">
              <mc:AlternateContent xmlns:mc="http://schemas.openxmlformats.org/markup-compatibility/2006">
                <mc:Choice xmlns:v="urn:schemas-microsoft-com:vml" Requires="v">
                  <p:oleObj spid="_x0000_s4" name="Equation" r:id="rId7" imgW="782955" imgH="325755" progId="Equation.3">
                    <p:embed/>
                  </p:oleObj>
                </mc:Choice>
                <mc:Fallback>
                  <p:oleObj name="Equation" r:id="rId7" imgW="782955" imgH="32575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76" y="3354"/>
                          <a:ext cx="1392" cy="486"/>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pic>
                  </p:oleObj>
                </mc:Fallback>
              </mc:AlternateContent>
            </a:graphicData>
          </a:graphic>
        </p:graphicFrame>
        <p:sp>
          <p:nvSpPr>
            <p:cNvPr id="6154" name="Text Box 10"/>
            <p:cNvSpPr txBox="1">
              <a:spLocks noChangeArrowheads="1"/>
            </p:cNvSpPr>
            <p:nvPr/>
          </p:nvSpPr>
          <p:spPr bwMode="auto">
            <a:xfrm>
              <a:off x="672" y="3398"/>
              <a:ext cx="1584" cy="33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ln>
            <a:effectLst/>
          </p:spPr>
          <p:txBody>
            <a:bodyPr>
              <a:spAutoFit/>
            </a:bodyPr>
            <a:lstStyle/>
            <a:p>
              <a:pPr algn="ctr" eaLnBrk="1" hangingPunct="1">
                <a:spcBef>
                  <a:spcPct val="50000"/>
                </a:spcBef>
                <a:defRPr/>
              </a:pPr>
              <a:r>
                <a:rPr lang="en-US" altLang="zh-CN" sz="2800" b="1">
                  <a:solidFill>
                    <a:srgbClr val="003366"/>
                  </a:solidFill>
                  <a:latin typeface="Times New Roman" panose="02020603050405020304" pitchFamily="18" charset="0"/>
                </a:rPr>
                <a:t> </a:t>
              </a:r>
              <a:r>
                <a:rPr lang="zh-CN" altLang="en-US" sz="2800" b="1">
                  <a:solidFill>
                    <a:srgbClr val="FF3300"/>
                  </a:solidFill>
                  <a:latin typeface="Times New Roman" panose="02020603050405020304" pitchFamily="18" charset="0"/>
                </a:rPr>
                <a:t>归一化条件</a:t>
              </a:r>
              <a:endParaRPr lang="zh-CN" altLang="en-US" sz="2800" b="1">
                <a:solidFill>
                  <a:srgbClr val="FF3300"/>
                </a:solidFill>
                <a:latin typeface="Times New Roman" panose="02020603050405020304" pitchFamily="18" charset="0"/>
              </a:endParaRPr>
            </a:p>
          </p:txBody>
        </p:sp>
        <p:sp>
          <p:nvSpPr>
            <p:cNvPr id="5133" name="Text Box 11"/>
            <p:cNvSpPr txBox="1">
              <a:spLocks noChangeArrowheads="1"/>
            </p:cNvSpPr>
            <p:nvPr/>
          </p:nvSpPr>
          <p:spPr bwMode="auto">
            <a:xfrm>
              <a:off x="3888" y="3408"/>
              <a:ext cx="1200" cy="333"/>
            </a:xfrm>
            <a:prstGeom prst="rect">
              <a:avLst/>
            </a:prstGeom>
            <a:gradFill rotWithShape="0">
              <a:gsLst>
                <a:gs pos="0">
                  <a:srgbClr val="FFEBFF"/>
                </a:gs>
                <a:gs pos="50000">
                  <a:srgbClr val="FFFFFF"/>
                </a:gs>
                <a:gs pos="100000">
                  <a:srgbClr val="FFEBFF"/>
                </a:gs>
              </a:gsLst>
              <a:lin ang="5400000" scaled="1"/>
            </a:grad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束缚态 </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sp>
          <p:nvSpPr>
            <p:cNvPr id="5134" name="Rectangle 12"/>
            <p:cNvSpPr>
              <a:spLocks noChangeArrowheads="1"/>
            </p:cNvSpPr>
            <p:nvPr/>
          </p:nvSpPr>
          <p:spPr bwMode="auto">
            <a:xfrm>
              <a:off x="288" y="2880"/>
              <a:ext cx="53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3300"/>
                </a:buClr>
                <a:buFont typeface="Wingdings" panose="05000000000000000000" pitchFamily="2" charset="2"/>
                <a:buChar char="Ø"/>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某一时刻在整个空间内发现粒子的概率为</a:t>
              </a:r>
              <a:endParaRPr lang="zh-CN" altLang="en-US" sz="2800" b="1">
                <a:solidFill>
                  <a:srgbClr val="003366"/>
                </a:solidFill>
                <a:latin typeface="Times New Roman" panose="02020603050405020304" pitchFamily="18" charset="0"/>
              </a:endParaRPr>
            </a:p>
          </p:txBody>
        </p:sp>
      </p:grpSp>
      <p:sp>
        <p:nvSpPr>
          <p:cNvPr id="5124" name="Text Box 13"/>
          <p:cNvSpPr txBox="1">
            <a:spLocks noChangeArrowheads="1"/>
          </p:cNvSpPr>
          <p:nvPr/>
        </p:nvSpPr>
        <p:spPr bwMode="auto">
          <a:xfrm>
            <a:off x="2672333" y="116632"/>
            <a:ext cx="37718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chemeClr val="bg1"/>
                </a:solidFill>
                <a:latin typeface="Times New Roman" panose="02020603050405020304" pitchFamily="18" charset="0"/>
              </a:rPr>
              <a:t>波函数的统计意义</a:t>
            </a:r>
            <a:endParaRPr lang="zh-CN" altLang="en-US" sz="3200" b="1" dirty="0">
              <a:solidFill>
                <a:schemeClr val="bg1"/>
              </a:solidFill>
              <a:latin typeface="Times New Roman" panose="02020603050405020304" pitchFamily="18" charset="0"/>
            </a:endParaRPr>
          </a:p>
        </p:txBody>
      </p:sp>
      <p:grpSp>
        <p:nvGrpSpPr>
          <p:cNvPr id="6158" name="Group 14"/>
          <p:cNvGrpSpPr/>
          <p:nvPr/>
        </p:nvGrpSpPr>
        <p:grpSpPr bwMode="auto">
          <a:xfrm>
            <a:off x="381000" y="1052736"/>
            <a:ext cx="8382000" cy="1303338"/>
            <a:chOff x="240" y="960"/>
            <a:chExt cx="5280" cy="821"/>
          </a:xfrm>
        </p:grpSpPr>
        <p:sp>
          <p:nvSpPr>
            <p:cNvPr id="5127" name="Text Box 15"/>
            <p:cNvSpPr txBox="1">
              <a:spLocks noChangeArrowheads="1"/>
            </p:cNvSpPr>
            <p:nvPr/>
          </p:nvSpPr>
          <p:spPr bwMode="auto">
            <a:xfrm>
              <a:off x="480" y="1296"/>
              <a:ext cx="19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sz="2400" b="1">
                <a:solidFill>
                  <a:srgbClr val="003366"/>
                </a:solidFill>
                <a:latin typeface="Times New Roman" panose="02020603050405020304" pitchFamily="18" charset="0"/>
              </a:endParaRPr>
            </a:p>
          </p:txBody>
        </p:sp>
        <p:graphicFrame>
          <p:nvGraphicFramePr>
            <p:cNvPr id="5128" name="Object 16"/>
            <p:cNvGraphicFramePr>
              <a:graphicFrameLocks noChangeAspect="1"/>
            </p:cNvGraphicFramePr>
            <p:nvPr/>
          </p:nvGraphicFramePr>
          <p:xfrm>
            <a:off x="1776" y="1344"/>
            <a:ext cx="1248" cy="437"/>
          </p:xfrm>
          <a:graphic>
            <a:graphicData uri="http://schemas.openxmlformats.org/presentationml/2006/ole">
              <mc:AlternateContent xmlns:mc="http://schemas.openxmlformats.org/markup-compatibility/2006">
                <mc:Choice xmlns:v="urn:schemas-microsoft-com:vml" Requires="v">
                  <p:oleObj spid="_x0000_s5" name="Equation" r:id="rId9" imgW="720090" imgH="283845" progId="Equation.3">
                    <p:embed/>
                  </p:oleObj>
                </mc:Choice>
                <mc:Fallback>
                  <p:oleObj name="Equation" r:id="rId9" imgW="720090" imgH="283845"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76" y="1344"/>
                          <a:ext cx="1248" cy="437"/>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9" name="Text Box 17"/>
            <p:cNvSpPr txBox="1">
              <a:spLocks noChangeArrowheads="1"/>
            </p:cNvSpPr>
            <p:nvPr/>
          </p:nvSpPr>
          <p:spPr bwMode="auto">
            <a:xfrm>
              <a:off x="240" y="960"/>
              <a:ext cx="5280" cy="327"/>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FF3300"/>
                  </a:solidFill>
                  <a:latin typeface="Times New Roman" panose="02020603050405020304" pitchFamily="18" charset="0"/>
                </a:rPr>
                <a:t>概率密度</a:t>
              </a:r>
              <a:r>
                <a:rPr lang="zh-CN" altLang="en-US" sz="2800" b="1" dirty="0">
                  <a:solidFill>
                    <a:srgbClr val="003366"/>
                  </a:solidFill>
                  <a:latin typeface="Times New Roman" panose="02020603050405020304" pitchFamily="18" charset="0"/>
                </a:rPr>
                <a:t>   表示在某处单位体积内粒子出现的概率</a:t>
              </a:r>
              <a:r>
                <a:rPr lang="en-US" altLang="zh-CN" sz="2800" b="1" dirty="0">
                  <a:solidFill>
                    <a:srgbClr val="003366"/>
                  </a:solidFill>
                  <a:latin typeface="Times New Roman" panose="02020603050405020304" pitchFamily="18" charset="0"/>
                </a:rPr>
                <a:t>.</a:t>
              </a:r>
              <a:endParaRPr lang="en-US" altLang="zh-CN" sz="2800" b="1" dirty="0">
                <a:solidFill>
                  <a:srgbClr val="003366"/>
                </a:solidFill>
                <a:latin typeface="Times New Roman" panose="02020603050405020304" pitchFamily="18" charset="0"/>
              </a:endParaRPr>
            </a:p>
          </p:txBody>
        </p:sp>
        <p:sp>
          <p:nvSpPr>
            <p:cNvPr id="6162" name="Text Box 18"/>
            <p:cNvSpPr txBox="1">
              <a:spLocks noChangeArrowheads="1"/>
            </p:cNvSpPr>
            <p:nvPr/>
          </p:nvSpPr>
          <p:spPr bwMode="auto">
            <a:xfrm>
              <a:off x="3024" y="1392"/>
              <a:ext cx="960" cy="33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ln>
            <a:effectLst/>
          </p:spPr>
          <p:txBody>
            <a:bodyPr>
              <a:spAutoFit/>
            </a:bodyPr>
            <a:lstStyle/>
            <a:p>
              <a:pPr algn="ctr" eaLnBrk="1" hangingPunct="1">
                <a:spcBef>
                  <a:spcPct val="50000"/>
                </a:spcBef>
                <a:defRPr/>
              </a:pPr>
              <a:r>
                <a:rPr lang="zh-CN" altLang="en-US" sz="2800" b="1">
                  <a:solidFill>
                    <a:srgbClr val="003366"/>
                  </a:solidFill>
                  <a:latin typeface="Times New Roman" panose="02020603050405020304" pitchFamily="18" charset="0"/>
                </a:rPr>
                <a:t>正实数</a:t>
              </a:r>
              <a:endParaRPr lang="zh-CN" altLang="en-US" sz="2800" b="1">
                <a:solidFill>
                  <a:srgbClr val="003366"/>
                </a:solidFill>
                <a:latin typeface="Times New Roman" panose="02020603050405020304" pitchFamily="18" charset="0"/>
              </a:endParaRPr>
            </a:p>
          </p:txBody>
        </p:sp>
      </p:grpSp>
      <p:sp>
        <p:nvSpPr>
          <p:cNvPr id="6164" name="Rectangle 20"/>
          <p:cNvSpPr>
            <a:spLocks noChangeArrowheads="1"/>
          </p:cNvSpPr>
          <p:nvPr/>
        </p:nvSpPr>
        <p:spPr bwMode="auto">
          <a:xfrm>
            <a:off x="381000" y="5850481"/>
            <a:ext cx="7071320" cy="5598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buClr>
                <a:srgbClr val="FF3300"/>
              </a:buClr>
              <a:buFont typeface="Wingdings" panose="05000000000000000000" pitchFamily="2" charset="2"/>
              <a:buChar char="Ø"/>
            </a:pPr>
            <a:r>
              <a:rPr kumimoji="1" lang="en-US" altLang="zh-CN" sz="2800" b="1" dirty="0">
                <a:solidFill>
                  <a:schemeClr val="tx2"/>
                </a:solidFill>
                <a:latin typeface="Times New Roman" panose="02020603050405020304" pitchFamily="18" charset="0"/>
              </a:rPr>
              <a:t> </a:t>
            </a:r>
            <a:r>
              <a:rPr kumimoji="1" lang="zh-CN" altLang="en-US" sz="2800" b="1" dirty="0">
                <a:solidFill>
                  <a:srgbClr val="003366"/>
                </a:solidFill>
                <a:latin typeface="Times New Roman" panose="02020603050405020304" pitchFamily="18" charset="0"/>
              </a:rPr>
              <a:t>德布罗意波</a:t>
            </a:r>
            <a:r>
              <a:rPr kumimoji="1" lang="en-US" altLang="zh-CN" sz="2800" b="1" dirty="0">
                <a:solidFill>
                  <a:srgbClr val="003366"/>
                </a:solidFill>
                <a:latin typeface="宋体" panose="02010600030101010101" pitchFamily="2" charset="-122"/>
              </a:rPr>
              <a:t>(</a:t>
            </a:r>
            <a:r>
              <a:rPr kumimoji="1" lang="zh-CN" altLang="en-US" sz="2800" b="1" dirty="0">
                <a:solidFill>
                  <a:srgbClr val="003366"/>
                </a:solidFill>
                <a:latin typeface="Times New Roman" panose="02020603050405020304" pitchFamily="18" charset="0"/>
              </a:rPr>
              <a:t>或物质波</a:t>
            </a:r>
            <a:r>
              <a:rPr kumimoji="1" lang="en-US" altLang="zh-CN" sz="2800" b="1" dirty="0">
                <a:solidFill>
                  <a:srgbClr val="003366"/>
                </a:solidFill>
                <a:latin typeface="宋体" panose="02010600030101010101" pitchFamily="2" charset="-122"/>
              </a:rPr>
              <a:t>)</a:t>
            </a:r>
            <a:r>
              <a:rPr kumimoji="1" lang="zh-CN" altLang="en-US" sz="2800" b="1" dirty="0">
                <a:solidFill>
                  <a:srgbClr val="003366"/>
                </a:solidFill>
                <a:latin typeface="Times New Roman" panose="02020603050405020304" pitchFamily="18" charset="0"/>
              </a:rPr>
              <a:t>是一种</a:t>
            </a:r>
            <a:r>
              <a:rPr kumimoji="1" lang="zh-CN" altLang="en-US" sz="2800" b="1" dirty="0">
                <a:solidFill>
                  <a:srgbClr val="FF3300"/>
                </a:solidFill>
                <a:latin typeface="Times New Roman" panose="02020603050405020304" pitchFamily="18" charset="0"/>
              </a:rPr>
              <a:t>概率波</a:t>
            </a:r>
            <a:r>
              <a:rPr kumimoji="1" lang="en-US" altLang="zh-CN" sz="2800" b="1" dirty="0">
                <a:solidFill>
                  <a:srgbClr val="003366"/>
                </a:solidFill>
                <a:latin typeface="Times New Roman" panose="02020603050405020304" pitchFamily="18" charset="0"/>
              </a:rPr>
              <a:t>.</a:t>
            </a:r>
            <a:endParaRPr kumimoji="1" lang="en-US" altLang="zh-CN" sz="2800" b="1" dirty="0">
              <a:solidFill>
                <a:srgbClr val="003366"/>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58"/>
                                        </p:tgtEl>
                                        <p:attrNameLst>
                                          <p:attrName>style.visibility</p:attrName>
                                        </p:attrNameLst>
                                      </p:cBhvr>
                                      <p:to>
                                        <p:strVal val="visible"/>
                                      </p:to>
                                    </p:set>
                                    <p:animEffect transition="in" filter="blinds(horizontal)">
                                      <p:cBhvr>
                                        <p:cTn id="7" dur="500"/>
                                        <p:tgtEl>
                                          <p:spTgt spid="61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6"/>
                                        </p:tgtEl>
                                        <p:attrNameLst>
                                          <p:attrName>style.visibility</p:attrName>
                                        </p:attrNameLst>
                                      </p:cBhvr>
                                      <p:to>
                                        <p:strVal val="visible"/>
                                      </p:to>
                                    </p:set>
                                    <p:animEffect transition="in" filter="blinds(horizontal)">
                                      <p:cBhvr>
                                        <p:cTn id="12" dur="500"/>
                                        <p:tgtEl>
                                          <p:spTgt spid="614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52"/>
                                        </p:tgtEl>
                                        <p:attrNameLst>
                                          <p:attrName>style.visibility</p:attrName>
                                        </p:attrNameLst>
                                      </p:cBhvr>
                                      <p:to>
                                        <p:strVal val="visible"/>
                                      </p:to>
                                    </p:set>
                                    <p:animEffect transition="in" filter="blinds(horizontal)">
                                      <p:cBhvr>
                                        <p:cTn id="17" dur="500"/>
                                        <p:tgtEl>
                                          <p:spTgt spid="615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164"/>
                                        </p:tgtEl>
                                        <p:attrNameLst>
                                          <p:attrName>style.visibility</p:attrName>
                                        </p:attrNameLst>
                                      </p:cBhvr>
                                      <p:to>
                                        <p:strVal val="visible"/>
                                      </p:to>
                                    </p:set>
                                    <p:animEffect transition="in" filter="blinds(horizontal)">
                                      <p:cBhvr>
                                        <p:cTn id="22" dur="500"/>
                                        <p:tgtEl>
                                          <p:spTgt spid="6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2144713" y="188913"/>
            <a:ext cx="6172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CC0000"/>
                </a:solidFill>
                <a:latin typeface="Times New Roman" panose="02020603050405020304" pitchFamily="18" charset="0"/>
              </a:rPr>
              <a:t>　</a:t>
            </a:r>
            <a:r>
              <a:rPr lang="zh-CN" altLang="en-US" sz="2800" b="1">
                <a:solidFill>
                  <a:schemeClr val="bg1"/>
                </a:solidFill>
                <a:latin typeface="Times New Roman" panose="02020603050405020304" pitchFamily="18" charset="0"/>
              </a:rPr>
              <a:t>薛定谔方程（</a:t>
            </a:r>
            <a:r>
              <a:rPr lang="en-US" altLang="zh-CN" sz="2800">
                <a:solidFill>
                  <a:schemeClr val="bg1"/>
                </a:solidFill>
                <a:latin typeface="Times New Roman" panose="02020603050405020304" pitchFamily="18" charset="0"/>
              </a:rPr>
              <a:t>1925 </a:t>
            </a:r>
            <a:r>
              <a:rPr lang="zh-CN" altLang="en-US" sz="2800" b="1">
                <a:solidFill>
                  <a:schemeClr val="bg1"/>
                </a:solidFill>
                <a:latin typeface="Times New Roman" panose="02020603050405020304" pitchFamily="18" charset="0"/>
              </a:rPr>
              <a:t>年）</a:t>
            </a:r>
            <a:endParaRPr lang="zh-CN" altLang="en-US" sz="2800" b="1">
              <a:solidFill>
                <a:schemeClr val="bg1"/>
              </a:solidFill>
              <a:latin typeface="Times New Roman" panose="02020603050405020304" pitchFamily="18" charset="0"/>
            </a:endParaRPr>
          </a:p>
        </p:txBody>
      </p:sp>
      <p:sp>
        <p:nvSpPr>
          <p:cNvPr id="6147" name="Text Box 3"/>
          <p:cNvSpPr txBox="1">
            <a:spLocks noChangeArrowheads="1"/>
          </p:cNvSpPr>
          <p:nvPr/>
        </p:nvSpPr>
        <p:spPr bwMode="auto">
          <a:xfrm>
            <a:off x="361428" y="905449"/>
            <a:ext cx="670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1"/>
              </a:buBlip>
            </a:pPr>
            <a:r>
              <a:rPr lang="en-US" altLang="zh-CN" sz="2800" b="1" dirty="0">
                <a:solidFill>
                  <a:srgbClr val="003366"/>
                </a:solidFill>
                <a:latin typeface="Times New Roman" panose="02020603050405020304" pitchFamily="18" charset="0"/>
              </a:rPr>
              <a:t>    </a:t>
            </a:r>
            <a:r>
              <a:rPr lang="zh-CN" altLang="en-US" sz="2800" b="1" dirty="0">
                <a:solidFill>
                  <a:srgbClr val="003366"/>
                </a:solidFill>
                <a:latin typeface="Times New Roman" panose="02020603050405020304" pitchFamily="18" charset="0"/>
              </a:rPr>
              <a:t>自由粒子薛定谔方程的建立</a:t>
            </a:r>
            <a:endParaRPr lang="zh-CN" altLang="en-US" sz="2800" b="1" dirty="0">
              <a:solidFill>
                <a:srgbClr val="003366"/>
              </a:solidFill>
              <a:latin typeface="Times New Roman" panose="02020603050405020304" pitchFamily="18" charset="0"/>
            </a:endParaRPr>
          </a:p>
        </p:txBody>
      </p:sp>
      <p:sp>
        <p:nvSpPr>
          <p:cNvPr id="6148" name="Text Box 4"/>
          <p:cNvSpPr txBox="1">
            <a:spLocks noChangeArrowheads="1"/>
          </p:cNvSpPr>
          <p:nvPr/>
        </p:nvSpPr>
        <p:spPr bwMode="auto">
          <a:xfrm>
            <a:off x="381000" y="1476375"/>
            <a:ext cx="6096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Times New Roman" panose="02020603050405020304" pitchFamily="18" charset="0"/>
              </a:rPr>
              <a:t>自由粒子平面波函数</a:t>
            </a:r>
            <a:endParaRPr lang="zh-CN" altLang="en-US" sz="2400" b="1" dirty="0">
              <a:solidFill>
                <a:srgbClr val="003366"/>
              </a:solidFill>
              <a:latin typeface="Times New Roman" panose="02020603050405020304" pitchFamily="18" charset="0"/>
            </a:endParaRPr>
          </a:p>
        </p:txBody>
      </p:sp>
      <p:grpSp>
        <p:nvGrpSpPr>
          <p:cNvPr id="7173" name="Group 5"/>
          <p:cNvGrpSpPr/>
          <p:nvPr/>
        </p:nvGrpSpPr>
        <p:grpSpPr bwMode="auto">
          <a:xfrm>
            <a:off x="401388" y="2334855"/>
            <a:ext cx="7765371" cy="1601788"/>
            <a:chOff x="240" y="1872"/>
            <a:chExt cx="5136" cy="1009"/>
          </a:xfrm>
        </p:grpSpPr>
        <p:sp>
          <p:nvSpPr>
            <p:cNvPr id="6159" name="Text Box 6"/>
            <p:cNvSpPr txBox="1">
              <a:spLocks noChangeArrowheads="1"/>
            </p:cNvSpPr>
            <p:nvPr/>
          </p:nvSpPr>
          <p:spPr bwMode="auto">
            <a:xfrm>
              <a:off x="240" y="1872"/>
              <a:ext cx="513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Times New Roman" panose="02020603050405020304" pitchFamily="18" charset="0"/>
                </a:rPr>
                <a:t>上式取 </a:t>
              </a:r>
              <a:r>
                <a:rPr lang="en-US" altLang="zh-CN" i="1" dirty="0">
                  <a:solidFill>
                    <a:srgbClr val="003366"/>
                  </a:solidFill>
                  <a:latin typeface="Times New Roman" panose="02020603050405020304" pitchFamily="18" charset="0"/>
                </a:rPr>
                <a:t>x</a:t>
              </a:r>
              <a:r>
                <a:rPr lang="en-US" altLang="zh-CN" sz="2400" b="1" dirty="0">
                  <a:solidFill>
                    <a:srgbClr val="003366"/>
                  </a:solidFill>
                  <a:latin typeface="Times New Roman" panose="02020603050405020304" pitchFamily="18" charset="0"/>
                </a:rPr>
                <a:t> </a:t>
              </a:r>
              <a:r>
                <a:rPr lang="zh-CN" altLang="en-US" sz="2400" b="1" dirty="0">
                  <a:solidFill>
                    <a:srgbClr val="003366"/>
                  </a:solidFill>
                  <a:latin typeface="Times New Roman" panose="02020603050405020304" pitchFamily="18" charset="0"/>
                </a:rPr>
                <a:t>的二阶偏导数和 </a:t>
              </a:r>
              <a:r>
                <a:rPr lang="en-US" altLang="zh-CN" sz="2800" i="1" dirty="0">
                  <a:solidFill>
                    <a:srgbClr val="003366"/>
                  </a:solidFill>
                  <a:latin typeface="Times New Roman" panose="02020603050405020304" pitchFamily="18" charset="0"/>
                </a:rPr>
                <a:t>t </a:t>
              </a:r>
              <a:r>
                <a:rPr lang="zh-CN" altLang="en-US" sz="2400" b="1" dirty="0">
                  <a:solidFill>
                    <a:srgbClr val="003366"/>
                  </a:solidFill>
                  <a:latin typeface="Times New Roman" panose="02020603050405020304" pitchFamily="18" charset="0"/>
                </a:rPr>
                <a:t>的一阶偏导数得</a:t>
              </a:r>
              <a:endParaRPr lang="zh-CN" altLang="en-US" sz="2400" b="1" dirty="0">
                <a:solidFill>
                  <a:srgbClr val="003366"/>
                </a:solidFill>
                <a:latin typeface="Times New Roman" panose="02020603050405020304" pitchFamily="18" charset="0"/>
              </a:endParaRPr>
            </a:p>
          </p:txBody>
        </p:sp>
        <p:graphicFrame>
          <p:nvGraphicFramePr>
            <p:cNvPr id="6160" name="Object 7"/>
            <p:cNvGraphicFramePr>
              <a:graphicFrameLocks noChangeAspect="1"/>
            </p:cNvGraphicFramePr>
            <p:nvPr/>
          </p:nvGraphicFramePr>
          <p:xfrm>
            <a:off x="608" y="2231"/>
            <a:ext cx="1949" cy="650"/>
          </p:xfrm>
          <a:graphic>
            <a:graphicData uri="http://schemas.openxmlformats.org/presentationml/2006/ole">
              <mc:AlternateContent xmlns:mc="http://schemas.openxmlformats.org/markup-compatibility/2006">
                <mc:Choice xmlns:v="urn:schemas-microsoft-com:vml" Requires="v">
                  <p:oleObj spid="_x0000_s0" name="Equation" r:id="rId2" imgW="1466215" imgH="520065" progId="Equation.3">
                    <p:embed/>
                  </p:oleObj>
                </mc:Choice>
                <mc:Fallback>
                  <p:oleObj name="Equation" r:id="rId2" imgW="1466215" imgH="520065"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 y="2231"/>
                          <a:ext cx="1949" cy="650"/>
                        </a:xfrm>
                        <a:prstGeom prst="rect">
                          <a:avLst/>
                        </a:prstGeom>
                        <a:noFill/>
                        <a:ln>
                          <a:noFill/>
                        </a:ln>
                        <a:effectLst/>
                      </p:spPr>
                    </p:pic>
                  </p:oleObj>
                </mc:Fallback>
              </mc:AlternateContent>
            </a:graphicData>
          </a:graphic>
        </p:graphicFrame>
        <p:graphicFrame>
          <p:nvGraphicFramePr>
            <p:cNvPr id="6161" name="Object 8"/>
            <p:cNvGraphicFramePr>
              <a:graphicFrameLocks noChangeAspect="1"/>
            </p:cNvGraphicFramePr>
            <p:nvPr/>
          </p:nvGraphicFramePr>
          <p:xfrm>
            <a:off x="2954" y="2219"/>
            <a:ext cx="1638" cy="614"/>
          </p:xfrm>
          <a:graphic>
            <a:graphicData uri="http://schemas.openxmlformats.org/presentationml/2006/ole">
              <mc:AlternateContent xmlns:mc="http://schemas.openxmlformats.org/markup-compatibility/2006">
                <mc:Choice xmlns:v="urn:schemas-microsoft-com:vml" Requires="v">
                  <p:oleObj spid="_x0000_s2" name="Equation" r:id="rId4" imgW="1308735" imgH="494030" progId="Equation.3">
                    <p:embed/>
                  </p:oleObj>
                </mc:Choice>
                <mc:Fallback>
                  <p:oleObj name="Equation" r:id="rId4" imgW="1308735" imgH="49403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4" y="2219"/>
                          <a:ext cx="1638" cy="614"/>
                        </a:xfrm>
                        <a:prstGeom prst="rect">
                          <a:avLst/>
                        </a:prstGeom>
                        <a:noFill/>
                        <a:ln>
                          <a:noFill/>
                        </a:ln>
                        <a:effectLst/>
                      </p:spPr>
                    </p:pic>
                  </p:oleObj>
                </mc:Fallback>
              </mc:AlternateContent>
            </a:graphicData>
          </a:graphic>
        </p:graphicFrame>
      </p:grpSp>
      <p:grpSp>
        <p:nvGrpSpPr>
          <p:cNvPr id="7177" name="Group 9"/>
          <p:cNvGrpSpPr/>
          <p:nvPr/>
        </p:nvGrpSpPr>
        <p:grpSpPr bwMode="auto">
          <a:xfrm>
            <a:off x="498090" y="3984445"/>
            <a:ext cx="6979420" cy="608013"/>
            <a:chOff x="240" y="3026"/>
            <a:chExt cx="4229" cy="383"/>
          </a:xfrm>
        </p:grpSpPr>
        <p:sp>
          <p:nvSpPr>
            <p:cNvPr id="6155" name="Text Box 10"/>
            <p:cNvSpPr txBox="1">
              <a:spLocks noChangeArrowheads="1"/>
            </p:cNvSpPr>
            <p:nvPr/>
          </p:nvSpPr>
          <p:spPr bwMode="auto">
            <a:xfrm>
              <a:off x="240" y="3072"/>
              <a:ext cx="249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3366"/>
                  </a:solidFill>
                  <a:latin typeface="Times New Roman" panose="02020603050405020304" pitchFamily="18" charset="0"/>
                </a:rPr>
                <a:t>自由粒子　</a:t>
              </a:r>
              <a:endParaRPr lang="zh-CN" altLang="en-US" sz="2400" b="1">
                <a:solidFill>
                  <a:srgbClr val="003366"/>
                </a:solidFill>
                <a:latin typeface="Times New Roman" panose="02020603050405020304" pitchFamily="18" charset="0"/>
              </a:endParaRPr>
            </a:p>
          </p:txBody>
        </p:sp>
        <p:graphicFrame>
          <p:nvGraphicFramePr>
            <p:cNvPr id="6156" name="Object 11"/>
            <p:cNvGraphicFramePr>
              <a:graphicFrameLocks noChangeAspect="1"/>
            </p:cNvGraphicFramePr>
            <p:nvPr/>
          </p:nvGraphicFramePr>
          <p:xfrm>
            <a:off x="1133" y="3058"/>
            <a:ext cx="832" cy="306"/>
          </p:xfrm>
          <a:graphic>
            <a:graphicData uri="http://schemas.openxmlformats.org/presentationml/2006/ole">
              <mc:AlternateContent xmlns:mc="http://schemas.openxmlformats.org/markup-compatibility/2006">
                <mc:Choice xmlns:v="urn:schemas-microsoft-com:vml" Requires="v">
                  <p:oleObj spid="_x0000_s3" name="Equation" r:id="rId6" imgW="562610" imgH="205105" progId="Equation.3">
                    <p:embed/>
                  </p:oleObj>
                </mc:Choice>
                <mc:Fallback>
                  <p:oleObj name="Equation" r:id="rId6" imgW="562610" imgH="205105"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3" y="3058"/>
                          <a:ext cx="832" cy="306"/>
                        </a:xfrm>
                        <a:prstGeom prst="rect">
                          <a:avLst/>
                        </a:prstGeom>
                        <a:noFill/>
                        <a:ln>
                          <a:noFill/>
                        </a:ln>
                        <a:effectLst/>
                      </p:spPr>
                    </p:pic>
                  </p:oleObj>
                </mc:Fallback>
              </mc:AlternateContent>
            </a:graphicData>
          </a:graphic>
        </p:graphicFrame>
        <p:graphicFrame>
          <p:nvGraphicFramePr>
            <p:cNvPr id="6157" name="Object 12"/>
            <p:cNvGraphicFramePr>
              <a:graphicFrameLocks noChangeAspect="1"/>
            </p:cNvGraphicFramePr>
            <p:nvPr/>
          </p:nvGraphicFramePr>
          <p:xfrm>
            <a:off x="2233" y="3065"/>
            <a:ext cx="768" cy="331"/>
          </p:xfrm>
          <a:graphic>
            <a:graphicData uri="http://schemas.openxmlformats.org/presentationml/2006/ole">
              <mc:AlternateContent xmlns:mc="http://schemas.openxmlformats.org/markup-compatibility/2006">
                <mc:Choice xmlns:v="urn:schemas-microsoft-com:vml" Requires="v">
                  <p:oleObj spid="_x0000_s4" name="Equation" r:id="rId8" imgW="504190" imgH="215265" progId="Equation.3">
                    <p:embed/>
                  </p:oleObj>
                </mc:Choice>
                <mc:Fallback>
                  <p:oleObj name="Equation" r:id="rId8" imgW="504190" imgH="215265"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33" y="3065"/>
                          <a:ext cx="768"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8" name="Object 13"/>
            <p:cNvGraphicFramePr>
              <a:graphicFrameLocks noChangeAspect="1"/>
            </p:cNvGraphicFramePr>
            <p:nvPr/>
          </p:nvGraphicFramePr>
          <p:xfrm>
            <a:off x="3269" y="3026"/>
            <a:ext cx="1200" cy="383"/>
          </p:xfrm>
          <a:graphic>
            <a:graphicData uri="http://schemas.openxmlformats.org/presentationml/2006/ole">
              <mc:AlternateContent xmlns:mc="http://schemas.openxmlformats.org/markup-compatibility/2006">
                <mc:Choice xmlns:v="urn:schemas-microsoft-com:vml" Requires="v">
                  <p:oleObj spid="_x0000_s5" name="Equation" r:id="rId10" imgW="793750" imgH="247015" progId="Equation.3">
                    <p:embed/>
                  </p:oleObj>
                </mc:Choice>
                <mc:Fallback>
                  <p:oleObj name="Equation" r:id="rId10" imgW="793750" imgH="247015"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69" y="3026"/>
                          <a:ext cx="1200" cy="3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182" name="Group 14"/>
          <p:cNvGrpSpPr/>
          <p:nvPr/>
        </p:nvGrpSpPr>
        <p:grpSpPr bwMode="auto">
          <a:xfrm>
            <a:off x="516962" y="4925833"/>
            <a:ext cx="7222837" cy="984250"/>
            <a:chOff x="336" y="3392"/>
            <a:chExt cx="4416" cy="620"/>
          </a:xfrm>
        </p:grpSpPr>
        <p:graphicFrame>
          <p:nvGraphicFramePr>
            <p:cNvPr id="6153" name="Object 15"/>
            <p:cNvGraphicFramePr>
              <a:graphicFrameLocks noChangeAspect="1"/>
            </p:cNvGraphicFramePr>
            <p:nvPr/>
          </p:nvGraphicFramePr>
          <p:xfrm>
            <a:off x="2291" y="3392"/>
            <a:ext cx="2461" cy="620"/>
          </p:xfrm>
          <a:graphic>
            <a:graphicData uri="http://schemas.openxmlformats.org/presentationml/2006/ole">
              <mc:AlternateContent xmlns:mc="http://schemas.openxmlformats.org/markup-compatibility/2006">
                <mc:Choice xmlns:v="urn:schemas-microsoft-com:vml" Requires="v">
                  <p:oleObj spid="_x0000_s6" name="Equation" r:id="rId12" imgW="1870710" imgH="520065" progId="Equation.3">
                    <p:embed/>
                  </p:oleObj>
                </mc:Choice>
                <mc:Fallback>
                  <p:oleObj name="Equation" r:id="rId12" imgW="1870710" imgH="520065" progId="Equation.3">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91" y="3392"/>
                          <a:ext cx="2461" cy="620"/>
                        </a:xfrm>
                        <a:prstGeom prst="rect">
                          <a:avLst/>
                        </a:prstGeom>
                        <a:noFill/>
                        <a:ln>
                          <a:noFill/>
                        </a:ln>
                        <a:effectLst/>
                      </p:spPr>
                    </p:pic>
                  </p:oleObj>
                </mc:Fallback>
              </mc:AlternateContent>
            </a:graphicData>
          </a:graphic>
        </p:graphicFrame>
        <p:sp>
          <p:nvSpPr>
            <p:cNvPr id="7184" name="Rectangle 16"/>
            <p:cNvSpPr>
              <a:spLocks noChangeArrowheads="1"/>
            </p:cNvSpPr>
            <p:nvPr/>
          </p:nvSpPr>
          <p:spPr bwMode="auto">
            <a:xfrm>
              <a:off x="336" y="3456"/>
              <a:ext cx="1729" cy="52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ln>
            <a:effectLst/>
          </p:spPr>
          <p:txBody>
            <a:bodyPr wrap="square">
              <a:spAutoFit/>
            </a:bodyPr>
            <a:lstStyle/>
            <a:p>
              <a:pPr eaLnBrk="1" hangingPunct="1">
                <a:defRPr/>
              </a:pPr>
              <a:r>
                <a:rPr lang="zh-CN" altLang="en-US" sz="2400" b="1">
                  <a:solidFill>
                    <a:srgbClr val="003366"/>
                  </a:solidFill>
                  <a:latin typeface="Times New Roman" panose="02020603050405020304" pitchFamily="18" charset="0"/>
                </a:rPr>
                <a:t>一维运动自由粒子的含时薛定谔方程</a:t>
              </a:r>
              <a:endParaRPr lang="zh-CN" altLang="en-US" sz="2400" b="1">
                <a:solidFill>
                  <a:srgbClr val="003366"/>
                </a:solidFill>
                <a:latin typeface="Times New Roman" panose="02020603050405020304" pitchFamily="18" charset="0"/>
              </a:endParaRPr>
            </a:p>
          </p:txBody>
        </p:sp>
      </p:grpSp>
      <p:graphicFrame>
        <p:nvGraphicFramePr>
          <p:cNvPr id="7185" name="Object 17"/>
          <p:cNvGraphicFramePr>
            <a:graphicFrameLocks noChangeAspect="1"/>
          </p:cNvGraphicFramePr>
          <p:nvPr/>
        </p:nvGraphicFramePr>
        <p:xfrm>
          <a:off x="3479741" y="1343897"/>
          <a:ext cx="3675063" cy="923925"/>
        </p:xfrm>
        <a:graphic>
          <a:graphicData uri="http://schemas.openxmlformats.org/presentationml/2006/ole">
            <mc:AlternateContent xmlns:mc="http://schemas.openxmlformats.org/markup-compatibility/2006">
              <mc:Choice xmlns:v="urn:schemas-microsoft-com:vml" Requires="v">
                <p:oleObj spid="_x0000_s7" name="公式" r:id="rId14" imgW="930275" imgH="231140" progId="Equation.3">
                  <p:embed/>
                </p:oleObj>
              </mc:Choice>
              <mc:Fallback>
                <p:oleObj name="公式" r:id="rId14" imgW="930275" imgH="231140" progId="Equation.3">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79741" y="1343897"/>
                        <a:ext cx="36750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85"/>
                                        </p:tgtEl>
                                        <p:attrNameLst>
                                          <p:attrName>style.visibility</p:attrName>
                                        </p:attrNameLst>
                                      </p:cBhvr>
                                      <p:to>
                                        <p:strVal val="visible"/>
                                      </p:to>
                                    </p:set>
                                    <p:animEffect transition="in" filter="slide(fromBottom)">
                                      <p:cBhvr>
                                        <p:cTn id="7" dur="500"/>
                                        <p:tgtEl>
                                          <p:spTgt spid="718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3"/>
                                        </p:tgtEl>
                                        <p:attrNameLst>
                                          <p:attrName>style.visibility</p:attrName>
                                        </p:attrNameLst>
                                      </p:cBhvr>
                                      <p:to>
                                        <p:strVal val="visible"/>
                                      </p:to>
                                    </p:set>
                                    <p:animEffect transition="in" filter="blinds(horizontal)">
                                      <p:cBhvr>
                                        <p:cTn id="12" dur="500"/>
                                        <p:tgtEl>
                                          <p:spTgt spid="717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77"/>
                                        </p:tgtEl>
                                        <p:attrNameLst>
                                          <p:attrName>style.visibility</p:attrName>
                                        </p:attrNameLst>
                                      </p:cBhvr>
                                      <p:to>
                                        <p:strVal val="visible"/>
                                      </p:to>
                                    </p:set>
                                    <p:animEffect transition="in" filter="blinds(horizontal)">
                                      <p:cBhvr>
                                        <p:cTn id="17" dur="500"/>
                                        <p:tgtEl>
                                          <p:spTgt spid="717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82"/>
                                        </p:tgtEl>
                                        <p:attrNameLst>
                                          <p:attrName>style.visibility</p:attrName>
                                        </p:attrNameLst>
                                      </p:cBhvr>
                                      <p:to>
                                        <p:strVal val="visible"/>
                                      </p:to>
                                    </p:set>
                                    <p:animEffect transition="in" filter="blinds(horizontal)">
                                      <p:cBhvr>
                                        <p:cTn id="22" dur="500"/>
                                        <p:tgtEl>
                                          <p:spTgt spid="7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2"/>
          <p:cNvGrpSpPr/>
          <p:nvPr/>
        </p:nvGrpSpPr>
        <p:grpSpPr bwMode="auto">
          <a:xfrm>
            <a:off x="457200" y="1335089"/>
            <a:ext cx="6851104" cy="1506308"/>
            <a:chOff x="288" y="841"/>
            <a:chExt cx="4176" cy="860"/>
          </a:xfrm>
        </p:grpSpPr>
        <p:graphicFrame>
          <p:nvGraphicFramePr>
            <p:cNvPr id="7186" name="Object 3"/>
            <p:cNvGraphicFramePr>
              <a:graphicFrameLocks noChangeAspect="1"/>
            </p:cNvGraphicFramePr>
            <p:nvPr/>
          </p:nvGraphicFramePr>
          <p:xfrm>
            <a:off x="806" y="1153"/>
            <a:ext cx="3424" cy="548"/>
          </p:xfrm>
          <a:graphic>
            <a:graphicData uri="http://schemas.openxmlformats.org/presentationml/2006/ole">
              <mc:AlternateContent xmlns:mc="http://schemas.openxmlformats.org/markup-compatibility/2006">
                <mc:Choice xmlns:v="urn:schemas-microsoft-com:vml" Requires="v">
                  <p:oleObj spid="_x0000_s0" name="Equation" r:id="rId1" imgW="2842895" imgH="520065" progId="Equation.3">
                    <p:embed/>
                  </p:oleObj>
                </mc:Choice>
                <mc:Fallback>
                  <p:oleObj name="Equation" r:id="rId1" imgW="2842895" imgH="520065"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 y="1153"/>
                          <a:ext cx="3424" cy="548"/>
                        </a:xfrm>
                        <a:prstGeom prst="rect">
                          <a:avLst/>
                        </a:prstGeom>
                        <a:noFill/>
                        <a:ln>
                          <a:noFill/>
                        </a:ln>
                        <a:effectLst/>
                      </p:spPr>
                    </p:pic>
                  </p:oleObj>
                </mc:Fallback>
              </mc:AlternateContent>
            </a:graphicData>
          </a:graphic>
        </p:graphicFrame>
        <p:sp>
          <p:nvSpPr>
            <p:cNvPr id="7187" name="Rectangle 4"/>
            <p:cNvSpPr>
              <a:spLocks noChangeArrowheads="1"/>
            </p:cNvSpPr>
            <p:nvPr/>
          </p:nvSpPr>
          <p:spPr bwMode="auto">
            <a:xfrm>
              <a:off x="288" y="841"/>
              <a:ext cx="4176" cy="29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3"/>
                </a:buBlip>
              </a:pPr>
              <a:r>
                <a:rPr lang="zh-CN" altLang="en-US" sz="2400" b="1" dirty="0">
                  <a:solidFill>
                    <a:srgbClr val="003366"/>
                  </a:solidFill>
                  <a:latin typeface="Times New Roman" panose="02020603050405020304" pitchFamily="18" charset="0"/>
                </a:rPr>
                <a:t>　一维运动粒子的含时薛定谔方程 </a:t>
              </a:r>
              <a:endParaRPr lang="zh-CN" altLang="en-US" sz="2400" b="1" dirty="0">
                <a:solidFill>
                  <a:srgbClr val="003366"/>
                </a:solidFill>
                <a:latin typeface="Times New Roman" panose="02020603050405020304" pitchFamily="18" charset="0"/>
              </a:endParaRPr>
            </a:p>
          </p:txBody>
        </p:sp>
      </p:grpSp>
      <p:grpSp>
        <p:nvGrpSpPr>
          <p:cNvPr id="7171" name="Group 5"/>
          <p:cNvGrpSpPr/>
          <p:nvPr/>
        </p:nvGrpSpPr>
        <p:grpSpPr bwMode="auto">
          <a:xfrm>
            <a:off x="466725" y="847725"/>
            <a:ext cx="6697663" cy="558800"/>
            <a:chOff x="294" y="461"/>
            <a:chExt cx="4219" cy="352"/>
          </a:xfrm>
        </p:grpSpPr>
        <p:sp>
          <p:nvSpPr>
            <p:cNvPr id="7183" name="Text Box 6"/>
            <p:cNvSpPr txBox="1">
              <a:spLocks noChangeArrowheads="1"/>
            </p:cNvSpPr>
            <p:nvPr/>
          </p:nvSpPr>
          <p:spPr bwMode="auto">
            <a:xfrm>
              <a:off x="294" y="461"/>
              <a:ext cx="369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Times New Roman" panose="02020603050405020304" pitchFamily="18" charset="0"/>
                </a:rPr>
                <a:t>若粒子在势能为　 的势场中运动</a:t>
              </a:r>
              <a:endParaRPr lang="zh-CN" altLang="en-US" sz="2400" b="1" dirty="0">
                <a:solidFill>
                  <a:srgbClr val="003366"/>
                </a:solidFill>
                <a:latin typeface="Times New Roman" panose="02020603050405020304" pitchFamily="18" charset="0"/>
              </a:endParaRPr>
            </a:p>
          </p:txBody>
        </p:sp>
        <p:graphicFrame>
          <p:nvGraphicFramePr>
            <p:cNvPr id="7184" name="Object 7"/>
            <p:cNvGraphicFramePr>
              <a:graphicFrameLocks noChangeAspect="1"/>
            </p:cNvGraphicFramePr>
            <p:nvPr/>
          </p:nvGraphicFramePr>
          <p:xfrm>
            <a:off x="3342" y="463"/>
            <a:ext cx="1171" cy="342"/>
          </p:xfrm>
          <a:graphic>
            <a:graphicData uri="http://schemas.openxmlformats.org/presentationml/2006/ole">
              <mc:AlternateContent xmlns:mc="http://schemas.openxmlformats.org/markup-compatibility/2006">
                <mc:Choice xmlns:v="urn:schemas-microsoft-com:vml" Requires="v">
                  <p:oleObj spid="_x0000_s2" name="Equation" r:id="rId4" imgW="861695" imgH="247015" progId="Equation.3">
                    <p:embed/>
                  </p:oleObj>
                </mc:Choice>
                <mc:Fallback>
                  <p:oleObj name="Equation" r:id="rId4" imgW="861695" imgH="247015"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2" y="463"/>
                          <a:ext cx="1171" cy="342"/>
                        </a:xfrm>
                        <a:prstGeom prst="rect">
                          <a:avLst/>
                        </a:prstGeom>
                        <a:noFill/>
                        <a:ln>
                          <a:noFill/>
                        </a:ln>
                        <a:effectLst/>
                      </p:spPr>
                    </p:pic>
                  </p:oleObj>
                </mc:Fallback>
              </mc:AlternateContent>
            </a:graphicData>
          </a:graphic>
        </p:graphicFrame>
        <p:graphicFrame>
          <p:nvGraphicFramePr>
            <p:cNvPr id="7185" name="Object 8"/>
            <p:cNvGraphicFramePr>
              <a:graphicFrameLocks noChangeAspect="1"/>
            </p:cNvGraphicFramePr>
            <p:nvPr/>
          </p:nvGraphicFramePr>
          <p:xfrm>
            <a:off x="1703" y="477"/>
            <a:ext cx="277" cy="336"/>
          </p:xfrm>
          <a:graphic>
            <a:graphicData uri="http://schemas.openxmlformats.org/presentationml/2006/ole">
              <mc:AlternateContent xmlns:mc="http://schemas.openxmlformats.org/markup-compatibility/2006">
                <mc:Choice xmlns:v="urn:schemas-microsoft-com:vml" Requires="v">
                  <p:oleObj spid="_x0000_s3" name="Equation" r:id="rId6" imgW="205105" imgH="247015" progId="Equation.3">
                    <p:embed/>
                  </p:oleObj>
                </mc:Choice>
                <mc:Fallback>
                  <p:oleObj name="Equation" r:id="rId6" imgW="205105" imgH="247015"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03" y="477"/>
                          <a:ext cx="27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01" name="Group 9"/>
          <p:cNvGrpSpPr/>
          <p:nvPr/>
        </p:nvGrpSpPr>
        <p:grpSpPr bwMode="auto">
          <a:xfrm>
            <a:off x="381000" y="2949576"/>
            <a:ext cx="8001000" cy="479425"/>
            <a:chOff x="288" y="1785"/>
            <a:chExt cx="5040" cy="302"/>
          </a:xfrm>
        </p:grpSpPr>
        <p:sp>
          <p:nvSpPr>
            <p:cNvPr id="7181" name="Text Box 10"/>
            <p:cNvSpPr txBox="1">
              <a:spLocks noChangeArrowheads="1"/>
            </p:cNvSpPr>
            <p:nvPr/>
          </p:nvSpPr>
          <p:spPr bwMode="auto">
            <a:xfrm>
              <a:off x="288" y="1796"/>
              <a:ext cx="50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3366"/>
                  </a:solidFill>
                  <a:latin typeface="Times New Roman" panose="02020603050405020304" pitchFamily="18" charset="0"/>
                </a:rPr>
                <a:t>质量为 </a:t>
              </a:r>
              <a:r>
                <a:rPr lang="en-US" altLang="zh-CN" sz="2400" b="1" i="1" dirty="0">
                  <a:solidFill>
                    <a:srgbClr val="003366"/>
                  </a:solidFill>
                  <a:latin typeface="Times New Roman" panose="02020603050405020304" pitchFamily="18" charset="0"/>
                </a:rPr>
                <a:t>m</a:t>
              </a:r>
              <a:r>
                <a:rPr lang="en-US" altLang="zh-CN" sz="2400" b="1" dirty="0">
                  <a:solidFill>
                    <a:srgbClr val="003366"/>
                  </a:solidFill>
                  <a:latin typeface="Times New Roman" panose="02020603050405020304" pitchFamily="18" charset="0"/>
                </a:rPr>
                <a:t> </a:t>
              </a:r>
              <a:r>
                <a:rPr lang="zh-CN" altLang="en-US" sz="2400" b="1" dirty="0">
                  <a:solidFill>
                    <a:srgbClr val="003366"/>
                  </a:solidFill>
                  <a:latin typeface="Times New Roman" panose="02020603050405020304" pitchFamily="18" charset="0"/>
                </a:rPr>
                <a:t>的粒子在势场中运动的波函数</a:t>
              </a:r>
              <a:endParaRPr lang="zh-CN" altLang="en-US" sz="2400" b="1" dirty="0">
                <a:solidFill>
                  <a:srgbClr val="003366"/>
                </a:solidFill>
                <a:latin typeface="Times New Roman" panose="02020603050405020304" pitchFamily="18" charset="0"/>
              </a:endParaRPr>
            </a:p>
          </p:txBody>
        </p:sp>
        <p:graphicFrame>
          <p:nvGraphicFramePr>
            <p:cNvPr id="7182" name="Object 11"/>
            <p:cNvGraphicFramePr>
              <a:graphicFrameLocks noChangeAspect="1"/>
            </p:cNvGraphicFramePr>
            <p:nvPr/>
          </p:nvGraphicFramePr>
          <p:xfrm>
            <a:off x="3774" y="1785"/>
            <a:ext cx="948" cy="266"/>
          </p:xfrm>
          <a:graphic>
            <a:graphicData uri="http://schemas.openxmlformats.org/presentationml/2006/ole">
              <mc:AlternateContent xmlns:mc="http://schemas.openxmlformats.org/markup-compatibility/2006">
                <mc:Choice xmlns:v="urn:schemas-microsoft-com:vml" Requires="v">
                  <p:oleObj spid="_x0000_s4" name="Equation" r:id="rId8" imgW="720090" imgH="205105" progId="Equation.3">
                    <p:embed/>
                  </p:oleObj>
                </mc:Choice>
                <mc:Fallback>
                  <p:oleObj name="Equation" r:id="rId8" imgW="720090" imgH="205105"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4" y="1785"/>
                          <a:ext cx="948" cy="266"/>
                        </a:xfrm>
                        <a:prstGeom prst="rect">
                          <a:avLst/>
                        </a:prstGeom>
                        <a:noFill/>
                        <a:ln>
                          <a:noFill/>
                        </a:ln>
                        <a:effectLst/>
                      </p:spPr>
                    </p:pic>
                  </p:oleObj>
                </mc:Fallback>
              </mc:AlternateContent>
            </a:graphicData>
          </a:graphic>
        </p:graphicFrame>
      </p:grpSp>
      <p:grpSp>
        <p:nvGrpSpPr>
          <p:cNvPr id="8204" name="Group 12"/>
          <p:cNvGrpSpPr/>
          <p:nvPr/>
        </p:nvGrpSpPr>
        <p:grpSpPr bwMode="auto">
          <a:xfrm>
            <a:off x="466726" y="3574406"/>
            <a:ext cx="7315200" cy="574674"/>
            <a:chOff x="342" y="2120"/>
            <a:chExt cx="4608" cy="362"/>
          </a:xfrm>
        </p:grpSpPr>
        <p:graphicFrame>
          <p:nvGraphicFramePr>
            <p:cNvPr id="7179" name="Object 13"/>
            <p:cNvGraphicFramePr>
              <a:graphicFrameLocks noChangeAspect="1"/>
            </p:cNvGraphicFramePr>
            <p:nvPr/>
          </p:nvGraphicFramePr>
          <p:xfrm>
            <a:off x="3043" y="2137"/>
            <a:ext cx="1110" cy="345"/>
          </p:xfrm>
          <a:graphic>
            <a:graphicData uri="http://schemas.openxmlformats.org/presentationml/2006/ole">
              <mc:AlternateContent xmlns:mc="http://schemas.openxmlformats.org/markup-compatibility/2006">
                <mc:Choice xmlns:v="urn:schemas-microsoft-com:vml" Requires="v">
                  <p:oleObj spid="_x0000_s5" name="Equation" r:id="rId10" imgW="808990" imgH="247015" progId="Equation.3">
                    <p:embed/>
                  </p:oleObj>
                </mc:Choice>
                <mc:Fallback>
                  <p:oleObj name="Equation" r:id="rId10" imgW="808990" imgH="247015"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43" y="2137"/>
                          <a:ext cx="1110" cy="345"/>
                        </a:xfrm>
                        <a:prstGeom prst="rect">
                          <a:avLst/>
                        </a:prstGeom>
                        <a:noFill/>
                        <a:ln>
                          <a:noFill/>
                        </a:ln>
                        <a:effectLst/>
                      </p:spPr>
                    </p:pic>
                  </p:oleObj>
                </mc:Fallback>
              </mc:AlternateContent>
            </a:graphicData>
          </a:graphic>
        </p:graphicFrame>
        <p:sp>
          <p:nvSpPr>
            <p:cNvPr id="7180" name="Text Box 14"/>
            <p:cNvSpPr txBox="1">
              <a:spLocks noChangeArrowheads="1"/>
            </p:cNvSpPr>
            <p:nvPr/>
          </p:nvSpPr>
          <p:spPr bwMode="auto">
            <a:xfrm>
              <a:off x="342" y="2120"/>
              <a:ext cx="460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3"/>
                </a:buBlip>
              </a:pPr>
              <a:r>
                <a:rPr lang="en-US" altLang="zh-CN" sz="2400" b="1" dirty="0">
                  <a:solidFill>
                    <a:srgbClr val="003366"/>
                  </a:solidFill>
                  <a:latin typeface="Times New Roman" panose="02020603050405020304" pitchFamily="18" charset="0"/>
                </a:rPr>
                <a:t>    </a:t>
              </a:r>
              <a:r>
                <a:rPr lang="zh-CN" altLang="en-US" sz="2400" b="1" dirty="0">
                  <a:solidFill>
                    <a:srgbClr val="003366"/>
                  </a:solidFill>
                  <a:latin typeface="Times New Roman" panose="02020603050405020304" pitchFamily="18" charset="0"/>
                </a:rPr>
                <a:t>粒子在恒定势场中的运动</a:t>
              </a:r>
              <a:endParaRPr lang="zh-CN" altLang="en-US" sz="2400" b="1" dirty="0">
                <a:solidFill>
                  <a:srgbClr val="003366"/>
                </a:solidFill>
                <a:latin typeface="Times New Roman" panose="02020603050405020304" pitchFamily="18" charset="0"/>
              </a:endParaRPr>
            </a:p>
          </p:txBody>
        </p:sp>
      </p:grpSp>
      <p:graphicFrame>
        <p:nvGraphicFramePr>
          <p:cNvPr id="8207" name="Object 15"/>
          <p:cNvGraphicFramePr>
            <a:graphicFrameLocks noChangeAspect="1"/>
          </p:cNvGraphicFramePr>
          <p:nvPr/>
        </p:nvGraphicFramePr>
        <p:xfrm>
          <a:off x="1187624" y="4208533"/>
          <a:ext cx="5976764" cy="571149"/>
        </p:xfrm>
        <a:graphic>
          <a:graphicData uri="http://schemas.openxmlformats.org/presentationml/2006/ole">
            <mc:AlternateContent xmlns:mc="http://schemas.openxmlformats.org/markup-compatibility/2006">
              <mc:Choice xmlns:v="urn:schemas-microsoft-com:vml" Requires="v">
                <p:oleObj spid="_x0000_s6" name="Equation" r:id="rId12" imgW="2816860" imgH="283845" progId="Equation.3">
                  <p:embed/>
                </p:oleObj>
              </mc:Choice>
              <mc:Fallback>
                <p:oleObj name="Equation" r:id="rId12" imgW="2816860" imgH="283845" progId="Equation.3">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87624" y="4208533"/>
                        <a:ext cx="5976764" cy="571149"/>
                      </a:xfrm>
                      <a:prstGeom prst="rect">
                        <a:avLst/>
                      </a:prstGeom>
                      <a:noFill/>
                      <a:ln>
                        <a:noFill/>
                      </a:ln>
                      <a:effectLst/>
                    </p:spPr>
                  </p:pic>
                </p:oleObj>
              </mc:Fallback>
            </mc:AlternateContent>
          </a:graphicData>
        </a:graphic>
      </p:graphicFrame>
      <p:grpSp>
        <p:nvGrpSpPr>
          <p:cNvPr id="8208" name="Group 16"/>
          <p:cNvGrpSpPr/>
          <p:nvPr/>
        </p:nvGrpSpPr>
        <p:grpSpPr bwMode="auto">
          <a:xfrm>
            <a:off x="436110" y="4937724"/>
            <a:ext cx="7719392" cy="1449388"/>
            <a:chOff x="240" y="3106"/>
            <a:chExt cx="4547" cy="913"/>
          </a:xfrm>
        </p:grpSpPr>
        <p:sp>
          <p:nvSpPr>
            <p:cNvPr id="7177" name="Rectangle 17"/>
            <p:cNvSpPr>
              <a:spLocks noChangeArrowheads="1"/>
            </p:cNvSpPr>
            <p:nvPr/>
          </p:nvSpPr>
          <p:spPr bwMode="auto">
            <a:xfrm>
              <a:off x="240" y="3106"/>
              <a:ext cx="4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Blip>
                  <a:blip r:embed="rId3"/>
                </a:buBlip>
              </a:pPr>
              <a:r>
                <a:rPr lang="en-US" altLang="zh-CN" sz="2400" b="1" dirty="0">
                  <a:solidFill>
                    <a:srgbClr val="003366"/>
                  </a:solidFill>
                  <a:latin typeface="Times New Roman" panose="02020603050405020304" pitchFamily="18" charset="0"/>
                </a:rPr>
                <a:t>    </a:t>
              </a:r>
              <a:r>
                <a:rPr lang="zh-CN" altLang="en-US" sz="2400" b="1" dirty="0">
                  <a:solidFill>
                    <a:srgbClr val="003366"/>
                  </a:solidFill>
                  <a:latin typeface="Times New Roman" panose="02020603050405020304" pitchFamily="18" charset="0"/>
                </a:rPr>
                <a:t>在势场中一维运动粒子的定态薛定谔方程</a:t>
              </a:r>
              <a:endParaRPr lang="zh-CN" altLang="en-US" sz="2400" b="1" dirty="0">
                <a:solidFill>
                  <a:srgbClr val="003366"/>
                </a:solidFill>
                <a:latin typeface="Times New Roman" panose="02020603050405020304" pitchFamily="18" charset="0"/>
              </a:endParaRPr>
            </a:p>
          </p:txBody>
        </p:sp>
        <p:graphicFrame>
          <p:nvGraphicFramePr>
            <p:cNvPr id="7178" name="Object 18"/>
            <p:cNvGraphicFramePr>
              <a:graphicFrameLocks noChangeAspect="1"/>
            </p:cNvGraphicFramePr>
            <p:nvPr/>
          </p:nvGraphicFramePr>
          <p:xfrm>
            <a:off x="797" y="3421"/>
            <a:ext cx="3133" cy="598"/>
          </p:xfrm>
          <a:graphic>
            <a:graphicData uri="http://schemas.openxmlformats.org/presentationml/2006/ole">
              <mc:AlternateContent xmlns:mc="http://schemas.openxmlformats.org/markup-compatibility/2006">
                <mc:Choice xmlns:v="urn:schemas-microsoft-com:vml" Requires="v">
                  <p:oleObj spid="_x0000_s7" name="Equation" r:id="rId14" imgW="2475230" imgH="520065" progId="Equation.3">
                    <p:embed/>
                  </p:oleObj>
                </mc:Choice>
                <mc:Fallback>
                  <p:oleObj name="Equation" r:id="rId14" imgW="2475230" imgH="520065"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7" y="3421"/>
                          <a:ext cx="3133" cy="598"/>
                        </a:xfrm>
                        <a:prstGeom prst="rect">
                          <a:avLst/>
                        </a:prstGeom>
                        <a:noFill/>
                        <a:ln>
                          <a:noFill/>
                        </a:ln>
                        <a:effectLst/>
                      </p:spPr>
                    </p:pic>
                  </p:oleObj>
                </mc:Fallback>
              </mc:AlternateContent>
            </a:graphicData>
          </a:graphic>
        </p:graphicFrame>
      </p:grpSp>
      <p:sp>
        <p:nvSpPr>
          <p:cNvPr id="7176" name="Text Box 19"/>
          <p:cNvSpPr txBox="1">
            <a:spLocks noChangeArrowheads="1"/>
          </p:cNvSpPr>
          <p:nvPr/>
        </p:nvSpPr>
        <p:spPr bwMode="auto">
          <a:xfrm>
            <a:off x="2771775" y="112714"/>
            <a:ext cx="32194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CC0000"/>
                </a:solidFill>
                <a:latin typeface="Times New Roman" panose="02020603050405020304" pitchFamily="18" charset="0"/>
              </a:rPr>
              <a:t>　</a:t>
            </a:r>
            <a:r>
              <a:rPr lang="zh-CN" altLang="en-US" sz="3200" b="1" dirty="0">
                <a:solidFill>
                  <a:schemeClr val="bg1"/>
                </a:solidFill>
                <a:latin typeface="Times New Roman" panose="02020603050405020304" pitchFamily="18" charset="0"/>
              </a:rPr>
              <a:t>薛定谔方程</a:t>
            </a:r>
            <a:endParaRPr lang="zh-CN" altLang="en-US" sz="3200" b="1" dirty="0">
              <a:solidFill>
                <a:schemeClr val="bg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blinds(horizontal)">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01"/>
                                        </p:tgtEl>
                                        <p:attrNameLst>
                                          <p:attrName>style.visibility</p:attrName>
                                        </p:attrNameLst>
                                      </p:cBhvr>
                                      <p:to>
                                        <p:strVal val="visible"/>
                                      </p:to>
                                    </p:set>
                                    <p:animEffect transition="in" filter="blinds(horizontal)">
                                      <p:cBhvr>
                                        <p:cTn id="12" dur="500"/>
                                        <p:tgtEl>
                                          <p:spTgt spid="820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204"/>
                                        </p:tgtEl>
                                        <p:attrNameLst>
                                          <p:attrName>style.visibility</p:attrName>
                                        </p:attrNameLst>
                                      </p:cBhvr>
                                      <p:to>
                                        <p:strVal val="visible"/>
                                      </p:to>
                                    </p:set>
                                    <p:animEffect transition="in" filter="blinds(horizontal)">
                                      <p:cBhvr>
                                        <p:cTn id="17" dur="500"/>
                                        <p:tgtEl>
                                          <p:spTgt spid="820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207"/>
                                        </p:tgtEl>
                                        <p:attrNameLst>
                                          <p:attrName>style.visibility</p:attrName>
                                        </p:attrNameLst>
                                      </p:cBhvr>
                                      <p:to>
                                        <p:strVal val="visible"/>
                                      </p:to>
                                    </p:set>
                                    <p:animEffect transition="in" filter="blinds(horizontal)">
                                      <p:cBhvr>
                                        <p:cTn id="22" dur="500"/>
                                        <p:tgtEl>
                                          <p:spTgt spid="820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208"/>
                                        </p:tgtEl>
                                        <p:attrNameLst>
                                          <p:attrName>style.visibility</p:attrName>
                                        </p:attrNameLst>
                                      </p:cBhvr>
                                      <p:to>
                                        <p:strVal val="visible"/>
                                      </p:to>
                                    </p:set>
                                    <p:animEffect transition="in" filter="blinds(horizontal)">
                                      <p:cBhvr>
                                        <p:cTn id="27" dur="500"/>
                                        <p:tgtEl>
                                          <p:spTgt spid="8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304800" y="2424113"/>
            <a:ext cx="8610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1"/>
              </a:buBlip>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波函数的标准条件：单值的，有限的和连续的 </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graphicFrame>
        <p:nvGraphicFramePr>
          <p:cNvPr id="9219" name="Object 4"/>
          <p:cNvGraphicFramePr>
            <a:graphicFrameLocks noChangeAspect="1"/>
          </p:cNvGraphicFramePr>
          <p:nvPr/>
        </p:nvGraphicFramePr>
        <p:xfrm>
          <a:off x="1744663" y="3033713"/>
          <a:ext cx="4740275" cy="831850"/>
        </p:xfrm>
        <a:graphic>
          <a:graphicData uri="http://schemas.openxmlformats.org/presentationml/2006/ole">
            <mc:AlternateContent xmlns:mc="http://schemas.openxmlformats.org/markup-compatibility/2006">
              <mc:Choice xmlns:v="urn:schemas-microsoft-com:vml" Requires="v">
                <p:oleObj spid="_x0000_s0" name="Equation" r:id="rId2" imgW="1718310" imgH="346710" progId="Equation.3">
                  <p:embed/>
                </p:oleObj>
              </mc:Choice>
              <mc:Fallback>
                <p:oleObj name="Equation" r:id="rId2" imgW="1718310" imgH="34671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4663" y="3033713"/>
                        <a:ext cx="4740275"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0" name="Text Box 5"/>
          <p:cNvSpPr txBox="1">
            <a:spLocks noChangeArrowheads="1"/>
          </p:cNvSpPr>
          <p:nvPr/>
        </p:nvSpPr>
        <p:spPr bwMode="auto">
          <a:xfrm>
            <a:off x="1066800" y="3141663"/>
            <a:ext cx="8153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003366"/>
                </a:solidFill>
                <a:latin typeface="Times New Roman" panose="02020603050405020304" pitchFamily="18" charset="0"/>
              </a:rPr>
              <a:t>1</a:t>
            </a:r>
            <a:r>
              <a:rPr lang="zh-CN" altLang="en-US" sz="2800" b="1">
                <a:solidFill>
                  <a:srgbClr val="003366"/>
                </a:solidFill>
                <a:latin typeface="Times New Roman" panose="02020603050405020304" pitchFamily="18" charset="0"/>
              </a:rPr>
              <a:t>）</a:t>
            </a:r>
            <a:r>
              <a:rPr lang="zh-CN" altLang="en-US" sz="24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可归一化 </a:t>
            </a:r>
            <a:r>
              <a:rPr lang="en-US" altLang="zh-CN" sz="2800" b="1">
                <a:solidFill>
                  <a:srgbClr val="003366"/>
                </a:solidFill>
                <a:latin typeface="Times New Roman" panose="02020603050405020304" pitchFamily="18" charset="0"/>
              </a:rPr>
              <a:t>;</a:t>
            </a:r>
            <a:endParaRPr lang="en-US" altLang="zh-CN" sz="2400" b="1">
              <a:solidFill>
                <a:srgbClr val="003366"/>
              </a:solidFill>
              <a:latin typeface="Times New Roman" panose="02020603050405020304" pitchFamily="18" charset="0"/>
            </a:endParaRPr>
          </a:p>
        </p:txBody>
      </p:sp>
      <p:graphicFrame>
        <p:nvGraphicFramePr>
          <p:cNvPr id="9221" name="Object 7"/>
          <p:cNvGraphicFramePr>
            <a:graphicFrameLocks noChangeAspect="1"/>
          </p:cNvGraphicFramePr>
          <p:nvPr/>
        </p:nvGraphicFramePr>
        <p:xfrm>
          <a:off x="1884363" y="4186238"/>
          <a:ext cx="401637" cy="447675"/>
        </p:xfrm>
        <a:graphic>
          <a:graphicData uri="http://schemas.openxmlformats.org/presentationml/2006/ole">
            <mc:AlternateContent xmlns:mc="http://schemas.openxmlformats.org/markup-compatibility/2006">
              <mc:Choice xmlns:v="urn:schemas-microsoft-com:vml" Requires="v">
                <p:oleObj spid="_x0000_s2" name="公式" r:id="rId4" imgW="141605" imgH="163195" progId="Equation.3">
                  <p:embed/>
                </p:oleObj>
              </mc:Choice>
              <mc:Fallback>
                <p:oleObj name="公式" r:id="rId4" imgW="141605" imgH="163195"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4363" y="4186238"/>
                        <a:ext cx="401637"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2" name="Object 8"/>
          <p:cNvGraphicFramePr>
            <a:graphicFrameLocks noChangeAspect="1"/>
          </p:cNvGraphicFramePr>
          <p:nvPr/>
        </p:nvGraphicFramePr>
        <p:xfrm>
          <a:off x="2895600" y="3924300"/>
          <a:ext cx="2286000" cy="1004888"/>
        </p:xfrm>
        <a:graphic>
          <a:graphicData uri="http://schemas.openxmlformats.org/presentationml/2006/ole">
            <mc:AlternateContent xmlns:mc="http://schemas.openxmlformats.org/markup-compatibility/2006">
              <mc:Choice xmlns:v="urn:schemas-microsoft-com:vml" Requires="v">
                <p:oleObj spid="_x0000_s3" name="公式" r:id="rId6" imgW="914400" imgH="452120" progId="Equation.3">
                  <p:embed/>
                </p:oleObj>
              </mc:Choice>
              <mc:Fallback>
                <p:oleObj name="公式" r:id="rId6" imgW="914400" imgH="45212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5600" y="3924300"/>
                        <a:ext cx="2286000"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3" name="Text Box 9"/>
          <p:cNvSpPr txBox="1">
            <a:spLocks noChangeArrowheads="1"/>
          </p:cNvSpPr>
          <p:nvPr/>
        </p:nvSpPr>
        <p:spPr bwMode="auto">
          <a:xfrm>
            <a:off x="1066800" y="4133850"/>
            <a:ext cx="670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003366"/>
                </a:solidFill>
                <a:latin typeface="Times New Roman" panose="02020603050405020304" pitchFamily="18" charset="0"/>
              </a:rPr>
              <a:t>2</a:t>
            </a:r>
            <a:r>
              <a:rPr lang="zh-CN" altLang="en-US" sz="2800" b="1">
                <a:solidFill>
                  <a:srgbClr val="003366"/>
                </a:solidFill>
                <a:latin typeface="Times New Roman" panose="02020603050405020304" pitchFamily="18" charset="0"/>
              </a:rPr>
              <a:t>）       和                              连续 </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graphicFrame>
        <p:nvGraphicFramePr>
          <p:cNvPr id="9224" name="Object 11"/>
          <p:cNvGraphicFramePr>
            <a:graphicFrameLocks noChangeAspect="1"/>
          </p:cNvGraphicFramePr>
          <p:nvPr/>
        </p:nvGraphicFramePr>
        <p:xfrm>
          <a:off x="1905000" y="5167313"/>
          <a:ext cx="1828800" cy="566737"/>
        </p:xfrm>
        <a:graphic>
          <a:graphicData uri="http://schemas.openxmlformats.org/presentationml/2006/ole">
            <mc:AlternateContent xmlns:mc="http://schemas.openxmlformats.org/markup-compatibility/2006">
              <mc:Choice xmlns:v="urn:schemas-microsoft-com:vml" Requires="v">
                <p:oleObj spid="_x0000_s4" name="公式" r:id="rId8" imgW="667385" imgH="205105" progId="Equation.3">
                  <p:embed/>
                </p:oleObj>
              </mc:Choice>
              <mc:Fallback>
                <p:oleObj name="公式" r:id="rId8" imgW="667385" imgH="205105"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5000" y="5167313"/>
                        <a:ext cx="1828800" cy="566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5" name="Text Box 12"/>
          <p:cNvSpPr txBox="1">
            <a:spLocks noChangeArrowheads="1"/>
          </p:cNvSpPr>
          <p:nvPr/>
        </p:nvSpPr>
        <p:spPr bwMode="auto">
          <a:xfrm>
            <a:off x="1066800" y="5214938"/>
            <a:ext cx="7162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003366"/>
                </a:solidFill>
                <a:latin typeface="Times New Roman" panose="02020603050405020304" pitchFamily="18" charset="0"/>
              </a:rPr>
              <a:t>3</a:t>
            </a:r>
            <a:r>
              <a:rPr lang="zh-CN" altLang="en-US" sz="2800" b="1">
                <a:solidFill>
                  <a:srgbClr val="003366"/>
                </a:solidFill>
                <a:latin typeface="Times New Roman" panose="02020603050405020304" pitchFamily="18" charset="0"/>
              </a:rPr>
              <a:t>）                        为有限的、单值函数 </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grpSp>
        <p:nvGrpSpPr>
          <p:cNvPr id="9226" name="Group 13"/>
          <p:cNvGrpSpPr/>
          <p:nvPr/>
        </p:nvGrpSpPr>
        <p:grpSpPr bwMode="auto">
          <a:xfrm>
            <a:off x="1066800" y="1052513"/>
            <a:ext cx="6019800" cy="1187450"/>
            <a:chOff x="384" y="576"/>
            <a:chExt cx="3792" cy="748"/>
          </a:xfrm>
        </p:grpSpPr>
        <p:sp>
          <p:nvSpPr>
            <p:cNvPr id="9228" name="Text Box 14"/>
            <p:cNvSpPr txBox="1">
              <a:spLocks noChangeArrowheads="1"/>
            </p:cNvSpPr>
            <p:nvPr/>
          </p:nvSpPr>
          <p:spPr bwMode="auto">
            <a:xfrm>
              <a:off x="384" y="576"/>
              <a:ext cx="3792" cy="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003366"/>
                  </a:solidFill>
                  <a:latin typeface="Times New Roman" panose="02020603050405020304" pitchFamily="18" charset="0"/>
                </a:rPr>
                <a:t>1</a:t>
              </a:r>
              <a:r>
                <a:rPr lang="zh-CN" altLang="en-US" sz="2800" b="1">
                  <a:solidFill>
                    <a:srgbClr val="003366"/>
                  </a:solidFill>
                  <a:latin typeface="Times New Roman" panose="02020603050405020304" pitchFamily="18" charset="0"/>
                </a:rPr>
                <a:t>）能量 </a:t>
              </a:r>
              <a:r>
                <a:rPr lang="en-US" altLang="zh-CN" sz="2800" b="1" i="1">
                  <a:solidFill>
                    <a:srgbClr val="003366"/>
                  </a:solidFill>
                  <a:latin typeface="Times New Roman" panose="02020603050405020304" pitchFamily="18" charset="0"/>
                </a:rPr>
                <a:t>E</a:t>
              </a: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不随时间变化；</a:t>
              </a:r>
              <a:endParaRPr lang="zh-CN" altLang="en-US" sz="2800" b="1">
                <a:solidFill>
                  <a:srgbClr val="003366"/>
                </a:solidFill>
                <a:latin typeface="Times New Roman" panose="02020603050405020304" pitchFamily="18" charset="0"/>
              </a:endParaRPr>
            </a:p>
            <a:p>
              <a:pPr eaLnBrk="1" hangingPunct="1">
                <a:spcBef>
                  <a:spcPct val="50000"/>
                </a:spcBef>
              </a:pPr>
              <a:r>
                <a:rPr lang="en-US" altLang="zh-CN" sz="2800" b="1">
                  <a:solidFill>
                    <a:srgbClr val="003366"/>
                  </a:solidFill>
                  <a:latin typeface="Times New Roman" panose="02020603050405020304" pitchFamily="18" charset="0"/>
                </a:rPr>
                <a:t>2</a:t>
              </a:r>
              <a:r>
                <a:rPr lang="zh-CN" altLang="en-US" sz="2800" b="1">
                  <a:solidFill>
                    <a:srgbClr val="003366"/>
                  </a:solidFill>
                  <a:latin typeface="Times New Roman" panose="02020603050405020304" pitchFamily="18" charset="0"/>
                </a:rPr>
                <a:t>）概率密度         不随时间变化 </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graphicFrame>
          <p:nvGraphicFramePr>
            <p:cNvPr id="9229" name="Object 15"/>
            <p:cNvGraphicFramePr>
              <a:graphicFrameLocks noChangeAspect="1"/>
            </p:cNvGraphicFramePr>
            <p:nvPr/>
          </p:nvGraphicFramePr>
          <p:xfrm>
            <a:off x="1728" y="864"/>
            <a:ext cx="418" cy="460"/>
          </p:xfrm>
          <a:graphic>
            <a:graphicData uri="http://schemas.openxmlformats.org/presentationml/2006/ole">
              <mc:AlternateContent xmlns:mc="http://schemas.openxmlformats.org/markup-compatibility/2006">
                <mc:Choice xmlns:v="urn:schemas-microsoft-com:vml" Requires="v">
                  <p:oleObj spid="_x0000_s5" name="Equation" r:id="rId10" imgW="257810" imgH="283845" progId="Equation.3">
                    <p:embed/>
                  </p:oleObj>
                </mc:Choice>
                <mc:Fallback>
                  <p:oleObj name="Equation" r:id="rId10" imgW="257810" imgH="283845"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28" y="864"/>
                          <a:ext cx="418" cy="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27" name="Rectangle 18"/>
          <p:cNvSpPr>
            <a:spLocks noChangeArrowheads="1"/>
          </p:cNvSpPr>
          <p:nvPr/>
        </p:nvSpPr>
        <p:spPr bwMode="auto">
          <a:xfrm>
            <a:off x="3125788" y="173038"/>
            <a:ext cx="403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latin typeface="Times New Roman" panose="02020603050405020304" pitchFamily="18" charset="0"/>
              </a:rPr>
              <a:t>定态波函数性质</a:t>
            </a:r>
            <a:endParaRPr lang="zh-CN" altLang="en-US" sz="2800" b="1">
              <a:solidFill>
                <a:schemeClr val="bg1"/>
              </a:solidFill>
              <a:latin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文本框 1"/>
          <p:cNvSpPr txBox="1">
            <a:spLocks noChangeArrowheads="1"/>
          </p:cNvSpPr>
          <p:nvPr/>
        </p:nvSpPr>
        <p:spPr bwMode="auto">
          <a:xfrm>
            <a:off x="3348038" y="117475"/>
            <a:ext cx="20462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典型例题</a:t>
            </a:r>
            <a:endParaRPr lang="zh-CN" altLang="en-US">
              <a:solidFill>
                <a:schemeClr val="bg1"/>
              </a:solidFill>
            </a:endParaRPr>
          </a:p>
        </p:txBody>
      </p:sp>
      <mc:AlternateContent xmlns:mc="http://schemas.openxmlformats.org/markup-compatibility/2006">
        <mc:Choice xmlns:a14="http://schemas.microsoft.com/office/drawing/2010/main" Requires="a14">
          <p:sp>
            <p:nvSpPr>
              <p:cNvPr id="2" name="文本框 1"/>
              <p:cNvSpPr txBox="1"/>
              <p:nvPr/>
            </p:nvSpPr>
            <p:spPr>
              <a:xfrm>
                <a:off x="287524" y="1124744"/>
                <a:ext cx="8568952" cy="4283801"/>
              </a:xfrm>
              <a:prstGeom prst="rect">
                <a:avLst/>
              </a:prstGeom>
              <a:noFill/>
            </p:spPr>
            <p:txBody>
              <a:bodyPr wrap="square" rtlCol="0">
                <a:spAutoFit/>
              </a:bodyPr>
              <a:lstStyle/>
              <a:p>
                <a:r>
                  <a:rPr lang="zh-CN" altLang="en-US" sz="2800" dirty="0"/>
                  <a:t>某微观粒子在一维无限深势阱中运动，其定态波函数为</a:t>
                </a:r>
                <a:endParaRPr lang="en-US" altLang="zh-CN" sz="2800" dirty="0"/>
              </a:p>
              <a:p>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zh-CN" altLang="en-US" sz="2800" i="1" smtClean="0">
                              <a:latin typeface="Cambria Math" panose="02040503050406030204" pitchFamily="18" charset="0"/>
                            </a:rPr>
                            <m:t>𝝍</m:t>
                          </m:r>
                        </m:e>
                        <m:sub>
                          <m:r>
                            <a:rPr lang="en-US" altLang="zh-CN" sz="2800" b="1" i="1" smtClean="0">
                              <a:latin typeface="Cambria Math" panose="02040503050406030204" pitchFamily="18" charset="0"/>
                            </a:rPr>
                            <m:t>𝒏</m:t>
                          </m:r>
                        </m:sub>
                      </m:sSub>
                      <m:d>
                        <m:dPr>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𝒙</m:t>
                          </m:r>
                        </m:e>
                      </m:d>
                      <m:r>
                        <a:rPr lang="en-US" altLang="zh-CN" sz="2800" b="1" i="1" smtClean="0">
                          <a:latin typeface="Cambria Math" panose="02040503050406030204" pitchFamily="18" charset="0"/>
                        </a:rPr>
                        <m:t>=</m:t>
                      </m:r>
                      <m:rad>
                        <m:radPr>
                          <m:degHide m:val="on"/>
                          <m:ctrlPr>
                            <a:rPr lang="en-US" altLang="zh-CN" sz="2800" b="1" i="1" smtClean="0">
                              <a:latin typeface="Cambria Math" panose="02040503050406030204" pitchFamily="18" charset="0"/>
                            </a:rPr>
                          </m:ctrlPr>
                        </m:radPr>
                        <m:deg/>
                        <m:e>
                          <m:f>
                            <m:fPr>
                              <m:ctrlPr>
                                <a:rPr lang="en-US" altLang="zh-CN" sz="2800" b="1" i="1" smtClean="0">
                                  <a:latin typeface="Cambria Math" panose="02040503050406030204" pitchFamily="18" charset="0"/>
                                </a:rPr>
                              </m:ctrlPr>
                            </m:fPr>
                            <m:num>
                              <m:r>
                                <a:rPr lang="en-US" altLang="zh-CN" sz="2800" b="1" i="1" smtClean="0">
                                  <a:latin typeface="Cambria Math" panose="02040503050406030204" pitchFamily="18" charset="0"/>
                                </a:rPr>
                                <m:t>𝟐</m:t>
                              </m:r>
                            </m:num>
                            <m:den>
                              <m:r>
                                <a:rPr lang="en-US" altLang="zh-CN" sz="2800" b="1" i="1" smtClean="0">
                                  <a:latin typeface="Cambria Math" panose="02040503050406030204" pitchFamily="18" charset="0"/>
                                </a:rPr>
                                <m:t>𝒂</m:t>
                              </m:r>
                            </m:den>
                          </m:f>
                        </m:e>
                      </m:rad>
                      <m:r>
                        <a:rPr lang="en-US" altLang="zh-CN" sz="2800" b="1" i="1" smtClean="0">
                          <a:latin typeface="Cambria Math" panose="02040503050406030204" pitchFamily="18" charset="0"/>
                        </a:rPr>
                        <m:t>𝒔𝒊𝒏</m:t>
                      </m:r>
                      <m:f>
                        <m:fPr>
                          <m:ctrlPr>
                            <a:rPr lang="en-US" altLang="zh-CN" sz="2800" b="1" i="1" smtClean="0">
                              <a:latin typeface="Cambria Math" panose="02040503050406030204" pitchFamily="18" charset="0"/>
                            </a:rPr>
                          </m:ctrlPr>
                        </m:fPr>
                        <m:num>
                          <m:r>
                            <a:rPr lang="en-US" altLang="zh-CN" sz="2800" b="1" i="1" smtClean="0">
                              <a:latin typeface="Cambria Math" panose="02040503050406030204" pitchFamily="18" charset="0"/>
                            </a:rPr>
                            <m:t>𝒏</m:t>
                          </m:r>
                          <m:r>
                            <a:rPr lang="zh-CN" altLang="en-US" sz="2800" b="1" i="1" smtClean="0">
                              <a:latin typeface="Cambria Math" panose="02040503050406030204" pitchFamily="18" charset="0"/>
                            </a:rPr>
                            <m:t>𝝅</m:t>
                          </m:r>
                          <m:r>
                            <a:rPr lang="en-US" altLang="zh-CN" sz="2800" b="1" i="1" smtClean="0">
                              <a:latin typeface="Cambria Math" panose="02040503050406030204" pitchFamily="18" charset="0"/>
                            </a:rPr>
                            <m:t>𝒙</m:t>
                          </m:r>
                        </m:num>
                        <m:den>
                          <m:r>
                            <a:rPr lang="en-US" altLang="zh-CN" sz="2800" b="1" i="1" smtClean="0">
                              <a:latin typeface="Cambria Math" panose="02040503050406030204" pitchFamily="18" charset="0"/>
                            </a:rPr>
                            <m:t>𝒂</m:t>
                          </m:r>
                        </m:den>
                      </m:f>
                      <m:r>
                        <a:rPr lang="en-US" altLang="zh-CN" sz="2800" b="1" i="1" smtClean="0">
                          <a:latin typeface="Cambria Math" panose="02040503050406030204" pitchFamily="18" charset="0"/>
                        </a:rPr>
                        <m:t>, (</m:t>
                      </m:r>
                      <m:r>
                        <a:rPr lang="en-US" altLang="zh-CN" sz="2800" b="1" i="1" smtClean="0">
                          <a:latin typeface="Cambria Math" panose="02040503050406030204" pitchFamily="18" charset="0"/>
                        </a:rPr>
                        <m:t>𝟎</m:t>
                      </m:r>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𝒙</m:t>
                      </m:r>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𝒂</m:t>
                      </m:r>
                      <m:r>
                        <a:rPr lang="en-US" altLang="zh-CN" sz="2800" b="1" i="1" smtClean="0">
                          <a:latin typeface="Cambria Math" panose="02040503050406030204" pitchFamily="18" charset="0"/>
                        </a:rPr>
                        <m:t>)</m:t>
                      </m:r>
                    </m:oMath>
                  </m:oMathPara>
                </a14:m>
                <a:endParaRPr lang="en-US" altLang="zh-CN" sz="2800" dirty="0"/>
              </a:p>
              <a:p>
                <a:r>
                  <a:rPr lang="zh-CN" altLang="en-US" sz="2800" dirty="0"/>
                  <a:t>当粒子处于基态（</a:t>
                </a:r>
                <a:r>
                  <a:rPr lang="en-US" altLang="zh-CN" sz="2800" i="1" dirty="0"/>
                  <a:t>n</a:t>
                </a:r>
                <a:r>
                  <a:rPr lang="en-US" altLang="zh-CN" sz="2800" dirty="0"/>
                  <a:t>=1</a:t>
                </a:r>
                <a:r>
                  <a:rPr lang="zh-CN" altLang="en-US" sz="2800" dirty="0"/>
                  <a:t>）时，在</a:t>
                </a:r>
                <a14:m>
                  <m:oMath xmlns:m="http://schemas.openxmlformats.org/officeDocument/2006/math">
                    <m:r>
                      <a:rPr lang="en-US" altLang="zh-CN" sz="2800" b="1" i="1" smtClean="0">
                        <a:latin typeface="Cambria Math" panose="02040503050406030204" pitchFamily="18" charset="0"/>
                      </a:rPr>
                      <m:t>𝟎</m:t>
                    </m:r>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𝒙</m:t>
                    </m:r>
                    <m:r>
                      <a:rPr lang="en-US" altLang="zh-CN" sz="2800" b="1" i="1" smtClean="0">
                        <a:latin typeface="Cambria Math" panose="02040503050406030204" pitchFamily="18" charset="0"/>
                        <a:ea typeface="Cambria Math" panose="02040503050406030204" pitchFamily="18" charset="0"/>
                      </a:rPr>
                      <m:t>≤</m:t>
                    </m:r>
                    <m:f>
                      <m:fPr>
                        <m:ctrlPr>
                          <a:rPr lang="en-US" altLang="zh-CN" sz="2800" b="1" i="1" smtClean="0">
                            <a:latin typeface="Cambria Math" panose="02040503050406030204" pitchFamily="18" charset="0"/>
                            <a:ea typeface="Cambria Math" panose="02040503050406030204" pitchFamily="18" charset="0"/>
                          </a:rPr>
                        </m:ctrlPr>
                      </m:fPr>
                      <m:num>
                        <m:r>
                          <a:rPr lang="en-US" altLang="zh-CN" sz="2800" b="1" i="1" smtClean="0">
                            <a:latin typeface="Cambria Math" panose="02040503050406030204" pitchFamily="18" charset="0"/>
                            <a:ea typeface="Cambria Math" panose="02040503050406030204" pitchFamily="18" charset="0"/>
                          </a:rPr>
                          <m:t>𝒂</m:t>
                        </m:r>
                      </m:num>
                      <m:den>
                        <m:r>
                          <a:rPr lang="en-US" altLang="zh-CN" sz="2800" b="1" i="1" smtClean="0">
                            <a:latin typeface="Cambria Math" panose="02040503050406030204" pitchFamily="18" charset="0"/>
                            <a:ea typeface="Cambria Math" panose="02040503050406030204" pitchFamily="18" charset="0"/>
                          </a:rPr>
                          <m:t>𝟒</m:t>
                        </m:r>
                      </m:den>
                    </m:f>
                  </m:oMath>
                </a14:m>
                <a:r>
                  <a:rPr lang="zh-CN" altLang="en-US" sz="2800" dirty="0"/>
                  <a:t>区间发现粒子的概率是</a:t>
                </a:r>
                <a:endParaRPr lang="en-US" altLang="zh-CN" sz="2800" dirty="0"/>
              </a:p>
              <a:p>
                <a:endParaRPr lang="en-US" altLang="zh-CN" sz="2800" dirty="0"/>
              </a:p>
              <a:p>
                <a:r>
                  <a:rPr lang="en-US" altLang="zh-CN" sz="2800" dirty="0"/>
                  <a:t>A. </a:t>
                </a:r>
                <a14:m>
                  <m:oMath xmlns:m="http://schemas.openxmlformats.org/officeDocument/2006/math">
                    <m:f>
                      <m:fPr>
                        <m:ctrlPr>
                          <a:rPr lang="en-US" altLang="zh-CN" sz="2800" i="1" smtClean="0">
                            <a:latin typeface="Cambria Math" panose="02040503050406030204" pitchFamily="18" charset="0"/>
                          </a:rPr>
                        </m:ctrlPr>
                      </m:fPr>
                      <m:num>
                        <m:r>
                          <a:rPr lang="en-US" altLang="zh-CN" sz="2800" b="1" i="1" smtClean="0">
                            <a:latin typeface="Cambria Math" panose="02040503050406030204" pitchFamily="18" charset="0"/>
                          </a:rPr>
                          <m:t>𝟐</m:t>
                        </m:r>
                      </m:num>
                      <m:den>
                        <m:r>
                          <a:rPr lang="en-US" altLang="zh-CN" sz="2800" b="1" i="1" smtClean="0">
                            <a:latin typeface="Cambria Math" panose="02040503050406030204" pitchFamily="18" charset="0"/>
                          </a:rPr>
                          <m:t>𝒂</m:t>
                        </m:r>
                      </m:den>
                    </m:f>
                  </m:oMath>
                </a14:m>
                <a:r>
                  <a:rPr lang="en-US" altLang="zh-CN" sz="2800" dirty="0"/>
                  <a:t>                 B. </a:t>
                </a:r>
                <a14:m>
                  <m:oMath xmlns:m="http://schemas.openxmlformats.org/officeDocument/2006/math">
                    <m:f>
                      <m:fPr>
                        <m:ctrlPr>
                          <a:rPr lang="en-US" altLang="zh-CN" sz="2800" i="1" smtClean="0">
                            <a:latin typeface="Cambria Math" panose="02040503050406030204" pitchFamily="18" charset="0"/>
                          </a:rPr>
                        </m:ctrlPr>
                      </m:fPr>
                      <m:num>
                        <m:r>
                          <a:rPr lang="en-US" altLang="zh-CN" sz="2800" b="1" i="1" smtClean="0">
                            <a:latin typeface="Cambria Math" panose="02040503050406030204" pitchFamily="18" charset="0"/>
                          </a:rPr>
                          <m:t>𝟏</m:t>
                        </m:r>
                      </m:num>
                      <m:den>
                        <m:r>
                          <a:rPr lang="en-US" altLang="zh-CN" sz="2800" i="1">
                            <a:latin typeface="Cambria Math" panose="02040503050406030204" pitchFamily="18" charset="0"/>
                          </a:rPr>
                          <m:t>𝒂</m:t>
                        </m:r>
                      </m:den>
                    </m:f>
                  </m:oMath>
                </a14:m>
                <a:r>
                  <a:rPr lang="en-US" altLang="zh-CN" sz="2800" dirty="0"/>
                  <a:t>                   C. </a:t>
                </a:r>
                <a14:m>
                  <m:oMath xmlns:m="http://schemas.openxmlformats.org/officeDocument/2006/math">
                    <m:f>
                      <m:fPr>
                        <m:ctrlPr>
                          <a:rPr lang="en-US" altLang="zh-CN" sz="2800" i="1" smtClean="0">
                            <a:latin typeface="Cambria Math" panose="02040503050406030204" pitchFamily="18" charset="0"/>
                          </a:rPr>
                        </m:ctrlPr>
                      </m:fPr>
                      <m:num>
                        <m:r>
                          <a:rPr lang="en-US" altLang="zh-CN" sz="2800" b="1" i="1" smtClean="0">
                            <a:latin typeface="Cambria Math" panose="02040503050406030204" pitchFamily="18" charset="0"/>
                          </a:rPr>
                          <m:t>𝟏</m:t>
                        </m:r>
                      </m:num>
                      <m:den>
                        <m:r>
                          <a:rPr lang="en-US" altLang="zh-CN" sz="2800" b="1" i="1" smtClean="0">
                            <a:latin typeface="Cambria Math" panose="02040503050406030204" pitchFamily="18" charset="0"/>
                          </a:rPr>
                          <m:t>𝟒</m:t>
                        </m:r>
                      </m:den>
                    </m:f>
                  </m:oMath>
                </a14:m>
                <a:r>
                  <a:rPr lang="en-US" altLang="zh-CN" sz="2800" dirty="0"/>
                  <a:t>                 D. </a:t>
                </a:r>
                <a:r>
                  <a:rPr lang="zh-CN" altLang="en-US" sz="2800" dirty="0"/>
                  <a:t>小于</a:t>
                </a:r>
                <a14:m>
                  <m:oMath xmlns:m="http://schemas.openxmlformats.org/officeDocument/2006/math">
                    <m:f>
                      <m:fPr>
                        <m:ctrlPr>
                          <a:rPr lang="en-US" altLang="zh-CN" sz="2800" i="1" smtClean="0">
                            <a:latin typeface="Cambria Math" panose="02040503050406030204" pitchFamily="18" charset="0"/>
                          </a:rPr>
                        </m:ctrlPr>
                      </m:fPr>
                      <m:num>
                        <m:r>
                          <a:rPr lang="en-US" altLang="zh-CN" sz="2800" i="1">
                            <a:latin typeface="Cambria Math" panose="02040503050406030204" pitchFamily="18" charset="0"/>
                          </a:rPr>
                          <m:t>𝟏</m:t>
                        </m:r>
                      </m:num>
                      <m:den>
                        <m:r>
                          <a:rPr lang="en-US" altLang="zh-CN" sz="2800" i="1">
                            <a:latin typeface="Cambria Math" panose="02040503050406030204" pitchFamily="18" charset="0"/>
                          </a:rPr>
                          <m:t>𝟒</m:t>
                        </m:r>
                      </m:den>
                    </m:f>
                  </m:oMath>
                </a14:m>
                <a:endParaRPr lang="zh-CN" altLang="en-US" sz="2800" dirty="0"/>
              </a:p>
            </p:txBody>
          </p:sp>
        </mc:Choice>
        <mc:Fallback>
          <p:sp>
            <p:nvSpPr>
              <p:cNvPr id="2" name="文本框 1"/>
              <p:cNvSpPr txBox="1">
                <a:spLocks noRot="1" noChangeAspect="1" noMove="1" noResize="1" noEditPoints="1" noAdjustHandles="1" noChangeArrowheads="1" noChangeShapeType="1" noTextEdit="1"/>
              </p:cNvSpPr>
              <p:nvPr/>
            </p:nvSpPr>
            <p:spPr>
              <a:xfrm>
                <a:off x="287524" y="1124744"/>
                <a:ext cx="8568952" cy="4283801"/>
              </a:xfrm>
              <a:prstGeom prst="rect">
                <a:avLst/>
              </a:prstGeom>
              <a:blipFill rotWithShape="1">
                <a:blip r:embed="rId1"/>
                <a:stretch>
                  <a:fillRect l="-6" t="-4" r="2" b="6"/>
                </a:stretch>
              </a:blipFill>
            </p:spPr>
            <p:txBody>
              <a:bodyPr/>
              <a:lstStyle/>
              <a:p>
                <a:r>
                  <a:rPr lang="zh-CN" altLang="en-US">
                    <a:noFill/>
                  </a:rPr>
                  <a:t> </a:t>
                </a:r>
              </a:p>
            </p:txBody>
          </p:sp>
        </mc:Fallback>
      </mc:AlternateContent>
      <p:sp>
        <p:nvSpPr>
          <p:cNvPr id="3" name="文本框 2"/>
          <p:cNvSpPr txBox="1">
            <a:spLocks noChangeArrowheads="1"/>
          </p:cNvSpPr>
          <p:nvPr/>
        </p:nvSpPr>
        <p:spPr bwMode="auto">
          <a:xfrm>
            <a:off x="6516216" y="5805264"/>
            <a:ext cx="1871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rPr>
              <a:t>答案：</a:t>
            </a:r>
            <a:r>
              <a:rPr lang="en-US" altLang="zh-CN" sz="2800" dirty="0">
                <a:solidFill>
                  <a:srgbClr val="FF0000"/>
                </a:solidFill>
              </a:rPr>
              <a:t>D</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714625" y="115888"/>
            <a:ext cx="4089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a:solidFill>
                  <a:srgbClr val="CC0000"/>
                </a:solidFill>
                <a:latin typeface="Times New Roman" panose="02020603050405020304" pitchFamily="18" charset="0"/>
              </a:rPr>
              <a:t>   </a:t>
            </a:r>
            <a:r>
              <a:rPr lang="zh-CN" altLang="en-US" sz="3200" b="1">
                <a:solidFill>
                  <a:schemeClr val="bg1"/>
                </a:solidFill>
                <a:latin typeface="Times New Roman" panose="02020603050405020304" pitchFamily="18" charset="0"/>
              </a:rPr>
              <a:t>一维势阱问题</a:t>
            </a:r>
            <a:endParaRPr lang="zh-CN" altLang="en-US" sz="3200" b="1">
              <a:solidFill>
                <a:schemeClr val="bg1"/>
              </a:solidFill>
              <a:latin typeface="Times New Roman" panose="02020603050405020304" pitchFamily="18" charset="0"/>
            </a:endParaRPr>
          </a:p>
        </p:txBody>
      </p:sp>
      <p:grpSp>
        <p:nvGrpSpPr>
          <p:cNvPr id="10243" name="Group 3"/>
          <p:cNvGrpSpPr/>
          <p:nvPr/>
        </p:nvGrpSpPr>
        <p:grpSpPr bwMode="auto">
          <a:xfrm>
            <a:off x="914400" y="1981200"/>
            <a:ext cx="4953000" cy="1273175"/>
            <a:chOff x="672" y="1214"/>
            <a:chExt cx="3120" cy="802"/>
          </a:xfrm>
        </p:grpSpPr>
        <p:graphicFrame>
          <p:nvGraphicFramePr>
            <p:cNvPr id="10266" name="Object 4"/>
            <p:cNvGraphicFramePr>
              <a:graphicFrameLocks noChangeAspect="1"/>
            </p:cNvGraphicFramePr>
            <p:nvPr/>
          </p:nvGraphicFramePr>
          <p:xfrm>
            <a:off x="672" y="1385"/>
            <a:ext cx="528" cy="439"/>
          </p:xfrm>
          <a:graphic>
            <a:graphicData uri="http://schemas.openxmlformats.org/presentationml/2006/ole">
              <mc:AlternateContent xmlns:mc="http://schemas.openxmlformats.org/markup-compatibility/2006">
                <mc:Choice xmlns:v="urn:schemas-microsoft-com:vml" Requires="v">
                  <p:oleObj spid="_x0000_s0" name="Equation" r:id="rId1" imgW="351790" imgH="247015" progId="Equation.3">
                    <p:embed/>
                  </p:oleObj>
                </mc:Choice>
                <mc:Fallback>
                  <p:oleObj name="Equation" r:id="rId1" imgW="351790" imgH="247015"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 y="1385"/>
                          <a:ext cx="528"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7" name="AutoShape 5"/>
            <p:cNvSpPr/>
            <p:nvPr/>
          </p:nvSpPr>
          <p:spPr bwMode="auto">
            <a:xfrm>
              <a:off x="1248" y="1338"/>
              <a:ext cx="144" cy="480"/>
            </a:xfrm>
            <a:prstGeom prst="leftBrace">
              <a:avLst>
                <a:gd name="adj1" fmla="val 27778"/>
                <a:gd name="adj2" fmla="val 50000"/>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268" name="Object 6"/>
            <p:cNvGraphicFramePr>
              <a:graphicFrameLocks noChangeAspect="1"/>
            </p:cNvGraphicFramePr>
            <p:nvPr/>
          </p:nvGraphicFramePr>
          <p:xfrm>
            <a:off x="1392" y="1214"/>
            <a:ext cx="2400" cy="802"/>
          </p:xfrm>
          <a:graphic>
            <a:graphicData uri="http://schemas.openxmlformats.org/presentationml/2006/ole">
              <mc:AlternateContent xmlns:mc="http://schemas.openxmlformats.org/markup-compatibility/2006">
                <mc:Choice xmlns:v="urn:schemas-microsoft-com:vml" Requires="v">
                  <p:oleObj spid="_x0000_s2" name="Equation" r:id="rId3" imgW="1508125" imgH="504190" progId="Equation.3">
                    <p:embed/>
                  </p:oleObj>
                </mc:Choice>
                <mc:Fallback>
                  <p:oleObj name="Equation" r:id="rId3" imgW="1508125" imgH="50419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 y="1214"/>
                          <a:ext cx="2400" cy="8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244" name="Group 7"/>
          <p:cNvGrpSpPr/>
          <p:nvPr/>
        </p:nvGrpSpPr>
        <p:grpSpPr bwMode="auto">
          <a:xfrm>
            <a:off x="838200" y="1295400"/>
            <a:ext cx="5867400" cy="685800"/>
            <a:chOff x="528" y="864"/>
            <a:chExt cx="3696" cy="432"/>
          </a:xfrm>
        </p:grpSpPr>
        <p:sp>
          <p:nvSpPr>
            <p:cNvPr id="10264" name="Text Box 8"/>
            <p:cNvSpPr txBox="1">
              <a:spLocks noChangeArrowheads="1"/>
            </p:cNvSpPr>
            <p:nvPr/>
          </p:nvSpPr>
          <p:spPr bwMode="auto">
            <a:xfrm>
              <a:off x="528" y="879"/>
              <a:ext cx="369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latin typeface="Times New Roman" panose="02020603050405020304" pitchFamily="18" charset="0"/>
                </a:rPr>
                <a:t>粒子势能        满足的边界条件</a:t>
              </a:r>
              <a:endParaRPr lang="zh-CN" altLang="en-US" sz="2800" b="1">
                <a:solidFill>
                  <a:srgbClr val="003366"/>
                </a:solidFill>
                <a:latin typeface="Times New Roman" panose="02020603050405020304" pitchFamily="18" charset="0"/>
              </a:endParaRPr>
            </a:p>
          </p:txBody>
        </p:sp>
        <p:graphicFrame>
          <p:nvGraphicFramePr>
            <p:cNvPr id="10265" name="Object 9"/>
            <p:cNvGraphicFramePr>
              <a:graphicFrameLocks noChangeAspect="1"/>
            </p:cNvGraphicFramePr>
            <p:nvPr/>
          </p:nvGraphicFramePr>
          <p:xfrm>
            <a:off x="1511" y="864"/>
            <a:ext cx="358" cy="432"/>
          </p:xfrm>
          <a:graphic>
            <a:graphicData uri="http://schemas.openxmlformats.org/presentationml/2006/ole">
              <mc:AlternateContent xmlns:mc="http://schemas.openxmlformats.org/markup-compatibility/2006">
                <mc:Choice xmlns:v="urn:schemas-microsoft-com:vml" Requires="v">
                  <p:oleObj spid="_x0000_s3" name="Equation" r:id="rId5" imgW="205105" imgH="247015" progId="Equation.3">
                    <p:embed/>
                  </p:oleObj>
                </mc:Choice>
                <mc:Fallback>
                  <p:oleObj name="Equation" r:id="rId5" imgW="205105" imgH="247015"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1" y="864"/>
                          <a:ext cx="358"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245" name="Group 10"/>
          <p:cNvGrpSpPr/>
          <p:nvPr/>
        </p:nvGrpSpPr>
        <p:grpSpPr bwMode="auto">
          <a:xfrm>
            <a:off x="6248400" y="914400"/>
            <a:ext cx="2438400" cy="2667000"/>
            <a:chOff x="3840" y="432"/>
            <a:chExt cx="1728" cy="1728"/>
          </a:xfrm>
        </p:grpSpPr>
        <p:sp>
          <p:nvSpPr>
            <p:cNvPr id="10251" name="Rectangle 11"/>
            <p:cNvSpPr>
              <a:spLocks noChangeArrowheads="1"/>
            </p:cNvSpPr>
            <p:nvPr/>
          </p:nvSpPr>
          <p:spPr bwMode="auto">
            <a:xfrm>
              <a:off x="3840" y="432"/>
              <a:ext cx="1728" cy="172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52" name="Line 12"/>
            <p:cNvSpPr>
              <a:spLocks noChangeShapeType="1"/>
            </p:cNvSpPr>
            <p:nvPr/>
          </p:nvSpPr>
          <p:spPr bwMode="auto">
            <a:xfrm>
              <a:off x="3936" y="1817"/>
              <a:ext cx="1584" cy="7"/>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3" name="Line 13"/>
            <p:cNvSpPr>
              <a:spLocks noChangeShapeType="1"/>
            </p:cNvSpPr>
            <p:nvPr/>
          </p:nvSpPr>
          <p:spPr bwMode="auto">
            <a:xfrm flipV="1">
              <a:off x="4237" y="528"/>
              <a:ext cx="0" cy="1289"/>
            </a:xfrm>
            <a:prstGeom prst="line">
              <a:avLst/>
            </a:prstGeom>
            <a:noFill/>
            <a:ln w="19050">
              <a:solidFill>
                <a:schemeClr val="tx1"/>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4" name="Line 14"/>
            <p:cNvSpPr>
              <a:spLocks noChangeShapeType="1"/>
            </p:cNvSpPr>
            <p:nvPr/>
          </p:nvSpPr>
          <p:spPr bwMode="auto">
            <a:xfrm flipV="1">
              <a:off x="4237" y="1027"/>
              <a:ext cx="0" cy="79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5" name="Line 15"/>
            <p:cNvSpPr>
              <a:spLocks noChangeShapeType="1"/>
            </p:cNvSpPr>
            <p:nvPr/>
          </p:nvSpPr>
          <p:spPr bwMode="auto">
            <a:xfrm flipV="1">
              <a:off x="5031" y="528"/>
              <a:ext cx="0" cy="1289"/>
            </a:xfrm>
            <a:prstGeom prst="line">
              <a:avLst/>
            </a:prstGeom>
            <a:noFill/>
            <a:ln w="19050">
              <a:solidFill>
                <a:srgbClr val="FF0000"/>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6" name="Line 16"/>
            <p:cNvSpPr>
              <a:spLocks noChangeShapeType="1"/>
            </p:cNvSpPr>
            <p:nvPr/>
          </p:nvSpPr>
          <p:spPr bwMode="auto">
            <a:xfrm flipV="1">
              <a:off x="5031" y="1027"/>
              <a:ext cx="0" cy="79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57" name="Object 17"/>
            <p:cNvGraphicFramePr>
              <a:graphicFrameLocks noChangeAspect="1"/>
            </p:cNvGraphicFramePr>
            <p:nvPr/>
          </p:nvGraphicFramePr>
          <p:xfrm>
            <a:off x="4766" y="611"/>
            <a:ext cx="243" cy="164"/>
          </p:xfrm>
          <a:graphic>
            <a:graphicData uri="http://schemas.openxmlformats.org/presentationml/2006/ole">
              <mc:AlternateContent xmlns:mc="http://schemas.openxmlformats.org/markup-compatibility/2006">
                <mc:Choice xmlns:v="urn:schemas-microsoft-com:vml" Requires="v">
                  <p:oleObj spid="_x0000_s4" name="公式" r:id="rId7" imgW="152400" imgH="110490" progId="Equation.3">
                    <p:embed/>
                  </p:oleObj>
                </mc:Choice>
                <mc:Fallback>
                  <p:oleObj name="公式" r:id="rId7" imgW="152400" imgH="11049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66" y="611"/>
                          <a:ext cx="243"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8" name="Object 18"/>
            <p:cNvGraphicFramePr>
              <a:graphicFrameLocks noChangeAspect="1"/>
            </p:cNvGraphicFramePr>
            <p:nvPr/>
          </p:nvGraphicFramePr>
          <p:xfrm>
            <a:off x="3972" y="611"/>
            <a:ext cx="243" cy="164"/>
          </p:xfrm>
          <a:graphic>
            <a:graphicData uri="http://schemas.openxmlformats.org/presentationml/2006/ole">
              <mc:AlternateContent xmlns:mc="http://schemas.openxmlformats.org/markup-compatibility/2006">
                <mc:Choice xmlns:v="urn:schemas-microsoft-com:vml" Requires="v">
                  <p:oleObj spid="_x0000_s5" name="公式" r:id="rId9" imgW="152400" imgH="110490" progId="Equation.3">
                    <p:embed/>
                  </p:oleObj>
                </mc:Choice>
                <mc:Fallback>
                  <p:oleObj name="公式" r:id="rId9" imgW="152400" imgH="11049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2" y="611"/>
                          <a:ext cx="243"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9" name="Object 19"/>
            <p:cNvGraphicFramePr>
              <a:graphicFrameLocks noChangeAspect="1"/>
            </p:cNvGraphicFramePr>
            <p:nvPr/>
          </p:nvGraphicFramePr>
          <p:xfrm>
            <a:off x="4275" y="523"/>
            <a:ext cx="343" cy="389"/>
          </p:xfrm>
          <a:graphic>
            <a:graphicData uri="http://schemas.openxmlformats.org/presentationml/2006/ole">
              <mc:AlternateContent xmlns:mc="http://schemas.openxmlformats.org/markup-compatibility/2006">
                <mc:Choice xmlns:v="urn:schemas-microsoft-com:vml" Requires="v">
                  <p:oleObj spid="_x0000_s6" name="Equation" r:id="rId11" imgW="205105" imgH="247015" progId="Equation.3">
                    <p:embed/>
                  </p:oleObj>
                </mc:Choice>
                <mc:Fallback>
                  <p:oleObj name="Equation" r:id="rId11" imgW="205105" imgH="247015"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75" y="523"/>
                          <a:ext cx="343" cy="3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0" name="Object 20"/>
            <p:cNvGraphicFramePr>
              <a:graphicFrameLocks noChangeAspect="1"/>
            </p:cNvGraphicFramePr>
            <p:nvPr/>
          </p:nvGraphicFramePr>
          <p:xfrm>
            <a:off x="4944" y="1872"/>
            <a:ext cx="187" cy="191"/>
          </p:xfrm>
          <a:graphic>
            <a:graphicData uri="http://schemas.openxmlformats.org/presentationml/2006/ole">
              <mc:AlternateContent xmlns:mc="http://schemas.openxmlformats.org/markup-compatibility/2006">
                <mc:Choice xmlns:v="urn:schemas-microsoft-com:vml" Requires="v">
                  <p:oleObj spid="_x0000_s7" name="公式" r:id="rId13" imgW="115570" imgH="126365" progId="Equation.3">
                    <p:embed/>
                  </p:oleObj>
                </mc:Choice>
                <mc:Fallback>
                  <p:oleObj name="公式" r:id="rId13" imgW="115570" imgH="126365"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44" y="1872"/>
                          <a:ext cx="187"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1" name="Line 21"/>
            <p:cNvSpPr>
              <a:spLocks noChangeShapeType="1"/>
            </p:cNvSpPr>
            <p:nvPr/>
          </p:nvSpPr>
          <p:spPr bwMode="auto">
            <a:xfrm>
              <a:off x="4224" y="1824"/>
              <a:ext cx="816" cy="0"/>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62" name="Object 22"/>
            <p:cNvGraphicFramePr>
              <a:graphicFrameLocks noChangeAspect="1"/>
            </p:cNvGraphicFramePr>
            <p:nvPr/>
          </p:nvGraphicFramePr>
          <p:xfrm>
            <a:off x="5232" y="1872"/>
            <a:ext cx="224" cy="240"/>
          </p:xfrm>
          <a:graphic>
            <a:graphicData uri="http://schemas.openxmlformats.org/presentationml/2006/ole">
              <mc:AlternateContent xmlns:mc="http://schemas.openxmlformats.org/markup-compatibility/2006">
                <mc:Choice xmlns:v="urn:schemas-microsoft-com:vml" Requires="v">
                  <p:oleObj spid="_x0000_s8" name="Equation" r:id="rId15" imgW="115570" imgH="126365" progId="Equation.3">
                    <p:embed/>
                  </p:oleObj>
                </mc:Choice>
                <mc:Fallback>
                  <p:oleObj name="Equation" r:id="rId15" imgW="115570" imgH="126365"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32" y="1872"/>
                          <a:ext cx="22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3" name="Object 23"/>
            <p:cNvGraphicFramePr>
              <a:graphicFrameLocks noChangeAspect="1"/>
            </p:cNvGraphicFramePr>
            <p:nvPr/>
          </p:nvGraphicFramePr>
          <p:xfrm>
            <a:off x="4176" y="1872"/>
            <a:ext cx="177" cy="204"/>
          </p:xfrm>
          <a:graphic>
            <a:graphicData uri="http://schemas.openxmlformats.org/presentationml/2006/ole">
              <mc:AlternateContent xmlns:mc="http://schemas.openxmlformats.org/markup-compatibility/2006">
                <mc:Choice xmlns:v="urn:schemas-microsoft-com:vml" Requires="v">
                  <p:oleObj spid="_x0000_s9" name="Equation" r:id="rId17" imgW="110490" imgH="126365" progId="Equation.3">
                    <p:embed/>
                  </p:oleObj>
                </mc:Choice>
                <mc:Fallback>
                  <p:oleObj name="Equation" r:id="rId17" imgW="110490" imgH="126365" progId="Equation.3">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76" y="1872"/>
                          <a:ext cx="177"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246" name="Text Box 25"/>
          <p:cNvSpPr txBox="1">
            <a:spLocks noChangeArrowheads="1"/>
          </p:cNvSpPr>
          <p:nvPr/>
        </p:nvSpPr>
        <p:spPr bwMode="auto">
          <a:xfrm>
            <a:off x="381000" y="3810000"/>
            <a:ext cx="8305800" cy="158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003366"/>
                </a:solidFill>
                <a:latin typeface="Times New Roman" panose="02020603050405020304" pitchFamily="18" charset="0"/>
              </a:rPr>
              <a:t>        1</a:t>
            </a:r>
            <a:r>
              <a:rPr lang="zh-CN" altLang="en-US" sz="2800" b="1">
                <a:solidFill>
                  <a:srgbClr val="003366"/>
                </a:solidFill>
                <a:latin typeface="Times New Roman" panose="02020603050405020304" pitchFamily="18" charset="0"/>
              </a:rPr>
              <a:t>）是固体物理金属中自由电子的简化模型；</a:t>
            </a:r>
            <a:endParaRPr lang="zh-CN" altLang="en-US" sz="2800" b="1">
              <a:solidFill>
                <a:srgbClr val="003366"/>
              </a:solidFill>
              <a:latin typeface="Times New Roman" panose="02020603050405020304" pitchFamily="18" charset="0"/>
            </a:endParaRPr>
          </a:p>
          <a:p>
            <a:pPr eaLnBrk="1" hangingPunct="1">
              <a:spcBef>
                <a:spcPct val="50000"/>
              </a:spcBef>
            </a:pPr>
            <a:r>
              <a:rPr lang="zh-CN" altLang="en-US" sz="2800" b="1">
                <a:solidFill>
                  <a:srgbClr val="003366"/>
                </a:solidFill>
                <a:latin typeface="Times New Roman" panose="02020603050405020304" pitchFamily="18" charset="0"/>
              </a:rPr>
              <a:t>        </a:t>
            </a:r>
            <a:r>
              <a:rPr lang="en-US" altLang="zh-CN" sz="2800" b="1">
                <a:solidFill>
                  <a:srgbClr val="003366"/>
                </a:solidFill>
                <a:latin typeface="Times New Roman" panose="02020603050405020304" pitchFamily="18" charset="0"/>
              </a:rPr>
              <a:t>2</a:t>
            </a:r>
            <a:r>
              <a:rPr lang="zh-CN" altLang="en-US" sz="2800" b="1">
                <a:solidFill>
                  <a:srgbClr val="003366"/>
                </a:solidFill>
                <a:latin typeface="Times New Roman" panose="02020603050405020304" pitchFamily="18" charset="0"/>
              </a:rPr>
              <a:t>）数学运算简单，量子力学的基本概念、原理在其中以简洁的形式表示出来 </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sp>
        <p:nvSpPr>
          <p:cNvPr id="10247" name="Rectangle 28"/>
          <p:cNvSpPr>
            <a:spLocks noChangeArrowheads="1"/>
          </p:cNvSpPr>
          <p:nvPr/>
        </p:nvSpPr>
        <p:spPr bwMode="auto">
          <a:xfrm>
            <a:off x="533400" y="3276600"/>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3366"/>
                </a:solidFill>
                <a:latin typeface="Times New Roman" panose="02020603050405020304" pitchFamily="18" charset="0"/>
              </a:rPr>
              <a:t>意义</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grpSp>
        <p:nvGrpSpPr>
          <p:cNvPr id="11293" name="Group 29"/>
          <p:cNvGrpSpPr/>
          <p:nvPr/>
        </p:nvGrpSpPr>
        <p:grpSpPr bwMode="auto">
          <a:xfrm>
            <a:off x="1143000" y="5410200"/>
            <a:ext cx="6248400" cy="1066800"/>
            <a:chOff x="720" y="3408"/>
            <a:chExt cx="3936" cy="672"/>
          </a:xfrm>
        </p:grpSpPr>
        <p:graphicFrame>
          <p:nvGraphicFramePr>
            <p:cNvPr id="10249" name="Object 30"/>
            <p:cNvGraphicFramePr>
              <a:graphicFrameLocks noChangeAspect="1"/>
            </p:cNvGraphicFramePr>
            <p:nvPr/>
          </p:nvGraphicFramePr>
          <p:xfrm>
            <a:off x="2309" y="3408"/>
            <a:ext cx="2347" cy="672"/>
          </p:xfrm>
          <a:graphic>
            <a:graphicData uri="http://schemas.openxmlformats.org/presentationml/2006/ole">
              <mc:AlternateContent xmlns:mc="http://schemas.openxmlformats.org/markup-compatibility/2006">
                <mc:Choice xmlns:v="urn:schemas-microsoft-com:vml" Requires="v">
                  <p:oleObj spid="_x0000_s10" name="Equation" r:id="rId19" imgW="1955165" imgH="520065" progId="Equation.3">
                    <p:embed/>
                  </p:oleObj>
                </mc:Choice>
                <mc:Fallback>
                  <p:oleObj name="Equation" r:id="rId19" imgW="1955165" imgH="520065" progId="Equation.3">
                    <p:embed/>
                    <p:pic>
                      <p:nvPicPr>
                        <p:cNvPr id="0" name="Object 3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09" y="3408"/>
                          <a:ext cx="2347"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0" name="Text Box 31"/>
            <p:cNvSpPr txBox="1">
              <a:spLocks noChangeArrowheads="1"/>
            </p:cNvSpPr>
            <p:nvPr/>
          </p:nvSpPr>
          <p:spPr bwMode="auto">
            <a:xfrm>
              <a:off x="720" y="3576"/>
              <a:ext cx="17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latin typeface="Times New Roman" panose="02020603050405020304" pitchFamily="18" charset="0"/>
                </a:rPr>
                <a:t>薛定谔方程</a:t>
              </a:r>
              <a:endParaRPr lang="zh-CN" altLang="en-US" sz="2800" b="1">
                <a:solidFill>
                  <a:srgbClr val="003366"/>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93"/>
                                        </p:tgtEl>
                                        <p:attrNameLst>
                                          <p:attrName>style.visibility</p:attrName>
                                        </p:attrNameLst>
                                      </p:cBhvr>
                                      <p:to>
                                        <p:strVal val="visible"/>
                                      </p:to>
                                    </p:set>
                                    <p:animEffect transition="in" filter="blinds(horizontal)">
                                      <p:cBhvr>
                                        <p:cTn id="7" dur="500"/>
                                        <p:tgtEl>
                                          <p:spTgt spid="11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408" name="Group 48"/>
          <p:cNvGrpSpPr/>
          <p:nvPr/>
        </p:nvGrpSpPr>
        <p:grpSpPr bwMode="auto">
          <a:xfrm>
            <a:off x="336493" y="3578916"/>
            <a:ext cx="4987925" cy="879475"/>
            <a:chOff x="144" y="2398"/>
            <a:chExt cx="3142" cy="554"/>
          </a:xfrm>
        </p:grpSpPr>
        <p:graphicFrame>
          <p:nvGraphicFramePr>
            <p:cNvPr id="14369" name="Object 49"/>
            <p:cNvGraphicFramePr>
              <a:graphicFrameLocks noChangeAspect="1"/>
            </p:cNvGraphicFramePr>
            <p:nvPr/>
          </p:nvGraphicFramePr>
          <p:xfrm>
            <a:off x="1414" y="2398"/>
            <a:ext cx="1872" cy="554"/>
          </p:xfrm>
          <a:graphic>
            <a:graphicData uri="http://schemas.openxmlformats.org/presentationml/2006/ole">
              <mc:AlternateContent xmlns:mc="http://schemas.openxmlformats.org/markup-compatibility/2006">
                <mc:Choice xmlns:v="urn:schemas-microsoft-com:vml" Requires="v">
                  <p:oleObj spid="_x0000_s0" name="Equation" r:id="rId1" imgW="1440180" imgH="415290" progId="Equation.3">
                    <p:embed/>
                  </p:oleObj>
                </mc:Choice>
                <mc:Fallback>
                  <p:oleObj name="Equation" r:id="rId1" imgW="1440180" imgH="415290" progId="Equation.3">
                    <p:embed/>
                    <p:pic>
                      <p:nvPicPr>
                        <p:cNvPr id="0" name="Object 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4" y="2398"/>
                          <a:ext cx="1872" cy="554"/>
                        </a:xfrm>
                        <a:prstGeom prst="rect">
                          <a:avLst/>
                        </a:prstGeom>
                        <a:noFill/>
                        <a:ln>
                          <a:noFill/>
                        </a:ln>
                        <a:effectLst/>
                      </p:spPr>
                    </p:pic>
                  </p:oleObj>
                </mc:Fallback>
              </mc:AlternateContent>
            </a:graphicData>
          </a:graphic>
        </p:graphicFrame>
        <p:sp>
          <p:nvSpPr>
            <p:cNvPr id="14370" name="Text Box 50"/>
            <p:cNvSpPr txBox="1">
              <a:spLocks noChangeArrowheads="1"/>
            </p:cNvSpPr>
            <p:nvPr/>
          </p:nvSpPr>
          <p:spPr bwMode="auto">
            <a:xfrm>
              <a:off x="144" y="2553"/>
              <a:ext cx="211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3"/>
                </a:buBlip>
              </a:pPr>
              <a:r>
                <a:rPr lang="en-US" altLang="zh-CN" sz="2400" b="1">
                  <a:solidFill>
                    <a:srgbClr val="003366"/>
                  </a:solidFill>
                  <a:latin typeface="Times New Roman" panose="02020603050405020304" pitchFamily="18" charset="0"/>
                </a:rPr>
                <a:t>    </a:t>
              </a:r>
              <a:r>
                <a:rPr lang="zh-CN" altLang="en-US" sz="2400" b="1">
                  <a:solidFill>
                    <a:srgbClr val="003366"/>
                  </a:solidFill>
                  <a:latin typeface="Times New Roman" panose="02020603050405020304" pitchFamily="18" charset="0"/>
                </a:rPr>
                <a:t>概率密度</a:t>
              </a:r>
              <a:endParaRPr lang="zh-CN" altLang="en-US" sz="2400" b="1">
                <a:solidFill>
                  <a:srgbClr val="003366"/>
                </a:solidFill>
                <a:latin typeface="Times New Roman" panose="02020603050405020304" pitchFamily="18" charset="0"/>
              </a:endParaRPr>
            </a:p>
          </p:txBody>
        </p:sp>
      </p:grpSp>
      <p:grpSp>
        <p:nvGrpSpPr>
          <p:cNvPr id="15411" name="Group 51"/>
          <p:cNvGrpSpPr/>
          <p:nvPr/>
        </p:nvGrpSpPr>
        <p:grpSpPr bwMode="auto">
          <a:xfrm>
            <a:off x="410368" y="5200935"/>
            <a:ext cx="3541713" cy="1062038"/>
            <a:chOff x="288" y="3021"/>
            <a:chExt cx="2231" cy="669"/>
          </a:xfrm>
        </p:grpSpPr>
        <p:graphicFrame>
          <p:nvGraphicFramePr>
            <p:cNvPr id="14367" name="Object 52"/>
            <p:cNvGraphicFramePr>
              <a:graphicFrameLocks noChangeAspect="1"/>
            </p:cNvGraphicFramePr>
            <p:nvPr/>
          </p:nvGraphicFramePr>
          <p:xfrm>
            <a:off x="1223" y="3021"/>
            <a:ext cx="1296" cy="669"/>
          </p:xfrm>
          <a:graphic>
            <a:graphicData uri="http://schemas.openxmlformats.org/presentationml/2006/ole">
              <mc:AlternateContent xmlns:mc="http://schemas.openxmlformats.org/markup-compatibility/2006">
                <mc:Choice xmlns:v="urn:schemas-microsoft-com:vml" Requires="v">
                  <p:oleObj spid="_x0000_s2" name="Equation" r:id="rId4" imgW="993140" imgH="478155" progId="Equation.3">
                    <p:embed/>
                  </p:oleObj>
                </mc:Choice>
                <mc:Fallback>
                  <p:oleObj name="Equation" r:id="rId4" imgW="993140" imgH="478155" progId="Equation.3">
                    <p:embed/>
                    <p:pic>
                      <p:nvPicPr>
                        <p:cNvPr id="0" name="Object 5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3" y="3021"/>
                          <a:ext cx="1296" cy="6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68" name="Text Box 53"/>
            <p:cNvSpPr txBox="1">
              <a:spLocks noChangeArrowheads="1"/>
            </p:cNvSpPr>
            <p:nvPr/>
          </p:nvSpPr>
          <p:spPr bwMode="auto">
            <a:xfrm>
              <a:off x="288" y="3216"/>
              <a:ext cx="14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3"/>
                </a:buBlip>
              </a:pPr>
              <a:r>
                <a:rPr lang="en-US" altLang="zh-CN" sz="2400" b="1">
                  <a:solidFill>
                    <a:srgbClr val="003366"/>
                  </a:solidFill>
                  <a:latin typeface="Times New Roman" panose="02020603050405020304" pitchFamily="18" charset="0"/>
                </a:rPr>
                <a:t>    </a:t>
              </a:r>
              <a:r>
                <a:rPr lang="zh-CN" altLang="en-US" sz="2400" b="1">
                  <a:solidFill>
                    <a:srgbClr val="003366"/>
                  </a:solidFill>
                  <a:latin typeface="Times New Roman" panose="02020603050405020304" pitchFamily="18" charset="0"/>
                </a:rPr>
                <a:t>能量</a:t>
              </a:r>
              <a:endParaRPr lang="zh-CN" altLang="en-US" sz="2400" b="1">
                <a:solidFill>
                  <a:srgbClr val="003366"/>
                </a:solidFill>
                <a:latin typeface="Times New Roman" panose="02020603050405020304" pitchFamily="18" charset="0"/>
              </a:endParaRPr>
            </a:p>
          </p:txBody>
        </p:sp>
      </p:grpSp>
      <p:grpSp>
        <p:nvGrpSpPr>
          <p:cNvPr id="14340" name="Group 54"/>
          <p:cNvGrpSpPr/>
          <p:nvPr/>
        </p:nvGrpSpPr>
        <p:grpSpPr bwMode="auto">
          <a:xfrm>
            <a:off x="381000" y="987426"/>
            <a:ext cx="4694238" cy="847725"/>
            <a:chOff x="240" y="583"/>
            <a:chExt cx="2957" cy="534"/>
          </a:xfrm>
        </p:grpSpPr>
        <p:graphicFrame>
          <p:nvGraphicFramePr>
            <p:cNvPr id="14365" name="Object 55"/>
            <p:cNvGraphicFramePr>
              <a:graphicFrameLocks noChangeAspect="1"/>
            </p:cNvGraphicFramePr>
            <p:nvPr/>
          </p:nvGraphicFramePr>
          <p:xfrm>
            <a:off x="1601" y="583"/>
            <a:ext cx="1596" cy="534"/>
          </p:xfrm>
          <a:graphic>
            <a:graphicData uri="http://schemas.openxmlformats.org/presentationml/2006/ole">
              <mc:AlternateContent xmlns:mc="http://schemas.openxmlformats.org/markup-compatibility/2006">
                <mc:Choice xmlns:v="urn:schemas-microsoft-com:vml" Requires="v">
                  <p:oleObj spid="_x0000_s3" name="Equation" r:id="rId6" imgW="1702435" imgH="520065" progId="Equation.3">
                    <p:embed/>
                  </p:oleObj>
                </mc:Choice>
                <mc:Fallback>
                  <p:oleObj name="Equation" r:id="rId6" imgW="1702435" imgH="520065" progId="Equation.3">
                    <p:embed/>
                    <p:pic>
                      <p:nvPicPr>
                        <p:cNvPr id="0" name="Object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1" y="583"/>
                          <a:ext cx="1596" cy="534"/>
                        </a:xfrm>
                        <a:prstGeom prst="rect">
                          <a:avLst/>
                        </a:prstGeom>
                        <a:noFill/>
                        <a:ln>
                          <a:noFill/>
                        </a:ln>
                      </p:spPr>
                    </p:pic>
                  </p:oleObj>
                </mc:Fallback>
              </mc:AlternateContent>
            </a:graphicData>
          </a:graphic>
        </p:graphicFrame>
        <p:sp>
          <p:nvSpPr>
            <p:cNvPr id="14366" name="Text Box 56"/>
            <p:cNvSpPr txBox="1">
              <a:spLocks noChangeArrowheads="1"/>
            </p:cNvSpPr>
            <p:nvPr/>
          </p:nvSpPr>
          <p:spPr bwMode="auto">
            <a:xfrm>
              <a:off x="240" y="648"/>
              <a:ext cx="211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3"/>
                </a:buBlip>
              </a:pPr>
              <a:r>
                <a:rPr lang="en-US" altLang="zh-CN" sz="2400" b="1">
                  <a:solidFill>
                    <a:srgbClr val="003366"/>
                  </a:solidFill>
                  <a:latin typeface="Times New Roman" panose="02020603050405020304" pitchFamily="18" charset="0"/>
                </a:rPr>
                <a:t>    </a:t>
              </a:r>
              <a:r>
                <a:rPr lang="zh-CN" altLang="en-US" sz="2400" b="1">
                  <a:solidFill>
                    <a:srgbClr val="003366"/>
                  </a:solidFill>
                  <a:latin typeface="Times New Roman" panose="02020603050405020304" pitchFamily="18" charset="0"/>
                </a:rPr>
                <a:t>波动方程</a:t>
              </a:r>
              <a:endParaRPr lang="zh-CN" altLang="en-US" sz="2400" b="1">
                <a:solidFill>
                  <a:srgbClr val="003366"/>
                </a:solidFill>
                <a:latin typeface="Times New Roman" panose="02020603050405020304" pitchFamily="18" charset="0"/>
              </a:endParaRPr>
            </a:p>
          </p:txBody>
        </p:sp>
      </p:grpSp>
      <p:grpSp>
        <p:nvGrpSpPr>
          <p:cNvPr id="15417" name="Group 57"/>
          <p:cNvGrpSpPr/>
          <p:nvPr/>
        </p:nvGrpSpPr>
        <p:grpSpPr bwMode="auto">
          <a:xfrm>
            <a:off x="381000" y="1825625"/>
            <a:ext cx="5086350" cy="1763712"/>
            <a:chOff x="288" y="1150"/>
            <a:chExt cx="3204" cy="1111"/>
          </a:xfrm>
        </p:grpSpPr>
        <p:sp>
          <p:nvSpPr>
            <p:cNvPr id="14360" name="AutoShape 58"/>
            <p:cNvSpPr/>
            <p:nvPr/>
          </p:nvSpPr>
          <p:spPr bwMode="auto">
            <a:xfrm>
              <a:off x="1474" y="1485"/>
              <a:ext cx="144" cy="528"/>
            </a:xfrm>
            <a:prstGeom prst="leftBrace">
              <a:avLst>
                <a:gd name="adj1" fmla="val 30556"/>
                <a:gd name="adj2" fmla="val 50000"/>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4361" name="Object 59"/>
            <p:cNvGraphicFramePr>
              <a:graphicFrameLocks noChangeAspect="1"/>
            </p:cNvGraphicFramePr>
            <p:nvPr/>
          </p:nvGraphicFramePr>
          <p:xfrm>
            <a:off x="1583" y="1697"/>
            <a:ext cx="1909" cy="564"/>
          </p:xfrm>
          <a:graphic>
            <a:graphicData uri="http://schemas.openxmlformats.org/presentationml/2006/ole">
              <mc:AlternateContent xmlns:mc="http://schemas.openxmlformats.org/markup-compatibility/2006">
                <mc:Choice xmlns:v="urn:schemas-microsoft-com:vml" Requires="v">
                  <p:oleObj spid="_x0000_s4" name="Equation" r:id="rId8" imgW="1797050" imgH="452120" progId="Equation.3">
                    <p:embed/>
                  </p:oleObj>
                </mc:Choice>
                <mc:Fallback>
                  <p:oleObj name="Equation" r:id="rId8" imgW="1797050" imgH="452120" progId="Equation.3">
                    <p:embed/>
                    <p:pic>
                      <p:nvPicPr>
                        <p:cNvPr id="0" name="Object 5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3" y="1697"/>
                          <a:ext cx="1909" cy="564"/>
                        </a:xfrm>
                        <a:prstGeom prst="rect">
                          <a:avLst/>
                        </a:prstGeom>
                        <a:noFill/>
                        <a:ln>
                          <a:noFill/>
                        </a:ln>
                        <a:effectLst/>
                      </p:spPr>
                    </p:pic>
                  </p:oleObj>
                </mc:Fallback>
              </mc:AlternateContent>
            </a:graphicData>
          </a:graphic>
        </p:graphicFrame>
        <p:graphicFrame>
          <p:nvGraphicFramePr>
            <p:cNvPr id="14362" name="Object 60"/>
            <p:cNvGraphicFramePr>
              <a:graphicFrameLocks noChangeAspect="1"/>
            </p:cNvGraphicFramePr>
            <p:nvPr/>
          </p:nvGraphicFramePr>
          <p:xfrm>
            <a:off x="795" y="1606"/>
            <a:ext cx="624" cy="284"/>
          </p:xfrm>
          <a:graphic>
            <a:graphicData uri="http://schemas.openxmlformats.org/presentationml/2006/ole">
              <mc:AlternateContent xmlns:mc="http://schemas.openxmlformats.org/markup-compatibility/2006">
                <mc:Choice xmlns:v="urn:schemas-microsoft-com:vml" Requires="v">
                  <p:oleObj spid="_x0000_s5" name="公式" r:id="rId10" imgW="494030" imgH="205105" progId="Equation.3">
                    <p:embed/>
                  </p:oleObj>
                </mc:Choice>
                <mc:Fallback>
                  <p:oleObj name="公式" r:id="rId10" imgW="494030" imgH="205105" progId="Equation.3">
                    <p:embed/>
                    <p:pic>
                      <p:nvPicPr>
                        <p:cNvPr id="0" name="Object 6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5" y="1606"/>
                          <a:ext cx="624" cy="284"/>
                        </a:xfrm>
                        <a:prstGeom prst="rect">
                          <a:avLst/>
                        </a:prstGeom>
                        <a:noFill/>
                        <a:ln>
                          <a:noFill/>
                        </a:ln>
                        <a:effectLst/>
                      </p:spPr>
                    </p:pic>
                  </p:oleObj>
                </mc:Fallback>
              </mc:AlternateContent>
            </a:graphicData>
          </a:graphic>
        </p:graphicFrame>
        <p:graphicFrame>
          <p:nvGraphicFramePr>
            <p:cNvPr id="14363" name="Object 61"/>
            <p:cNvGraphicFramePr>
              <a:graphicFrameLocks noChangeAspect="1"/>
            </p:cNvGraphicFramePr>
            <p:nvPr/>
          </p:nvGraphicFramePr>
          <p:xfrm>
            <a:off x="1644" y="1350"/>
            <a:ext cx="1601" cy="265"/>
          </p:xfrm>
          <a:graphic>
            <a:graphicData uri="http://schemas.openxmlformats.org/presentationml/2006/ole">
              <mc:AlternateContent xmlns:mc="http://schemas.openxmlformats.org/markup-compatibility/2006">
                <mc:Choice xmlns:v="urn:schemas-microsoft-com:vml" Requires="v">
                  <p:oleObj spid="_x0000_s6" name="公式" r:id="rId12" imgW="1308735" imgH="215265" progId="Equation.3">
                    <p:embed/>
                  </p:oleObj>
                </mc:Choice>
                <mc:Fallback>
                  <p:oleObj name="公式" r:id="rId12" imgW="1308735" imgH="215265" progId="Equation.3">
                    <p:embed/>
                    <p:pic>
                      <p:nvPicPr>
                        <p:cNvPr id="0" name="Object 6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44" y="1350"/>
                          <a:ext cx="1601" cy="265"/>
                        </a:xfrm>
                        <a:prstGeom prst="rect">
                          <a:avLst/>
                        </a:prstGeom>
                        <a:noFill/>
                        <a:ln>
                          <a:noFill/>
                        </a:ln>
                        <a:effectLst/>
                      </p:spPr>
                    </p:pic>
                  </p:oleObj>
                </mc:Fallback>
              </mc:AlternateContent>
            </a:graphicData>
          </a:graphic>
        </p:graphicFrame>
        <p:sp>
          <p:nvSpPr>
            <p:cNvPr id="14364" name="Text Box 62"/>
            <p:cNvSpPr txBox="1">
              <a:spLocks noChangeArrowheads="1"/>
            </p:cNvSpPr>
            <p:nvPr/>
          </p:nvSpPr>
          <p:spPr bwMode="auto">
            <a:xfrm>
              <a:off x="288" y="1150"/>
              <a:ext cx="172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3"/>
                </a:buBlip>
              </a:pPr>
              <a:r>
                <a:rPr lang="en-US" altLang="zh-CN" sz="2400" b="1" dirty="0">
                  <a:solidFill>
                    <a:srgbClr val="003366"/>
                  </a:solidFill>
                  <a:latin typeface="Times New Roman" panose="02020603050405020304" pitchFamily="18" charset="0"/>
                </a:rPr>
                <a:t>    </a:t>
              </a:r>
              <a:r>
                <a:rPr lang="zh-CN" altLang="en-US" sz="2400" b="1" dirty="0">
                  <a:solidFill>
                    <a:srgbClr val="003366"/>
                  </a:solidFill>
                  <a:latin typeface="Times New Roman" panose="02020603050405020304" pitchFamily="18" charset="0"/>
                </a:rPr>
                <a:t>波函数</a:t>
              </a:r>
              <a:endParaRPr lang="zh-CN" altLang="en-US" sz="2400" b="1" dirty="0">
                <a:solidFill>
                  <a:srgbClr val="003366"/>
                </a:solidFill>
                <a:latin typeface="Times New Roman" panose="02020603050405020304" pitchFamily="18" charset="0"/>
              </a:endParaRPr>
            </a:p>
          </p:txBody>
        </p:sp>
      </p:grpSp>
      <p:grpSp>
        <p:nvGrpSpPr>
          <p:cNvPr id="15423" name="Group 63"/>
          <p:cNvGrpSpPr/>
          <p:nvPr/>
        </p:nvGrpSpPr>
        <p:grpSpPr bwMode="auto">
          <a:xfrm>
            <a:off x="4479896" y="5488682"/>
            <a:ext cx="3796624" cy="476535"/>
            <a:chOff x="288" y="3792"/>
            <a:chExt cx="2597" cy="291"/>
          </a:xfrm>
        </p:grpSpPr>
        <p:graphicFrame>
          <p:nvGraphicFramePr>
            <p:cNvPr id="14358" name="Object 64"/>
            <p:cNvGraphicFramePr>
              <a:graphicFrameLocks noChangeAspect="1"/>
            </p:cNvGraphicFramePr>
            <p:nvPr/>
          </p:nvGraphicFramePr>
          <p:xfrm>
            <a:off x="1565" y="3804"/>
            <a:ext cx="1320" cy="267"/>
          </p:xfrm>
          <a:graphic>
            <a:graphicData uri="http://schemas.openxmlformats.org/presentationml/2006/ole">
              <mc:AlternateContent xmlns:mc="http://schemas.openxmlformats.org/markup-compatibility/2006">
                <mc:Choice xmlns:v="urn:schemas-microsoft-com:vml" Requires="v">
                  <p:oleObj spid="_x0000_s7" name="公式" r:id="rId14" imgW="798830" imgH="189230" progId="Equation.3">
                    <p:embed/>
                  </p:oleObj>
                </mc:Choice>
                <mc:Fallback>
                  <p:oleObj name="公式" r:id="rId14" imgW="798830" imgH="189230" progId="Equation.3">
                    <p:embed/>
                    <p:pic>
                      <p:nvPicPr>
                        <p:cNvPr id="0" name="Object 6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65" y="3804"/>
                          <a:ext cx="1320"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9" name="Text Box 65"/>
            <p:cNvSpPr txBox="1">
              <a:spLocks noChangeArrowheads="1"/>
            </p:cNvSpPr>
            <p:nvPr/>
          </p:nvSpPr>
          <p:spPr bwMode="auto">
            <a:xfrm>
              <a:off x="288" y="3792"/>
              <a:ext cx="187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3"/>
                </a:buBlip>
              </a:pPr>
              <a:r>
                <a:rPr lang="en-US" altLang="zh-CN" sz="2400" b="1">
                  <a:solidFill>
                    <a:srgbClr val="003366"/>
                  </a:solidFill>
                  <a:latin typeface="Times New Roman" panose="02020603050405020304" pitchFamily="18" charset="0"/>
                </a:rPr>
                <a:t>    </a:t>
              </a:r>
              <a:r>
                <a:rPr lang="zh-CN" altLang="en-US" sz="2400" b="1">
                  <a:solidFill>
                    <a:srgbClr val="003366"/>
                  </a:solidFill>
                  <a:latin typeface="Times New Roman" panose="02020603050405020304" pitchFamily="18" charset="0"/>
                </a:rPr>
                <a:t>量子数</a:t>
              </a:r>
              <a:endParaRPr lang="zh-CN" altLang="en-US" sz="2400" b="1">
                <a:solidFill>
                  <a:srgbClr val="003366"/>
                </a:solidFill>
                <a:latin typeface="Times New Roman" panose="02020603050405020304" pitchFamily="18" charset="0"/>
              </a:endParaRPr>
            </a:p>
          </p:txBody>
        </p:sp>
      </p:grpSp>
      <p:grpSp>
        <p:nvGrpSpPr>
          <p:cNvPr id="14343" name="Group 66"/>
          <p:cNvGrpSpPr/>
          <p:nvPr/>
        </p:nvGrpSpPr>
        <p:grpSpPr bwMode="auto">
          <a:xfrm>
            <a:off x="6454775" y="977900"/>
            <a:ext cx="2438400" cy="2667000"/>
            <a:chOff x="3840" y="432"/>
            <a:chExt cx="1728" cy="1728"/>
          </a:xfrm>
        </p:grpSpPr>
        <p:sp>
          <p:nvSpPr>
            <p:cNvPr id="14345" name="Rectangle 67"/>
            <p:cNvSpPr>
              <a:spLocks noChangeArrowheads="1"/>
            </p:cNvSpPr>
            <p:nvPr/>
          </p:nvSpPr>
          <p:spPr bwMode="auto">
            <a:xfrm>
              <a:off x="3840" y="432"/>
              <a:ext cx="1728" cy="172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46" name="Line 68"/>
            <p:cNvSpPr>
              <a:spLocks noChangeShapeType="1"/>
            </p:cNvSpPr>
            <p:nvPr/>
          </p:nvSpPr>
          <p:spPr bwMode="auto">
            <a:xfrm>
              <a:off x="3936" y="1817"/>
              <a:ext cx="1584" cy="7"/>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7" name="Line 69"/>
            <p:cNvSpPr>
              <a:spLocks noChangeShapeType="1"/>
            </p:cNvSpPr>
            <p:nvPr/>
          </p:nvSpPr>
          <p:spPr bwMode="auto">
            <a:xfrm flipV="1">
              <a:off x="4237" y="528"/>
              <a:ext cx="0" cy="1289"/>
            </a:xfrm>
            <a:prstGeom prst="line">
              <a:avLst/>
            </a:prstGeom>
            <a:noFill/>
            <a:ln w="19050">
              <a:solidFill>
                <a:schemeClr val="tx1"/>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8" name="Line 70"/>
            <p:cNvSpPr>
              <a:spLocks noChangeShapeType="1"/>
            </p:cNvSpPr>
            <p:nvPr/>
          </p:nvSpPr>
          <p:spPr bwMode="auto">
            <a:xfrm flipV="1">
              <a:off x="4237" y="1027"/>
              <a:ext cx="0" cy="79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9" name="Line 71"/>
            <p:cNvSpPr>
              <a:spLocks noChangeShapeType="1"/>
            </p:cNvSpPr>
            <p:nvPr/>
          </p:nvSpPr>
          <p:spPr bwMode="auto">
            <a:xfrm flipV="1">
              <a:off x="5031" y="528"/>
              <a:ext cx="0" cy="1289"/>
            </a:xfrm>
            <a:prstGeom prst="line">
              <a:avLst/>
            </a:prstGeom>
            <a:noFill/>
            <a:ln w="19050">
              <a:solidFill>
                <a:srgbClr val="FF0000"/>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0" name="Line 72"/>
            <p:cNvSpPr>
              <a:spLocks noChangeShapeType="1"/>
            </p:cNvSpPr>
            <p:nvPr/>
          </p:nvSpPr>
          <p:spPr bwMode="auto">
            <a:xfrm flipV="1">
              <a:off x="5031" y="1027"/>
              <a:ext cx="0" cy="79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51" name="Object 73"/>
            <p:cNvGraphicFramePr>
              <a:graphicFrameLocks noChangeAspect="1"/>
            </p:cNvGraphicFramePr>
            <p:nvPr/>
          </p:nvGraphicFramePr>
          <p:xfrm>
            <a:off x="4766" y="611"/>
            <a:ext cx="243" cy="164"/>
          </p:xfrm>
          <a:graphic>
            <a:graphicData uri="http://schemas.openxmlformats.org/presentationml/2006/ole">
              <mc:AlternateContent xmlns:mc="http://schemas.openxmlformats.org/markup-compatibility/2006">
                <mc:Choice xmlns:v="urn:schemas-microsoft-com:vml" Requires="v">
                  <p:oleObj spid="_x0000_s8" name="公式" r:id="rId16" imgW="152400" imgH="110490" progId="Equation.3">
                    <p:embed/>
                  </p:oleObj>
                </mc:Choice>
                <mc:Fallback>
                  <p:oleObj name="公式" r:id="rId16" imgW="152400" imgH="110490" progId="Equation.3">
                    <p:embed/>
                    <p:pic>
                      <p:nvPicPr>
                        <p:cNvPr id="0" name="Object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66" y="611"/>
                          <a:ext cx="243"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2" name="Object 74"/>
            <p:cNvGraphicFramePr>
              <a:graphicFrameLocks noChangeAspect="1"/>
            </p:cNvGraphicFramePr>
            <p:nvPr/>
          </p:nvGraphicFramePr>
          <p:xfrm>
            <a:off x="3972" y="611"/>
            <a:ext cx="243" cy="164"/>
          </p:xfrm>
          <a:graphic>
            <a:graphicData uri="http://schemas.openxmlformats.org/presentationml/2006/ole">
              <mc:AlternateContent xmlns:mc="http://schemas.openxmlformats.org/markup-compatibility/2006">
                <mc:Choice xmlns:v="urn:schemas-microsoft-com:vml" Requires="v">
                  <p:oleObj spid="_x0000_s9" name="公式" r:id="rId18" imgW="152400" imgH="110490" progId="Equation.3">
                    <p:embed/>
                  </p:oleObj>
                </mc:Choice>
                <mc:Fallback>
                  <p:oleObj name="公式" r:id="rId18" imgW="152400" imgH="110490" progId="Equation.3">
                    <p:embed/>
                    <p:pic>
                      <p:nvPicPr>
                        <p:cNvPr id="0" name="Object 7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72" y="611"/>
                          <a:ext cx="243"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3" name="Object 75"/>
            <p:cNvGraphicFramePr>
              <a:graphicFrameLocks noChangeAspect="1"/>
            </p:cNvGraphicFramePr>
            <p:nvPr/>
          </p:nvGraphicFramePr>
          <p:xfrm>
            <a:off x="4275" y="523"/>
            <a:ext cx="343" cy="389"/>
          </p:xfrm>
          <a:graphic>
            <a:graphicData uri="http://schemas.openxmlformats.org/presentationml/2006/ole">
              <mc:AlternateContent xmlns:mc="http://schemas.openxmlformats.org/markup-compatibility/2006">
                <mc:Choice xmlns:v="urn:schemas-microsoft-com:vml" Requires="v">
                  <p:oleObj spid="_x0000_s10" name="Equation" r:id="rId20" imgW="205105" imgH="247015" progId="Equation.3">
                    <p:embed/>
                  </p:oleObj>
                </mc:Choice>
                <mc:Fallback>
                  <p:oleObj name="Equation" r:id="rId20" imgW="205105" imgH="247015" progId="Equation.3">
                    <p:embed/>
                    <p:pic>
                      <p:nvPicPr>
                        <p:cNvPr id="0" name="Object 7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75" y="523"/>
                          <a:ext cx="343" cy="3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4" name="Object 76"/>
            <p:cNvGraphicFramePr>
              <a:graphicFrameLocks noChangeAspect="1"/>
            </p:cNvGraphicFramePr>
            <p:nvPr/>
          </p:nvGraphicFramePr>
          <p:xfrm>
            <a:off x="4944" y="1872"/>
            <a:ext cx="187" cy="191"/>
          </p:xfrm>
          <a:graphic>
            <a:graphicData uri="http://schemas.openxmlformats.org/presentationml/2006/ole">
              <mc:AlternateContent xmlns:mc="http://schemas.openxmlformats.org/markup-compatibility/2006">
                <mc:Choice xmlns:v="urn:schemas-microsoft-com:vml" Requires="v">
                  <p:oleObj spid="_x0000_s11" name="公式" r:id="rId22" imgW="115570" imgH="126365" progId="Equation.3">
                    <p:embed/>
                  </p:oleObj>
                </mc:Choice>
                <mc:Fallback>
                  <p:oleObj name="公式" r:id="rId22" imgW="115570" imgH="126365" progId="Equation.3">
                    <p:embed/>
                    <p:pic>
                      <p:nvPicPr>
                        <p:cNvPr id="0" name="Object 7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44" y="1872"/>
                          <a:ext cx="187"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5" name="Line 77"/>
            <p:cNvSpPr>
              <a:spLocks noChangeShapeType="1"/>
            </p:cNvSpPr>
            <p:nvPr/>
          </p:nvSpPr>
          <p:spPr bwMode="auto">
            <a:xfrm>
              <a:off x="4224" y="1824"/>
              <a:ext cx="816" cy="0"/>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56" name="Object 78"/>
            <p:cNvGraphicFramePr>
              <a:graphicFrameLocks noChangeAspect="1"/>
            </p:cNvGraphicFramePr>
            <p:nvPr/>
          </p:nvGraphicFramePr>
          <p:xfrm>
            <a:off x="5232" y="1872"/>
            <a:ext cx="224" cy="240"/>
          </p:xfrm>
          <a:graphic>
            <a:graphicData uri="http://schemas.openxmlformats.org/presentationml/2006/ole">
              <mc:AlternateContent xmlns:mc="http://schemas.openxmlformats.org/markup-compatibility/2006">
                <mc:Choice xmlns:v="urn:schemas-microsoft-com:vml" Requires="v">
                  <p:oleObj spid="_x0000_s12" name="Equation" r:id="rId24" imgW="115570" imgH="126365" progId="Equation.3">
                    <p:embed/>
                  </p:oleObj>
                </mc:Choice>
                <mc:Fallback>
                  <p:oleObj name="Equation" r:id="rId24" imgW="115570" imgH="126365" progId="Equation.3">
                    <p:embed/>
                    <p:pic>
                      <p:nvPicPr>
                        <p:cNvPr id="0" name="Object 7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232" y="1872"/>
                          <a:ext cx="22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7" name="Object 79"/>
            <p:cNvGraphicFramePr>
              <a:graphicFrameLocks noChangeAspect="1"/>
            </p:cNvGraphicFramePr>
            <p:nvPr/>
          </p:nvGraphicFramePr>
          <p:xfrm>
            <a:off x="4176" y="1872"/>
            <a:ext cx="177" cy="204"/>
          </p:xfrm>
          <a:graphic>
            <a:graphicData uri="http://schemas.openxmlformats.org/presentationml/2006/ole">
              <mc:AlternateContent xmlns:mc="http://schemas.openxmlformats.org/markup-compatibility/2006">
                <mc:Choice xmlns:v="urn:schemas-microsoft-com:vml" Requires="v">
                  <p:oleObj spid="_x0000_s13" name="Equation" r:id="rId26" imgW="110490" imgH="126365" progId="Equation.3">
                    <p:embed/>
                  </p:oleObj>
                </mc:Choice>
                <mc:Fallback>
                  <p:oleObj name="Equation" r:id="rId26" imgW="110490" imgH="126365" progId="Equation.3">
                    <p:embed/>
                    <p:pic>
                      <p:nvPicPr>
                        <p:cNvPr id="0" name="Object 7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176" y="1872"/>
                          <a:ext cx="177"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344" name="Text Box 80"/>
          <p:cNvSpPr txBox="1">
            <a:spLocks noChangeArrowheads="1"/>
          </p:cNvSpPr>
          <p:nvPr/>
        </p:nvSpPr>
        <p:spPr bwMode="auto">
          <a:xfrm>
            <a:off x="2714625" y="115888"/>
            <a:ext cx="4089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a:solidFill>
                  <a:srgbClr val="CC0000"/>
                </a:solidFill>
                <a:latin typeface="Times New Roman" panose="02020603050405020304" pitchFamily="18" charset="0"/>
              </a:rPr>
              <a:t>   </a:t>
            </a:r>
            <a:r>
              <a:rPr lang="zh-CN" altLang="en-US" sz="3200" b="1">
                <a:solidFill>
                  <a:schemeClr val="bg1"/>
                </a:solidFill>
                <a:latin typeface="Times New Roman" panose="02020603050405020304" pitchFamily="18" charset="0"/>
              </a:rPr>
              <a:t>一维势阱问题</a:t>
            </a:r>
            <a:endParaRPr lang="zh-CN" altLang="en-US" sz="3200" b="1">
              <a:solidFill>
                <a:schemeClr val="bg1"/>
              </a:solidFill>
              <a:latin typeface="Times New Roman" panose="02020603050405020304" pitchFamily="18" charset="0"/>
            </a:endParaRPr>
          </a:p>
        </p:txBody>
      </p:sp>
      <p:grpSp>
        <p:nvGrpSpPr>
          <p:cNvPr id="14" name="Group 5"/>
          <p:cNvGrpSpPr/>
          <p:nvPr/>
        </p:nvGrpSpPr>
        <p:grpSpPr bwMode="auto">
          <a:xfrm>
            <a:off x="327250" y="4447137"/>
            <a:ext cx="6276051" cy="623032"/>
            <a:chOff x="336" y="2343"/>
            <a:chExt cx="4257" cy="526"/>
          </a:xfrm>
        </p:grpSpPr>
        <p:sp>
          <p:nvSpPr>
            <p:cNvPr id="15" name="Text Box 6"/>
            <p:cNvSpPr txBox="1">
              <a:spLocks noChangeArrowheads="1"/>
            </p:cNvSpPr>
            <p:nvPr/>
          </p:nvSpPr>
          <p:spPr bwMode="auto">
            <a:xfrm>
              <a:off x="336" y="2400"/>
              <a:ext cx="2640" cy="44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D6009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3"/>
                </a:buBlip>
              </a:pPr>
              <a:r>
                <a:rPr lang="en-US" altLang="zh-CN" sz="2400" b="1" dirty="0">
                  <a:solidFill>
                    <a:srgbClr val="CC0000"/>
                  </a:solidFill>
                  <a:latin typeface="Times New Roman" panose="02020603050405020304" pitchFamily="18" charset="0"/>
                </a:rPr>
                <a:t> </a:t>
              </a:r>
              <a:r>
                <a:rPr lang="en-US" altLang="zh-CN" sz="2800" b="1" dirty="0">
                  <a:solidFill>
                    <a:srgbClr val="CC0000"/>
                  </a:solidFill>
                  <a:latin typeface="Times New Roman" panose="02020603050405020304" pitchFamily="18" charset="0"/>
                </a:rPr>
                <a:t>   </a:t>
              </a:r>
              <a:r>
                <a:rPr lang="zh-CN" altLang="en-US" sz="2400" b="1" dirty="0">
                  <a:solidFill>
                    <a:srgbClr val="CC0000"/>
                  </a:solidFill>
                  <a:latin typeface="Times New Roman" panose="02020603050405020304" pitchFamily="18" charset="0"/>
                </a:rPr>
                <a:t>归一化</a:t>
              </a:r>
              <a:r>
                <a:rPr lang="zh-CN" altLang="en-US" sz="2400" b="1" dirty="0">
                  <a:solidFill>
                    <a:srgbClr val="003366"/>
                  </a:solidFill>
                  <a:latin typeface="Times New Roman" panose="02020603050405020304" pitchFamily="18" charset="0"/>
                </a:rPr>
                <a:t>条件</a:t>
              </a:r>
              <a:endParaRPr lang="zh-CN" altLang="en-US" sz="2800" b="1" dirty="0">
                <a:solidFill>
                  <a:srgbClr val="003366"/>
                </a:solidFill>
                <a:latin typeface="Times New Roman" panose="02020603050405020304" pitchFamily="18" charset="0"/>
              </a:endParaRPr>
            </a:p>
          </p:txBody>
        </p:sp>
        <p:graphicFrame>
          <p:nvGraphicFramePr>
            <p:cNvPr id="16" name="Object 7"/>
            <p:cNvGraphicFramePr>
              <a:graphicFrameLocks noChangeAspect="1"/>
            </p:cNvGraphicFramePr>
            <p:nvPr/>
          </p:nvGraphicFramePr>
          <p:xfrm>
            <a:off x="2048" y="2343"/>
            <a:ext cx="2545" cy="526"/>
          </p:xfrm>
          <a:graphic>
            <a:graphicData uri="http://schemas.openxmlformats.org/presentationml/2006/ole">
              <mc:AlternateContent xmlns:mc="http://schemas.openxmlformats.org/markup-compatibility/2006">
                <mc:Choice xmlns:v="urn:schemas-microsoft-com:vml" Requires="v">
                  <p:oleObj spid="_x0000_s17" name="Equation" r:id="rId28" imgW="1713230" imgH="346710" progId="Equation.3">
                    <p:embed/>
                  </p:oleObj>
                </mc:Choice>
                <mc:Fallback>
                  <p:oleObj name="Equation" r:id="rId28" imgW="1713230" imgH="346710" progId="Equation.3">
                    <p:embed/>
                    <p:pic>
                      <p:nvPicPr>
                        <p:cNvPr id="0" name="Object 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048" y="2343"/>
                          <a:ext cx="2545" cy="526"/>
                        </a:xfrm>
                        <a:prstGeom prst="rect">
                          <a:avLst/>
                        </a:prstGeom>
                        <a:noFill/>
                        <a:ln>
                          <a:noFill/>
                        </a:ln>
                        <a:effec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417"/>
                                        </p:tgtEl>
                                        <p:attrNameLst>
                                          <p:attrName>style.visibility</p:attrName>
                                        </p:attrNameLst>
                                      </p:cBhvr>
                                      <p:to>
                                        <p:strVal val="visible"/>
                                      </p:to>
                                    </p:set>
                                    <p:animEffect transition="in" filter="blinds(horizontal)">
                                      <p:cBhvr>
                                        <p:cTn id="7" dur="500"/>
                                        <p:tgtEl>
                                          <p:spTgt spid="154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408"/>
                                        </p:tgtEl>
                                        <p:attrNameLst>
                                          <p:attrName>style.visibility</p:attrName>
                                        </p:attrNameLst>
                                      </p:cBhvr>
                                      <p:to>
                                        <p:strVal val="visible"/>
                                      </p:to>
                                    </p:set>
                                    <p:animEffect transition="in" filter="blinds(horizontal)">
                                      <p:cBhvr>
                                        <p:cTn id="12" dur="500"/>
                                        <p:tgtEl>
                                          <p:spTgt spid="1540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411"/>
                                        </p:tgtEl>
                                        <p:attrNameLst>
                                          <p:attrName>style.visibility</p:attrName>
                                        </p:attrNameLst>
                                      </p:cBhvr>
                                      <p:to>
                                        <p:strVal val="visible"/>
                                      </p:to>
                                    </p:set>
                                    <p:animEffect transition="in" filter="blinds(horizontal)">
                                      <p:cBhvr>
                                        <p:cTn id="17" dur="500"/>
                                        <p:tgtEl>
                                          <p:spTgt spid="154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423"/>
                                        </p:tgtEl>
                                        <p:attrNameLst>
                                          <p:attrName>style.visibility</p:attrName>
                                        </p:attrNameLst>
                                      </p:cBhvr>
                                      <p:to>
                                        <p:strVal val="visible"/>
                                      </p:to>
                                    </p:set>
                                    <p:animEffect transition="in" filter="blinds(horizontal)">
                                      <p:cBhvr>
                                        <p:cTn id="22" dur="500"/>
                                        <p:tgtEl>
                                          <p:spTgt spid="15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3078163" y="115888"/>
            <a:ext cx="3581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chemeClr val="bg1"/>
                </a:solidFill>
                <a:latin typeface="Times New Roman" panose="02020603050405020304" pitchFamily="18" charset="0"/>
              </a:rPr>
              <a:t>　对应原理</a:t>
            </a:r>
            <a:endParaRPr lang="zh-CN" altLang="en-US" sz="3200" b="1">
              <a:solidFill>
                <a:schemeClr val="bg1"/>
              </a:solidFill>
              <a:latin typeface="Times New Roman" panose="02020603050405020304" pitchFamily="18" charset="0"/>
            </a:endParaRPr>
          </a:p>
        </p:txBody>
      </p:sp>
      <p:sp>
        <p:nvSpPr>
          <p:cNvPr id="16387" name="Text Box 3"/>
          <p:cNvSpPr txBox="1">
            <a:spLocks noChangeArrowheads="1"/>
          </p:cNvSpPr>
          <p:nvPr/>
        </p:nvSpPr>
        <p:spPr bwMode="auto">
          <a:xfrm>
            <a:off x="533400" y="1143000"/>
            <a:ext cx="8077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在某些极限的条件下，量子规律可以转化为经典规律 </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grpSp>
        <p:nvGrpSpPr>
          <p:cNvPr id="17412" name="Group 4"/>
          <p:cNvGrpSpPr/>
          <p:nvPr/>
        </p:nvGrpSpPr>
        <p:grpSpPr bwMode="auto">
          <a:xfrm>
            <a:off x="381000" y="2971800"/>
            <a:ext cx="6705600" cy="1344613"/>
            <a:chOff x="240" y="2016"/>
            <a:chExt cx="4224" cy="847"/>
          </a:xfrm>
        </p:grpSpPr>
        <p:graphicFrame>
          <p:nvGraphicFramePr>
            <p:cNvPr id="16400" name="Object 5"/>
            <p:cNvGraphicFramePr>
              <a:graphicFrameLocks noChangeAspect="1"/>
            </p:cNvGraphicFramePr>
            <p:nvPr/>
          </p:nvGraphicFramePr>
          <p:xfrm>
            <a:off x="1344" y="2160"/>
            <a:ext cx="3120" cy="703"/>
          </p:xfrm>
          <a:graphic>
            <a:graphicData uri="http://schemas.openxmlformats.org/presentationml/2006/ole">
              <mc:AlternateContent xmlns:mc="http://schemas.openxmlformats.org/markup-compatibility/2006">
                <mc:Choice xmlns:v="urn:schemas-microsoft-com:vml" Requires="v">
                  <p:oleObj spid="_x0000_s0" name="Equation" r:id="rId1" imgW="2191385" imgH="478155" progId="Equation.3">
                    <p:embed/>
                  </p:oleObj>
                </mc:Choice>
                <mc:Fallback>
                  <p:oleObj name="Equation" r:id="rId1" imgW="2191385" imgH="478155"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4" y="2160"/>
                          <a:ext cx="3120" cy="7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01" name="Text Box 6"/>
            <p:cNvSpPr txBox="1">
              <a:spLocks noChangeArrowheads="1"/>
            </p:cNvSpPr>
            <p:nvPr/>
          </p:nvSpPr>
          <p:spPr bwMode="auto">
            <a:xfrm>
              <a:off x="240" y="2016"/>
              <a:ext cx="33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3"/>
                </a:buBlip>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势阱中相邻能级之差</a:t>
              </a:r>
              <a:endParaRPr lang="zh-CN" altLang="en-US" sz="2800" b="1">
                <a:solidFill>
                  <a:srgbClr val="003366"/>
                </a:solidFill>
                <a:latin typeface="Times New Roman" panose="02020603050405020304" pitchFamily="18" charset="0"/>
              </a:endParaRPr>
            </a:p>
          </p:txBody>
        </p:sp>
      </p:grpSp>
      <p:graphicFrame>
        <p:nvGraphicFramePr>
          <p:cNvPr id="17415" name="Object 7"/>
          <p:cNvGraphicFramePr>
            <a:graphicFrameLocks noChangeAspect="1"/>
          </p:cNvGraphicFramePr>
          <p:nvPr/>
        </p:nvGraphicFramePr>
        <p:xfrm>
          <a:off x="2438400" y="4267200"/>
          <a:ext cx="3429000" cy="581025"/>
        </p:xfrm>
        <a:graphic>
          <a:graphicData uri="http://schemas.openxmlformats.org/presentationml/2006/ole">
            <mc:AlternateContent xmlns:mc="http://schemas.openxmlformats.org/markup-compatibility/2006">
              <mc:Choice xmlns:v="urn:schemas-microsoft-com:vml" Requires="v">
                <p:oleObj spid="_x0000_s2" name="公式" r:id="rId4" imgW="1056005" imgH="220980" progId="Equation.3">
                  <p:embed/>
                </p:oleObj>
              </mc:Choice>
              <mc:Fallback>
                <p:oleObj name="公式" r:id="rId4" imgW="1056005" imgH="22098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4267200"/>
                        <a:ext cx="34290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416" name="Group 8"/>
          <p:cNvGrpSpPr/>
          <p:nvPr/>
        </p:nvGrpSpPr>
        <p:grpSpPr bwMode="auto">
          <a:xfrm>
            <a:off x="914400" y="1828800"/>
            <a:ext cx="7239000" cy="1173163"/>
            <a:chOff x="384" y="2508"/>
            <a:chExt cx="4560" cy="739"/>
          </a:xfrm>
        </p:grpSpPr>
        <p:sp>
          <p:nvSpPr>
            <p:cNvPr id="17417" name="Text Box 9"/>
            <p:cNvSpPr txBox="1">
              <a:spLocks noChangeArrowheads="1"/>
            </p:cNvSpPr>
            <p:nvPr/>
          </p:nvSpPr>
          <p:spPr bwMode="auto">
            <a:xfrm>
              <a:off x="384" y="2736"/>
              <a:ext cx="912" cy="33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ln>
            <a:effectLst/>
          </p:spPr>
          <p:txBody>
            <a:bodyPr>
              <a:spAutoFit/>
            </a:bodyPr>
            <a:lstStyle/>
            <a:p>
              <a:pPr algn="ctr" eaLnBrk="1" hangingPunct="1">
                <a:spcBef>
                  <a:spcPct val="50000"/>
                </a:spcBef>
                <a:defRPr/>
              </a:pPr>
              <a:r>
                <a:rPr lang="zh-CN" altLang="en-US" sz="2800" b="1">
                  <a:solidFill>
                    <a:srgbClr val="003366"/>
                  </a:solidFill>
                  <a:latin typeface="Times New Roman" panose="02020603050405020304" pitchFamily="18" charset="0"/>
                </a:rPr>
                <a:t>能量</a:t>
              </a:r>
              <a:endParaRPr lang="zh-CN" altLang="en-US" sz="2800" b="1">
                <a:solidFill>
                  <a:srgbClr val="003366"/>
                </a:solidFill>
                <a:latin typeface="Times New Roman" panose="02020603050405020304" pitchFamily="18" charset="0"/>
              </a:endParaRPr>
            </a:p>
          </p:txBody>
        </p:sp>
        <p:graphicFrame>
          <p:nvGraphicFramePr>
            <p:cNvPr id="16399" name="Object 10"/>
            <p:cNvGraphicFramePr>
              <a:graphicFrameLocks noChangeAspect="1"/>
            </p:cNvGraphicFramePr>
            <p:nvPr/>
          </p:nvGraphicFramePr>
          <p:xfrm>
            <a:off x="1890" y="2508"/>
            <a:ext cx="3054" cy="739"/>
          </p:xfrm>
          <a:graphic>
            <a:graphicData uri="http://schemas.openxmlformats.org/presentationml/2006/ole">
              <mc:AlternateContent xmlns:mc="http://schemas.openxmlformats.org/markup-compatibility/2006">
                <mc:Choice xmlns:v="urn:schemas-microsoft-com:vml" Requires="v">
                  <p:oleObj spid="_x0000_s3" name="Equation" r:id="rId6" imgW="2070735" imgH="478155" progId="Equation.3">
                    <p:embed/>
                  </p:oleObj>
                </mc:Choice>
                <mc:Fallback>
                  <p:oleObj name="Equation" r:id="rId6" imgW="2070735" imgH="478155"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0" y="2508"/>
                          <a:ext cx="3054" cy="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19" name="Group 11"/>
          <p:cNvGrpSpPr/>
          <p:nvPr/>
        </p:nvGrpSpPr>
        <p:grpSpPr bwMode="auto">
          <a:xfrm>
            <a:off x="304800" y="4762500"/>
            <a:ext cx="7772400" cy="1085850"/>
            <a:chOff x="192" y="3000"/>
            <a:chExt cx="4896" cy="684"/>
          </a:xfrm>
        </p:grpSpPr>
        <p:sp>
          <p:nvSpPr>
            <p:cNvPr id="16396" name="Text Box 12"/>
            <p:cNvSpPr txBox="1">
              <a:spLocks noChangeArrowheads="1"/>
            </p:cNvSpPr>
            <p:nvPr/>
          </p:nvSpPr>
          <p:spPr bwMode="auto">
            <a:xfrm>
              <a:off x="192" y="3168"/>
              <a:ext cx="249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3"/>
                </a:buBlip>
              </a:pPr>
              <a:r>
                <a:rPr lang="en-US" altLang="zh-CN" sz="2800" b="1">
                  <a:solidFill>
                    <a:srgbClr val="003366"/>
                  </a:solidFill>
                  <a:latin typeface="Times New Roman" panose="02020603050405020304" pitchFamily="18" charset="0"/>
                </a:rPr>
                <a:t>    </a:t>
              </a:r>
              <a:r>
                <a:rPr lang="zh-CN" altLang="en-US" sz="2800" b="1">
                  <a:solidFill>
                    <a:srgbClr val="003366"/>
                  </a:solidFill>
                  <a:latin typeface="Times New Roman" panose="02020603050405020304" pitchFamily="18" charset="0"/>
                </a:rPr>
                <a:t>能级相对间隔</a:t>
              </a:r>
              <a:endParaRPr lang="zh-CN" altLang="en-US" sz="2400" b="1">
                <a:solidFill>
                  <a:srgbClr val="003366"/>
                </a:solidFill>
                <a:latin typeface="Times New Roman" panose="02020603050405020304" pitchFamily="18" charset="0"/>
              </a:endParaRPr>
            </a:p>
          </p:txBody>
        </p:sp>
        <p:graphicFrame>
          <p:nvGraphicFramePr>
            <p:cNvPr id="16397" name="Object 13"/>
            <p:cNvGraphicFramePr>
              <a:graphicFrameLocks noChangeAspect="1"/>
            </p:cNvGraphicFramePr>
            <p:nvPr/>
          </p:nvGraphicFramePr>
          <p:xfrm>
            <a:off x="2215" y="3000"/>
            <a:ext cx="2873" cy="684"/>
          </p:xfrm>
          <a:graphic>
            <a:graphicData uri="http://schemas.openxmlformats.org/presentationml/2006/ole">
              <mc:AlternateContent xmlns:mc="http://schemas.openxmlformats.org/markup-compatibility/2006">
                <mc:Choice xmlns:v="urn:schemas-microsoft-com:vml" Requires="v">
                  <p:oleObj spid="_x0000_s4" name="Equation" r:id="rId8" imgW="2138680" imgH="494030" progId="Equation.3">
                    <p:embed/>
                  </p:oleObj>
                </mc:Choice>
                <mc:Fallback>
                  <p:oleObj name="Equation" r:id="rId8" imgW="2138680" imgH="49403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15" y="3000"/>
                          <a:ext cx="2873" cy="6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22" name="Group 14"/>
          <p:cNvGrpSpPr/>
          <p:nvPr/>
        </p:nvGrpSpPr>
        <p:grpSpPr bwMode="auto">
          <a:xfrm>
            <a:off x="304800" y="5943600"/>
            <a:ext cx="8839200" cy="609600"/>
            <a:chOff x="192" y="3648"/>
            <a:chExt cx="5568" cy="384"/>
          </a:xfrm>
        </p:grpSpPr>
        <p:sp>
          <p:nvSpPr>
            <p:cNvPr id="16393" name="Text Box 15"/>
            <p:cNvSpPr txBox="1">
              <a:spLocks noChangeArrowheads="1"/>
            </p:cNvSpPr>
            <p:nvPr/>
          </p:nvSpPr>
          <p:spPr bwMode="auto">
            <a:xfrm>
              <a:off x="192" y="3648"/>
              <a:ext cx="55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latin typeface="Times New Roman" panose="02020603050405020304" pitchFamily="18" charset="0"/>
                </a:rPr>
                <a:t>当               时，                           ，能量视为连续变化</a:t>
              </a:r>
              <a:r>
                <a:rPr lang="en-US" altLang="zh-CN" sz="2800" b="1">
                  <a:solidFill>
                    <a:srgbClr val="003366"/>
                  </a:solidFill>
                  <a:latin typeface="Times New Roman" panose="02020603050405020304" pitchFamily="18" charset="0"/>
                </a:rPr>
                <a:t>.</a:t>
              </a:r>
              <a:endParaRPr lang="en-US" altLang="zh-CN" sz="2800" b="1">
                <a:solidFill>
                  <a:srgbClr val="003366"/>
                </a:solidFill>
                <a:latin typeface="Times New Roman" panose="02020603050405020304" pitchFamily="18" charset="0"/>
              </a:endParaRPr>
            </a:p>
          </p:txBody>
        </p:sp>
        <p:graphicFrame>
          <p:nvGraphicFramePr>
            <p:cNvPr id="16394" name="Object 16"/>
            <p:cNvGraphicFramePr>
              <a:graphicFrameLocks noChangeAspect="1"/>
            </p:cNvGraphicFramePr>
            <p:nvPr/>
          </p:nvGraphicFramePr>
          <p:xfrm>
            <a:off x="480" y="3696"/>
            <a:ext cx="816" cy="241"/>
          </p:xfrm>
          <a:graphic>
            <a:graphicData uri="http://schemas.openxmlformats.org/presentationml/2006/ole">
              <mc:AlternateContent xmlns:mc="http://schemas.openxmlformats.org/markup-compatibility/2006">
                <mc:Choice xmlns:v="urn:schemas-microsoft-com:vml" Requires="v">
                  <p:oleObj spid="_x0000_s5" name="Equation" r:id="rId10" imgW="483235" imgH="126365" progId="Equation.3">
                    <p:embed/>
                  </p:oleObj>
                </mc:Choice>
                <mc:Fallback>
                  <p:oleObj name="Equation" r:id="rId10" imgW="483235" imgH="126365"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0" y="3696"/>
                          <a:ext cx="816" cy="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5" name="Object 17"/>
            <p:cNvGraphicFramePr>
              <a:graphicFrameLocks noChangeAspect="1"/>
            </p:cNvGraphicFramePr>
            <p:nvPr/>
          </p:nvGraphicFramePr>
          <p:xfrm>
            <a:off x="1680" y="3672"/>
            <a:ext cx="1536" cy="360"/>
          </p:xfrm>
          <a:graphic>
            <a:graphicData uri="http://schemas.openxmlformats.org/presentationml/2006/ole">
              <mc:AlternateContent xmlns:mc="http://schemas.openxmlformats.org/markup-compatibility/2006">
                <mc:Choice xmlns:v="urn:schemas-microsoft-com:vml" Requires="v">
                  <p:oleObj spid="_x0000_s6" name="Equation" r:id="rId12" imgW="1045845" imgH="220980" progId="Equation.3">
                    <p:embed/>
                  </p:oleObj>
                </mc:Choice>
                <mc:Fallback>
                  <p:oleObj name="Equation" r:id="rId12" imgW="1045845" imgH="220980"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80" y="3672"/>
                          <a:ext cx="1536"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6"/>
                                        </p:tgtEl>
                                        <p:attrNameLst>
                                          <p:attrName>style.visibility</p:attrName>
                                        </p:attrNameLst>
                                      </p:cBhvr>
                                      <p:to>
                                        <p:strVal val="visible"/>
                                      </p:to>
                                    </p:set>
                                    <p:animEffect transition="in" filter="blinds(horizontal)">
                                      <p:cBhvr>
                                        <p:cTn id="7" dur="500"/>
                                        <p:tgtEl>
                                          <p:spTgt spid="174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12"/>
                                        </p:tgtEl>
                                        <p:attrNameLst>
                                          <p:attrName>style.visibility</p:attrName>
                                        </p:attrNameLst>
                                      </p:cBhvr>
                                      <p:to>
                                        <p:strVal val="visible"/>
                                      </p:to>
                                    </p:set>
                                    <p:animEffect transition="in" filter="blinds(horizontal)">
                                      <p:cBhvr>
                                        <p:cTn id="12" dur="500"/>
                                        <p:tgtEl>
                                          <p:spTgt spid="174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415"/>
                                        </p:tgtEl>
                                        <p:attrNameLst>
                                          <p:attrName>style.visibility</p:attrName>
                                        </p:attrNameLst>
                                      </p:cBhvr>
                                      <p:to>
                                        <p:strVal val="visible"/>
                                      </p:to>
                                    </p:set>
                                    <p:animEffect transition="in" filter="blinds(horizontal)">
                                      <p:cBhvr>
                                        <p:cTn id="17" dur="500"/>
                                        <p:tgtEl>
                                          <p:spTgt spid="174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419"/>
                                        </p:tgtEl>
                                        <p:attrNameLst>
                                          <p:attrName>style.visibility</p:attrName>
                                        </p:attrNameLst>
                                      </p:cBhvr>
                                      <p:to>
                                        <p:strVal val="visible"/>
                                      </p:to>
                                    </p:set>
                                    <p:animEffect transition="in" filter="blinds(horizontal)">
                                      <p:cBhvr>
                                        <p:cTn id="22" dur="500"/>
                                        <p:tgtEl>
                                          <p:spTgt spid="1741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422"/>
                                        </p:tgtEl>
                                        <p:attrNameLst>
                                          <p:attrName>style.visibility</p:attrName>
                                        </p:attrNameLst>
                                      </p:cBhvr>
                                      <p:to>
                                        <p:strVal val="visible"/>
                                      </p:to>
                                    </p:set>
                                    <p:animEffect transition="in" filter="blinds(horizontal)">
                                      <p:cBhvr>
                                        <p:cTn id="27" dur="500"/>
                                        <p:tgtEl>
                                          <p:spTgt spid="17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文本框 1"/>
          <p:cNvSpPr txBox="1">
            <a:spLocks noChangeArrowheads="1"/>
          </p:cNvSpPr>
          <p:nvPr/>
        </p:nvSpPr>
        <p:spPr bwMode="auto">
          <a:xfrm>
            <a:off x="3348038" y="117475"/>
            <a:ext cx="20462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典型例题</a:t>
            </a:r>
            <a:endParaRPr lang="zh-CN" altLang="en-US">
              <a:solidFill>
                <a:schemeClr val="bg1"/>
              </a:solidFill>
            </a:endParaRPr>
          </a:p>
        </p:txBody>
      </p:sp>
      <mc:AlternateContent xmlns:mc="http://schemas.openxmlformats.org/markup-compatibility/2006">
        <mc:Choice xmlns:a14="http://schemas.microsoft.com/office/drawing/2010/main" Requires="a14">
          <p:sp>
            <p:nvSpPr>
              <p:cNvPr id="2" name="文本框 1"/>
              <p:cNvSpPr txBox="1"/>
              <p:nvPr/>
            </p:nvSpPr>
            <p:spPr>
              <a:xfrm>
                <a:off x="431540" y="1268760"/>
                <a:ext cx="8280920" cy="5352427"/>
              </a:xfrm>
              <a:prstGeom prst="rect">
                <a:avLst/>
              </a:prstGeom>
              <a:noFill/>
            </p:spPr>
            <p:txBody>
              <a:bodyPr wrap="square" rtlCol="0">
                <a:spAutoFit/>
              </a:bodyPr>
              <a:lstStyle/>
              <a:p>
                <a:pPr>
                  <a:lnSpc>
                    <a:spcPct val="125000"/>
                  </a:lnSpc>
                </a:pPr>
                <a:r>
                  <a:rPr lang="zh-CN" altLang="en-US" sz="2800" dirty="0"/>
                  <a:t>一维无限深势阱中运动的微观粒子，其波函数满足</a:t>
                </a:r>
                <a:endParaRPr lang="en-US" altLang="zh-CN" sz="2800" dirty="0"/>
              </a:p>
              <a:p>
                <a:pPr>
                  <a:lnSpc>
                    <a:spcPct val="125000"/>
                  </a:lnSpc>
                </a:pPr>
                <a14:m>
                  <m:oMathPara xmlns:m="http://schemas.openxmlformats.org/officeDocument/2006/math">
                    <m:oMathParaPr>
                      <m:jc m:val="centerGroup"/>
                    </m:oMathParaPr>
                    <m:oMath xmlns:m="http://schemas.openxmlformats.org/officeDocument/2006/math">
                      <m:r>
                        <a:rPr lang="zh-CN" altLang="en-US" sz="2800" b="1" i="1" smtClean="0">
                          <a:latin typeface="Cambria Math" panose="02040503050406030204" pitchFamily="18" charset="0"/>
                        </a:rPr>
                        <m:t>𝝍</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𝒙</m:t>
                      </m:r>
                      <m:r>
                        <a:rPr lang="en-US" altLang="zh-CN" sz="2800" b="1" i="1" smtClean="0">
                          <a:latin typeface="Cambria Math" panose="02040503050406030204" pitchFamily="18" charset="0"/>
                        </a:rPr>
                        <m:t>)=</m:t>
                      </m:r>
                      <m:d>
                        <m:dPr>
                          <m:begChr m:val="{"/>
                          <m:endChr m:val=""/>
                          <m:ctrlPr>
                            <a:rPr lang="en-US" altLang="zh-CN" sz="2800" b="1" i="1" smtClean="0">
                              <a:latin typeface="Cambria Math" panose="02040503050406030204" pitchFamily="18" charset="0"/>
                            </a:rPr>
                          </m:ctrlPr>
                        </m:dPr>
                        <m:e>
                          <m:eqArr>
                            <m:eqArrPr>
                              <m:ctrlPr>
                                <a:rPr lang="en-US" altLang="zh-CN" sz="2800" i="1">
                                  <a:latin typeface="Cambria Math" panose="02040503050406030204" pitchFamily="18" charset="0"/>
                                </a:rPr>
                              </m:ctrlPr>
                            </m:eqArrPr>
                            <m:e>
                              <m:r>
                                <a:rPr lang="en-US" altLang="zh-CN" sz="2800" i="1">
                                  <a:latin typeface="Cambria Math" panose="02040503050406030204" pitchFamily="18" charset="0"/>
                                </a:rPr>
                                <m:t>𝑨𝒔𝒊𝒏</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𝒏</m:t>
                                  </m:r>
                                  <m:r>
                                    <a:rPr lang="zh-CN" altLang="en-US" sz="2800" i="1">
                                      <a:latin typeface="Cambria Math" panose="02040503050406030204" pitchFamily="18" charset="0"/>
                                    </a:rPr>
                                    <m:t>𝝅</m:t>
                                  </m:r>
                                  <m:r>
                                    <a:rPr lang="en-US" altLang="zh-CN" sz="2800" i="1">
                                      <a:latin typeface="Cambria Math" panose="02040503050406030204" pitchFamily="18" charset="0"/>
                                    </a:rPr>
                                    <m:t>𝒙</m:t>
                                  </m:r>
                                </m:num>
                                <m:den>
                                  <m:r>
                                    <a:rPr lang="en-US" altLang="zh-CN" sz="2800" i="1">
                                      <a:latin typeface="Cambria Math" panose="02040503050406030204" pitchFamily="18" charset="0"/>
                                    </a:rPr>
                                    <m:t>𝒂</m:t>
                                  </m:r>
                                </m:den>
                              </m:f>
                              <m:r>
                                <a:rPr lang="en-US" altLang="zh-CN" sz="2800" i="1">
                                  <a:latin typeface="Cambria Math" panose="02040503050406030204" pitchFamily="18" charset="0"/>
                                </a:rPr>
                                <m:t>, (</m:t>
                              </m:r>
                              <m:r>
                                <a:rPr lang="en-US" altLang="zh-CN" sz="2800" i="1">
                                  <a:latin typeface="Cambria Math" panose="02040503050406030204" pitchFamily="18" charset="0"/>
                                </a:rPr>
                                <m:t>𝟎</m:t>
                              </m:r>
                              <m:r>
                                <a:rPr lang="en-US" altLang="zh-CN" sz="2800" i="1">
                                  <a:latin typeface="Cambria Math" panose="02040503050406030204" pitchFamily="18" charset="0"/>
                                  <a:ea typeface="Cambria Math" panose="02040503050406030204" pitchFamily="18" charset="0"/>
                                </a:rPr>
                                <m:t>&lt;</m:t>
                              </m:r>
                              <m:r>
                                <a:rPr lang="en-US" altLang="zh-CN" sz="2800" i="1">
                                  <a:latin typeface="Cambria Math" panose="02040503050406030204" pitchFamily="18" charset="0"/>
                                  <a:ea typeface="Cambria Math" panose="02040503050406030204" pitchFamily="18" charset="0"/>
                                </a:rPr>
                                <m:t>𝒙</m:t>
                              </m:r>
                              <m:r>
                                <a:rPr lang="en-US" altLang="zh-CN" sz="2800" i="1">
                                  <a:latin typeface="Cambria Math" panose="02040503050406030204" pitchFamily="18" charset="0"/>
                                  <a:ea typeface="Cambria Math" panose="02040503050406030204" pitchFamily="18" charset="0"/>
                                </a:rPr>
                                <m:t>&lt;</m:t>
                              </m:r>
                              <m:r>
                                <a:rPr lang="en-US" altLang="zh-CN" sz="2800" i="1">
                                  <a:latin typeface="Cambria Math" panose="02040503050406030204" pitchFamily="18" charset="0"/>
                                  <a:ea typeface="Cambria Math" panose="02040503050406030204" pitchFamily="18" charset="0"/>
                                </a:rPr>
                                <m:t>𝒂</m:t>
                              </m:r>
                              <m:r>
                                <a:rPr lang="en-US" altLang="zh-CN" sz="2800" b="1" i="1" smtClean="0">
                                  <a:latin typeface="Cambria Math" panose="02040503050406030204" pitchFamily="18" charset="0"/>
                                  <a:ea typeface="Cambria Math" panose="02040503050406030204" pitchFamily="18" charset="0"/>
                                </a:rPr>
                                <m:t>)</m:t>
                              </m:r>
                            </m:e>
                            <m:e>
                              <m:r>
                                <a:rPr lang="en-US" altLang="zh-CN" sz="2800" b="1" i="1" smtClean="0">
                                  <a:latin typeface="Cambria Math" panose="02040503050406030204" pitchFamily="18" charset="0"/>
                                  <a:ea typeface="Cambria Math" panose="02040503050406030204" pitchFamily="18" charset="0"/>
                                </a:rPr>
                                <m:t>𝟎</m:t>
                              </m:r>
                              <m:r>
                                <a:rPr lang="en-US" altLang="zh-CN" sz="2800" b="1" i="1" smtClean="0">
                                  <a:latin typeface="Cambria Math" panose="02040503050406030204" pitchFamily="18" charset="0"/>
                                  <a:ea typeface="Cambria Math" panose="02040503050406030204" pitchFamily="18" charset="0"/>
                                </a:rPr>
                                <m:t>      ,  </m:t>
                              </m:r>
                              <m:r>
                                <a:rPr lang="en-US" altLang="zh-CN" sz="2800" b="1" i="1" smtClean="0">
                                  <a:latin typeface="Cambria Math" panose="02040503050406030204" pitchFamily="18" charset="0"/>
                                  <a:ea typeface="Cambria Math" panose="02040503050406030204" pitchFamily="18" charset="0"/>
                                </a:rPr>
                                <m:t>𝒙</m:t>
                              </m:r>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𝟎</m:t>
                              </m:r>
                              <m:r>
                                <a:rPr lang="zh-CN" altLang="en-US" sz="2800" i="1">
                                  <a:latin typeface="Cambria Math" panose="02040503050406030204" pitchFamily="18" charset="0"/>
                                  <a:ea typeface="Cambria Math" panose="02040503050406030204" pitchFamily="18" charset="0"/>
                                </a:rPr>
                                <m:t>及</m:t>
                              </m:r>
                              <m:r>
                                <a:rPr lang="en-US" altLang="zh-CN" sz="2800" b="1" i="1" smtClean="0">
                                  <a:latin typeface="Cambria Math" panose="02040503050406030204" pitchFamily="18" charset="0"/>
                                  <a:ea typeface="Cambria Math" panose="02040503050406030204" pitchFamily="18" charset="0"/>
                                </a:rPr>
                                <m:t>𝒙</m:t>
                              </m:r>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𝒂</m:t>
                              </m:r>
                            </m:e>
                          </m:eqArr>
                        </m:e>
                      </m:d>
                    </m:oMath>
                  </m:oMathPara>
                </a14:m>
                <a:endParaRPr lang="en-US" altLang="zh-CN" sz="2800" dirty="0"/>
              </a:p>
              <a:p>
                <a:pPr>
                  <a:lnSpc>
                    <a:spcPct val="125000"/>
                  </a:lnSpc>
                </a:pPr>
                <a:r>
                  <a:rPr lang="zh-CN" altLang="en-US" sz="2800" dirty="0"/>
                  <a:t>其中</a:t>
                </a:r>
                <a:r>
                  <a:rPr lang="en-US" altLang="zh-CN" sz="2800" i="1" dirty="0"/>
                  <a:t>a</a:t>
                </a:r>
                <a:r>
                  <a:rPr lang="zh-CN" altLang="en-US" sz="2800" dirty="0"/>
                  <a:t>为势阱宽度，</a:t>
                </a:r>
                <a:r>
                  <a:rPr lang="en-US" altLang="zh-CN" sz="2800" i="1" dirty="0"/>
                  <a:t>n</a:t>
                </a:r>
                <a:r>
                  <a:rPr lang="zh-CN" altLang="en-US" sz="2800" dirty="0"/>
                  <a:t>为自然数，</a:t>
                </a:r>
                <a:r>
                  <a:rPr lang="en-US" altLang="zh-CN" sz="2800" i="1" dirty="0"/>
                  <a:t>A</a:t>
                </a:r>
                <a:r>
                  <a:rPr lang="zh-CN" altLang="en-US" sz="2800" dirty="0"/>
                  <a:t>为待定系数。</a:t>
                </a:r>
                <a:endParaRPr lang="en-US" altLang="zh-CN" sz="2800" dirty="0"/>
              </a:p>
              <a:p>
                <a:pPr>
                  <a:lnSpc>
                    <a:spcPct val="125000"/>
                  </a:lnSpc>
                </a:pPr>
                <a:r>
                  <a:rPr lang="zh-CN" altLang="en-US" sz="2800" dirty="0"/>
                  <a:t>（</a:t>
                </a:r>
                <a:r>
                  <a:rPr lang="en-US" altLang="zh-CN" sz="2800" dirty="0"/>
                  <a:t>1</a:t>
                </a:r>
                <a:r>
                  <a:rPr lang="zh-CN" altLang="en-US" sz="2800" dirty="0"/>
                  <a:t>）求归一化系数</a:t>
                </a:r>
                <a:r>
                  <a:rPr lang="en-US" altLang="zh-CN" sz="2800" i="1" dirty="0"/>
                  <a:t>A</a:t>
                </a:r>
                <a:r>
                  <a:rPr lang="zh-CN" altLang="en-US" sz="2800" dirty="0"/>
                  <a:t>；</a:t>
                </a:r>
                <a:endParaRPr lang="en-US" altLang="zh-CN" sz="2800" dirty="0"/>
              </a:p>
              <a:p>
                <a:pPr>
                  <a:lnSpc>
                    <a:spcPct val="125000"/>
                  </a:lnSpc>
                </a:pPr>
                <a:r>
                  <a:rPr lang="zh-CN" altLang="en-US" sz="2800" dirty="0"/>
                  <a:t>（</a:t>
                </a:r>
                <a:r>
                  <a:rPr lang="en-US" altLang="zh-CN" sz="2800" dirty="0"/>
                  <a:t>2</a:t>
                </a:r>
                <a:r>
                  <a:rPr lang="zh-CN" altLang="en-US" sz="2800" dirty="0"/>
                  <a:t>）当</a:t>
                </a:r>
                <a:r>
                  <a:rPr lang="en-US" altLang="zh-CN" sz="2800" i="1" dirty="0"/>
                  <a:t>n</a:t>
                </a:r>
                <a:r>
                  <a:rPr lang="en-US" altLang="zh-CN" sz="2800" dirty="0"/>
                  <a:t>=2</a:t>
                </a:r>
                <a:r>
                  <a:rPr lang="zh-CN" altLang="en-US" sz="2800" dirty="0"/>
                  <a:t>时，求粒子在</a:t>
                </a:r>
                <a14:m>
                  <m:oMath xmlns:m="http://schemas.openxmlformats.org/officeDocument/2006/math">
                    <m:r>
                      <a:rPr lang="en-US" altLang="zh-CN" sz="2800" b="1" i="1" smtClean="0">
                        <a:latin typeface="Cambria Math" panose="02040503050406030204" pitchFamily="18" charset="0"/>
                      </a:rPr>
                      <m:t>𝒙</m:t>
                    </m:r>
                    <m:r>
                      <a:rPr lang="en-US" altLang="zh-CN" sz="2800" b="1" i="1" smtClean="0">
                        <a:latin typeface="Cambria Math" panose="02040503050406030204" pitchFamily="18" charset="0"/>
                      </a:rPr>
                      <m:t>=</m:t>
                    </m:r>
                    <m:f>
                      <m:fPr>
                        <m:ctrlPr>
                          <a:rPr lang="en-US" altLang="zh-CN" sz="2800" b="1" i="1" smtClean="0">
                            <a:latin typeface="Cambria Math" panose="02040503050406030204" pitchFamily="18" charset="0"/>
                          </a:rPr>
                        </m:ctrlPr>
                      </m:fPr>
                      <m:num>
                        <m:r>
                          <a:rPr lang="en-US" altLang="zh-CN" sz="2800" b="1" i="1" smtClean="0">
                            <a:latin typeface="Cambria Math" panose="02040503050406030204" pitchFamily="18" charset="0"/>
                          </a:rPr>
                          <m:t>𝒂</m:t>
                        </m:r>
                      </m:num>
                      <m:den>
                        <m:r>
                          <a:rPr lang="en-US" altLang="zh-CN" sz="2800" b="1" i="1" smtClean="0">
                            <a:latin typeface="Cambria Math" panose="02040503050406030204" pitchFamily="18" charset="0"/>
                          </a:rPr>
                          <m:t>𝟖</m:t>
                        </m:r>
                      </m:den>
                    </m:f>
                  </m:oMath>
                </a14:m>
                <a:r>
                  <a:rPr lang="zh-CN" altLang="en-US" sz="2800" dirty="0"/>
                  <a:t>处的概率密度；</a:t>
                </a:r>
                <a:endParaRPr lang="en-US" altLang="zh-CN" sz="2800" dirty="0"/>
              </a:p>
              <a:p>
                <a:pPr>
                  <a:lnSpc>
                    <a:spcPct val="125000"/>
                  </a:lnSpc>
                </a:pPr>
                <a:r>
                  <a:rPr lang="zh-CN" altLang="en-US" sz="2800" dirty="0"/>
                  <a:t>（</a:t>
                </a:r>
                <a:r>
                  <a:rPr lang="en-US" altLang="zh-CN" sz="2800" dirty="0"/>
                  <a:t>3</a:t>
                </a:r>
                <a:r>
                  <a:rPr lang="zh-CN" altLang="en-US" sz="2800" dirty="0"/>
                  <a:t>）</a:t>
                </a:r>
                <a:r>
                  <a:rPr lang="en-US" altLang="zh-CN" sz="2800" i="1" dirty="0"/>
                  <a:t>n</a:t>
                </a:r>
                <a:r>
                  <a:rPr lang="en-US" altLang="zh-CN" sz="2800" dirty="0"/>
                  <a:t>=3</a:t>
                </a:r>
                <a:r>
                  <a:rPr lang="zh-CN" altLang="en-US" sz="2800" dirty="0"/>
                  <a:t>时，求粒子处于</a:t>
                </a:r>
                <a14:m>
                  <m:oMath xmlns:m="http://schemas.openxmlformats.org/officeDocument/2006/math">
                    <m:r>
                      <a:rPr lang="en-US" altLang="zh-CN" sz="2800" b="1" i="1" smtClean="0">
                        <a:latin typeface="Cambria Math" panose="02040503050406030204" pitchFamily="18" charset="0"/>
                      </a:rPr>
                      <m:t>𝟎</m:t>
                    </m:r>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𝒙</m:t>
                    </m:r>
                    <m:r>
                      <a:rPr lang="en-US" altLang="zh-CN" sz="2800" b="1" i="1" smtClean="0">
                        <a:latin typeface="Cambria Math" panose="02040503050406030204" pitchFamily="18" charset="0"/>
                        <a:ea typeface="Cambria Math" panose="02040503050406030204" pitchFamily="18" charset="0"/>
                      </a:rPr>
                      <m:t>≤</m:t>
                    </m:r>
                    <m:f>
                      <m:fPr>
                        <m:ctrlPr>
                          <a:rPr lang="en-US" altLang="zh-CN" sz="2800" b="1" i="1" smtClean="0">
                            <a:latin typeface="Cambria Math" panose="02040503050406030204" pitchFamily="18" charset="0"/>
                            <a:ea typeface="Cambria Math" panose="02040503050406030204" pitchFamily="18" charset="0"/>
                          </a:rPr>
                        </m:ctrlPr>
                      </m:fPr>
                      <m:num>
                        <m:r>
                          <a:rPr lang="en-US" altLang="zh-CN" sz="2800" b="1" i="1" smtClean="0">
                            <a:latin typeface="Cambria Math" panose="02040503050406030204" pitchFamily="18" charset="0"/>
                            <a:ea typeface="Cambria Math" panose="02040503050406030204" pitchFamily="18" charset="0"/>
                          </a:rPr>
                          <m:t>𝒂</m:t>
                        </m:r>
                      </m:num>
                      <m:den>
                        <m:r>
                          <a:rPr lang="en-US" altLang="zh-CN" sz="2800" b="1" i="1" smtClean="0">
                            <a:latin typeface="Cambria Math" panose="02040503050406030204" pitchFamily="18" charset="0"/>
                            <a:ea typeface="Cambria Math" panose="02040503050406030204" pitchFamily="18" charset="0"/>
                          </a:rPr>
                          <m:t>𝟑</m:t>
                        </m:r>
                      </m:den>
                    </m:f>
                  </m:oMath>
                </a14:m>
                <a:r>
                  <a:rPr lang="zh-CN" altLang="en-US" sz="2800" dirty="0"/>
                  <a:t>区间的概率。</a:t>
                </a:r>
                <a:endParaRPr lang="en-US" altLang="zh-CN" sz="2800" dirty="0"/>
              </a:p>
              <a:p>
                <a:pPr>
                  <a:lnSpc>
                    <a:spcPct val="125000"/>
                  </a:lnSpc>
                </a:pPr>
                <a:endParaRPr lang="zh-CN" altLang="en-US" sz="2800" dirty="0"/>
              </a:p>
            </p:txBody>
          </p:sp>
        </mc:Choice>
        <mc:Fallback>
          <p:sp>
            <p:nvSpPr>
              <p:cNvPr id="2" name="文本框 1"/>
              <p:cNvSpPr txBox="1">
                <a:spLocks noRot="1" noChangeAspect="1" noMove="1" noResize="1" noEditPoints="1" noAdjustHandles="1" noChangeArrowheads="1" noChangeShapeType="1" noTextEdit="1"/>
              </p:cNvSpPr>
              <p:nvPr/>
            </p:nvSpPr>
            <p:spPr>
              <a:xfrm>
                <a:off x="431540" y="1268760"/>
                <a:ext cx="8280920" cy="5352427"/>
              </a:xfrm>
              <a:prstGeom prst="rect">
                <a:avLst/>
              </a:prstGeom>
              <a:blipFill rotWithShape="1">
                <a:blip r:embed="rId1"/>
                <a:stretch>
                  <a:fillRect l="-5" t="-1" r="3" b="1"/>
                </a:stretch>
              </a:blipFill>
            </p:spPr>
            <p:txBody>
              <a:bodyPr/>
              <a:lstStyle/>
              <a:p>
                <a:r>
                  <a:rPr lang="zh-CN" altLang="en-US">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p:cNvSpPr txBox="1">
            <a:spLocks noChangeArrowheads="1"/>
          </p:cNvSpPr>
          <p:nvPr/>
        </p:nvSpPr>
        <p:spPr bwMode="auto">
          <a:xfrm>
            <a:off x="523387" y="965412"/>
            <a:ext cx="489679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003366"/>
                </a:solidFill>
              </a:rPr>
              <a:t>1.</a:t>
            </a:r>
            <a:r>
              <a:rPr lang="zh-CN" altLang="en-US" sz="2800" b="1">
                <a:solidFill>
                  <a:srgbClr val="003366"/>
                </a:solidFill>
              </a:rPr>
              <a:t>自由粒子的波函数形式</a:t>
            </a:r>
            <a:endParaRPr lang="zh-CN" altLang="en-US" sz="2800" b="1">
              <a:solidFill>
                <a:srgbClr val="003366"/>
              </a:solidFill>
            </a:endParaRPr>
          </a:p>
        </p:txBody>
      </p:sp>
      <p:sp>
        <p:nvSpPr>
          <p:cNvPr id="20483" name="Text Box 5"/>
          <p:cNvSpPr txBox="1">
            <a:spLocks noChangeArrowheads="1"/>
          </p:cNvSpPr>
          <p:nvPr/>
        </p:nvSpPr>
        <p:spPr bwMode="auto">
          <a:xfrm>
            <a:off x="505804" y="1917347"/>
            <a:ext cx="7360981"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solidFill>
                  <a:srgbClr val="003366"/>
                </a:solidFill>
              </a:rPr>
              <a:t>2.</a:t>
            </a:r>
            <a:r>
              <a:rPr lang="zh-CN" altLang="en-US" sz="2800" b="1" dirty="0">
                <a:solidFill>
                  <a:srgbClr val="003366"/>
                </a:solidFill>
              </a:rPr>
              <a:t>波函数的物理意义</a:t>
            </a:r>
            <a:r>
              <a:rPr lang="en-US" altLang="zh-CN" sz="2800" b="1" dirty="0">
                <a:solidFill>
                  <a:srgbClr val="003366"/>
                </a:solidFill>
                <a:sym typeface="Wingdings" panose="05000000000000000000" pitchFamily="2" charset="2"/>
              </a:rPr>
              <a:t>(</a:t>
            </a:r>
            <a:r>
              <a:rPr lang="zh-CN" altLang="en-US" sz="2800" b="1" dirty="0">
                <a:solidFill>
                  <a:srgbClr val="FF3300"/>
                </a:solidFill>
                <a:sym typeface="Wingdings" panose="05000000000000000000" pitchFamily="2" charset="2"/>
              </a:rPr>
              <a:t>注意概率密度的概念</a:t>
            </a:r>
            <a:r>
              <a:rPr lang="en-US" altLang="zh-CN" sz="2800" b="1" dirty="0">
                <a:solidFill>
                  <a:srgbClr val="003366"/>
                </a:solidFill>
                <a:sym typeface="Wingdings" panose="05000000000000000000" pitchFamily="2" charset="2"/>
              </a:rPr>
              <a:t>)</a:t>
            </a:r>
            <a:endParaRPr lang="en-US" altLang="zh-CN" sz="2800" b="1" dirty="0">
              <a:solidFill>
                <a:srgbClr val="003366"/>
              </a:solidFill>
            </a:endParaRPr>
          </a:p>
        </p:txBody>
      </p:sp>
      <p:sp>
        <p:nvSpPr>
          <p:cNvPr id="20484" name="Text Box 6"/>
          <p:cNvSpPr txBox="1">
            <a:spLocks noChangeArrowheads="1"/>
          </p:cNvSpPr>
          <p:nvPr/>
        </p:nvSpPr>
        <p:spPr bwMode="auto">
          <a:xfrm>
            <a:off x="523387" y="2826183"/>
            <a:ext cx="74331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rgbClr val="003366"/>
                </a:solidFill>
              </a:rPr>
              <a:t>3.</a:t>
            </a:r>
            <a:r>
              <a:rPr lang="zh-CN" altLang="en-US" sz="2800" b="1">
                <a:solidFill>
                  <a:srgbClr val="003366"/>
                </a:solidFill>
              </a:rPr>
              <a:t>在势场中一维运动粒子的定态薛定谔方程</a:t>
            </a:r>
            <a:r>
              <a:rPr lang="en-US" altLang="zh-CN" sz="2800" b="1">
                <a:solidFill>
                  <a:srgbClr val="003366"/>
                </a:solidFill>
              </a:rPr>
              <a:t>:</a:t>
            </a:r>
            <a:endParaRPr lang="en-US" altLang="zh-CN" sz="2800" b="1">
              <a:solidFill>
                <a:srgbClr val="003366"/>
              </a:solidFill>
            </a:endParaRPr>
          </a:p>
        </p:txBody>
      </p:sp>
      <p:graphicFrame>
        <p:nvGraphicFramePr>
          <p:cNvPr id="20485" name="Object 9"/>
          <p:cNvGraphicFramePr>
            <a:graphicFrameLocks noChangeAspect="1"/>
          </p:cNvGraphicFramePr>
          <p:nvPr/>
        </p:nvGraphicFramePr>
        <p:xfrm>
          <a:off x="827584" y="3595598"/>
          <a:ext cx="5328592" cy="1017135"/>
        </p:xfrm>
        <a:graphic>
          <a:graphicData uri="http://schemas.openxmlformats.org/presentationml/2006/ole">
            <mc:AlternateContent xmlns:mc="http://schemas.openxmlformats.org/markup-compatibility/2006">
              <mc:Choice xmlns:v="urn:schemas-microsoft-com:vml" Requires="v">
                <p:oleObj spid="_x0000_s0" name="Equation" r:id="rId1" imgW="2475230" imgH="520065" progId="Equation.3">
                  <p:embed/>
                </p:oleObj>
              </mc:Choice>
              <mc:Fallback>
                <p:oleObj name="Equation" r:id="rId1" imgW="2475230" imgH="520065"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3595598"/>
                        <a:ext cx="5328592" cy="1017135"/>
                      </a:xfrm>
                      <a:prstGeom prst="rect">
                        <a:avLst/>
                      </a:prstGeom>
                      <a:noFill/>
                      <a:ln>
                        <a:noFill/>
                      </a:ln>
                      <a:effectLst/>
                    </p:spPr>
                  </p:pic>
                </p:oleObj>
              </mc:Fallback>
            </mc:AlternateContent>
          </a:graphicData>
        </a:graphic>
      </p:graphicFrame>
      <p:sp>
        <p:nvSpPr>
          <p:cNvPr id="20486" name="Text Box 11"/>
          <p:cNvSpPr txBox="1">
            <a:spLocks noChangeArrowheads="1"/>
          </p:cNvSpPr>
          <p:nvPr/>
        </p:nvSpPr>
        <p:spPr bwMode="auto">
          <a:xfrm>
            <a:off x="523387" y="5013176"/>
            <a:ext cx="5399831"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solidFill>
                  <a:srgbClr val="003366"/>
                </a:solidFill>
              </a:rPr>
              <a:t>4.</a:t>
            </a:r>
            <a:r>
              <a:rPr lang="zh-CN" altLang="en-US" sz="2800" b="1" dirty="0">
                <a:solidFill>
                  <a:srgbClr val="003366"/>
                </a:solidFill>
              </a:rPr>
              <a:t>薛定谔方程的简单应用</a:t>
            </a:r>
            <a:r>
              <a:rPr lang="en-US" altLang="zh-CN" sz="2800" b="1" dirty="0">
                <a:solidFill>
                  <a:srgbClr val="003366"/>
                </a:solidFill>
              </a:rPr>
              <a:t>:</a:t>
            </a:r>
            <a:endParaRPr lang="en-US" altLang="zh-CN" sz="2800" b="1" dirty="0">
              <a:solidFill>
                <a:srgbClr val="003366"/>
              </a:solidFill>
            </a:endParaRPr>
          </a:p>
          <a:p>
            <a:pPr eaLnBrk="1" hangingPunct="1">
              <a:spcBef>
                <a:spcPct val="50000"/>
              </a:spcBef>
            </a:pPr>
            <a:r>
              <a:rPr lang="en-US" altLang="zh-CN" sz="2800" b="1" dirty="0">
                <a:solidFill>
                  <a:srgbClr val="003366"/>
                </a:solidFill>
              </a:rPr>
              <a:t>  </a:t>
            </a:r>
            <a:r>
              <a:rPr lang="zh-CN" altLang="en-US" sz="2400" b="1" dirty="0">
                <a:solidFill>
                  <a:srgbClr val="003366"/>
                </a:solidFill>
              </a:rPr>
              <a:t>一维无限深势阱中粒子的运动</a:t>
            </a:r>
            <a:endParaRPr lang="zh-CN" altLang="en-US" sz="2400" b="1" dirty="0">
              <a:solidFill>
                <a:srgbClr val="003366"/>
              </a:solidFill>
            </a:endParaRPr>
          </a:p>
        </p:txBody>
      </p:sp>
      <p:sp>
        <p:nvSpPr>
          <p:cNvPr id="20487" name="Text Box 12"/>
          <p:cNvSpPr txBox="1">
            <a:spLocks noChangeArrowheads="1"/>
          </p:cNvSpPr>
          <p:nvPr/>
        </p:nvSpPr>
        <p:spPr bwMode="auto">
          <a:xfrm>
            <a:off x="3995738" y="115888"/>
            <a:ext cx="19446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chemeClr val="bg1"/>
                </a:solidFill>
              </a:rPr>
              <a:t>小结</a:t>
            </a:r>
            <a:endParaRPr lang="zh-CN" altLang="en-US" sz="3200" b="1">
              <a:solidFill>
                <a:schemeClr val="bg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文本框 1"/>
          <p:cNvSpPr txBox="1">
            <a:spLocks noChangeArrowheads="1"/>
          </p:cNvSpPr>
          <p:nvPr/>
        </p:nvSpPr>
        <p:spPr bwMode="auto">
          <a:xfrm>
            <a:off x="3419475" y="117475"/>
            <a:ext cx="2316163"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判断正误</a:t>
            </a:r>
            <a:endParaRPr lang="zh-CN" altLang="en-US">
              <a:solidFill>
                <a:schemeClr val="bg1"/>
              </a:solidFill>
            </a:endParaRPr>
          </a:p>
        </p:txBody>
      </p:sp>
      <mc:AlternateContent xmlns:mc="http://schemas.openxmlformats.org/markup-compatibility/2006">
        <mc:Choice xmlns:a14="http://schemas.microsoft.com/office/drawing/2010/main" Requires="a14">
          <p:sp>
            <p:nvSpPr>
              <p:cNvPr id="2" name="文本框 1"/>
              <p:cNvSpPr txBox="1"/>
              <p:nvPr/>
            </p:nvSpPr>
            <p:spPr>
              <a:xfrm>
                <a:off x="179070" y="908685"/>
                <a:ext cx="8876030" cy="5669915"/>
              </a:xfrm>
              <a:prstGeom prst="rect">
                <a:avLst/>
              </a:prstGeom>
              <a:noFill/>
            </p:spPr>
            <p:txBody>
              <a:bodyPr wrap="square" rtlCol="0">
                <a:spAutoFit/>
              </a:bodyPr>
              <a:p>
                <a:pPr marL="0" indent="0" latinLnBrk="0">
                  <a:lnSpc>
                    <a:spcPct val="200000"/>
                  </a:lnSpc>
                </a:pPr>
                <a:r>
                  <a:rPr lang="zh-CN" altLang="en-US" sz="2000"/>
                  <a:t>1</a:t>
                </a:r>
                <a:r>
                  <a:rPr lang="en-US" altLang="zh-CN" sz="2000"/>
                  <a:t>.   </a:t>
                </a:r>
                <a:r>
                  <a:rPr lang="zh-CN" altLang="en-US" sz="2000"/>
                  <a:t>绝对黑体是指把一切外来的电磁辐射全部吸收的物体。</a:t>
                </a:r>
                <a:endParaRPr lang="zh-CN" altLang="en-US" sz="2000"/>
              </a:p>
              <a:p>
                <a:pPr marL="0" indent="0" latinLnBrk="0">
                  <a:lnSpc>
                    <a:spcPct val="200000"/>
                  </a:lnSpc>
                </a:pPr>
                <a:r>
                  <a:rPr lang="en-US" altLang="zh-CN" sz="2000"/>
                  <a:t>2.  </a:t>
                </a:r>
                <a:r>
                  <a:rPr lang="zh-CN" altLang="en-US" sz="2000"/>
                  <a:t>不确定关系不仅适用于光子和电子，也适用于其它微观粒子。</a:t>
                </a:r>
                <a:endParaRPr lang="zh-CN" altLang="en-US" sz="2000"/>
              </a:p>
              <a:p>
                <a:pPr marL="0" indent="0" latinLnBrk="0">
                  <a:lnSpc>
                    <a:spcPct val="200000"/>
                  </a:lnSpc>
                </a:pPr>
                <a:r>
                  <a:rPr lang="en-US" altLang="zh-CN" sz="2000"/>
                  <a:t>3.  </a:t>
                </a:r>
                <a:r>
                  <a:rPr lang="zh-CN" altLang="en-US" sz="2000" dirty="0">
                    <a:sym typeface="+mn-ea"/>
                  </a:rPr>
                  <a:t>证实电子波动性的实验是戴维逊－革末实验。</a:t>
                </a:r>
                <a:endParaRPr lang="zh-CN" altLang="en-US" sz="2000"/>
              </a:p>
              <a:p>
                <a:pPr marL="0" indent="0" latinLnBrk="0">
                  <a:lnSpc>
                    <a:spcPct val="200000"/>
                  </a:lnSpc>
                </a:pPr>
                <a:r>
                  <a:rPr lang="en-US" altLang="zh-CN" sz="2000"/>
                  <a:t>4.  </a:t>
                </a:r>
                <a:r>
                  <a:rPr lang="zh-CN" altLang="en-US" sz="2000"/>
                  <a:t>实物粒子的波函数</a:t>
                </a:r>
                <a14:m>
                  <m:oMath xmlns:m="http://schemas.openxmlformats.org/officeDocument/2006/math">
                    <m:r>
                      <a:rPr lang="en-US" altLang="zh-CN" sz="2000" b="1" i="1">
                        <a:latin typeface="Cambria Math" panose="02040503050406030204" pitchFamily="18" charset="0"/>
                        <a:cs typeface="Cambria Math" panose="02040503050406030204" pitchFamily="18" charset="0"/>
                      </a:rPr>
                      <m:t>𝝍</m:t>
                    </m:r>
                    <m:r>
                      <a:rPr lang="en-US" altLang="zh-CN" sz="2000" b="1" i="1">
                        <a:latin typeface="Cambria Math" panose="02040503050406030204" pitchFamily="18" charset="0"/>
                        <a:cs typeface="Cambria Math" panose="02040503050406030204" pitchFamily="18" charset="0"/>
                      </a:rPr>
                      <m:t>（</m:t>
                    </m:r>
                    <m:box>
                      <m:boxPr>
                        <m:noBreak m:val="on"/>
                        <m:ctrlPr>
                          <a:rPr lang="en-US" altLang="zh-CN" sz="2000" b="1" i="1">
                            <a:latin typeface="Cambria Math" panose="02040503050406030204" pitchFamily="18" charset="0"/>
                            <a:cs typeface="Cambria Math" panose="02040503050406030204" pitchFamily="18" charset="0"/>
                          </a:rPr>
                        </m:ctrlPr>
                      </m:boxPr>
                      <m:e>
                        <m:acc>
                          <m:accPr>
                            <m:chr m:val="⃗"/>
                            <m:ctrlPr>
                              <a:rPr lang="en-US" altLang="zh-CN" sz="2000" b="1" i="1">
                                <a:latin typeface="Cambria Math" panose="02040503050406030204" pitchFamily="18" charset="0"/>
                                <a:cs typeface="Cambria Math" panose="02040503050406030204" pitchFamily="18" charset="0"/>
                              </a:rPr>
                            </m:ctrlPr>
                          </m:accPr>
                          <m:e>
                            <m:r>
                              <a:rPr lang="en-US" altLang="zh-CN" sz="2000" b="1" i="1">
                                <a:latin typeface="Cambria Math" panose="02040503050406030204" pitchFamily="18" charset="0"/>
                                <a:cs typeface="Cambria Math" panose="02040503050406030204" pitchFamily="18" charset="0"/>
                              </a:rPr>
                              <m:t>𝒓</m:t>
                            </m:r>
                          </m:e>
                        </m:acc>
                        <m:r>
                          <a:rPr lang="en-US" altLang="zh-CN" sz="2000" b="1" i="1">
                            <a:latin typeface="Cambria Math" panose="02040503050406030204" pitchFamily="18" charset="0"/>
                            <a:cs typeface="Cambria Math" panose="02040503050406030204" pitchFamily="18" charset="0"/>
                          </a:rPr>
                          <m:t>,</m:t>
                        </m:r>
                        <m:r>
                          <a:rPr lang="en-US" altLang="zh-CN" sz="2000" b="1" i="1">
                            <a:latin typeface="Cambria Math" panose="02040503050406030204" pitchFamily="18" charset="0"/>
                            <a:cs typeface="Cambria Math" panose="02040503050406030204" pitchFamily="18" charset="0"/>
                          </a:rPr>
                          <m:t>𝒕</m:t>
                        </m:r>
                      </m:e>
                    </m:box>
                    <m:r>
                      <a:rPr lang="en-US" altLang="zh-CN" sz="2000" b="1" i="1">
                        <a:latin typeface="Cambria Math" panose="02040503050406030204" pitchFamily="18" charset="0"/>
                        <a:cs typeface="Cambria Math" panose="02040503050406030204" pitchFamily="18" charset="0"/>
                      </a:rPr>
                      <m:t>）</m:t>
                    </m:r>
                  </m:oMath>
                </a14:m>
                <a:r>
                  <a:rPr lang="zh-CN" altLang="en-US" sz="2000"/>
                  <a:t>的模平方</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d>
                          <m:dPr>
                            <m:begChr m:val="|"/>
                            <m:endChr m:val="|"/>
                            <m:ctrlPr>
                              <a:rPr lang="en-US" altLang="zh-CN" sz="2000" i="1">
                                <a:latin typeface="Cambria Math" panose="02040503050406030204" pitchFamily="18" charset="0"/>
                                <a:cs typeface="Cambria Math" panose="02040503050406030204" pitchFamily="18" charset="0"/>
                              </a:rPr>
                            </m:ctrlPr>
                          </m:dPr>
                          <m:e>
                            <m:r>
                              <a:rPr lang="en-US" altLang="zh-CN" sz="2000" b="1" i="1">
                                <a:latin typeface="Cambria Math" panose="02040503050406030204" pitchFamily="18" charset="0"/>
                                <a:cs typeface="Cambria Math" panose="02040503050406030204" pitchFamily="18" charset="0"/>
                              </a:rPr>
                              <m:t>𝝍</m:t>
                            </m:r>
                            <m:r>
                              <a:rPr lang="en-US" altLang="zh-CN" sz="2000" b="1" i="1">
                                <a:latin typeface="Cambria Math" panose="02040503050406030204" pitchFamily="18" charset="0"/>
                                <a:cs typeface="Cambria Math" panose="02040503050406030204" pitchFamily="18" charset="0"/>
                              </a:rPr>
                              <m:t>（</m:t>
                            </m:r>
                            <m:box>
                              <m:boxPr>
                                <m:noBreak m:val="on"/>
                                <m:ctrlPr>
                                  <a:rPr lang="en-US" altLang="zh-CN" sz="2000" b="1" i="1">
                                    <a:latin typeface="Cambria Math" panose="02040503050406030204" pitchFamily="18" charset="0"/>
                                    <a:cs typeface="Cambria Math" panose="02040503050406030204" pitchFamily="18" charset="0"/>
                                  </a:rPr>
                                </m:ctrlPr>
                              </m:boxPr>
                              <m:e>
                                <m:acc>
                                  <m:accPr>
                                    <m:chr m:val="⃗"/>
                                    <m:ctrlPr>
                                      <a:rPr lang="en-US" altLang="zh-CN" sz="2000" b="1" i="1">
                                        <a:latin typeface="Cambria Math" panose="02040503050406030204" pitchFamily="18" charset="0"/>
                                        <a:cs typeface="Cambria Math" panose="02040503050406030204" pitchFamily="18" charset="0"/>
                                      </a:rPr>
                                    </m:ctrlPr>
                                  </m:accPr>
                                  <m:e>
                                    <m:r>
                                      <a:rPr lang="en-US" altLang="zh-CN" sz="2000" b="1" i="1">
                                        <a:latin typeface="Cambria Math" panose="02040503050406030204" pitchFamily="18" charset="0"/>
                                        <a:cs typeface="Cambria Math" panose="02040503050406030204" pitchFamily="18" charset="0"/>
                                      </a:rPr>
                                      <m:t>𝒓</m:t>
                                    </m:r>
                                  </m:e>
                                </m:acc>
                                <m:r>
                                  <a:rPr lang="en-US" altLang="zh-CN" sz="2000" b="1" i="1">
                                    <a:latin typeface="Cambria Math" panose="02040503050406030204" pitchFamily="18" charset="0"/>
                                    <a:cs typeface="Cambria Math" panose="02040503050406030204" pitchFamily="18" charset="0"/>
                                  </a:rPr>
                                  <m:t>,</m:t>
                                </m:r>
                                <m:r>
                                  <a:rPr lang="en-US" altLang="zh-CN" sz="2000" b="1" i="1">
                                    <a:latin typeface="Cambria Math" panose="02040503050406030204" pitchFamily="18" charset="0"/>
                                    <a:cs typeface="Cambria Math" panose="02040503050406030204" pitchFamily="18" charset="0"/>
                                  </a:rPr>
                                  <m:t>𝒕</m:t>
                                </m:r>
                              </m:e>
                            </m:box>
                            <m:r>
                              <a:rPr lang="en-US" altLang="zh-CN" sz="2000" b="1" i="1">
                                <a:latin typeface="Cambria Math" panose="02040503050406030204" pitchFamily="18" charset="0"/>
                                <a:cs typeface="Cambria Math" panose="02040503050406030204" pitchFamily="18" charset="0"/>
                              </a:rPr>
                              <m:t>）</m:t>
                            </m:r>
                          </m:e>
                        </m:d>
                      </m:e>
                      <m:sup>
                        <m:r>
                          <a:rPr lang="en-US" altLang="zh-CN" sz="2000" i="1">
                            <a:latin typeface="Cambria Math" panose="02040503050406030204" pitchFamily="18" charset="0"/>
                            <a:cs typeface="Cambria Math" panose="02040503050406030204" pitchFamily="18" charset="0"/>
                          </a:rPr>
                          <m:t>𝟐</m:t>
                        </m:r>
                      </m:sup>
                    </m:sSup>
                  </m:oMath>
                </a14:m>
                <a:r>
                  <a:rPr lang="zh-CN" altLang="en-US" sz="2000"/>
                  <a:t>表示t时刻，粒子在位矢</a:t>
                </a:r>
                <a14:m>
                  <m:oMath xmlns:m="http://schemas.openxmlformats.org/officeDocument/2006/math">
                    <m:acc>
                      <m:accPr>
                        <m:chr m:val="⃗"/>
                        <m:ctrlPr>
                          <a:rPr lang="en-US" altLang="zh-CN" sz="2000" i="1">
                            <a:latin typeface="Cambria Math" panose="02040503050406030204" pitchFamily="18" charset="0"/>
                            <a:cs typeface="Cambria Math" panose="02040503050406030204" pitchFamily="18" charset="0"/>
                          </a:rPr>
                        </m:ctrlPr>
                      </m:accPr>
                      <m:e>
                        <m:r>
                          <a:rPr lang="en-US" altLang="zh-CN" sz="2000" i="1">
                            <a:latin typeface="Cambria Math" panose="02040503050406030204" pitchFamily="18" charset="0"/>
                            <a:cs typeface="Cambria Math" panose="02040503050406030204" pitchFamily="18" charset="0"/>
                          </a:rPr>
                          <m:t>𝒓</m:t>
                        </m:r>
                      </m:e>
                    </m:acc>
                  </m:oMath>
                </a14:m>
                <a:r>
                  <a:rPr lang="en-US" altLang="zh-CN" sz="2000"/>
                  <a:t>  </a:t>
                </a:r>
                <a:endParaRPr lang="en-US" altLang="zh-CN" sz="2000"/>
              </a:p>
              <a:p>
                <a:pPr marL="0" indent="0" latinLnBrk="0">
                  <a:lnSpc>
                    <a:spcPct val="200000"/>
                  </a:lnSpc>
                </a:pPr>
                <a:r>
                  <a:rPr lang="en-US" altLang="zh-CN" sz="2000"/>
                  <a:t>     </a:t>
                </a:r>
                <a:r>
                  <a:rPr lang="zh-CN" altLang="en-US" sz="2000"/>
                  <a:t>处单位体积中出现的概率。</a:t>
                </a:r>
                <a:endParaRPr lang="zh-CN" altLang="en-US" sz="2000"/>
              </a:p>
              <a:p>
                <a:pPr marL="0" indent="0">
                  <a:lnSpc>
                    <a:spcPct val="150000"/>
                  </a:lnSpc>
                  <a:buNone/>
                </a:pPr>
                <a:r>
                  <a:rPr lang="en-US" altLang="zh-CN" sz="2000" dirty="0">
                    <a:sym typeface="+mn-ea"/>
                  </a:rPr>
                  <a:t>5.  </a:t>
                </a:r>
                <a:r>
                  <a:rPr lang="zh-CN" altLang="en-US" sz="2000" dirty="0">
                    <a:sym typeface="+mn-ea"/>
                  </a:rPr>
                  <a:t>实物粒子与微观粒子一样具有波粒二象性，平时不容易观测到是因为实物</a:t>
                </a:r>
                <a:endParaRPr lang="zh-CN" altLang="en-US" sz="2000" dirty="0">
                  <a:sym typeface="+mn-ea"/>
                </a:endParaRPr>
              </a:p>
              <a:p>
                <a:pPr marL="0" indent="0">
                  <a:lnSpc>
                    <a:spcPct val="150000"/>
                  </a:lnSpc>
                  <a:buNone/>
                </a:pPr>
                <a:r>
                  <a:rPr lang="zh-CN" altLang="en-US" sz="2000" dirty="0">
                    <a:sym typeface="+mn-ea"/>
                  </a:rPr>
                  <a:t> </a:t>
                </a:r>
                <a:r>
                  <a:rPr lang="en-US" altLang="zh-CN" sz="2000" dirty="0">
                    <a:sym typeface="+mn-ea"/>
                  </a:rPr>
                  <a:t>    </a:t>
                </a:r>
                <a:r>
                  <a:rPr lang="zh-CN" altLang="en-US" sz="2000" dirty="0">
                    <a:sym typeface="+mn-ea"/>
                  </a:rPr>
                  <a:t>粒子物质波的波长太长。</a:t>
                </a:r>
                <a:endParaRPr lang="zh-CN" altLang="en-US" sz="2000" dirty="0"/>
              </a:p>
              <a:p>
                <a:pPr marL="0" indent="0">
                  <a:lnSpc>
                    <a:spcPct val="150000"/>
                  </a:lnSpc>
                  <a:buNone/>
                </a:pPr>
                <a:r>
                  <a:rPr lang="en-US" altLang="zh-CN" sz="2000" dirty="0">
                    <a:sym typeface="+mn-ea"/>
                  </a:rPr>
                  <a:t>6.  </a:t>
                </a:r>
                <a:r>
                  <a:rPr lang="zh-CN" altLang="en-US" sz="2000" dirty="0">
                    <a:sym typeface="+mn-ea"/>
                  </a:rPr>
                  <a:t>光具有波粒二象性， 光在传播过程中表现出波动性，而在与物质相互作用</a:t>
                </a:r>
                <a:endParaRPr lang="zh-CN" altLang="en-US" sz="2000" dirty="0">
                  <a:sym typeface="+mn-ea"/>
                </a:endParaRPr>
              </a:p>
              <a:p>
                <a:pPr marL="0" indent="0">
                  <a:lnSpc>
                    <a:spcPct val="150000"/>
                  </a:lnSpc>
                  <a:buNone/>
                </a:pPr>
                <a:r>
                  <a:rPr lang="zh-CN" altLang="en-US" sz="2000" dirty="0">
                    <a:sym typeface="+mn-ea"/>
                  </a:rPr>
                  <a:t> </a:t>
                </a:r>
                <a:r>
                  <a:rPr lang="en-US" altLang="zh-CN" sz="2000" dirty="0">
                    <a:sym typeface="+mn-ea"/>
                  </a:rPr>
                  <a:t>    </a:t>
                </a:r>
                <a:r>
                  <a:rPr lang="zh-CN" altLang="en-US" sz="2000" dirty="0">
                    <a:sym typeface="+mn-ea"/>
                  </a:rPr>
                  <a:t>的过程中表现出粒子性。 </a:t>
                </a:r>
                <a:endParaRPr lang="zh-CN" altLang="en-US" sz="2000" dirty="0"/>
              </a:p>
              <a:p>
                <a:pPr marL="0" indent="0" latinLnBrk="0">
                  <a:lnSpc>
                    <a:spcPct val="200000"/>
                  </a:lnSpc>
                </a:pPr>
                <a:endParaRPr lang="zh-CN" altLang="en-US" sz="2000" dirty="0"/>
              </a:p>
            </p:txBody>
          </p:sp>
        </mc:Choice>
        <mc:Fallback>
          <p:sp>
            <p:nvSpPr>
              <p:cNvPr id="2" name="文本框 1"/>
              <p:cNvSpPr txBox="1">
                <a:spLocks noRot="1" noChangeAspect="1" noMove="1" noResize="1" noEditPoints="1" noAdjustHandles="1" noChangeArrowheads="1" noChangeShapeType="1" noTextEdit="1"/>
              </p:cNvSpPr>
              <p:nvPr/>
            </p:nvSpPr>
            <p:spPr>
              <a:xfrm>
                <a:off x="179070" y="908685"/>
                <a:ext cx="8876030" cy="5669915"/>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tags/tag1.xml><?xml version="1.0" encoding="utf-8"?>
<p:tagLst xmlns:p="http://schemas.openxmlformats.org/presentationml/2006/main">
  <p:tag name="commondata" val="eyJoZGlkIjoiYzdjNWJlZTU1Zjc3ZWMxNjIwOGE1NTg5MDQwYWU3MWMifQ=="/>
</p:tagLst>
</file>

<file path=ppt/theme/theme1.xml><?xml version="1.0" encoding="utf-8"?>
<a:theme xmlns:a="http://schemas.openxmlformats.org/drawingml/2006/main" name="14_6简谐运动的合成">
  <a:themeElements>
    <a:clrScheme name="">
      <a:dk1>
        <a:srgbClr val="000000"/>
      </a:dk1>
      <a:lt1>
        <a:srgbClr val="FFFFFF"/>
      </a:lt1>
      <a:dk2>
        <a:srgbClr val="006666"/>
      </a:dk2>
      <a:lt2>
        <a:srgbClr val="FFFFCC"/>
      </a:lt2>
      <a:accent1>
        <a:srgbClr val="EDFAD2"/>
      </a:accent1>
      <a:accent2>
        <a:srgbClr val="EBF7FF"/>
      </a:accent2>
      <a:accent3>
        <a:srgbClr val="FFFFFF"/>
      </a:accent3>
      <a:accent4>
        <a:srgbClr val="000000"/>
      </a:accent4>
      <a:accent5>
        <a:srgbClr val="F4FCE5"/>
      </a:accent5>
      <a:accent6>
        <a:srgbClr val="D5E0E7"/>
      </a:accent6>
      <a:hlink>
        <a:srgbClr val="CC99FF"/>
      </a:hlink>
      <a:folHlink>
        <a:srgbClr val="F2DFFD"/>
      </a:folHlink>
    </a:clrScheme>
    <a:fontScheme name="14_6简谐运动的合成">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0"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0"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4_6简谐运动的合成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14_6简谐运动的合成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14_6简谐运动的合成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14_6简谐运动的合成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14_6简谐运动的合成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14_6简谐运动的合成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14_6简谐运动的合成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14_6简谐运动的合成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14_6简谐运动的合成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C:\My Documents\新课件\14(已改）\14_6简谐运动的合成.ppt</Template>
  <TotalTime>0</TotalTime>
  <Words>6818</Words>
  <Application>WPS 演示</Application>
  <PresentationFormat>全屏显示(4:3)</PresentationFormat>
  <Paragraphs>699</Paragraphs>
  <Slides>63</Slides>
  <Notes>25</Notes>
  <HiddenSlides>0</HiddenSlides>
  <MMClips>0</MMClips>
  <ScaleCrop>false</ScaleCrop>
  <HeadingPairs>
    <vt:vector size="10" baseType="variant">
      <vt:variant>
        <vt:lpstr>已用的字体</vt:lpstr>
      </vt:variant>
      <vt:variant>
        <vt:i4>15</vt:i4>
      </vt:variant>
      <vt:variant>
        <vt:lpstr>主题</vt:lpstr>
      </vt:variant>
      <vt:variant>
        <vt:i4>1</vt:i4>
      </vt:variant>
      <vt:variant>
        <vt:lpstr>嵌入 OLE 服务器</vt:lpstr>
      </vt:variant>
      <vt:variant>
        <vt:i4>417</vt:i4>
      </vt:variant>
      <vt:variant>
        <vt:lpstr>幻灯片标题</vt:lpstr>
      </vt:variant>
      <vt:variant>
        <vt:i4>63</vt:i4>
      </vt:variant>
      <vt:variant>
        <vt:lpstr>自定义放映</vt:lpstr>
      </vt:variant>
      <vt:variant>
        <vt:i4>1</vt:i4>
      </vt:variant>
    </vt:vector>
  </HeadingPairs>
  <TitlesOfParts>
    <vt:vector size="497" baseType="lpstr">
      <vt:lpstr>Arial</vt:lpstr>
      <vt:lpstr>宋体</vt:lpstr>
      <vt:lpstr>Wingdings</vt:lpstr>
      <vt:lpstr>Times New Roman</vt:lpstr>
      <vt:lpstr>Verdana</vt:lpstr>
      <vt:lpstr>楷体_GB2312</vt:lpstr>
      <vt:lpstr>新宋体</vt:lpstr>
      <vt:lpstr>微软雅黑</vt:lpstr>
      <vt:lpstr>Arial Unicode MS</vt:lpstr>
      <vt:lpstr>Symbol</vt:lpstr>
      <vt:lpstr>Cambria Math</vt:lpstr>
      <vt:lpstr>黑体</vt:lpstr>
      <vt:lpstr>华文新魏</vt:lpstr>
      <vt:lpstr>,arial</vt:lpstr>
      <vt:lpstr>Segoe Print</vt:lpstr>
      <vt:lpstr>14_6简谐运动的合成</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光电效应实验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 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9-1简谐运动.ppt</dc:title>
  <dc:creator/>
  <cp:lastModifiedBy>Administrator</cp:lastModifiedBy>
  <cp:revision>229</cp:revision>
  <cp:lastPrinted>2113-01-01T00:00:00Z</cp:lastPrinted>
  <dcterms:created xsi:type="dcterms:W3CDTF">2000-08-14T12:58:00Z</dcterms:created>
  <dcterms:modified xsi:type="dcterms:W3CDTF">2023-12-26T02:13:18Z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A62FF787950C41978652C2E6FDE07AC9_13</vt:lpwstr>
  </property>
  <property fmtid="{D5CDD505-2E9C-101B-9397-08002B2CF9AE}" pid="3" name="KSOProductBuildVer">
    <vt:lpwstr>2052-12.1.0.16120</vt:lpwstr>
  </property>
</Properties>
</file>