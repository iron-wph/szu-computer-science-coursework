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4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40FF2-387A-E2C3-C028-A70401EA1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1CC9EF-F0D8-174D-26DF-2F1D22CA1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FEA3FA-BC7D-58DE-7734-94C59BEE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A16D23-EAA8-EE13-5CDD-A75DA009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DD9737-DC96-2EFE-F146-ABA8B0F5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19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E9318-F46A-3BBB-110D-5C6420F8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D3BED5-D948-3B41-A63F-CB200C98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292857-A329-C018-A80C-D0B8329F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02DC91-1DA9-A95A-4F52-D64B8263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9AE811-6C78-4615-C419-985A0919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37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282EE-DBBA-0361-6EC2-34532415D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CFC86E-3C05-001C-9068-D6BC2AE29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7B28CB-94E8-F9CF-FE02-6A1BF5DE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F88D1-B8B5-5E35-1362-6D8D79E7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C0A826-733B-5C89-E5B3-D19F2B34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560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6E79D-44D8-2FEF-8388-8659FD6D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0A1B89-20CD-F899-AE64-6683823CA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923072-3701-2BE8-9F85-2561CDF0A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C62201-7BC6-B33C-973B-6EEB5AFC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23EE53-F123-697B-08D8-2FD0A3383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19345-61AD-8C82-C0E2-3FADBF03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59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5A2C6-4237-5371-E8B3-D76CAECEF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5F2277-53E9-324E-1139-9C0618AF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DD4144-4242-AD5C-65B5-F02932F4B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AF81324-754A-D0ED-A1DB-EBD410436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4C5816-B5B8-EB2F-E9DA-473264C38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4CEF71-B182-993B-6882-58D4534D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A55D75-00FF-000A-6410-508DE9A8B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DE2952-D56D-EF34-1630-D5413F15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38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E88A3-5B60-0993-2069-3578247B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F776F5-0146-50B5-A0DC-E0C34C68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D405C3-7484-4579-0C45-042AAD32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1E09C6-625F-18BA-4F7A-047237F2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32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59155D-3FC2-4AC9-F7AA-C2EB7877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239DB5-0E8C-5381-A00C-F2D913F0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E195D2-F3A6-4534-1F5B-1159AB9F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22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017A4-3B6C-9CCC-7E0E-2F1C6CDF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1914D-594B-AA5E-7531-A5A741D5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84DF8C-60F8-528B-0CDD-7E86B124A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0C21CF-8E03-8055-B21E-03C8C08D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4DA28C-0214-22E9-F7C1-70E18E0C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ED4455-8DAE-69BD-EDAB-46C19D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99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6917F-B52C-EB6E-1E65-7486D0E6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6C76F6-E758-E8F1-9312-CB08E762C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F7633B-616C-A0B8-BCC1-159503623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E6E586-CB35-A18B-C996-21DA1477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35B340-CA11-983B-0030-36FA3F18A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A62FE3-674A-12B3-48D7-AF3C2CE2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E7C7D-4388-F096-44C5-560801BF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F4AE97-6877-A82F-6FAF-BD06F7D11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48146A-685F-8187-7D2E-8A8AC4BA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FFAD1-00D9-2ED1-FF15-0DCE7883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5BAB1-46BB-6E34-DA0F-138AA243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77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0B4357-9FAC-F91A-F9EB-5A28F0344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188295-6E37-51FE-C39A-583556732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766E3-CB30-5B45-A388-7D07C409A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D25D85-73FE-C983-29DB-0F8EB0F5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7A314C-81C3-A9CB-8638-31E0F7C3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59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BA4E03-728C-0CD2-1455-6B68EB26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D5D4AB-1920-1F00-FCE2-39C9C43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C78600-2D55-C72F-A3A0-EA5A1878D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D80F5-ACCC-4D59-9A6C-2A94E276B193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8BDA8F-0CD8-92E0-2821-C2A591EC1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33F50-8246-BB17-8EBD-E23CD31FB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21B5-2D43-4C5F-91C8-2E0CDF81F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82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93ECFFB-A040-0FCA-CD5C-DCCEB65D6108}"/>
              </a:ext>
            </a:extLst>
          </p:cNvPr>
          <p:cNvSpPr txBox="1"/>
          <p:nvPr/>
        </p:nvSpPr>
        <p:spPr>
          <a:xfrm>
            <a:off x="768441" y="521724"/>
            <a:ext cx="10234412" cy="518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课程报告要求及评分因素：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．报告篇幅约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4000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．选题应与机器学习课程内容相关。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．报告所用材料充实，可信，且注明出处。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．对所选专题的描述清晰、系统。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．对所选专题的分析深入，并尽可能提出自己的独立见解。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必须用大作业答题纸完成（格式不限，包含结果图和演示图等）。</a:t>
            </a:r>
          </a:p>
        </p:txBody>
      </p:sp>
    </p:spTree>
    <p:extLst>
      <p:ext uri="{BB962C8B-B14F-4D97-AF65-F5344CB8AC3E}">
        <p14:creationId xmlns:p14="http://schemas.microsoft.com/office/powerpoint/2010/main" val="2631498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F354A6-8BC0-B618-6F09-6F4F74C439EE}"/>
              </a:ext>
            </a:extLst>
          </p:cNvPr>
          <p:cNvSpPr txBox="1"/>
          <p:nvPr/>
        </p:nvSpPr>
        <p:spPr>
          <a:xfrm>
            <a:off x="583842" y="650514"/>
            <a:ext cx="10925578" cy="454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评分标准：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课程报告格式规范、版面整洁、内容完整、结构清晰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(30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设计方案符合以下各选题的要求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(30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项目演示和答辩成绩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(40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项目完成后在课堂上进行功能演示（必选项，否则没有成绩），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完成机器学习相关算法的研究与开发。能够简明和正确的阐述题目的主要内容，准确回答主要问题。</a:t>
            </a:r>
          </a:p>
        </p:txBody>
      </p:sp>
    </p:spTree>
    <p:extLst>
      <p:ext uri="{BB962C8B-B14F-4D97-AF65-F5344CB8AC3E}">
        <p14:creationId xmlns:p14="http://schemas.microsoft.com/office/powerpoint/2010/main" val="392698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4CF4831-F24E-D180-5D62-4D9F844E2A84}"/>
              </a:ext>
            </a:extLst>
          </p:cNvPr>
          <p:cNvSpPr txBox="1"/>
          <p:nvPr/>
        </p:nvSpPr>
        <p:spPr>
          <a:xfrm>
            <a:off x="832834" y="601248"/>
            <a:ext cx="10457645" cy="454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报告内容：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每人选择一种机器学习方法进行项目编程研究。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进行报告并演示程序（可提前对程序执行过程进行录像）。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可选课堂内容相关的方向或自选项目。</a:t>
            </a:r>
          </a:p>
          <a:p>
            <a:pPr indent="504825" algn="just">
              <a:lnSpc>
                <a:spcPct val="150000"/>
              </a:lnSpc>
            </a:pP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（报告格式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ppt &amp;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文档格式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doc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：采用的机器学习方法，原理、算法、程序说明（切记在报告中说明代码量等实际信息，有助于判断工作量））</a:t>
            </a:r>
            <a:endParaRPr lang="zh-CN" altLang="zh-CN" sz="2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792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BAC1D6-1821-4A5F-2F27-AB2FC1159641}"/>
              </a:ext>
            </a:extLst>
          </p:cNvPr>
          <p:cNvSpPr txBox="1"/>
          <p:nvPr/>
        </p:nvSpPr>
        <p:spPr>
          <a:xfrm>
            <a:off x="944452" y="695694"/>
            <a:ext cx="10118501" cy="38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课堂演示内容说明：</a:t>
            </a: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演示时间：每人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5-10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分钟。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（第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14-16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  <a:endParaRPr lang="zh-CN" altLang="zh-CN" sz="28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0292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、演示内容可以是（但不限于）课件中的相关章节，机器学习算法介绍，完成项目的内容等。</a:t>
            </a:r>
          </a:p>
          <a:p>
            <a:pPr indent="304800"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endParaRPr lang="zh-CN" altLang="zh-CN" sz="2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6070" algn="just">
              <a:lnSpc>
                <a:spcPct val="150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上交打印版（双面打印），电子版上传到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Blackboard</a:t>
            </a:r>
            <a:endParaRPr lang="zh-CN" altLang="zh-CN" sz="2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8823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325</Words>
  <Application>Microsoft Office PowerPoint</Application>
  <PresentationFormat>宽屏</PresentationFormat>
  <Paragraphs>22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shuyu zhang</dc:creator>
  <cp:lastModifiedBy>shuyu zhang</cp:lastModifiedBy>
  <cp:revision>8</cp:revision>
  <dcterms:created xsi:type="dcterms:W3CDTF">2024-04-26T02:47:36Z</dcterms:created>
  <dcterms:modified xsi:type="dcterms:W3CDTF">2024-04-28T04:47:04Z</dcterms:modified>
</cp:coreProperties>
</file>