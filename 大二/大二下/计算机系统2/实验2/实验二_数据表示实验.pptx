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7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100" d="100"/>
          <a:sy n="100" d="100"/>
        </p:scale>
        <p:origin x="-250" y="-3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25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8993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63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91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1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86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05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73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1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39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9009" y="365127"/>
            <a:ext cx="8105152" cy="643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6100" y="1201782"/>
            <a:ext cx="8105151" cy="526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7941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1039723"/>
          </a:xfrm>
        </p:spPr>
        <p:txBody>
          <a:bodyPr>
            <a:normAutofit/>
          </a:bodyPr>
          <a:lstStyle/>
          <a:p>
            <a:r>
              <a:rPr lang="zh-CN" altLang="en-US" sz="4800" b="1" dirty="0"/>
              <a:t>实验二：</a:t>
            </a:r>
            <a:r>
              <a:rPr lang="zh-CN" altLang="zh-CN" sz="4800" b="1" dirty="0"/>
              <a:t>数据表示实验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2999" y="3602037"/>
            <a:ext cx="7231879" cy="1140879"/>
          </a:xfrm>
        </p:spPr>
        <p:txBody>
          <a:bodyPr>
            <a:normAutofit/>
          </a:bodyPr>
          <a:lstStyle/>
          <a:p>
            <a:pPr marL="457200" lvl="0" indent="-457200" algn="l">
              <a:buFont typeface="+mj-lt"/>
              <a:buAutoNum type="arabicPeriod"/>
            </a:pPr>
            <a:r>
              <a:rPr lang="zh-CN" altLang="zh-CN" sz="2800" b="1" dirty="0">
                <a:solidFill>
                  <a:srgbClr val="002060"/>
                </a:solidFill>
              </a:rPr>
              <a:t>了解各种数据类型在计算机中的表示方法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2800" b="1" dirty="0">
                <a:solidFill>
                  <a:srgbClr val="002060"/>
                </a:solidFill>
              </a:rPr>
              <a:t>掌握</a:t>
            </a:r>
            <a:r>
              <a:rPr lang="en-US" altLang="zh-CN" sz="2800" b="1" dirty="0">
                <a:solidFill>
                  <a:srgbClr val="002060"/>
                </a:solidFill>
              </a:rPr>
              <a:t>C</a:t>
            </a:r>
            <a:r>
              <a:rPr lang="zh-CN" altLang="zh-CN" sz="2800" b="1" dirty="0">
                <a:solidFill>
                  <a:srgbClr val="002060"/>
                </a:solidFill>
              </a:rPr>
              <a:t>语言数据类型的位级表示及操作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endParaRPr lang="en-US" altLang="zh-CN" sz="2800" b="1" dirty="0">
              <a:solidFill>
                <a:srgbClr val="002060"/>
              </a:solidFill>
            </a:endParaRPr>
          </a:p>
          <a:p>
            <a:pPr lvl="0" algn="l"/>
            <a:endParaRPr lang="en-US" altLang="zh-CN" sz="2800" b="1" dirty="0">
              <a:solidFill>
                <a:srgbClr val="002060"/>
              </a:solidFill>
            </a:endParaRPr>
          </a:p>
          <a:p>
            <a:pPr lvl="0" algn="l"/>
            <a:endParaRPr lang="zh-CN" altLang="zh-CN" sz="2800" b="1" dirty="0">
              <a:solidFill>
                <a:srgbClr val="002060"/>
              </a:solidFill>
            </a:endParaRPr>
          </a:p>
          <a:p>
            <a:endParaRPr lang="zh-CN" alt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98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实验步骤：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5004" y="1210327"/>
            <a:ext cx="8446984" cy="55835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1</a:t>
            </a:r>
            <a:r>
              <a:rPr lang="zh-CN" altLang="zh-CN" sz="2400" dirty="0"/>
              <a:t>、</a:t>
            </a:r>
            <a:r>
              <a:rPr lang="zh-CN" altLang="en-US" sz="2400" dirty="0"/>
              <a:t>进入</a:t>
            </a:r>
            <a:r>
              <a:rPr lang="en-US" altLang="zh-CN" sz="2400" dirty="0" err="1"/>
              <a:t>bits.c</a:t>
            </a:r>
            <a:r>
              <a:rPr lang="en-US" altLang="zh-CN" sz="2400" dirty="0"/>
              <a:t> </a:t>
            </a:r>
            <a:r>
              <a:rPr lang="zh-CN" altLang="en-US" sz="2400" dirty="0"/>
              <a:t>，</a:t>
            </a:r>
            <a:r>
              <a:rPr lang="zh-CN" altLang="zh-CN" sz="2400" dirty="0"/>
              <a:t>根据</a:t>
            </a:r>
            <a:r>
              <a:rPr lang="en-US" altLang="zh-CN" sz="2400" dirty="0" err="1"/>
              <a:t>bits.c</a:t>
            </a:r>
            <a:r>
              <a:rPr lang="zh-CN" altLang="zh-CN" sz="2400" dirty="0"/>
              <a:t>中的</a:t>
            </a:r>
            <a:r>
              <a:rPr lang="zh-CN" altLang="en-US" sz="2400" dirty="0"/>
              <a:t>具体</a:t>
            </a:r>
            <a:r>
              <a:rPr lang="zh-CN" altLang="zh-CN" sz="2400" dirty="0"/>
              <a:t>要求补全以下</a:t>
            </a:r>
            <a:r>
              <a:rPr lang="en-US" altLang="zh-CN" sz="2400" dirty="0"/>
              <a:t>13</a:t>
            </a:r>
            <a:r>
              <a:rPr lang="zh-CN" altLang="en-US" sz="2400" dirty="0"/>
              <a:t>个</a:t>
            </a:r>
            <a:r>
              <a:rPr lang="zh-CN" altLang="zh-CN" sz="2400" dirty="0"/>
              <a:t>函数：</a:t>
            </a: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bitXor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tmin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isTmax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allOddBits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negate(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isAsciiDigit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conditional(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isLessOrEqual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logicalNeg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howManyBits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float_twice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(unsigned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 float_i2f(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float_f2i(unsigned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4828381" y="5212921"/>
            <a:ext cx="222190" cy="709301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355186" y="5382905"/>
            <a:ext cx="2262158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b="1" dirty="0"/>
              <a:t>后三道为浮点数题目</a:t>
            </a:r>
          </a:p>
        </p:txBody>
      </p:sp>
    </p:spTree>
    <p:extLst>
      <p:ext uri="{BB962C8B-B14F-4D97-AF65-F5344CB8AC3E}">
        <p14:creationId xmlns:p14="http://schemas.microsoft.com/office/powerpoint/2010/main" val="184574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07" y="1003856"/>
            <a:ext cx="5093494" cy="4114800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981" y="2538218"/>
            <a:ext cx="5014913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72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951" y="2900773"/>
            <a:ext cx="4793456" cy="3762375"/>
          </a:xfrm>
        </p:spPr>
      </p:pic>
      <p:sp>
        <p:nvSpPr>
          <p:cNvPr id="3" name="矩形 2"/>
          <p:cNvSpPr/>
          <p:nvPr/>
        </p:nvSpPr>
        <p:spPr>
          <a:xfrm>
            <a:off x="356541" y="1182577"/>
            <a:ext cx="82680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2</a:t>
            </a:r>
            <a:r>
              <a:rPr lang="zh-CN" altLang="zh-CN" sz="2400" dirty="0"/>
              <a:t>、在</a:t>
            </a:r>
            <a:r>
              <a:rPr lang="en-US" altLang="zh-CN" sz="2400" dirty="0"/>
              <a:t>Linux</a:t>
            </a:r>
            <a:r>
              <a:rPr lang="zh-CN" altLang="zh-CN" sz="2400" dirty="0"/>
              <a:t>下</a:t>
            </a:r>
            <a:r>
              <a:rPr lang="zh-CN" altLang="en-US" sz="2400" dirty="0"/>
              <a:t>自动判别</a:t>
            </a:r>
            <a:r>
              <a:rPr lang="zh-CN" altLang="zh-CN" sz="2400" dirty="0"/>
              <a:t>以上函数是否正确，指令如下：</a:t>
            </a:r>
          </a:p>
          <a:p>
            <a:r>
              <a:rPr lang="en-US" altLang="zh-CN" sz="2400" dirty="0"/>
              <a:t>*</a:t>
            </a:r>
            <a:r>
              <a:rPr lang="zh-CN" altLang="zh-CN" sz="2400" dirty="0"/>
              <a:t>编译：</a:t>
            </a:r>
            <a:r>
              <a:rPr lang="en-US" altLang="zh-CN" sz="2400" dirty="0"/>
              <a:t>./</a:t>
            </a:r>
            <a:r>
              <a:rPr lang="en-US" altLang="zh-CN" sz="2400" dirty="0" err="1"/>
              <a:t>dlc</a:t>
            </a:r>
            <a:r>
              <a:rPr lang="en-US" altLang="zh-CN" sz="2400" dirty="0"/>
              <a:t> </a:t>
            </a:r>
            <a:r>
              <a:rPr lang="en-US" altLang="zh-CN" sz="2400" dirty="0" err="1"/>
              <a:t>bits.c</a:t>
            </a:r>
            <a:endParaRPr lang="zh-CN" altLang="zh-CN" sz="2400" dirty="0"/>
          </a:p>
          <a:p>
            <a:r>
              <a:rPr lang="en-US" altLang="zh-CN" sz="2400" dirty="0"/>
              <a:t>*</a:t>
            </a:r>
            <a:r>
              <a:rPr lang="zh-CN" altLang="zh-CN" sz="2400" dirty="0"/>
              <a:t>测试：</a:t>
            </a:r>
            <a:r>
              <a:rPr lang="en-US" altLang="zh-CN" sz="2400" dirty="0"/>
              <a:t>make </a:t>
            </a:r>
            <a:r>
              <a:rPr lang="en-US" altLang="zh-CN" sz="2400" dirty="0" err="1"/>
              <a:t>btest</a:t>
            </a:r>
            <a:endParaRPr lang="zh-CN" altLang="zh-CN" sz="2400" dirty="0"/>
          </a:p>
          <a:p>
            <a:r>
              <a:rPr lang="en-US" altLang="zh-CN" sz="2400" dirty="0"/>
              <a:t>               ./</a:t>
            </a:r>
            <a:r>
              <a:rPr lang="en-US" altLang="zh-CN" sz="2400" dirty="0" err="1"/>
              <a:t>btest</a:t>
            </a:r>
            <a:endParaRPr lang="zh-CN" altLang="zh-CN" sz="2400" dirty="0"/>
          </a:p>
        </p:txBody>
      </p:sp>
      <p:sp>
        <p:nvSpPr>
          <p:cNvPr id="5" name="矩形 4"/>
          <p:cNvSpPr/>
          <p:nvPr/>
        </p:nvSpPr>
        <p:spPr>
          <a:xfrm>
            <a:off x="5468158" y="1700444"/>
            <a:ext cx="31564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或者</a:t>
            </a:r>
            <a:r>
              <a:rPr lang="zh-CN" altLang="zh-CN" sz="2400" dirty="0"/>
              <a:t>：</a:t>
            </a:r>
          </a:p>
          <a:p>
            <a:r>
              <a:rPr lang="en-US" altLang="zh-CN" sz="2400" dirty="0"/>
              <a:t>*</a:t>
            </a:r>
            <a:r>
              <a:rPr lang="zh-CN" altLang="zh-CN" sz="2400" dirty="0"/>
              <a:t>编译：</a:t>
            </a:r>
            <a:r>
              <a:rPr lang="en-US" altLang="zh-CN" sz="2400" dirty="0"/>
              <a:t>make</a:t>
            </a:r>
          </a:p>
          <a:p>
            <a:r>
              <a:rPr lang="en-US" altLang="zh-CN" sz="2400" dirty="0"/>
              <a:t>*</a:t>
            </a:r>
            <a:r>
              <a:rPr lang="zh-CN" altLang="zh-CN" sz="2400" dirty="0"/>
              <a:t>测试：</a:t>
            </a:r>
            <a:r>
              <a:rPr lang="en-US" altLang="zh-CN" sz="2400" dirty="0"/>
              <a:t>./</a:t>
            </a:r>
            <a:r>
              <a:rPr lang="en-US" altLang="zh-CN" sz="2400" dirty="0" err="1"/>
              <a:t>btest</a:t>
            </a:r>
            <a:endParaRPr lang="zh-CN" altLang="zh-CN" sz="2400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实验步骤：</a:t>
            </a:r>
          </a:p>
        </p:txBody>
      </p:sp>
    </p:spTree>
    <p:extLst>
      <p:ext uri="{BB962C8B-B14F-4D97-AF65-F5344CB8AC3E}">
        <p14:creationId xmlns:p14="http://schemas.microsoft.com/office/powerpoint/2010/main" val="1351313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198</Words>
  <Application>Microsoft Office PowerPoint</Application>
  <PresentationFormat>全屏显示(4:3)</PresentationFormat>
  <Paragraphs>30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黑体</vt:lpstr>
      <vt:lpstr>Arial</vt:lpstr>
      <vt:lpstr>Calibri</vt:lpstr>
      <vt:lpstr>Times New Roman</vt:lpstr>
      <vt:lpstr>Office 主题</vt:lpstr>
      <vt:lpstr>实验二：数据表示实验</vt:lpstr>
      <vt:lpstr>实验步骤：</vt:lpstr>
      <vt:lpstr>注意事项</vt:lpstr>
      <vt:lpstr>实验步骤：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Datalab-handout使用手册</dc:title>
  <dc:creator>Leo Lau</dc:creator>
  <cp:lastModifiedBy>王锦鸿</cp:lastModifiedBy>
  <cp:revision>13</cp:revision>
  <dcterms:created xsi:type="dcterms:W3CDTF">2016-03-28T08:52:44Z</dcterms:created>
  <dcterms:modified xsi:type="dcterms:W3CDTF">2024-04-11T13:30:56Z</dcterms:modified>
</cp:coreProperties>
</file>