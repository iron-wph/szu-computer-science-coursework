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heme/theme2.xml" ContentType="application/vnd.openxmlformats-officedocument.them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7" r:id="rId2"/>
    <p:sldId id="261" r:id="rId3"/>
    <p:sldId id="260" r:id="rId4"/>
    <p:sldId id="259" r:id="rId5"/>
    <p:sldId id="264" r:id="rId6"/>
    <p:sldId id="265" r:id="rId7"/>
    <p:sldId id="266" r:id="rId8"/>
    <p:sldId id="271" r:id="rId9"/>
    <p:sldId id="275" r:id="rId10"/>
    <p:sldId id="277" r:id="rId11"/>
    <p:sldId id="280" r:id="rId12"/>
    <p:sldId id="276" r:id="rId13"/>
    <p:sldId id="283" r:id="rId14"/>
    <p:sldId id="285" r:id="rId15"/>
    <p:sldId id="287"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80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5" d="100"/>
          <a:sy n="85" d="100"/>
        </p:scale>
        <p:origin x="648" y="67"/>
      </p:cViewPr>
      <p:guideLst>
        <p:guide orient="horz" pos="2160"/>
        <p:guide pos="3840"/>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3.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1.jpeg"/><Relationship Id="rId5" Type="http://schemas.openxmlformats.org/officeDocument/2006/relationships/tags" Target="../tags/tag12.xml"/><Relationship Id="rId10" Type="http://schemas.openxmlformats.org/officeDocument/2006/relationships/slideMaster" Target="../slideMasters/slideMaster1.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9.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image" Target="../media/image7.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6.png"/><Relationship Id="rId5" Type="http://schemas.openxmlformats.org/officeDocument/2006/relationships/tags" Target="../tags/tag26.xml"/><Relationship Id="rId10" Type="http://schemas.openxmlformats.org/officeDocument/2006/relationships/image" Target="../media/image5.jpeg"/><Relationship Id="rId4" Type="http://schemas.openxmlformats.org/officeDocument/2006/relationships/tags" Target="../tags/tag25.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7.png"/><Relationship Id="rId5" Type="http://schemas.openxmlformats.org/officeDocument/2006/relationships/tags" Target="../tags/tag48.xml"/><Relationship Id="rId10" Type="http://schemas.openxmlformats.org/officeDocument/2006/relationships/image" Target="../media/image6.png"/><Relationship Id="rId4" Type="http://schemas.openxmlformats.org/officeDocument/2006/relationships/tags" Target="../tags/tag47.xml"/><Relationship Id="rId9"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slideMaster" Target="../slideMasters/slideMaster1.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1.xml"/><Relationship Id="rId5" Type="http://schemas.openxmlformats.org/officeDocument/2006/relationships/tags" Target="../tags/tag64.xml"/><Relationship Id="rId4" Type="http://schemas.openxmlformats.org/officeDocument/2006/relationships/tags" Target="../tags/tag6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slideMaster" Target="../slideMasters/slideMaster1.xml"/><Relationship Id="rId4" Type="http://schemas.openxmlformats.org/officeDocument/2006/relationships/tags" Target="../tags/tag68.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image" Target="../media/image3.png"/><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2.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1.jpeg"/><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6.png"/><Relationship Id="rId5" Type="http://schemas.openxmlformats.org/officeDocument/2006/relationships/tags" Target="../tags/tag82.xml"/><Relationship Id="rId10" Type="http://schemas.openxmlformats.org/officeDocument/2006/relationships/image" Target="../media/image8.png"/><Relationship Id="rId4" Type="http://schemas.openxmlformats.org/officeDocument/2006/relationships/tags" Target="../tags/tag81.xml"/><Relationship Id="rId9"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image" Target="../media/image10.png"/><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image" Target="../media/image9.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slideMaster" Target="../slideMasters/slideMaster1.xml"/><Relationship Id="rId5" Type="http://schemas.openxmlformats.org/officeDocument/2006/relationships/tags" Target="../tags/tag89.xml"/><Relationship Id="rId15" Type="http://schemas.openxmlformats.org/officeDocument/2006/relationships/image" Target="../media/image12.png"/><Relationship Id="rId10" Type="http://schemas.openxmlformats.org/officeDocument/2006/relationships/tags" Target="../tags/tag94.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image" Target="../media/image9.pn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slideMaster" Target="../slideMasters/slideMaster1.xml"/><Relationship Id="rId2" Type="http://schemas.openxmlformats.org/officeDocument/2006/relationships/tags" Target="../tags/tag96.xml"/><Relationship Id="rId16" Type="http://schemas.openxmlformats.org/officeDocument/2006/relationships/image" Target="../media/image13.png"/><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image" Target="../media/image11.png"/><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image" Target="../media/image9.png"/><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slideMaster" Target="../slideMasters/slideMaster1.xml"/><Relationship Id="rId2" Type="http://schemas.openxmlformats.org/officeDocument/2006/relationships/tags" Target="../tags/tag107.xml"/><Relationship Id="rId16" Type="http://schemas.openxmlformats.org/officeDocument/2006/relationships/image" Target="../media/image11.png"/><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image" Target="../media/image13.png"/><Relationship Id="rId10" Type="http://schemas.openxmlformats.org/officeDocument/2006/relationships/tags" Target="../tags/tag115.xml"/><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image" Target="../media/image9.png"/><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slideMaster" Target="../slideMasters/slideMaster1.xml"/><Relationship Id="rId2" Type="http://schemas.openxmlformats.org/officeDocument/2006/relationships/tags" Target="../tags/tag118.xml"/><Relationship Id="rId16" Type="http://schemas.openxmlformats.org/officeDocument/2006/relationships/image" Target="../media/image10.png"/><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image" Target="../media/image12.png"/><Relationship Id="rId10" Type="http://schemas.openxmlformats.org/officeDocument/2006/relationships/tags" Target="../tags/tag126.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tags" Target="../tags/tag140.xml"/><Relationship Id="rId18" Type="http://schemas.openxmlformats.org/officeDocument/2006/relationships/image" Target="../media/image13.png"/><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17" Type="http://schemas.openxmlformats.org/officeDocument/2006/relationships/image" Target="../media/image11.png"/><Relationship Id="rId2" Type="http://schemas.openxmlformats.org/officeDocument/2006/relationships/tags" Target="../tags/tag129.xml"/><Relationship Id="rId16" Type="http://schemas.openxmlformats.org/officeDocument/2006/relationships/image" Target="../media/image10.png"/><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image" Target="../media/image9.png"/><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8.xml"/><Relationship Id="rId13" Type="http://schemas.openxmlformats.org/officeDocument/2006/relationships/image" Target="../media/image9.png"/><Relationship Id="rId3" Type="http://schemas.openxmlformats.org/officeDocument/2006/relationships/tags" Target="../tags/tag143.xml"/><Relationship Id="rId7" Type="http://schemas.openxmlformats.org/officeDocument/2006/relationships/tags" Target="../tags/tag147.xml"/><Relationship Id="rId12" Type="http://schemas.openxmlformats.org/officeDocument/2006/relationships/slideMaster" Target="../slideMasters/slideMaster1.xml"/><Relationship Id="rId17" Type="http://schemas.openxmlformats.org/officeDocument/2006/relationships/image" Target="../media/image15.png"/><Relationship Id="rId2" Type="http://schemas.openxmlformats.org/officeDocument/2006/relationships/tags" Target="../tags/tag142.xml"/><Relationship Id="rId16" Type="http://schemas.openxmlformats.org/officeDocument/2006/relationships/image" Target="../media/image7.png"/><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tags" Target="../tags/tag151.xml"/><Relationship Id="rId5" Type="http://schemas.openxmlformats.org/officeDocument/2006/relationships/tags" Target="../tags/tag145.xml"/><Relationship Id="rId15" Type="http://schemas.openxmlformats.org/officeDocument/2006/relationships/image" Target="../media/image10.png"/><Relationship Id="rId10" Type="http://schemas.openxmlformats.org/officeDocument/2006/relationships/tags" Target="../tags/tag150.xml"/><Relationship Id="rId4" Type="http://schemas.openxmlformats.org/officeDocument/2006/relationships/tags" Target="../tags/tag144.xml"/><Relationship Id="rId9" Type="http://schemas.openxmlformats.org/officeDocument/2006/relationships/tags" Target="../tags/tag149.xml"/><Relationship Id="rId1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descr="C:\Users\qiu\Desktop\图片1.jpg图片1"/>
          <p:cNvPicPr>
            <a:picLocks noChangeAspect="1"/>
          </p:cNvPicPr>
          <p:nvPr userDrawn="1">
            <p:custDataLst>
              <p:tags r:id="rId1"/>
            </p:custDataLst>
          </p:nvPr>
        </p:nvPicPr>
        <p:blipFill rotWithShape="1">
          <a:blip r:embed="rId11"/>
          <a:srcRect/>
          <a:stretch>
            <a:fillRect/>
          </a:stretch>
        </p:blipFill>
        <p:spPr>
          <a:xfrm>
            <a:off x="-1" y="1270"/>
            <a:ext cx="12192001" cy="6855460"/>
          </a:xfrm>
          <a:prstGeom prst="rect">
            <a:avLst/>
          </a:prstGeom>
        </p:spPr>
      </p:pic>
      <p:pic>
        <p:nvPicPr>
          <p:cNvPr id="12" name="图片 11"/>
          <p:cNvPicPr>
            <a:picLocks noChangeAspect="1"/>
          </p:cNvPicPr>
          <p:nvPr userDrawn="1">
            <p:custDataLst>
              <p:tags r:id="rId2"/>
            </p:custDataLst>
          </p:nvPr>
        </p:nvPicPr>
        <p:blipFill>
          <a:blip r:embed="rId12"/>
          <a:stretch>
            <a:fillRect/>
          </a:stretch>
        </p:blipFill>
        <p:spPr>
          <a:xfrm flipH="1">
            <a:off x="39622" y="-390873"/>
            <a:ext cx="4637845" cy="3294947"/>
          </a:xfrm>
          <a:prstGeom prst="rect">
            <a:avLst/>
          </a:prstGeom>
        </p:spPr>
      </p:pic>
      <p:pic>
        <p:nvPicPr>
          <p:cNvPr id="13" name="图片 12"/>
          <p:cNvPicPr>
            <a:picLocks noChangeAspect="1"/>
          </p:cNvPicPr>
          <p:nvPr userDrawn="1">
            <p:custDataLst>
              <p:tags r:id="rId3"/>
            </p:custDataLst>
          </p:nvPr>
        </p:nvPicPr>
        <p:blipFill rotWithShape="1">
          <a:blip r:embed="rId13"/>
          <a:srcRect/>
          <a:stretch>
            <a:fillRect/>
          </a:stretch>
        </p:blipFill>
        <p:spPr>
          <a:xfrm>
            <a:off x="-1" y="4447677"/>
            <a:ext cx="4196735" cy="1841023"/>
          </a:xfrm>
          <a:prstGeom prst="rect">
            <a:avLst/>
          </a:prstGeom>
        </p:spPr>
      </p:pic>
      <p:pic>
        <p:nvPicPr>
          <p:cNvPr id="14" name="图片 13"/>
          <p:cNvPicPr>
            <a:picLocks noChangeAspect="1"/>
          </p:cNvPicPr>
          <p:nvPr userDrawn="1">
            <p:custDataLst>
              <p:tags r:id="rId4"/>
            </p:custDataLst>
          </p:nvPr>
        </p:nvPicPr>
        <p:blipFill>
          <a:blip r:embed="rId14"/>
          <a:stretch>
            <a:fillRect/>
          </a:stretch>
        </p:blipFill>
        <p:spPr>
          <a:xfrm>
            <a:off x="9659275" y="4552976"/>
            <a:ext cx="2416669" cy="2303754"/>
          </a:xfrm>
          <a:prstGeom prst="rect">
            <a:avLst/>
          </a:prstGeom>
        </p:spPr>
      </p:pic>
      <p:sp>
        <p:nvSpPr>
          <p:cNvPr id="2" name="标题 1"/>
          <p:cNvSpPr>
            <a:spLocks noGrp="1"/>
          </p:cNvSpPr>
          <p:nvPr>
            <p:ph type="ctrTitle" hasCustomPrompt="1"/>
            <p:custDataLst>
              <p:tags r:id="rId5"/>
            </p:custDataLst>
          </p:nvPr>
        </p:nvSpPr>
        <p:spPr>
          <a:xfrm>
            <a:off x="2583543" y="2177885"/>
            <a:ext cx="7199086" cy="1235385"/>
          </a:xfrm>
        </p:spPr>
        <p:txBody>
          <a:bodyPr lIns="91440" tIns="45720" rIns="91440" bIns="45720" anchor="b" anchorCtr="0">
            <a:normAutofit/>
          </a:bodyPr>
          <a:lstStyle>
            <a:lvl1pPr algn="dist">
              <a:defRPr sz="6600" b="0" spc="600">
                <a:solidFill>
                  <a:schemeClr val="accent1"/>
                </a:solidFill>
                <a:latin typeface="汉仪尚巍手书W" panose="00020600040101010101" pitchFamily="18" charset="-122"/>
                <a:ea typeface="汉仪尚巍手书W" panose="00020600040101010101" pitchFamily="18" charset="-122"/>
              </a:defRPr>
            </a:lvl1pPr>
          </a:lstStyle>
          <a:p>
            <a:r>
              <a:rPr lang="zh-CN" altLang="en-US" dirty="0"/>
              <a:t>编辑标题</a:t>
            </a:r>
          </a:p>
        </p:txBody>
      </p:sp>
      <p:sp>
        <p:nvSpPr>
          <p:cNvPr id="3" name="副标题 2"/>
          <p:cNvSpPr>
            <a:spLocks noGrp="1"/>
          </p:cNvSpPr>
          <p:nvPr>
            <p:ph type="subTitle" idx="1" hasCustomPrompt="1"/>
            <p:custDataLst>
              <p:tags r:id="rId6"/>
            </p:custDataLst>
          </p:nvPr>
        </p:nvSpPr>
        <p:spPr>
          <a:xfrm>
            <a:off x="2583544" y="3478026"/>
            <a:ext cx="7199085" cy="743187"/>
          </a:xfrm>
        </p:spPr>
        <p:txBody>
          <a:bodyPr lIns="91440" tIns="45720" rIns="91440" bIns="45720">
            <a:normAutofit/>
          </a:bodyPr>
          <a:lstStyle>
            <a:lvl1pPr marL="0" indent="0" algn="ctr" eaLnBrk="1" fontAlgn="auto" latinLnBrk="0" hangingPunct="1">
              <a:lnSpc>
                <a:spcPct val="100000"/>
              </a:lnSpc>
              <a:buNone/>
              <a:defRPr sz="2400" u="none" strike="noStrike" kern="1200" cap="none" spc="200" normalizeH="0" baseline="0">
                <a:solidFill>
                  <a:schemeClr val="tx1">
                    <a:lumMod val="85000"/>
                    <a:lumOff val="15000"/>
                  </a:schemeClr>
                </a:solidFill>
                <a:uFillTx/>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normAutofit/>
          </a:bodyPr>
          <a:lstStyle>
            <a:lvl1pPr>
              <a:defRPr>
                <a:solidFill>
                  <a:schemeClr val="tx1">
                    <a:lumMod val="85000"/>
                    <a:lumOff val="15000"/>
                  </a:schemeClr>
                </a:solidFill>
              </a:defRPr>
            </a:lvl1pPr>
          </a:lstStyle>
          <a:p>
            <a:fld id="{760FBDFE-C587-4B4C-A407-44438C67B59E}" type="datetimeFigureOut">
              <a:rPr lang="zh-CN" altLang="en-US" smtClean="0"/>
              <a:t>2024/5/28</a:t>
            </a:fld>
            <a:endParaRPr lang="zh-CN" altLang="en-US"/>
          </a:p>
        </p:txBody>
      </p:sp>
      <p:sp>
        <p:nvSpPr>
          <p:cNvPr id="17" name="页脚占位符 16"/>
          <p:cNvSpPr>
            <a:spLocks noGrp="1"/>
          </p:cNvSpPr>
          <p:nvPr>
            <p:ph type="ftr" sz="quarter" idx="11"/>
            <p:custDataLst>
              <p:tags r:id="rId8"/>
            </p:custDataLst>
          </p:nvPr>
        </p:nvSpPr>
        <p:spPr/>
        <p:txBody>
          <a:bodyPr>
            <a:normAutofit/>
          </a:bodyPr>
          <a:lstStyle>
            <a:lvl1pPr>
              <a:defRPr>
                <a:solidFill>
                  <a:schemeClr val="tx1">
                    <a:lumMod val="85000"/>
                    <a:lumOff val="15000"/>
                  </a:schemeClr>
                </a:solidFill>
              </a:defRPr>
            </a:lvl1pPr>
          </a:lstStyle>
          <a:p>
            <a:endParaRPr lang="zh-CN" altLang="en-US" dirty="0"/>
          </a:p>
        </p:txBody>
      </p:sp>
      <p:sp>
        <p:nvSpPr>
          <p:cNvPr id="18" name="灯片编号占位符 17"/>
          <p:cNvSpPr>
            <a:spLocks noGrp="1"/>
          </p:cNvSpPr>
          <p:nvPr>
            <p:ph type="sldNum" sz="quarter" idx="12"/>
            <p:custDataLst>
              <p:tags r:id="rId9"/>
            </p:custDataLst>
          </p:nvPr>
        </p:nvSpPr>
        <p:spPr/>
        <p:txBody>
          <a:bodyPr>
            <a:normAutofit/>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t>2024/5/28</a:t>
            </a:fld>
            <a:endParaRPr lang="zh-CN" altLang="en-US"/>
          </a:p>
        </p:txBody>
      </p:sp>
      <p:sp>
        <p:nvSpPr>
          <p:cNvPr id="5" name="页脚占位符 4"/>
          <p:cNvSpPr>
            <a:spLocks noGrp="1"/>
          </p:cNvSpPr>
          <p:nvPr>
            <p:ph type="ftr" sz="quarter" idx="11"/>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1"/>
            </p:custDataLst>
          </p:nvPr>
        </p:nvPicPr>
        <p:blipFill>
          <a:blip r:embed="rId10"/>
          <a:stretch>
            <a:fillRect/>
          </a:stretch>
        </p:blipFill>
        <p:spPr>
          <a:xfrm>
            <a:off x="0" y="0"/>
            <a:ext cx="12188825" cy="6858635"/>
          </a:xfrm>
          <a:prstGeom prst="rect">
            <a:avLst/>
          </a:prstGeom>
        </p:spPr>
      </p:pic>
      <p:pic>
        <p:nvPicPr>
          <p:cNvPr id="10" name="图片 9"/>
          <p:cNvPicPr>
            <a:picLocks noChangeAspect="1"/>
          </p:cNvPicPr>
          <p:nvPr userDrawn="1">
            <p:custDataLst>
              <p:tags r:id="rId2"/>
            </p:custDataLst>
          </p:nvPr>
        </p:nvPicPr>
        <p:blipFill>
          <a:blip r:embed="rId11"/>
          <a:stretch>
            <a:fillRect/>
          </a:stretch>
        </p:blipFill>
        <p:spPr>
          <a:xfrm flipH="1">
            <a:off x="95972" y="-68941"/>
            <a:ext cx="2913369" cy="2069797"/>
          </a:xfrm>
          <a:prstGeom prst="rect">
            <a:avLst/>
          </a:prstGeom>
        </p:spPr>
      </p:pic>
      <p:pic>
        <p:nvPicPr>
          <p:cNvPr id="14" name="图片 13"/>
          <p:cNvPicPr>
            <a:picLocks noChangeAspect="1"/>
          </p:cNvPicPr>
          <p:nvPr userDrawn="1">
            <p:custDataLst>
              <p:tags r:id="rId3"/>
            </p:custDataLst>
          </p:nvPr>
        </p:nvPicPr>
        <p:blipFill>
          <a:blip r:embed="rId12"/>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4"/>
            </p:custDataLst>
          </p:nvPr>
        </p:nvSpPr>
        <p:spPr>
          <a:xfrm>
            <a:off x="2403796" y="2423883"/>
            <a:ext cx="7384409" cy="1089399"/>
          </a:xfrm>
        </p:spPr>
        <p:txBody>
          <a:bodyPr lIns="91440" tIns="45720" rIns="91440" bIns="45720" anchor="b" anchorCtr="0">
            <a:normAutofit/>
          </a:bodyPr>
          <a:lstStyle>
            <a:lvl1pPr algn="ctr">
              <a:lnSpc>
                <a:spcPct val="100000"/>
              </a:lnSpc>
              <a:defRPr sz="4800" b="0" u="none" strike="noStrike" kern="1200" cap="none" spc="300" normalizeH="0" baseline="0">
                <a:solidFill>
                  <a:schemeClr val="accent1"/>
                </a:solidFill>
                <a:uFillTx/>
                <a:latin typeface="汉仪尚巍手书W" panose="00020600040101010101" pitchFamily="18" charset="-122"/>
                <a:ea typeface="汉仪尚巍手书W" panose="00020600040101010101" pitchFamily="18" charset="-122"/>
              </a:defRPr>
            </a:lvl1pPr>
          </a:lstStyle>
          <a:p>
            <a:r>
              <a:rPr lang="zh-CN" altLang="en-US" dirty="0"/>
              <a:t>单击此处编辑标题</a:t>
            </a:r>
          </a:p>
        </p:txBody>
      </p:sp>
      <p:sp>
        <p:nvSpPr>
          <p:cNvPr id="3" name="文本占位符 2"/>
          <p:cNvSpPr>
            <a:spLocks noGrp="1"/>
          </p:cNvSpPr>
          <p:nvPr>
            <p:ph type="body" idx="1" hasCustomPrompt="1"/>
            <p:custDataLst>
              <p:tags r:id="rId5"/>
            </p:custDataLst>
          </p:nvPr>
        </p:nvSpPr>
        <p:spPr>
          <a:xfrm>
            <a:off x="2403796" y="3660546"/>
            <a:ext cx="7384409" cy="1235437"/>
          </a:xfrm>
        </p:spPr>
        <p:txBody>
          <a:bodyPr lIns="101600" tIns="38100" rIns="76200" bIns="38100" anchor="t" anchorCtr="0">
            <a:normAutofit/>
          </a:bodyPr>
          <a:lstStyle>
            <a:lvl1pPr marL="0" indent="0" algn="ctr" eaLnBrk="1" fontAlgn="auto" latinLnBrk="0" hangingPunct="1">
              <a:lnSpc>
                <a:spcPct val="100000"/>
              </a:lnSpc>
              <a:spcAft>
                <a:spcPts val="0"/>
              </a:spcAft>
              <a:buNone/>
              <a:defRPr kumimoji="0" lang="zh-CN" altLang="en-US" sz="2400" b="0" i="0" u="none" strike="noStrike" kern="1200" cap="none" spc="150" normalizeH="0" baseline="0" noProof="1">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t>2024/5/28</a:t>
            </a:fld>
            <a:endParaRPr lang="zh-CN" altLang="en-US"/>
          </a:p>
        </p:txBody>
      </p:sp>
      <p:sp>
        <p:nvSpPr>
          <p:cNvPr id="5" name="页脚占位符 4"/>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楷体" panose="02010609060101010101" pitchFamily="49"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rmAutofit/>
          </a:bodyPr>
          <a:lstStyle>
            <a:lvl1pPr>
              <a:defRPr sz="1600" baseline="0">
                <a:latin typeface="Arial" panose="020B0604020202020204" pitchFamily="34" charset="0"/>
                <a:ea typeface="楷体" panose="02010609060101010101" pitchFamily="49" charset="-122"/>
              </a:defRPr>
            </a:lvl1pPr>
            <a:lvl2pPr>
              <a:defRPr sz="1600" baseline="0">
                <a:latin typeface="Arial" panose="020B0604020202020204" pitchFamily="34" charset="0"/>
                <a:ea typeface="楷体" panose="02010609060101010101" pitchFamily="49" charset="-122"/>
              </a:defRPr>
            </a:lvl2pPr>
            <a:lvl3pPr>
              <a:defRPr sz="1600" baseline="0">
                <a:latin typeface="Arial" panose="020B0604020202020204" pitchFamily="34" charset="0"/>
                <a:ea typeface="楷体" panose="02010609060101010101" pitchFamily="49" charset="-122"/>
              </a:defRPr>
            </a:lvl3pPr>
            <a:lvl4pPr>
              <a:defRPr sz="1600" baseline="0">
                <a:latin typeface="Arial" panose="020B0604020202020204" pitchFamily="34" charset="0"/>
                <a:ea typeface="楷体" panose="02010609060101010101" pitchFamily="49" charset="-122"/>
              </a:defRPr>
            </a:lvl4pPr>
            <a:lvl5pPr>
              <a:defRPr sz="1600" baseline="0">
                <a:latin typeface="Arial" panose="020B0604020202020204" pitchFamily="34"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760FBDFE-C587-4B4C-A407-44438C67B59E}" type="datetimeFigureOut">
              <a:rPr lang="zh-CN" altLang="en-US" smtClean="0"/>
              <a:t>2024/5/28</a:t>
            </a:fld>
            <a:endParaRPr lang="zh-CN" altLang="en-US"/>
          </a:p>
        </p:txBody>
      </p:sp>
      <p:sp>
        <p:nvSpPr>
          <p:cNvPr id="6" name="页脚占位符 5"/>
          <p:cNvSpPr>
            <a:spLocks noGrp="1"/>
          </p:cNvSpPr>
          <p:nvPr>
            <p:ph type="ftr" sz="quarter" idx="11"/>
            <p:custDataLst>
              <p:tags r:id="rId5"/>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t>2024/5/28</a:t>
            </a:fld>
            <a:endParaRPr lang="zh-CN" altLang="en-US"/>
          </a:p>
        </p:txBody>
      </p:sp>
      <p:sp>
        <p:nvSpPr>
          <p:cNvPr id="8" name="页脚占位符 7"/>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9" name="灯片编号占位符 8"/>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1"/>
            </p:custDataLst>
          </p:nvPr>
        </p:nvPicPr>
        <p:blipFill>
          <a:blip r:embed="rId9"/>
          <a:stretch>
            <a:fillRect/>
          </a:stretch>
        </p:blipFill>
        <p:spPr>
          <a:xfrm>
            <a:off x="0" y="0"/>
            <a:ext cx="12188825" cy="6858635"/>
          </a:xfrm>
          <a:prstGeom prst="rect">
            <a:avLst/>
          </a:prstGeom>
        </p:spPr>
      </p:pic>
      <p:pic>
        <p:nvPicPr>
          <p:cNvPr id="9" name="图片 8"/>
          <p:cNvPicPr>
            <a:picLocks noChangeAspect="1"/>
          </p:cNvPicPr>
          <p:nvPr userDrawn="1">
            <p:custDataLst>
              <p:tags r:id="rId2"/>
            </p:custDataLst>
          </p:nvPr>
        </p:nvPicPr>
        <p:blipFill>
          <a:blip r:embed="rId10"/>
          <a:stretch>
            <a:fillRect/>
          </a:stretch>
        </p:blipFill>
        <p:spPr>
          <a:xfrm flipH="1">
            <a:off x="95972" y="-68941"/>
            <a:ext cx="2913369" cy="2069797"/>
          </a:xfrm>
          <a:prstGeom prst="rect">
            <a:avLst/>
          </a:prstGeom>
        </p:spPr>
      </p:pic>
      <p:pic>
        <p:nvPicPr>
          <p:cNvPr id="10" name="图片 9"/>
          <p:cNvPicPr>
            <a:picLocks noChangeAspect="1"/>
          </p:cNvPicPr>
          <p:nvPr userDrawn="1">
            <p:custDataLst>
              <p:tags r:id="rId3"/>
            </p:custDataLst>
          </p:nvPr>
        </p:nvPicPr>
        <p:blipFill>
          <a:blip r:embed="rId11"/>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4"/>
            </p:custDataLst>
          </p:nvPr>
        </p:nvSpPr>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单击此处编辑标题</a:t>
            </a:r>
          </a:p>
        </p:txBody>
      </p:sp>
      <p:sp>
        <p:nvSpPr>
          <p:cNvPr id="3" name="日期占位符 2"/>
          <p:cNvSpPr>
            <a:spLocks noGrp="1"/>
          </p:cNvSpPr>
          <p:nvPr>
            <p:ph type="dt" sz="half" idx="10"/>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t>2024/5/28</a:t>
            </a:fld>
            <a:endParaRPr lang="zh-CN" altLang="en-US"/>
          </a:p>
        </p:txBody>
      </p:sp>
      <p:sp>
        <p:nvSpPr>
          <p:cNvPr id="3" name="页脚占位符 2"/>
          <p:cNvSpPr>
            <a:spLocks noGrp="1"/>
          </p:cNvSpPr>
          <p:nvPr>
            <p:ph type="ftr" sz="quarter" idx="11"/>
            <p:custDataLst>
              <p:tags r:id="rId2"/>
            </p:custDataLst>
          </p:nvPr>
        </p:nvSpPr>
        <p:spPr/>
        <p:txBody>
          <a:bodyPr/>
          <a:lstStyle>
            <a:lvl1pPr>
              <a:defRPr baseline="0">
                <a:solidFill>
                  <a:schemeClr val="tx1">
                    <a:lumMod val="85000"/>
                    <a:lumOff val="15000"/>
                  </a:schemeClr>
                </a:solidFill>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9EFD9D74-47D9-4702-A33C-335B63B48DBF}" type="datetimeFigureOut">
              <a:rPr lang="zh-CN" altLang="en-US" smtClean="0"/>
              <a:t>2024/5/28</a:t>
            </a:fld>
            <a:endParaRPr lang="zh-CN" altLang="en-US" dirty="0"/>
          </a:p>
        </p:txBody>
      </p:sp>
      <p:sp>
        <p:nvSpPr>
          <p:cNvPr id="6" name="页脚占位符 5"/>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normAutofit/>
          </a:bodyPr>
          <a:lstStyle>
            <a:lvl1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t>2024/5/28</a:t>
            </a:fld>
            <a:endParaRPr lang="zh-CN" altLang="en-US"/>
          </a:p>
        </p:txBody>
      </p:sp>
      <p:sp>
        <p:nvSpPr>
          <p:cNvPr id="5" name="页脚占位符 4"/>
          <p:cNvSpPr>
            <a:spLocks noGrp="1"/>
          </p:cNvSpPr>
          <p:nvPr>
            <p:ph type="ftr" sz="quarter" idx="11"/>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2"/>
            </p:custDataLst>
          </p:nvPr>
        </p:nvSpPr>
        <p:spPr/>
        <p:txBody>
          <a:bodyPr/>
          <a:lstStyle>
            <a:lvl1pPr>
              <a:defRPr baseline="0">
                <a:solidFill>
                  <a:schemeClr val="tx1">
                    <a:lumMod val="85000"/>
                    <a:lumOff val="15000"/>
                  </a:schemeClr>
                </a:solidFill>
              </a:defRPr>
            </a:lvl1pPr>
          </a:lstStyle>
          <a:p>
            <a:endParaRPr lang="zh-CN" altLang="en-US"/>
          </a:p>
        </p:txBody>
      </p:sp>
      <p:sp>
        <p:nvSpPr>
          <p:cNvPr id="5" name="灯片编号占位符 4"/>
          <p:cNvSpPr>
            <a:spLocks noGrp="1"/>
          </p:cNvSpPr>
          <p:nvPr>
            <p:ph type="sldNum" sz="quarter" idx="12"/>
            <p:custDataLst>
              <p:tags r:id="rId3"/>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85000"/>
                    <a:lumOff val="15000"/>
                  </a:schemeClr>
                </a:solidFill>
              </a:defRPr>
            </a:lvl1pPr>
            <a:lvl2pPr>
              <a:defRPr baseline="0">
                <a:solidFill>
                  <a:schemeClr val="tx1">
                    <a:lumMod val="85000"/>
                    <a:lumOff val="15000"/>
                  </a:schemeClr>
                </a:solidFill>
              </a:defRPr>
            </a:lvl2pPr>
            <a:lvl3pPr>
              <a:defRPr baseline="0">
                <a:solidFill>
                  <a:schemeClr val="tx1">
                    <a:lumMod val="85000"/>
                    <a:lumOff val="15000"/>
                  </a:schemeClr>
                </a:solidFill>
              </a:defRPr>
            </a:lvl3pPr>
            <a:lvl4pPr>
              <a:defRPr baseline="0">
                <a:solidFill>
                  <a:schemeClr val="tx1">
                    <a:lumMod val="85000"/>
                    <a:lumOff val="15000"/>
                  </a:schemeClr>
                </a:solidFill>
              </a:defRPr>
            </a:lvl4pPr>
            <a:lvl5pPr>
              <a:defRPr baseline="0">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descr="C:\Users\qiu\Desktop\图片1.jpg图片1"/>
          <p:cNvPicPr>
            <a:picLocks noChangeAspect="1"/>
          </p:cNvPicPr>
          <p:nvPr userDrawn="1">
            <p:custDataLst>
              <p:tags r:id="rId1"/>
            </p:custDataLst>
          </p:nvPr>
        </p:nvPicPr>
        <p:blipFill rotWithShape="1">
          <a:blip r:embed="rId11"/>
          <a:srcRect/>
          <a:stretch>
            <a:fillRect/>
          </a:stretch>
        </p:blipFill>
        <p:spPr>
          <a:xfrm>
            <a:off x="-1" y="0"/>
            <a:ext cx="12192001" cy="6855460"/>
          </a:xfrm>
          <a:prstGeom prst="rect">
            <a:avLst/>
          </a:prstGeom>
        </p:spPr>
      </p:pic>
      <p:pic>
        <p:nvPicPr>
          <p:cNvPr id="19" name="图片 18"/>
          <p:cNvPicPr>
            <a:picLocks noChangeAspect="1"/>
          </p:cNvPicPr>
          <p:nvPr userDrawn="1">
            <p:custDataLst>
              <p:tags r:id="rId2"/>
            </p:custDataLst>
          </p:nvPr>
        </p:nvPicPr>
        <p:blipFill>
          <a:blip r:embed="rId12"/>
          <a:stretch>
            <a:fillRect/>
          </a:stretch>
        </p:blipFill>
        <p:spPr>
          <a:xfrm flipH="1">
            <a:off x="39622" y="-390873"/>
            <a:ext cx="4637845" cy="3294947"/>
          </a:xfrm>
          <a:prstGeom prst="rect">
            <a:avLst/>
          </a:prstGeom>
        </p:spPr>
      </p:pic>
      <p:pic>
        <p:nvPicPr>
          <p:cNvPr id="20" name="图片 19"/>
          <p:cNvPicPr>
            <a:picLocks noChangeAspect="1"/>
          </p:cNvPicPr>
          <p:nvPr userDrawn="1">
            <p:custDataLst>
              <p:tags r:id="rId3"/>
            </p:custDataLst>
          </p:nvPr>
        </p:nvPicPr>
        <p:blipFill rotWithShape="1">
          <a:blip r:embed="rId13"/>
          <a:srcRect/>
          <a:stretch>
            <a:fillRect/>
          </a:stretch>
        </p:blipFill>
        <p:spPr>
          <a:xfrm>
            <a:off x="-1" y="4447677"/>
            <a:ext cx="4196735" cy="1841023"/>
          </a:xfrm>
          <a:prstGeom prst="rect">
            <a:avLst/>
          </a:prstGeom>
        </p:spPr>
      </p:pic>
      <p:pic>
        <p:nvPicPr>
          <p:cNvPr id="21" name="图片 20"/>
          <p:cNvPicPr>
            <a:picLocks noChangeAspect="1"/>
          </p:cNvPicPr>
          <p:nvPr userDrawn="1">
            <p:custDataLst>
              <p:tags r:id="rId4"/>
            </p:custDataLst>
          </p:nvPr>
        </p:nvPicPr>
        <p:blipFill>
          <a:blip r:embed="rId14"/>
          <a:stretch>
            <a:fillRect/>
          </a:stretch>
        </p:blipFill>
        <p:spPr>
          <a:xfrm>
            <a:off x="8496300" y="3334180"/>
            <a:ext cx="3696534" cy="3523819"/>
          </a:xfrm>
          <a:prstGeom prst="rect">
            <a:avLst/>
          </a:prstGeom>
        </p:spPr>
      </p:pic>
      <p:sp>
        <p:nvSpPr>
          <p:cNvPr id="2" name="标题 1"/>
          <p:cNvSpPr>
            <a:spLocks noGrp="1"/>
          </p:cNvSpPr>
          <p:nvPr>
            <p:ph type="title" hasCustomPrompt="1"/>
            <p:custDataLst>
              <p:tags r:id="rId5"/>
            </p:custDataLst>
          </p:nvPr>
        </p:nvSpPr>
        <p:spPr>
          <a:xfrm>
            <a:off x="2050473" y="2245404"/>
            <a:ext cx="7980218" cy="1088776"/>
          </a:xfrm>
        </p:spPr>
        <p:txBody>
          <a:bodyPr vert="horz" lIns="91440" tIns="45720" rIns="91440" bIns="45720" rtlCol="0" anchor="t" anchorCtr="0">
            <a:norm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accent1"/>
                </a:solidFill>
                <a:uFillTx/>
                <a:latin typeface="汉仪尚巍手书W" panose="00020600040101010101" pitchFamily="18" charset="-122"/>
                <a:ea typeface="汉仪尚巍手书W" panose="00020600040101010101" pitchFamily="18" charset="-122"/>
                <a:cs typeface="+mj-cs"/>
                <a:sym typeface="+mn-ea"/>
              </a:defRPr>
            </a:lvl1pPr>
          </a:lstStyle>
          <a:p>
            <a:pPr lvl="0"/>
            <a:r>
              <a:rPr dirty="0">
                <a:sym typeface="+mn-ea"/>
              </a:rPr>
              <a:t>单击此处编辑标题</a:t>
            </a:r>
          </a:p>
        </p:txBody>
      </p:sp>
      <p:sp>
        <p:nvSpPr>
          <p:cNvPr id="3" name="日期占位符 2"/>
          <p:cNvSpPr>
            <a:spLocks noGrp="1"/>
          </p:cNvSpPr>
          <p:nvPr>
            <p:ph type="dt" sz="half" idx="10"/>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t>‹#›</a:t>
            </a:fld>
            <a:endParaRPr lang="zh-CN" altLang="en-US"/>
          </a:p>
        </p:txBody>
      </p:sp>
      <p:sp>
        <p:nvSpPr>
          <p:cNvPr id="7" name="文本占位符 6"/>
          <p:cNvSpPr>
            <a:spLocks noGrp="1"/>
          </p:cNvSpPr>
          <p:nvPr>
            <p:ph type="body" sz="quarter" idx="13" hasCustomPrompt="1"/>
            <p:custDataLst>
              <p:tags r:id="rId9"/>
            </p:custDataLst>
          </p:nvPr>
        </p:nvSpPr>
        <p:spPr>
          <a:xfrm>
            <a:off x="2051050" y="3429000"/>
            <a:ext cx="7980363" cy="957544"/>
          </a:xfrm>
        </p:spPr>
        <p:txBody>
          <a:bodyPr>
            <a:normAutofit/>
          </a:bodyPr>
          <a:lstStyle>
            <a:lvl1pPr marL="0" indent="0" algn="ctr">
              <a:buNone/>
              <a:defRPr sz="2400"/>
            </a:lvl1pPr>
          </a:lstStyle>
          <a:p>
            <a:pPr lvl="0"/>
            <a:r>
              <a:rPr lang="zh-CN" altLang="en-US" dirty="0"/>
              <a:t>单击此处编辑文本</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1"/>
            </p:custDataLst>
          </p:nvPr>
        </p:nvPicPr>
        <p:blipFill>
          <a:blip r:embed="rId9"/>
          <a:stretch>
            <a:fillRect/>
          </a:stretch>
        </p:blipFill>
        <p:spPr>
          <a:xfrm>
            <a:off x="0" y="0"/>
            <a:ext cx="12188825" cy="6858635"/>
          </a:xfrm>
          <a:prstGeom prst="rect">
            <a:avLst/>
          </a:prstGeom>
        </p:spPr>
      </p:pic>
      <p:pic>
        <p:nvPicPr>
          <p:cNvPr id="10" name="图片 9"/>
          <p:cNvPicPr>
            <a:picLocks noChangeAspect="1"/>
          </p:cNvPicPr>
          <p:nvPr userDrawn="1">
            <p:custDataLst>
              <p:tags r:id="rId2"/>
            </p:custDataLst>
          </p:nvPr>
        </p:nvPicPr>
        <p:blipFill>
          <a:blip r:embed="rId10"/>
          <a:stretch>
            <a:fillRect/>
          </a:stretch>
        </p:blipFill>
        <p:spPr>
          <a:xfrm>
            <a:off x="10491470" y="5155565"/>
            <a:ext cx="1786255" cy="1703070"/>
          </a:xfrm>
          <a:prstGeom prst="rect">
            <a:avLst/>
          </a:prstGeom>
        </p:spPr>
      </p:pic>
      <p:pic>
        <p:nvPicPr>
          <p:cNvPr id="9" name="图片 8"/>
          <p:cNvPicPr>
            <a:picLocks noChangeAspect="1"/>
          </p:cNvPicPr>
          <p:nvPr userDrawn="1">
            <p:custDataLst>
              <p:tags r:id="rId3"/>
            </p:custDataLst>
          </p:nvPr>
        </p:nvPicPr>
        <p:blipFill>
          <a:blip r:embed="rId11"/>
          <a:stretch>
            <a:fillRect/>
          </a:stretch>
        </p:blipFill>
        <p:spPr>
          <a:xfrm flipH="1">
            <a:off x="87" y="-78466"/>
            <a:ext cx="2913369" cy="2069797"/>
          </a:xfrm>
          <a:prstGeom prst="rect">
            <a:avLst/>
          </a:prstGeom>
        </p:spPr>
      </p:pic>
      <p:sp>
        <p:nvSpPr>
          <p:cNvPr id="2" name="标题 1"/>
          <p:cNvSpPr>
            <a:spLocks noGrp="1"/>
          </p:cNvSpPr>
          <p:nvPr>
            <p:ph type="title"/>
            <p:custDataLst>
              <p:tags r:id="rId4"/>
            </p:custDataLst>
          </p:nvPr>
        </p:nvSpPr>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9153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p:cNvPicPr>
            <a:picLocks noChangeAspect="1"/>
          </p:cNvPicPr>
          <p:nvPr userDrawn="1">
            <p:custDataLst>
              <p:tags r:id="rId2"/>
            </p:custDataLst>
          </p:nvPr>
        </p:nvPicPr>
        <p:blipFill rotWithShape="1">
          <a:blip r:embed="rId12" cstate="screen"/>
          <a:srcRect/>
          <a:stretch>
            <a:fillRect/>
          </a:stretch>
        </p:blipFill>
        <p:spPr>
          <a:xfrm>
            <a:off x="290195" y="304165"/>
            <a:ext cx="11606530" cy="1042670"/>
          </a:xfrm>
          <a:prstGeom prst="rect">
            <a:avLst/>
          </a:prstGeom>
        </p:spPr>
      </p:pic>
      <p:pic>
        <p:nvPicPr>
          <p:cNvPr id="47" name="图片 46"/>
          <p:cNvPicPr>
            <a:picLocks noChangeAspect="1"/>
          </p:cNvPicPr>
          <p:nvPr userDrawn="1">
            <p:custDataLst>
              <p:tags r:id="rId3"/>
            </p:custDataLst>
          </p:nvPr>
        </p:nvPicPr>
        <p:blipFill rotWithShape="1">
          <a:blip r:embed="rId13" cstate="screen"/>
          <a:srcRect/>
          <a:stretch>
            <a:fillRect/>
          </a:stretch>
        </p:blipFill>
        <p:spPr>
          <a:xfrm flipH="1" flipV="1">
            <a:off x="291465" y="5567680"/>
            <a:ext cx="11606530" cy="986155"/>
          </a:xfrm>
          <a:prstGeom prst="rect">
            <a:avLst/>
          </a:prstGeom>
        </p:spPr>
      </p:pic>
      <p:pic>
        <p:nvPicPr>
          <p:cNvPr id="10" name="图片 9"/>
          <p:cNvPicPr>
            <a:picLocks noChangeAspect="1"/>
          </p:cNvPicPr>
          <p:nvPr userDrawn="1">
            <p:custDataLst>
              <p:tags r:id="rId4"/>
            </p:custDataLst>
          </p:nvPr>
        </p:nvPicPr>
        <p:blipFill>
          <a:blip r:embed="rId14"/>
          <a:stretch>
            <a:fillRect/>
          </a:stretch>
        </p:blipFill>
        <p:spPr>
          <a:xfrm>
            <a:off x="10779125" y="5488305"/>
            <a:ext cx="1117600" cy="1065530"/>
          </a:xfrm>
          <a:prstGeom prst="rect">
            <a:avLst/>
          </a:prstGeom>
        </p:spPr>
      </p:pic>
      <p:sp>
        <p:nvSpPr>
          <p:cNvPr id="2" name="标题 1"/>
          <p:cNvSpPr>
            <a:spLocks noGrp="1"/>
          </p:cNvSpPr>
          <p:nvPr>
            <p:ph type="title" hasCustomPrompt="1"/>
            <p:custDataLst>
              <p:tags r:id="rId5"/>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6"/>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pic>
        <p:nvPicPr>
          <p:cNvPr id="9" name="图片 8"/>
          <p:cNvPicPr>
            <a:picLocks noChangeAspect="1"/>
          </p:cNvPicPr>
          <p:nvPr userDrawn="1">
            <p:custDataLst>
              <p:tags r:id="rId10"/>
            </p:custDataLst>
          </p:nvPr>
        </p:nvPicPr>
        <p:blipFill>
          <a:blip r:embed="rId15"/>
          <a:stretch>
            <a:fillRect/>
          </a:stretch>
        </p:blipFill>
        <p:spPr>
          <a:xfrm flipH="1">
            <a:off x="0" y="-153670"/>
            <a:ext cx="2515870" cy="178816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46" name="图片 45"/>
          <p:cNvPicPr>
            <a:picLocks noChangeAspect="1"/>
          </p:cNvPicPr>
          <p:nvPr userDrawn="1">
            <p:custDataLst>
              <p:tags r:id="rId1"/>
            </p:custDataLst>
          </p:nvPr>
        </p:nvPicPr>
        <p:blipFill rotWithShape="1">
          <a:blip r:embed="rId13" cstate="screen"/>
          <a:srcRect/>
          <a:stretch>
            <a:fillRect/>
          </a:stretch>
        </p:blipFill>
        <p:spPr>
          <a:xfrm>
            <a:off x="0" y="0"/>
            <a:ext cx="12192000" cy="1146810"/>
          </a:xfrm>
          <a:prstGeom prst="rect">
            <a:avLst/>
          </a:prstGeom>
        </p:spPr>
      </p:pic>
      <p:pic>
        <p:nvPicPr>
          <p:cNvPr id="47" name="图片 46"/>
          <p:cNvPicPr>
            <a:picLocks noChangeAspect="1"/>
          </p:cNvPicPr>
          <p:nvPr userDrawn="1">
            <p:custDataLst>
              <p:tags r:id="rId2"/>
            </p:custDataLst>
          </p:nvPr>
        </p:nvPicPr>
        <p:blipFill rotWithShape="1">
          <a:blip r:embed="rId14" cstate="screen"/>
          <a:srcRect/>
          <a:stretch>
            <a:fillRect/>
          </a:stretch>
        </p:blipFill>
        <p:spPr>
          <a:xfrm flipH="1" flipV="1">
            <a:off x="0" y="5781040"/>
            <a:ext cx="12192000" cy="1084580"/>
          </a:xfrm>
          <a:prstGeom prst="rect">
            <a:avLst/>
          </a:prstGeom>
        </p:spPr>
      </p:pic>
      <p:pic>
        <p:nvPicPr>
          <p:cNvPr id="10" name="图片 9"/>
          <p:cNvPicPr>
            <a:picLocks noChangeAspect="1"/>
          </p:cNvPicPr>
          <p:nvPr userDrawn="1">
            <p:custDataLst>
              <p:tags r:id="rId3"/>
            </p:custDataLst>
          </p:nvPr>
        </p:nvPicPr>
        <p:blipFill>
          <a:blip r:embed="rId15"/>
          <a:stretch>
            <a:fillRect/>
          </a:stretch>
        </p:blipFill>
        <p:spPr>
          <a:xfrm>
            <a:off x="11074400" y="5781040"/>
            <a:ext cx="1117600" cy="1065530"/>
          </a:xfrm>
          <a:prstGeom prst="rect">
            <a:avLst/>
          </a:prstGeom>
        </p:spPr>
      </p:pic>
      <p:sp>
        <p:nvSpPr>
          <p:cNvPr id="8" name="矩形 7"/>
          <p:cNvSpPr/>
          <p:nvPr userDrawn="1">
            <p:custDataLst>
              <p:tags r:id="rId4"/>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pic>
        <p:nvPicPr>
          <p:cNvPr id="11" name="图片 10"/>
          <p:cNvPicPr>
            <a:picLocks noChangeAspect="1"/>
          </p:cNvPicPr>
          <p:nvPr userDrawn="1">
            <p:custDataLst>
              <p:tags r:id="rId5"/>
            </p:custDataLst>
          </p:nvPr>
        </p:nvPicPr>
        <p:blipFill rotWithShape="1">
          <a:blip r:embed="rId16"/>
          <a:srcRect/>
          <a:stretch>
            <a:fillRect/>
          </a:stretch>
        </p:blipFill>
        <p:spPr>
          <a:xfrm>
            <a:off x="0" y="-144780"/>
            <a:ext cx="2426970" cy="1064895"/>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anchor="ct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1"/>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46" name="图片 45"/>
          <p:cNvPicPr>
            <a:picLocks noChangeAspect="1"/>
          </p:cNvPicPr>
          <p:nvPr userDrawn="1">
            <p:custDataLst>
              <p:tags r:id="rId1"/>
            </p:custDataLst>
          </p:nvPr>
        </p:nvPicPr>
        <p:blipFill rotWithShape="1">
          <a:blip r:embed="rId13" cstate="screen"/>
          <a:srcRect/>
          <a:stretch>
            <a:fillRect/>
          </a:stretch>
        </p:blipFill>
        <p:spPr>
          <a:xfrm>
            <a:off x="4445" y="0"/>
            <a:ext cx="12192000" cy="1146810"/>
          </a:xfrm>
          <a:prstGeom prst="rect">
            <a:avLst/>
          </a:prstGeom>
        </p:spPr>
      </p:pic>
      <p:pic>
        <p:nvPicPr>
          <p:cNvPr id="47" name="图片 46"/>
          <p:cNvPicPr>
            <a:picLocks noChangeAspect="1"/>
          </p:cNvPicPr>
          <p:nvPr userDrawn="1">
            <p:custDataLst>
              <p:tags r:id="rId2"/>
            </p:custDataLst>
          </p:nvPr>
        </p:nvPicPr>
        <p:blipFill rotWithShape="1">
          <a:blip r:embed="rId14" cstate="screen"/>
          <a:srcRect/>
          <a:stretch>
            <a:fillRect/>
          </a:stretch>
        </p:blipFill>
        <p:spPr>
          <a:xfrm flipH="1" flipV="1">
            <a:off x="4445" y="5781040"/>
            <a:ext cx="12192000" cy="1084580"/>
          </a:xfrm>
          <a:prstGeom prst="rect">
            <a:avLst/>
          </a:prstGeom>
        </p:spPr>
      </p:pic>
      <p:pic>
        <p:nvPicPr>
          <p:cNvPr id="11" name="图片 10"/>
          <p:cNvPicPr>
            <a:picLocks noChangeAspect="1"/>
          </p:cNvPicPr>
          <p:nvPr userDrawn="1">
            <p:custDataLst>
              <p:tags r:id="rId3"/>
            </p:custDataLst>
          </p:nvPr>
        </p:nvPicPr>
        <p:blipFill rotWithShape="1">
          <a:blip r:embed="rId15"/>
          <a:srcRect/>
          <a:stretch>
            <a:fillRect/>
          </a:stretch>
        </p:blipFill>
        <p:spPr>
          <a:xfrm>
            <a:off x="9525" y="5781040"/>
            <a:ext cx="2426970" cy="1064895"/>
          </a:xfrm>
          <a:prstGeom prst="rect">
            <a:avLst/>
          </a:prstGeom>
        </p:spPr>
      </p:pic>
      <p:pic>
        <p:nvPicPr>
          <p:cNvPr id="6" name="图片 5"/>
          <p:cNvPicPr>
            <a:picLocks noChangeAspect="1"/>
          </p:cNvPicPr>
          <p:nvPr userDrawn="1">
            <p:custDataLst>
              <p:tags r:id="rId4"/>
            </p:custDataLst>
          </p:nvPr>
        </p:nvPicPr>
        <p:blipFill>
          <a:blip r:embed="rId16"/>
          <a:stretch>
            <a:fillRect/>
          </a:stretch>
        </p:blipFill>
        <p:spPr>
          <a:xfrm>
            <a:off x="11074400" y="5781040"/>
            <a:ext cx="1117600" cy="1065530"/>
          </a:xfrm>
          <a:prstGeom prst="rect">
            <a:avLst/>
          </a:prstGeom>
        </p:spPr>
      </p:pic>
      <p:sp>
        <p:nvSpPr>
          <p:cNvPr id="10" name="矩形 9"/>
          <p:cNvSpPr/>
          <p:nvPr userDrawn="1">
            <p:custDataLst>
              <p:tags r:id="rId5"/>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6"/>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10"/>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1"/>
            </p:custDataLst>
          </p:nvPr>
        </p:nvSpPr>
        <p:spPr>
          <a:xfrm>
            <a:off x="612140" y="2791490"/>
            <a:ext cx="10965600" cy="343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46" name="图片 45"/>
          <p:cNvPicPr>
            <a:picLocks noChangeAspect="1"/>
          </p:cNvPicPr>
          <p:nvPr userDrawn="1">
            <p:custDataLst>
              <p:tags r:id="rId1"/>
            </p:custDataLst>
          </p:nvPr>
        </p:nvPicPr>
        <p:blipFill rotWithShape="1">
          <a:blip r:embed="rId13" cstate="screen"/>
          <a:srcRect/>
          <a:stretch>
            <a:fillRect/>
          </a:stretch>
        </p:blipFill>
        <p:spPr>
          <a:xfrm>
            <a:off x="0" y="0"/>
            <a:ext cx="12192000" cy="1146810"/>
          </a:xfrm>
          <a:prstGeom prst="rect">
            <a:avLst/>
          </a:prstGeom>
        </p:spPr>
      </p:pic>
      <p:pic>
        <p:nvPicPr>
          <p:cNvPr id="20" name="图片 19"/>
          <p:cNvPicPr>
            <a:picLocks noChangeAspect="1"/>
          </p:cNvPicPr>
          <p:nvPr userDrawn="1">
            <p:custDataLst>
              <p:tags r:id="rId2"/>
            </p:custDataLst>
          </p:nvPr>
        </p:nvPicPr>
        <p:blipFill rotWithShape="1">
          <a:blip r:embed="rId14"/>
          <a:srcRect/>
          <a:stretch>
            <a:fillRect/>
          </a:stretch>
        </p:blipFill>
        <p:spPr>
          <a:xfrm flipH="1" flipV="1">
            <a:off x="9765030" y="41275"/>
            <a:ext cx="2426970" cy="1064895"/>
          </a:xfrm>
          <a:prstGeom prst="rect">
            <a:avLst/>
          </a:prstGeom>
        </p:spPr>
      </p:pic>
      <p:pic>
        <p:nvPicPr>
          <p:cNvPr id="6" name="图片 5"/>
          <p:cNvPicPr>
            <a:picLocks noChangeAspect="1"/>
          </p:cNvPicPr>
          <p:nvPr userDrawn="1">
            <p:custDataLst>
              <p:tags r:id="rId3"/>
            </p:custDataLst>
          </p:nvPr>
        </p:nvPicPr>
        <p:blipFill>
          <a:blip r:embed="rId15"/>
          <a:stretch>
            <a:fillRect/>
          </a:stretch>
        </p:blipFill>
        <p:spPr>
          <a:xfrm flipH="1">
            <a:off x="-179705" y="-394335"/>
            <a:ext cx="2515870" cy="1788160"/>
          </a:xfrm>
          <a:prstGeom prst="rect">
            <a:avLst/>
          </a:prstGeom>
        </p:spPr>
      </p:pic>
      <p:pic>
        <p:nvPicPr>
          <p:cNvPr id="47" name="图片 46"/>
          <p:cNvPicPr>
            <a:picLocks noChangeAspect="1"/>
          </p:cNvPicPr>
          <p:nvPr userDrawn="1">
            <p:custDataLst>
              <p:tags r:id="rId4"/>
            </p:custDataLst>
          </p:nvPr>
        </p:nvPicPr>
        <p:blipFill rotWithShape="1">
          <a:blip r:embed="rId16" cstate="screen"/>
          <a:srcRect/>
          <a:stretch>
            <a:fillRect/>
          </a:stretch>
        </p:blipFill>
        <p:spPr>
          <a:xfrm flipH="1" flipV="1">
            <a:off x="0" y="5781040"/>
            <a:ext cx="12192000" cy="1084580"/>
          </a:xfrm>
          <a:prstGeom prst="rect">
            <a:avLst/>
          </a:prstGeom>
        </p:spPr>
      </p:pic>
      <p:sp>
        <p:nvSpPr>
          <p:cNvPr id="8" name="矩形 7"/>
          <p:cNvSpPr/>
          <p:nvPr userDrawn="1">
            <p:custDataLst>
              <p:tags r:id="rId5"/>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6"/>
            </p:custDataLst>
          </p:nvPr>
        </p:nvSpPr>
        <p:spPr>
          <a:xfrm>
            <a:off x="604800" y="669600"/>
            <a:ext cx="10976400" cy="565200"/>
          </a:xfrm>
        </p:spPr>
        <p:txBody>
          <a:bodyPr anchor="ct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10"/>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11"/>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46" name="图片 45"/>
          <p:cNvPicPr>
            <a:picLocks noChangeAspect="1"/>
          </p:cNvPicPr>
          <p:nvPr userDrawn="1">
            <p:custDataLst>
              <p:tags r:id="rId1"/>
            </p:custDataLst>
          </p:nvPr>
        </p:nvPicPr>
        <p:blipFill rotWithShape="1">
          <a:blip r:embed="rId15" cstate="screen"/>
          <a:srcRect/>
          <a:stretch>
            <a:fillRect/>
          </a:stretch>
        </p:blipFill>
        <p:spPr>
          <a:xfrm>
            <a:off x="9525" y="0"/>
            <a:ext cx="12192000" cy="1146810"/>
          </a:xfrm>
          <a:prstGeom prst="rect">
            <a:avLst/>
          </a:prstGeom>
        </p:spPr>
      </p:pic>
      <p:pic>
        <p:nvPicPr>
          <p:cNvPr id="47" name="图片 46"/>
          <p:cNvPicPr>
            <a:picLocks noChangeAspect="1"/>
          </p:cNvPicPr>
          <p:nvPr userDrawn="1">
            <p:custDataLst>
              <p:tags r:id="rId2"/>
            </p:custDataLst>
          </p:nvPr>
        </p:nvPicPr>
        <p:blipFill rotWithShape="1">
          <a:blip r:embed="rId16" cstate="screen"/>
          <a:srcRect/>
          <a:stretch>
            <a:fillRect/>
          </a:stretch>
        </p:blipFill>
        <p:spPr>
          <a:xfrm flipH="1" flipV="1">
            <a:off x="9525" y="5781040"/>
            <a:ext cx="12192000" cy="1084580"/>
          </a:xfrm>
          <a:prstGeom prst="rect">
            <a:avLst/>
          </a:prstGeom>
        </p:spPr>
      </p:pic>
      <p:pic>
        <p:nvPicPr>
          <p:cNvPr id="6" name="图片 5"/>
          <p:cNvPicPr>
            <a:picLocks noChangeAspect="1"/>
          </p:cNvPicPr>
          <p:nvPr userDrawn="1">
            <p:custDataLst>
              <p:tags r:id="rId3"/>
            </p:custDataLst>
          </p:nvPr>
        </p:nvPicPr>
        <p:blipFill>
          <a:blip r:embed="rId17"/>
          <a:stretch>
            <a:fillRect/>
          </a:stretch>
        </p:blipFill>
        <p:spPr>
          <a:xfrm>
            <a:off x="11074400" y="5781040"/>
            <a:ext cx="1117600" cy="1065530"/>
          </a:xfrm>
          <a:prstGeom prst="rect">
            <a:avLst/>
          </a:prstGeom>
        </p:spPr>
      </p:pic>
      <p:pic>
        <p:nvPicPr>
          <p:cNvPr id="20" name="图片 19"/>
          <p:cNvPicPr>
            <a:picLocks noChangeAspect="1"/>
          </p:cNvPicPr>
          <p:nvPr userDrawn="1">
            <p:custDataLst>
              <p:tags r:id="rId4"/>
            </p:custDataLst>
          </p:nvPr>
        </p:nvPicPr>
        <p:blipFill rotWithShape="1">
          <a:blip r:embed="rId18"/>
          <a:srcRect/>
          <a:stretch>
            <a:fillRect/>
          </a:stretch>
        </p:blipFill>
        <p:spPr>
          <a:xfrm>
            <a:off x="9525" y="5781040"/>
            <a:ext cx="2426970" cy="1064895"/>
          </a:xfrm>
          <a:prstGeom prst="rect">
            <a:avLst/>
          </a:prstGeom>
        </p:spPr>
      </p:pic>
      <p:sp>
        <p:nvSpPr>
          <p:cNvPr id="10" name="矩形 9"/>
          <p:cNvSpPr/>
          <p:nvPr userDrawn="1">
            <p:custDataLst>
              <p:tags r:id="rId5"/>
            </p:custDataLst>
          </p:nvPr>
        </p:nvSpPr>
        <p:spPr>
          <a:xfrm>
            <a:off x="254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6"/>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10"/>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1"/>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2"/>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3"/>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46" name="图片 45"/>
          <p:cNvPicPr>
            <a:picLocks noChangeAspect="1"/>
          </p:cNvPicPr>
          <p:nvPr userDrawn="1">
            <p:custDataLst>
              <p:tags r:id="rId1"/>
            </p:custDataLst>
          </p:nvPr>
        </p:nvPicPr>
        <p:blipFill rotWithShape="1">
          <a:blip r:embed="rId13" cstate="screen"/>
          <a:srcRect/>
          <a:stretch>
            <a:fillRect/>
          </a:stretch>
        </p:blipFill>
        <p:spPr>
          <a:xfrm>
            <a:off x="0" y="0"/>
            <a:ext cx="12192000" cy="1146810"/>
          </a:xfrm>
          <a:prstGeom prst="rect">
            <a:avLst/>
          </a:prstGeom>
        </p:spPr>
      </p:pic>
      <p:pic>
        <p:nvPicPr>
          <p:cNvPr id="9" name="图片 8"/>
          <p:cNvPicPr>
            <a:picLocks noChangeAspect="1"/>
          </p:cNvPicPr>
          <p:nvPr userDrawn="1">
            <p:custDataLst>
              <p:tags r:id="rId2"/>
            </p:custDataLst>
          </p:nvPr>
        </p:nvPicPr>
        <p:blipFill>
          <a:blip r:embed="rId14"/>
          <a:stretch>
            <a:fillRect/>
          </a:stretch>
        </p:blipFill>
        <p:spPr>
          <a:xfrm flipH="1">
            <a:off x="-168910" y="-398145"/>
            <a:ext cx="2252345" cy="1600835"/>
          </a:xfrm>
          <a:prstGeom prst="rect">
            <a:avLst/>
          </a:prstGeom>
        </p:spPr>
      </p:pic>
      <p:pic>
        <p:nvPicPr>
          <p:cNvPr id="47" name="图片 46"/>
          <p:cNvPicPr>
            <a:picLocks noChangeAspect="1"/>
          </p:cNvPicPr>
          <p:nvPr userDrawn="1">
            <p:custDataLst>
              <p:tags r:id="rId3"/>
            </p:custDataLst>
          </p:nvPr>
        </p:nvPicPr>
        <p:blipFill rotWithShape="1">
          <a:blip r:embed="rId15" cstate="screen"/>
          <a:srcRect/>
          <a:stretch>
            <a:fillRect/>
          </a:stretch>
        </p:blipFill>
        <p:spPr>
          <a:xfrm flipH="1" flipV="1">
            <a:off x="0" y="5773420"/>
            <a:ext cx="12192000" cy="1084580"/>
          </a:xfrm>
          <a:prstGeom prst="rect">
            <a:avLst/>
          </a:prstGeom>
        </p:spPr>
      </p:pic>
      <p:sp>
        <p:nvSpPr>
          <p:cNvPr id="10" name="矩形 9"/>
          <p:cNvSpPr/>
          <p:nvPr userDrawn="1">
            <p:custDataLst>
              <p:tags r:id="rId4"/>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pic>
        <p:nvPicPr>
          <p:cNvPr id="6" name="图片 5"/>
          <p:cNvPicPr>
            <a:picLocks noChangeAspect="1"/>
          </p:cNvPicPr>
          <p:nvPr userDrawn="1">
            <p:custDataLst>
              <p:tags r:id="rId5"/>
            </p:custDataLst>
          </p:nvPr>
        </p:nvPicPr>
        <p:blipFill>
          <a:blip r:embed="rId16"/>
          <a:stretch>
            <a:fillRect/>
          </a:stretch>
        </p:blipFill>
        <p:spPr>
          <a:xfrm>
            <a:off x="10135141" y="4806255"/>
            <a:ext cx="2152307" cy="2051744"/>
          </a:xfrm>
          <a:prstGeom prst="rect">
            <a:avLst/>
          </a:prstGeom>
        </p:spPr>
      </p:pic>
      <p:pic>
        <p:nvPicPr>
          <p:cNvPr id="8" name="图片 7"/>
          <p:cNvPicPr>
            <a:picLocks noChangeAspect="1"/>
          </p:cNvPicPr>
          <p:nvPr userDrawn="1">
            <p:custDataLst>
              <p:tags r:id="rId6"/>
            </p:custDataLst>
          </p:nvPr>
        </p:nvPicPr>
        <p:blipFill rotWithShape="1">
          <a:blip r:embed="rId17"/>
          <a:srcRect/>
          <a:stretch>
            <a:fillRect/>
          </a:stretch>
        </p:blipFill>
        <p:spPr>
          <a:xfrm>
            <a:off x="0" y="4567555"/>
            <a:ext cx="3923030" cy="1720850"/>
          </a:xfrm>
          <a:prstGeom prst="rect">
            <a:avLst/>
          </a:prstGeom>
        </p:spPr>
      </p:pic>
      <p:sp>
        <p:nvSpPr>
          <p:cNvPr id="2" name="标题 1"/>
          <p:cNvSpPr>
            <a:spLocks noGrp="1"/>
          </p:cNvSpPr>
          <p:nvPr>
            <p:ph type="title" hasCustomPrompt="1"/>
            <p:custDataLst>
              <p:tags r:id="rId7"/>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8"/>
            </p:custDataLst>
          </p:nvPr>
        </p:nvSpPr>
        <p:spPr/>
        <p:txBody>
          <a:bodyPr/>
          <a:lstStyle/>
          <a:p>
            <a:fld id="{760FBDFE-C587-4B4C-A407-44438C67B59E}" type="datetimeFigureOut">
              <a:rPr lang="zh-CN" altLang="en-US" smtClean="0"/>
              <a:t>2024/5/28</a:t>
            </a:fld>
            <a:endParaRPr lang="zh-CN" altLang="en-US"/>
          </a:p>
        </p:txBody>
      </p:sp>
      <p:sp>
        <p:nvSpPr>
          <p:cNvPr id="4" name="页脚占位符 3"/>
          <p:cNvSpPr>
            <a:spLocks noGrp="1"/>
          </p:cNvSpPr>
          <p:nvPr>
            <p:ph type="ftr" sz="quarter" idx="11"/>
            <p:custDataLst>
              <p:tags r:id="rId9"/>
            </p:custDataLst>
          </p:nvPr>
        </p:nvSpPr>
        <p:spPr/>
        <p:txBody>
          <a:body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11"/>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t>2024/5/28</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55.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57.xml"/><Relationship Id="rId1" Type="http://schemas.openxmlformats.org/officeDocument/2006/relationships/tags" Target="../tags/tag15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9.xml"/><Relationship Id="rId1" Type="http://schemas.openxmlformats.org/officeDocument/2006/relationships/tags" Target="../tags/tag158.xml"/></Relationships>
</file>

<file path=ppt/slides/_rels/slide5.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4"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4.xml"/><Relationship Id="rId1" Type="http://schemas.openxmlformats.org/officeDocument/2006/relationships/tags" Target="../tags/tag163.xml"/></Relationships>
</file>

<file path=ppt/slides/_rels/slide7.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5.xml"/><Relationship Id="rId1" Type="http://schemas.openxmlformats.org/officeDocument/2006/relationships/tags" Target="../tags/tag174.xml"/></Relationships>
</file>

<file path=ppt/slides/_rels/slide11.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image" Target="../media/image18.jpeg"/><Relationship Id="rId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4"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image" Target="../media/image19.jpeg"/><Relationship Id="rId4"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a:xfrm>
            <a:off x="1489074" y="1656248"/>
            <a:ext cx="9213850" cy="1833245"/>
          </a:xfrm>
        </p:spPr>
        <p:txBody>
          <a:bodyPr>
            <a:normAutofit fontScale="90000"/>
          </a:bodyPr>
          <a:lstStyle/>
          <a:p>
            <a:r>
              <a:rPr lang="zh-CN" altLang="en-US" dirty="0">
                <a:ln>
                  <a:solidFill>
                    <a:schemeClr val="tx1"/>
                  </a:solidFill>
                </a:ln>
                <a:solidFill>
                  <a:schemeClr val="tx1"/>
                </a:solidFill>
              </a:rPr>
              <a:t>社会主义现代化建设的教育</a:t>
            </a:r>
            <a:r>
              <a:rPr lang="zh-CN" altLang="en-US" dirty="0">
                <a:ln>
                  <a:solidFill>
                    <a:schemeClr val="tx1"/>
                  </a:solidFill>
                </a:ln>
                <a:solidFill>
                  <a:schemeClr val="tx1"/>
                </a:solidFill>
                <a:sym typeface="+mn-ea"/>
              </a:rPr>
              <a:t>、</a:t>
            </a:r>
            <a:r>
              <a:rPr lang="zh-CN" altLang="en-US" dirty="0">
                <a:ln>
                  <a:solidFill>
                    <a:schemeClr val="tx1"/>
                  </a:solidFill>
                </a:ln>
                <a:solidFill>
                  <a:schemeClr val="tx1"/>
                </a:solidFill>
              </a:rPr>
              <a:t>科技、人才战略</a:t>
            </a:r>
          </a:p>
        </p:txBody>
      </p:sp>
      <p:sp>
        <p:nvSpPr>
          <p:cNvPr id="5" name="副标题 4"/>
          <p:cNvSpPr>
            <a:spLocks noGrp="1"/>
          </p:cNvSpPr>
          <p:nvPr>
            <p:ph type="subTitle" idx="1"/>
            <p:custDataLst>
              <p:tags r:id="rId3"/>
            </p:custDataLst>
          </p:nvPr>
        </p:nvSpPr>
        <p:spPr>
          <a:xfrm>
            <a:off x="2496502" y="4807436"/>
            <a:ext cx="7198995" cy="550545"/>
          </a:xfrm>
        </p:spPr>
        <p:txBody>
          <a:bodyPr>
            <a:normAutofit/>
          </a:bodyPr>
          <a:lstStyle/>
          <a:p>
            <a:r>
              <a:rPr lang="en-US" altLang="zh-CN" sz="1800" b="1" dirty="0">
                <a:solidFill>
                  <a:schemeClr val="tx1"/>
                </a:solidFill>
                <a:latin typeface="+mn-lt"/>
                <a:ea typeface="+mn-ea"/>
                <a:sym typeface="Arial" panose="020B0604020202020204" pitchFamily="34" charset="0"/>
              </a:rPr>
              <a:t>2024/5/28</a:t>
            </a:r>
          </a:p>
        </p:txBody>
      </p:sp>
      <p:sp>
        <p:nvSpPr>
          <p:cNvPr id="2" name="文本框 1">
            <a:extLst>
              <a:ext uri="{FF2B5EF4-FFF2-40B4-BE49-F238E27FC236}">
                <a16:creationId xmlns:a16="http://schemas.microsoft.com/office/drawing/2014/main" id="{990EBC01-8489-47E3-989B-63AA6BFAE2BF}"/>
              </a:ext>
            </a:extLst>
          </p:cNvPr>
          <p:cNvSpPr txBox="1"/>
          <p:nvPr/>
        </p:nvSpPr>
        <p:spPr>
          <a:xfrm>
            <a:off x="4836680" y="4285129"/>
            <a:ext cx="2518638" cy="369332"/>
          </a:xfrm>
          <a:prstGeom prst="rect">
            <a:avLst/>
          </a:prstGeom>
          <a:noFill/>
        </p:spPr>
        <p:txBody>
          <a:bodyPr wrap="none" rtlCol="0">
            <a:spAutoFit/>
          </a:bodyPr>
          <a:lstStyle/>
          <a:p>
            <a:r>
              <a:rPr lang="zh-CN" altLang="en-US" b="1" dirty="0"/>
              <a:t>王培鸿  刘炳辰  刘凯涛</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35" y="121058"/>
            <a:ext cx="11037600" cy="441964"/>
          </a:xfrm>
        </p:spPr>
        <p:txBody>
          <a:bodyPr>
            <a:noAutofit/>
          </a:bodyPr>
          <a:lstStyle/>
          <a:p>
            <a:r>
              <a:rPr lang="zh-CN" altLang="en-US" sz="4000" dirty="0">
                <a:solidFill>
                  <a:schemeClr val="tx1"/>
                </a:solidFill>
                <a:effectLst>
                  <a:outerShdw blurRad="38100" dist="19050" dir="2700000" algn="tl" rotWithShape="0">
                    <a:schemeClr val="dk1">
                      <a:alpha val="40000"/>
                    </a:schemeClr>
                  </a:outerShdw>
                </a:effectLst>
              </a:rPr>
              <a:t>社会主义现代化建设的教育、科技、人才战略</a:t>
            </a:r>
          </a:p>
        </p:txBody>
      </p:sp>
      <p:sp>
        <p:nvSpPr>
          <p:cNvPr id="3" name="内容占位符 2"/>
          <p:cNvSpPr>
            <a:spLocks noGrp="1"/>
          </p:cNvSpPr>
          <p:nvPr>
            <p:ph sz="quarter" idx="13"/>
          </p:nvPr>
        </p:nvSpPr>
        <p:spPr>
          <a:xfrm>
            <a:off x="579755" y="1276985"/>
            <a:ext cx="10520680" cy="4556760"/>
          </a:xfrm>
        </p:spPr>
        <p:txBody>
          <a:bodyPr>
            <a:normAutofit lnSpcReduction="10000"/>
          </a:bodyPr>
          <a:lstStyle/>
          <a:p>
            <a:r>
              <a:rPr lang="zh-CN" altLang="en-US" sz="2800" dirty="0"/>
              <a:t>一.全面建设社会主义现代化国家的基础性、战略性支撑</a:t>
            </a:r>
          </a:p>
          <a:p>
            <a:endParaRPr lang="zh-CN" altLang="en-US" sz="2800" dirty="0">
              <a:sym typeface="+mn-ea"/>
            </a:endParaRPr>
          </a:p>
          <a:p>
            <a:r>
              <a:rPr lang="zh-CN" altLang="en-US" sz="2800" dirty="0">
                <a:sym typeface="+mn-ea"/>
              </a:rPr>
              <a:t>二.加快建设教育强国</a:t>
            </a:r>
            <a:endParaRPr lang="zh-CN" altLang="en-US" sz="2800" dirty="0"/>
          </a:p>
          <a:p>
            <a:endParaRPr lang="zh-CN" altLang="en-US" sz="2800" dirty="0">
              <a:sym typeface="+mn-ea"/>
            </a:endParaRPr>
          </a:p>
          <a:p>
            <a:r>
              <a:rPr lang="zh-CN" altLang="en-US" sz="2800" dirty="0">
                <a:sym typeface="+mn-ea"/>
              </a:rPr>
              <a:t>三.加快建设科技强国</a:t>
            </a:r>
          </a:p>
          <a:p>
            <a:endParaRPr lang="zh-CN" altLang="en-US" sz="2800" dirty="0">
              <a:sym typeface="+mn-ea"/>
            </a:endParaRPr>
          </a:p>
          <a:p>
            <a:r>
              <a:rPr lang="zh-CN" altLang="en-US" sz="2800" dirty="0">
                <a:sym typeface="+mn-ea"/>
              </a:rPr>
              <a:t>四.加快建设人才强国</a:t>
            </a:r>
            <a:endParaRPr lang="zh-CN" altLang="en-US" sz="2800" dirty="0"/>
          </a:p>
          <a:p>
            <a:endParaRPr lang="zh-CN" altLang="en-US" sz="2800" dirty="0"/>
          </a:p>
          <a:p>
            <a:endParaRPr lang="zh-CN" altLang="en-US" sz="2800"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8440" y="2478405"/>
            <a:ext cx="4314190" cy="1671955"/>
          </a:xfrm>
        </p:spPr>
        <p:txBody>
          <a:bodyPr>
            <a:normAutofit fontScale="90000"/>
          </a:bodyPr>
          <a:lstStyle/>
          <a:p>
            <a:r>
              <a:rPr lang="zh-CN" altLang="en-US" dirty="0"/>
              <a:t>一.全面建设社会</a:t>
            </a:r>
            <a:r>
              <a:rPr lang="zh-CN" altLang="en-US" dirty="0">
                <a:sym typeface="+mn-ea"/>
              </a:rPr>
              <a:t>主义</a:t>
            </a:r>
            <a:r>
              <a:rPr lang="zh-CN" altLang="en-US" dirty="0"/>
              <a:t>现代化国家的基础性、战略性支撑</a:t>
            </a:r>
          </a:p>
        </p:txBody>
      </p:sp>
      <p:sp>
        <p:nvSpPr>
          <p:cNvPr id="5" name="内容占位符 3"/>
          <p:cNvSpPr>
            <a:spLocks noGrp="1"/>
          </p:cNvSpPr>
          <p:nvPr>
            <p:custDataLst>
              <p:tags r:id="rId2"/>
            </p:custDataLst>
          </p:nvPr>
        </p:nvSpPr>
        <p:spPr>
          <a:xfrm>
            <a:off x="5100955" y="940435"/>
            <a:ext cx="7017385" cy="4977765"/>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dirty="0"/>
              <a:t>1</a:t>
            </a:r>
            <a:r>
              <a:rPr lang="zh-CN" altLang="en-US" sz="2800" dirty="0"/>
              <a:t>、坚持教育发展、科技创新、人才培养一体推进</a:t>
            </a:r>
          </a:p>
          <a:p>
            <a:pPr marL="0" indent="0">
              <a:buNone/>
            </a:pPr>
            <a:endParaRPr lang="en-US" altLang="zh-CN" sz="2800" dirty="0"/>
          </a:p>
          <a:p>
            <a:pPr marL="0" indent="0">
              <a:buNone/>
            </a:pPr>
            <a:r>
              <a:rPr lang="en-US" altLang="zh-CN" sz="2800" dirty="0"/>
              <a:t>2</a:t>
            </a:r>
            <a:r>
              <a:rPr lang="zh-CN" altLang="en-US" sz="2800" dirty="0"/>
              <a:t>、深入实施科教兴国战略、人才强国战略、创新驱动发展战略</a:t>
            </a:r>
          </a:p>
          <a:p>
            <a:pPr marL="0" indent="0">
              <a:buNone/>
            </a:pPr>
            <a:endParaRPr lang="en-US" altLang="zh-CN" sz="2800" dirty="0"/>
          </a:p>
          <a:p>
            <a:pPr marL="0" indent="0">
              <a:buNone/>
            </a:pPr>
            <a:r>
              <a:rPr lang="en-US" altLang="zh-CN" sz="2800" dirty="0"/>
              <a:t>3</a:t>
            </a:r>
            <a:r>
              <a:rPr lang="zh-CN" altLang="en-US" sz="2800" dirty="0"/>
              <a:t>、坚持教育优先发展、科技自立自强、人才引领驱动</a:t>
            </a:r>
          </a:p>
          <a:p>
            <a:pPr marL="0" indent="0">
              <a:buNone/>
            </a:pPr>
            <a:endParaRPr lang="zh-CN" altLang="en-US" sz="2800"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2093" y="371512"/>
            <a:ext cx="10852237" cy="441964"/>
          </a:xfrm>
        </p:spPr>
        <p:txBody>
          <a:bodyPr>
            <a:noAutofit/>
          </a:bodyPr>
          <a:lstStyle/>
          <a:p>
            <a:r>
              <a:rPr lang="zh-CN" altLang="en-US" sz="3200" dirty="0">
                <a:sym typeface="+mn-ea"/>
              </a:rPr>
              <a:t>一.全面建设社会主义现代化国家的基础性、战略性支撑</a:t>
            </a:r>
          </a:p>
        </p:txBody>
      </p:sp>
      <p:sp>
        <p:nvSpPr>
          <p:cNvPr id="4" name="内容占位符 3"/>
          <p:cNvSpPr>
            <a:spLocks noGrp="1"/>
          </p:cNvSpPr>
          <p:nvPr>
            <p:ph sz="quarter" idx="14"/>
            <p:custDataLst>
              <p:tags r:id="rId2"/>
            </p:custDataLst>
          </p:nvPr>
        </p:nvSpPr>
        <p:spPr>
          <a:xfrm>
            <a:off x="669925" y="1042035"/>
            <a:ext cx="10696575" cy="4774565"/>
          </a:xfrm>
        </p:spPr>
        <p:txBody>
          <a:bodyPr>
            <a:noAutofit/>
          </a:bodyPr>
          <a:lstStyle/>
          <a:p>
            <a:pPr marL="0" indent="0">
              <a:buNone/>
            </a:pPr>
            <a:r>
              <a:rPr lang="en-US" altLang="zh-CN" sz="2800" b="1" dirty="0"/>
              <a:t>1</a:t>
            </a:r>
            <a:r>
              <a:rPr lang="zh-CN" altLang="en-US" sz="2800" b="1" dirty="0"/>
              <a:t>、坚持教育发展、科技创新、人才培养一体推进</a:t>
            </a:r>
          </a:p>
          <a:p>
            <a:pPr marL="0" indent="0">
              <a:buNone/>
            </a:pPr>
            <a:r>
              <a:rPr lang="zh-CN" altLang="en-US" sz="2400" dirty="0"/>
              <a:t>建设教育强国、科技强国、人才强国具有内在一致性和相互支撑性。</a:t>
            </a:r>
          </a:p>
          <a:p>
            <a:pPr marL="0" indent="0">
              <a:buNone/>
            </a:pPr>
            <a:r>
              <a:rPr lang="en-US" altLang="zh-CN" sz="2400" b="1" dirty="0">
                <a:sym typeface="+mn-ea"/>
              </a:rPr>
              <a:t>2</a:t>
            </a:r>
            <a:r>
              <a:rPr lang="zh-CN" altLang="en-US" sz="2400" b="1" dirty="0">
                <a:sym typeface="+mn-ea"/>
              </a:rPr>
              <a:t>、深入实施科教兴国战略、人才强国战略、创新驱动发展战略</a:t>
            </a:r>
            <a:endParaRPr lang="zh-CN" altLang="en-US" sz="2400" b="1" dirty="0"/>
          </a:p>
          <a:p>
            <a:pPr marL="0" indent="0">
              <a:buNone/>
            </a:pPr>
            <a:r>
              <a:rPr lang="zh-CN" altLang="en-US" sz="2400" dirty="0">
                <a:sym typeface="+mn-ea"/>
              </a:rPr>
              <a:t>三者既相互融合又各有侧重，要加强统筹、有效联动、系统集成，更好塑造我国发展新优势。</a:t>
            </a:r>
            <a:endParaRPr lang="zh-CN" altLang="en-US" sz="2400" dirty="0"/>
          </a:p>
          <a:p>
            <a:pPr marL="0" indent="0">
              <a:buNone/>
            </a:pPr>
            <a:r>
              <a:rPr lang="en-US" altLang="zh-CN" sz="2400" b="1" dirty="0">
                <a:sym typeface="+mn-ea"/>
              </a:rPr>
              <a:t>3</a:t>
            </a:r>
            <a:r>
              <a:rPr lang="zh-CN" altLang="en-US" sz="2400" b="1" dirty="0">
                <a:sym typeface="+mn-ea"/>
              </a:rPr>
              <a:t>、坚持教育优先发展、科技自立自强、人才引领驱动</a:t>
            </a:r>
            <a:endParaRPr lang="zh-CN" altLang="en-US" sz="2400" b="1" dirty="0"/>
          </a:p>
          <a:p>
            <a:pPr marL="0" indent="0">
              <a:buNone/>
            </a:pPr>
            <a:r>
              <a:rPr lang="zh-CN" altLang="en-US" sz="2400" dirty="0">
                <a:sym typeface="+mn-ea"/>
              </a:rPr>
              <a:t>推进教育、科技、人才事业发展，要紧紧围绕全面建设社会主义现代化国家战略需求，尊重教育、科技、人才事业发展客观规律，坚持教育优先发展、科技自立自强、人才引领驱动。</a:t>
            </a:r>
            <a:endParaRPr lang="zh-CN" altLang="en-US" sz="2400" dirty="0"/>
          </a:p>
          <a:p>
            <a:pPr marL="0" indent="0">
              <a:buNone/>
            </a:pPr>
            <a:endParaRPr lang="zh-CN" altLang="en-US" sz="2400"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8440" y="940435"/>
            <a:ext cx="5060315" cy="1671955"/>
          </a:xfrm>
        </p:spPr>
        <p:txBody>
          <a:bodyPr>
            <a:normAutofit/>
          </a:bodyPr>
          <a:lstStyle/>
          <a:p>
            <a:r>
              <a:rPr lang="zh-CN" altLang="en-US" dirty="0"/>
              <a:t>二.加快建设教育强国</a:t>
            </a:r>
          </a:p>
        </p:txBody>
      </p:sp>
      <p:sp>
        <p:nvSpPr>
          <p:cNvPr id="5" name="内容占位符 3"/>
          <p:cNvSpPr>
            <a:spLocks noGrp="1"/>
          </p:cNvSpPr>
          <p:nvPr>
            <p:custDataLst>
              <p:tags r:id="rId2"/>
            </p:custDataLst>
          </p:nvPr>
        </p:nvSpPr>
        <p:spPr>
          <a:xfrm>
            <a:off x="5100955" y="940435"/>
            <a:ext cx="7017385" cy="3708400"/>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a:t>1</a:t>
            </a:r>
            <a:r>
              <a:rPr lang="zh-CN" altLang="en-US" sz="2800"/>
              <a:t>、教育是民族振兴、社会进步的基石</a:t>
            </a:r>
          </a:p>
          <a:p>
            <a:pPr marL="0" indent="0">
              <a:buNone/>
            </a:pPr>
            <a:endParaRPr lang="en-US" altLang="zh-CN" sz="2800"/>
          </a:p>
          <a:p>
            <a:pPr marL="0" indent="0">
              <a:buNone/>
            </a:pPr>
            <a:r>
              <a:rPr lang="en-US" altLang="zh-CN" sz="2800"/>
              <a:t>2</a:t>
            </a:r>
            <a:r>
              <a:rPr lang="zh-CN" altLang="en-US" sz="2800"/>
              <a:t>、落实立德树人根本任务</a:t>
            </a:r>
          </a:p>
          <a:p>
            <a:pPr marL="0" indent="0">
              <a:buNone/>
            </a:pPr>
            <a:endParaRPr lang="en-US" altLang="zh-CN" sz="2800"/>
          </a:p>
          <a:p>
            <a:pPr marL="0" indent="0">
              <a:buNone/>
            </a:pPr>
            <a:r>
              <a:rPr lang="en-US" altLang="zh-CN" sz="2800"/>
              <a:t>3</a:t>
            </a:r>
            <a:r>
              <a:rPr lang="zh-CN" altLang="en-US" sz="2800"/>
              <a:t>、办好人民满意的教育</a:t>
            </a:r>
          </a:p>
          <a:p>
            <a:pPr marL="0" indent="0">
              <a:buNone/>
            </a:pPr>
            <a:endParaRPr lang="zh-CN" altLang="en-US" sz="2800"/>
          </a:p>
        </p:txBody>
      </p:sp>
      <p:sp>
        <p:nvSpPr>
          <p:cNvPr id="3" name="副标题 2"/>
          <p:cNvSpPr>
            <a:spLocks noGrp="1"/>
          </p:cNvSpPr>
          <p:nvPr>
            <p:ph type="subTitle" idx="1"/>
            <p:custDataLst>
              <p:tags r:id="rId3"/>
            </p:custDataLst>
          </p:nvPr>
        </p:nvSpPr>
        <p:spPr>
          <a:xfrm>
            <a:off x="218440" y="2225675"/>
            <a:ext cx="4407535" cy="4488180"/>
          </a:xfrm>
          <a:ln>
            <a:solidFill>
              <a:srgbClr val="0070C0"/>
            </a:solidFill>
          </a:ln>
        </p:spPr>
        <p:txBody>
          <a:bodyPr>
            <a:noAutofit/>
          </a:bodyPr>
          <a:lstStyle/>
          <a:p>
            <a:pPr marL="0" indent="0">
              <a:buNone/>
            </a:pPr>
            <a:r>
              <a:rPr lang="en-US" altLang="zh-CN" sz="2000" b="1" i="1" dirty="0">
                <a:sym typeface="+mn-ea"/>
              </a:rPr>
              <a:t>	</a:t>
            </a:r>
            <a:r>
              <a:rPr lang="zh-CN" altLang="en-US" sz="2000" b="1" i="1" dirty="0">
                <a:sym typeface="+mn-ea"/>
              </a:rPr>
              <a:t>中国这么多人，教育上去了，将来人才就会像井喷一样涌现出来。这是最有竞争力的。</a:t>
            </a:r>
          </a:p>
          <a:p>
            <a:pPr marL="0" indent="0">
              <a:buNone/>
            </a:pPr>
            <a:r>
              <a:rPr lang="en-US" altLang="zh-CN" sz="2000" b="1" i="1" dirty="0">
                <a:sym typeface="+mn-ea"/>
              </a:rPr>
              <a:t>	</a:t>
            </a:r>
            <a:r>
              <a:rPr lang="zh-CN" altLang="en-US" sz="2000" b="1" i="1" dirty="0">
                <a:sym typeface="+mn-ea"/>
              </a:rPr>
              <a:t>——习近平在广东考察工作时的讲话（2012年12月7—</a:t>
            </a:r>
            <a:r>
              <a:rPr lang="en-US" altLang="zh-CN" sz="2000" b="1" i="1" dirty="0">
                <a:sym typeface="+mn-ea"/>
              </a:rPr>
              <a:t>11</a:t>
            </a:r>
            <a:r>
              <a:rPr lang="zh-CN" altLang="en-US" sz="2000" b="1" i="1" dirty="0">
                <a:sym typeface="+mn-ea"/>
              </a:rPr>
              <a:t>）</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5" y="308760"/>
            <a:ext cx="10852237" cy="441964"/>
          </a:xfrm>
        </p:spPr>
        <p:txBody>
          <a:bodyPr>
            <a:noAutofit/>
          </a:bodyPr>
          <a:lstStyle/>
          <a:p>
            <a:r>
              <a:rPr lang="zh-CN" altLang="en-US" sz="3200" dirty="0">
                <a:sym typeface="+mn-ea"/>
              </a:rPr>
              <a:t>二.加快建设教育强国</a:t>
            </a:r>
          </a:p>
        </p:txBody>
      </p:sp>
      <p:sp>
        <p:nvSpPr>
          <p:cNvPr id="4" name="内容占位符 3"/>
          <p:cNvSpPr>
            <a:spLocks noGrp="1"/>
          </p:cNvSpPr>
          <p:nvPr>
            <p:ph sz="quarter" idx="14"/>
            <p:custDataLst>
              <p:tags r:id="rId2"/>
            </p:custDataLst>
          </p:nvPr>
        </p:nvSpPr>
        <p:spPr>
          <a:xfrm>
            <a:off x="669925" y="1042035"/>
            <a:ext cx="11254740" cy="5617210"/>
          </a:xfrm>
        </p:spPr>
        <p:txBody>
          <a:bodyPr>
            <a:noAutofit/>
          </a:bodyPr>
          <a:lstStyle/>
          <a:p>
            <a:pPr marL="0" indent="0">
              <a:buNone/>
            </a:pPr>
            <a:r>
              <a:rPr lang="en-US" altLang="zh-CN" sz="2800" b="1" dirty="0"/>
              <a:t>1</a:t>
            </a:r>
            <a:r>
              <a:rPr lang="zh-CN" altLang="en-US" sz="2800" b="1" dirty="0"/>
              <a:t>、教育是民族振兴、社会进步的基石</a:t>
            </a:r>
          </a:p>
          <a:p>
            <a:pPr marL="0" indent="0">
              <a:buNone/>
            </a:pPr>
            <a:r>
              <a:rPr lang="zh-CN" altLang="en-US" sz="2400" dirty="0"/>
              <a:t>教育是国家经济社会发展的支撑力量，在国家发展中始终具有基础性先导性全局性地位。任何一个国家、任何一个社会，教育发展水平都是衡量其发展水平和发展潜力的重要标尺。</a:t>
            </a:r>
          </a:p>
          <a:p>
            <a:pPr marL="0" indent="0">
              <a:buNone/>
            </a:pPr>
            <a:r>
              <a:rPr lang="zh-CN" altLang="en-US" sz="2400" dirty="0"/>
              <a:t>教育兴则国家兴，教育强则国家强，只有把教育搞上去，才能培养高素质人才，才能从根本上增强国家的综合国力，才能使一个国家、一个民族在激烈的国际竞争中取得战略主动。</a:t>
            </a:r>
          </a:p>
          <a:p>
            <a:pPr marL="0" indent="0">
              <a:buNone/>
            </a:pPr>
            <a:r>
              <a:rPr lang="zh-CN" altLang="en-US" sz="2400" dirty="0"/>
              <a:t>必须坚持教育为人民服务，为中国共产党治国理政服务，为巩固和发展中国特色社会主义制度服务，为改革开放和社会主义现代化建设服务，更好推动实现教育同党和国家事业发展要求相适应、同人民群众期待相契合、同我国综合国力和国际地位相匹配，以教育现代化推动社会主义现代化建设。</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4"/>
            <p:custDataLst>
              <p:tags r:id="rId2"/>
            </p:custDataLst>
          </p:nvPr>
        </p:nvSpPr>
        <p:spPr>
          <a:xfrm>
            <a:off x="669925" y="1042035"/>
            <a:ext cx="11396345" cy="2686050"/>
          </a:xfrm>
        </p:spPr>
        <p:txBody>
          <a:bodyPr>
            <a:noAutofit/>
          </a:bodyPr>
          <a:lstStyle/>
          <a:p>
            <a:pPr marL="0" indent="0">
              <a:buNone/>
            </a:pPr>
            <a:r>
              <a:rPr lang="en-US" altLang="zh-CN" sz="2800" b="1" dirty="0"/>
              <a:t>2</a:t>
            </a:r>
            <a:r>
              <a:rPr lang="zh-CN" altLang="en-US" sz="2800" b="1" dirty="0"/>
              <a:t>、落实立德树人根本任务</a:t>
            </a:r>
          </a:p>
          <a:p>
            <a:pPr marL="0" indent="0">
              <a:buNone/>
            </a:pPr>
            <a:r>
              <a:rPr lang="zh-CN" altLang="en-US" sz="2400" dirty="0"/>
              <a:t>育人的根本在于立德。落实立德树人根本任务，必须着力解决好</a:t>
            </a:r>
          </a:p>
          <a:p>
            <a:pPr marL="0" indent="0">
              <a:buNone/>
            </a:pPr>
            <a:r>
              <a:rPr lang="zh-CN" altLang="en-US" sz="2400" dirty="0"/>
              <a:t>培养什么人、怎样培养人、为谁培养人的问题，</a:t>
            </a:r>
          </a:p>
          <a:p>
            <a:pPr marL="0" indent="0">
              <a:buNone/>
            </a:pPr>
            <a:r>
              <a:rPr lang="zh-CN" altLang="en-US" sz="2400" dirty="0"/>
              <a:t>这是教育的根本问题，也是建设教育强国的核心课题。</a:t>
            </a:r>
          </a:p>
        </p:txBody>
      </p:sp>
      <p:sp>
        <p:nvSpPr>
          <p:cNvPr id="3" name="内容占位符 3"/>
          <p:cNvSpPr>
            <a:spLocks noGrp="1"/>
          </p:cNvSpPr>
          <p:nvPr>
            <p:custDataLst>
              <p:tags r:id="rId3"/>
            </p:custDataLst>
          </p:nvPr>
        </p:nvSpPr>
        <p:spPr>
          <a:xfrm>
            <a:off x="669925" y="3429000"/>
            <a:ext cx="10696575" cy="2902585"/>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dirty="0"/>
              <a:t>3</a:t>
            </a:r>
            <a:r>
              <a:rPr lang="zh-CN" altLang="en-US" sz="2800" b="1" dirty="0"/>
              <a:t>、办好人民满意的教育</a:t>
            </a:r>
          </a:p>
          <a:p>
            <a:pPr marL="0" indent="0">
              <a:buNone/>
            </a:pPr>
            <a:r>
              <a:rPr lang="zh-CN" altLang="en-US" sz="2400" dirty="0"/>
              <a:t>人民满意是发展教育的根本尺度。加快建设教育强国，最终是办好人民满意的教育。要坚持以人民为中心发展教育，努力让每个人享有受教育的机会，获得发展自身、奉献社会、造福人民的能力，增强人民的教育获得感，不断满足人民对更好教育的期盼。</a:t>
            </a:r>
          </a:p>
        </p:txBody>
      </p:sp>
      <p:sp>
        <p:nvSpPr>
          <p:cNvPr id="7" name="标题 1">
            <a:extLst>
              <a:ext uri="{FF2B5EF4-FFF2-40B4-BE49-F238E27FC236}">
                <a16:creationId xmlns:a16="http://schemas.microsoft.com/office/drawing/2014/main" id="{EF61C26B-83AE-4FF8-AE05-5D239AFFA796}"/>
              </a:ext>
            </a:extLst>
          </p:cNvPr>
          <p:cNvSpPr>
            <a:spLocks noGrp="1"/>
          </p:cNvSpPr>
          <p:nvPr>
            <p:ph type="title"/>
          </p:nvPr>
        </p:nvSpPr>
        <p:spPr>
          <a:xfrm>
            <a:off x="669925" y="308760"/>
            <a:ext cx="10852237" cy="441964"/>
          </a:xfrm>
        </p:spPr>
        <p:txBody>
          <a:bodyPr>
            <a:noAutofit/>
          </a:bodyPr>
          <a:lstStyle/>
          <a:p>
            <a:r>
              <a:rPr lang="zh-CN" altLang="en-US" sz="3200" dirty="0">
                <a:sym typeface="+mn-ea"/>
              </a:rPr>
              <a:t>二.加快建设教育强国</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601980" y="207010"/>
            <a:ext cx="10975975" cy="3357245"/>
          </a:xfrm>
        </p:spPr>
        <p:txBody>
          <a:bodyPr>
            <a:noAutofit/>
          </a:bodyPr>
          <a:lstStyle/>
          <a:p>
            <a:pPr marL="0" indent="0" algn="l">
              <a:buNone/>
            </a:pPr>
            <a:r>
              <a:rPr lang="en-US" altLang="zh-CN" sz="2400" dirty="0">
                <a:sym typeface="+mn-ea"/>
              </a:rPr>
              <a:t>(1)</a:t>
            </a:r>
            <a:r>
              <a:rPr lang="zh-CN" altLang="en-US" sz="2400" dirty="0">
                <a:sym typeface="+mn-ea"/>
              </a:rPr>
              <a:t>办好人民满意的教育需加快建设高质量教育体系。</a:t>
            </a:r>
          </a:p>
          <a:p>
            <a:pPr marL="0" indent="0" algn="l">
              <a:buNone/>
            </a:pPr>
            <a:r>
              <a:rPr lang="en-US" altLang="zh-CN" sz="2400" dirty="0">
                <a:sym typeface="+mn-ea"/>
              </a:rPr>
              <a:t>(2)</a:t>
            </a:r>
            <a:r>
              <a:rPr lang="zh-CN" altLang="en-US" sz="2400" dirty="0">
                <a:sym typeface="+mn-ea"/>
              </a:rPr>
              <a:t>办好人民满意的教育需坚持把教师队伍建设作为基础工作。</a:t>
            </a:r>
            <a:endParaRPr lang="en-US" altLang="zh-CN" sz="2400" dirty="0">
              <a:sym typeface="+mn-ea"/>
            </a:endParaRPr>
          </a:p>
          <a:p>
            <a:pPr marL="0" indent="0" algn="l">
              <a:buNone/>
            </a:pPr>
            <a:r>
              <a:rPr lang="en-US" altLang="zh-CN" sz="2400" dirty="0">
                <a:sym typeface="+mn-ea"/>
              </a:rPr>
              <a:t>(3)</a:t>
            </a:r>
            <a:r>
              <a:rPr lang="zh-CN" altLang="en-US" sz="2400" dirty="0">
                <a:sym typeface="+mn-ea"/>
              </a:rPr>
              <a:t>办好人民满意的教育需大力促进教育公平。</a:t>
            </a:r>
          </a:p>
          <a:p>
            <a:pPr marL="0" indent="0" algn="l">
              <a:buNone/>
            </a:pPr>
            <a:r>
              <a:rPr lang="en-US" altLang="zh-CN" sz="2400" dirty="0">
                <a:sym typeface="+mn-ea"/>
              </a:rPr>
              <a:t>(4)</a:t>
            </a:r>
            <a:r>
              <a:rPr lang="zh-CN" altLang="en-US" sz="2400" dirty="0">
                <a:sym typeface="+mn-ea"/>
              </a:rPr>
              <a:t>办好人民满意的教育需坚持深化教育改革创新。</a:t>
            </a:r>
          </a:p>
        </p:txBody>
      </p:sp>
      <p:sp>
        <p:nvSpPr>
          <p:cNvPr id="4" name="内容占位符 3"/>
          <p:cNvSpPr>
            <a:spLocks noGrp="1"/>
          </p:cNvSpPr>
          <p:nvPr>
            <p:ph sz="quarter" idx="14"/>
          </p:nvPr>
        </p:nvSpPr>
        <p:spPr>
          <a:xfrm>
            <a:off x="612140" y="3117215"/>
            <a:ext cx="10965815" cy="3105150"/>
          </a:xfrm>
        </p:spPr>
        <p:txBody>
          <a:bodyPr/>
          <a:lstStyle/>
          <a:p>
            <a:pPr marL="0" indent="0">
              <a:buNone/>
            </a:pPr>
            <a:r>
              <a:rPr lang="en-US" altLang="zh-CN" dirty="0"/>
              <a:t>                                              </a:t>
            </a:r>
            <a:endParaRPr lang="zh-CN" altLang="en-US" sz="2400" dirty="0"/>
          </a:p>
        </p:txBody>
      </p:sp>
      <p:pic>
        <p:nvPicPr>
          <p:cNvPr id="5" name="图片 2"/>
          <p:cNvPicPr>
            <a:picLocks noChangeAspect="1" noChangeArrowheads="1"/>
          </p:cNvPicPr>
          <p:nvPr>
            <p:custDataLst>
              <p:tags r:id="rId2"/>
            </p:custDataLst>
          </p:nvPr>
        </p:nvPicPr>
        <p:blipFill>
          <a:blip r:embed="rId5" cstate="print">
            <a:extLst>
              <a:ext uri="{28A0092B-C50C-407E-A947-70E740481C1C}">
                <a14:useLocalDpi xmlns:a14="http://schemas.microsoft.com/office/drawing/2010/main" val="0"/>
              </a:ext>
            </a:extLst>
          </a:blip>
          <a:srcRect/>
          <a:stretch>
            <a:fillRect/>
          </a:stretch>
        </p:blipFill>
        <p:spPr>
          <a:xfrm>
            <a:off x="682700" y="2677272"/>
            <a:ext cx="4727575" cy="3203575"/>
          </a:xfrm>
          <a:prstGeom prst="rect">
            <a:avLst/>
          </a:prstGeom>
          <a:noFill/>
          <a:ln>
            <a:noFill/>
          </a:ln>
        </p:spPr>
      </p:pic>
      <p:pic>
        <p:nvPicPr>
          <p:cNvPr id="6" name="图片 3"/>
          <p:cNvPicPr>
            <a:picLocks noChangeAspect="1" noChangeArrowheads="1"/>
          </p:cNvPicPr>
          <p:nvPr>
            <p:custDataLst>
              <p:tags r:id="rId3"/>
            </p:custDataLst>
          </p:nvPr>
        </p:nvPicPr>
        <p:blipFill>
          <a:blip r:embed="rId6" cstate="print">
            <a:extLst>
              <a:ext uri="{28A0092B-C50C-407E-A947-70E740481C1C}">
                <a14:useLocalDpi xmlns:a14="http://schemas.microsoft.com/office/drawing/2010/main" val="0"/>
              </a:ext>
            </a:extLst>
          </a:blip>
          <a:srcRect/>
          <a:stretch>
            <a:fillRect/>
          </a:stretch>
        </p:blipFill>
        <p:spPr>
          <a:xfrm>
            <a:off x="6578040" y="2677272"/>
            <a:ext cx="4164330" cy="323278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8440" y="907415"/>
            <a:ext cx="5501640" cy="1671955"/>
          </a:xfrm>
        </p:spPr>
        <p:txBody>
          <a:bodyPr>
            <a:normAutofit/>
          </a:bodyPr>
          <a:lstStyle/>
          <a:p>
            <a:r>
              <a:rPr lang="zh-CN" altLang="en-US" dirty="0"/>
              <a:t>三.加快建设科技强国</a:t>
            </a:r>
          </a:p>
        </p:txBody>
      </p:sp>
      <p:sp>
        <p:nvSpPr>
          <p:cNvPr id="5" name="内容占位符 3"/>
          <p:cNvSpPr>
            <a:spLocks noGrp="1"/>
          </p:cNvSpPr>
          <p:nvPr>
            <p:custDataLst>
              <p:tags r:id="rId2"/>
            </p:custDataLst>
          </p:nvPr>
        </p:nvSpPr>
        <p:spPr>
          <a:xfrm>
            <a:off x="5100955" y="2027555"/>
            <a:ext cx="7017385" cy="3708400"/>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dirty="0"/>
              <a:t>1</a:t>
            </a:r>
            <a:r>
              <a:rPr lang="zh-CN" altLang="en-US" sz="2800" dirty="0"/>
              <a:t>、科技强则国家强</a:t>
            </a:r>
          </a:p>
          <a:p>
            <a:pPr marL="0" indent="0">
              <a:buNone/>
            </a:pPr>
            <a:endParaRPr lang="en-US" altLang="zh-CN" sz="2800" dirty="0"/>
          </a:p>
          <a:p>
            <a:pPr marL="0" indent="0">
              <a:buNone/>
            </a:pPr>
            <a:r>
              <a:rPr lang="en-US" altLang="zh-CN" sz="2800" dirty="0"/>
              <a:t>2</a:t>
            </a:r>
            <a:r>
              <a:rPr lang="zh-CN" altLang="en-US" sz="2800" dirty="0"/>
              <a:t>、打赢关键核心技术攻坚战</a:t>
            </a:r>
          </a:p>
          <a:p>
            <a:pPr marL="0" indent="0">
              <a:buNone/>
            </a:pPr>
            <a:endParaRPr lang="en-US" altLang="zh-CN" sz="2800" dirty="0"/>
          </a:p>
          <a:p>
            <a:pPr marL="0" indent="0">
              <a:buNone/>
            </a:pPr>
            <a:endParaRPr lang="zh-CN" altLang="en-US" sz="2800" dirty="0"/>
          </a:p>
        </p:txBody>
      </p:sp>
      <p:sp>
        <p:nvSpPr>
          <p:cNvPr id="4" name="副标题 3"/>
          <p:cNvSpPr>
            <a:spLocks noGrp="1"/>
          </p:cNvSpPr>
          <p:nvPr>
            <p:ph type="subTitle" idx="1"/>
            <p:custDataLst>
              <p:tags r:id="rId3"/>
            </p:custDataLst>
          </p:nvPr>
        </p:nvSpPr>
        <p:spPr>
          <a:xfrm>
            <a:off x="218440" y="2216150"/>
            <a:ext cx="4454525" cy="4067175"/>
          </a:xfrm>
          <a:ln>
            <a:solidFill>
              <a:srgbClr val="0070C0"/>
            </a:solidFill>
          </a:ln>
        </p:spPr>
        <p:txBody>
          <a:bodyPr>
            <a:noAutofit/>
          </a:bodyPr>
          <a:lstStyle/>
          <a:p>
            <a:pPr marL="0" indent="0">
              <a:buNone/>
            </a:pPr>
            <a:r>
              <a:rPr lang="en-US" altLang="zh-CN" sz="2000" b="1" i="1" dirty="0">
                <a:sym typeface="+mn-ea"/>
              </a:rPr>
              <a:t>	</a:t>
            </a:r>
            <a:r>
              <a:rPr lang="zh-CN" altLang="en-US" sz="2000" b="1" i="1" dirty="0">
                <a:sym typeface="+mn-ea"/>
              </a:rPr>
              <a:t>科技是国之利器，国家赖之以强，企业赖之以赢，人民生活赖之以好。中国要强，中国人民生活要好，必须有强大科技。</a:t>
            </a:r>
          </a:p>
          <a:p>
            <a:pPr marL="0" indent="0">
              <a:buNone/>
            </a:pPr>
            <a:r>
              <a:rPr lang="en-US" altLang="zh-CN" sz="2000" b="1" i="1" dirty="0">
                <a:sym typeface="+mn-ea"/>
              </a:rPr>
              <a:t>	</a:t>
            </a:r>
            <a:r>
              <a:rPr lang="zh-CN" altLang="en-US" sz="2000" b="1" i="1" dirty="0">
                <a:sym typeface="+mn-ea"/>
              </a:rPr>
              <a:t>——习近平在全国科技创新大会、两院院士大会、中国科协</a:t>
            </a:r>
          </a:p>
          <a:p>
            <a:pPr marL="0" indent="0">
              <a:buNone/>
            </a:pPr>
            <a:r>
              <a:rPr lang="zh-CN" altLang="en-US" sz="2000" b="1" i="1" dirty="0">
                <a:sym typeface="+mn-ea"/>
              </a:rPr>
              <a:t>第九次全国代表大会上的讲话（2016年5月30日）</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1" y="299795"/>
            <a:ext cx="10852237" cy="441964"/>
          </a:xfrm>
        </p:spPr>
        <p:txBody>
          <a:bodyPr>
            <a:noAutofit/>
          </a:bodyPr>
          <a:lstStyle/>
          <a:p>
            <a:r>
              <a:rPr lang="zh-CN" altLang="en-US" sz="3200" dirty="0">
                <a:sym typeface="+mn-ea"/>
              </a:rPr>
              <a:t>三.加快建设科技强国</a:t>
            </a:r>
          </a:p>
        </p:txBody>
      </p:sp>
      <p:sp>
        <p:nvSpPr>
          <p:cNvPr id="4" name="内容占位符 3"/>
          <p:cNvSpPr>
            <a:spLocks noGrp="1"/>
          </p:cNvSpPr>
          <p:nvPr>
            <p:ph sz="quarter" idx="14"/>
            <p:custDataLst>
              <p:tags r:id="rId2"/>
            </p:custDataLst>
          </p:nvPr>
        </p:nvSpPr>
        <p:spPr>
          <a:xfrm>
            <a:off x="669925" y="885190"/>
            <a:ext cx="10696575" cy="4774565"/>
          </a:xfrm>
        </p:spPr>
        <p:txBody>
          <a:bodyPr>
            <a:noAutofit/>
          </a:bodyPr>
          <a:lstStyle/>
          <a:p>
            <a:pPr marL="0" indent="0">
              <a:buNone/>
            </a:pPr>
            <a:r>
              <a:rPr lang="en-US" altLang="zh-CN" sz="2800" b="1" dirty="0">
                <a:sym typeface="+mn-ea"/>
              </a:rPr>
              <a:t>1</a:t>
            </a:r>
            <a:r>
              <a:rPr lang="zh-CN" altLang="en-US" sz="2800" b="1" dirty="0">
                <a:sym typeface="+mn-ea"/>
              </a:rPr>
              <a:t>、科技强则国家强</a:t>
            </a:r>
            <a:endParaRPr lang="zh-CN" altLang="en-US" sz="2800" b="1" dirty="0"/>
          </a:p>
          <a:p>
            <a:pPr marL="0" indent="0">
              <a:buNone/>
            </a:pPr>
            <a:r>
              <a:rPr lang="zh-CN" altLang="en-US" sz="2400" dirty="0"/>
              <a:t>实现高水平科技自立自强是国家强盛和民族复兴的战略基石。纵观人类发展史，创新始终是一个国家、一个民族发展的不竭动力。当今世界正经历百年未有之大变局，科技创新是其中一个关键变量。必须把科技的命脉牢牢掌握在自己手中，赢得国际竞争新优势。</a:t>
            </a:r>
          </a:p>
          <a:p>
            <a:pPr marL="0" indent="0">
              <a:buNone/>
            </a:pPr>
            <a:r>
              <a:rPr lang="zh-CN" altLang="en-US" sz="2400" dirty="0">
                <a:sym typeface="+mn-ea"/>
              </a:rPr>
              <a:t>实现高水平科技自立自强是应对风险挑战和维护国家利益的必然选择。我国科技发展正处在将强未强、不进则退的关键阶段，只有加快实现高水平科技自立自强，牢牢掌握发展主动权，我国的现代化进程才不会被迟滞甚至打断。</a:t>
            </a:r>
          </a:p>
          <a:p>
            <a:pPr marL="0" indent="0">
              <a:buNone/>
            </a:pPr>
            <a:r>
              <a:rPr lang="zh-CN" altLang="en-US" sz="2400" dirty="0">
                <a:sym typeface="+mn-ea"/>
              </a:rPr>
              <a:t>实现高水平科技自立自强是构建新发展格局、推动高质量发展、满足人民美好生活需要的内在需求。</a:t>
            </a:r>
            <a:endParaRPr lang="zh-CN" altLang="en-US" sz="2400" dirty="0"/>
          </a:p>
          <a:p>
            <a:pPr marL="0" indent="0">
              <a:buNone/>
            </a:pPr>
            <a:endParaRPr lang="zh-CN" altLang="en-US" sz="2400" dirty="0"/>
          </a:p>
          <a:p>
            <a:pPr marL="0" indent="0">
              <a:buNone/>
            </a:pPr>
            <a:endParaRPr lang="zh-CN" altLang="en-US" sz="24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4"/>
            <p:custDataLst>
              <p:tags r:id="rId2"/>
            </p:custDataLst>
          </p:nvPr>
        </p:nvSpPr>
        <p:spPr>
          <a:xfrm>
            <a:off x="669925" y="1042035"/>
            <a:ext cx="10696575" cy="4774565"/>
          </a:xfrm>
        </p:spPr>
        <p:txBody>
          <a:bodyPr>
            <a:noAutofit/>
          </a:bodyPr>
          <a:lstStyle/>
          <a:p>
            <a:pPr marL="0" indent="0">
              <a:buNone/>
            </a:pPr>
            <a:r>
              <a:rPr lang="en-US" altLang="zh-CN" sz="2800" b="1" dirty="0">
                <a:sym typeface="+mn-ea"/>
              </a:rPr>
              <a:t>2</a:t>
            </a:r>
            <a:r>
              <a:rPr lang="zh-CN" altLang="en-US" sz="2800" b="1" dirty="0">
                <a:sym typeface="+mn-ea"/>
              </a:rPr>
              <a:t>、打赢关键核心技术攻坚战</a:t>
            </a:r>
            <a:endParaRPr lang="zh-CN" altLang="en-US" sz="2800" b="1" dirty="0"/>
          </a:p>
          <a:p>
            <a:pPr marL="0" indent="0">
              <a:buNone/>
            </a:pPr>
            <a:r>
              <a:rPr lang="zh-CN" altLang="en-US" sz="2400" dirty="0"/>
              <a:t>关键核心技术必须掌握在自己手中。</a:t>
            </a:r>
          </a:p>
          <a:p>
            <a:pPr marL="0" indent="0">
              <a:buNone/>
            </a:pPr>
            <a:r>
              <a:rPr lang="zh-CN" altLang="en-US" sz="2400" dirty="0">
                <a:sym typeface="+mn-ea"/>
              </a:rPr>
              <a:t>打赢关键核心技术攻坚战，必须深入推进科技体制改革。</a:t>
            </a:r>
          </a:p>
          <a:p>
            <a:pPr marL="0" indent="0">
              <a:buNone/>
            </a:pPr>
            <a:r>
              <a:rPr lang="zh-CN" altLang="en-US" sz="2400" dirty="0">
                <a:sym typeface="+mn-ea"/>
              </a:rPr>
              <a:t>发挥新型举国体制优势开展科技攻关。</a:t>
            </a:r>
            <a:endParaRPr lang="zh-CN" altLang="en-US" sz="2400" dirty="0"/>
          </a:p>
        </p:txBody>
      </p:sp>
      <p:pic>
        <p:nvPicPr>
          <p:cNvPr id="3" name="图片 1"/>
          <p:cNvPicPr>
            <a:picLocks noChangeAspect="1" noChangeArrowheads="1"/>
          </p:cNvPicPr>
          <p:nvPr>
            <p:custDataLst>
              <p:tags r:id="rId3"/>
            </p:custDataLst>
          </p:nvPr>
        </p:nvPicPr>
        <p:blipFill>
          <a:blip r:embed="rId5" cstate="print">
            <a:extLst>
              <a:ext uri="{28A0092B-C50C-407E-A947-70E740481C1C}">
                <a14:useLocalDpi xmlns:a14="http://schemas.microsoft.com/office/drawing/2010/main" val="0"/>
              </a:ext>
            </a:extLst>
          </a:blip>
          <a:srcRect/>
          <a:stretch>
            <a:fillRect/>
          </a:stretch>
        </p:blipFill>
        <p:spPr>
          <a:xfrm>
            <a:off x="5618069" y="3429000"/>
            <a:ext cx="4860925" cy="3242945"/>
          </a:xfrm>
          <a:prstGeom prst="rect">
            <a:avLst/>
          </a:prstGeom>
          <a:noFill/>
          <a:ln>
            <a:noFill/>
          </a:ln>
        </p:spPr>
      </p:pic>
      <p:sp>
        <p:nvSpPr>
          <p:cNvPr id="7" name="标题 1">
            <a:extLst>
              <a:ext uri="{FF2B5EF4-FFF2-40B4-BE49-F238E27FC236}">
                <a16:creationId xmlns:a16="http://schemas.microsoft.com/office/drawing/2014/main" id="{03168377-835B-46F7-ACC5-83708408E1EE}"/>
              </a:ext>
            </a:extLst>
          </p:cNvPr>
          <p:cNvSpPr>
            <a:spLocks noGrp="1"/>
          </p:cNvSpPr>
          <p:nvPr>
            <p:ph type="title"/>
          </p:nvPr>
        </p:nvSpPr>
        <p:spPr>
          <a:xfrm>
            <a:off x="669881" y="299795"/>
            <a:ext cx="10852237" cy="441964"/>
          </a:xfrm>
        </p:spPr>
        <p:txBody>
          <a:bodyPr>
            <a:noAutofit/>
          </a:bodyPr>
          <a:lstStyle/>
          <a:p>
            <a:r>
              <a:rPr lang="zh-CN" altLang="en-US" sz="3200" dirty="0">
                <a:sym typeface="+mn-ea"/>
              </a:rPr>
              <a:t>三.加快建设科技强国</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8440" y="940435"/>
            <a:ext cx="4802505" cy="1671955"/>
          </a:xfrm>
        </p:spPr>
        <p:txBody>
          <a:bodyPr>
            <a:normAutofit/>
          </a:bodyPr>
          <a:lstStyle/>
          <a:p>
            <a:r>
              <a:rPr lang="zh-CN" altLang="en-US" dirty="0"/>
              <a:t>四.加快建设人才强国</a:t>
            </a:r>
          </a:p>
        </p:txBody>
      </p:sp>
      <p:sp>
        <p:nvSpPr>
          <p:cNvPr id="5" name="内容占位符 3"/>
          <p:cNvSpPr>
            <a:spLocks noGrp="1"/>
          </p:cNvSpPr>
          <p:nvPr>
            <p:custDataLst>
              <p:tags r:id="rId2"/>
            </p:custDataLst>
          </p:nvPr>
        </p:nvSpPr>
        <p:spPr>
          <a:xfrm>
            <a:off x="5100955" y="940435"/>
            <a:ext cx="7017385" cy="3708400"/>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dirty="0"/>
              <a:t>1</a:t>
            </a:r>
            <a:r>
              <a:rPr lang="zh-CN" altLang="en-US" sz="2800" dirty="0"/>
              <a:t>、培养人才是国家和民族长远发展大计</a:t>
            </a:r>
          </a:p>
          <a:p>
            <a:pPr marL="0" indent="0">
              <a:buNone/>
            </a:pPr>
            <a:endParaRPr lang="en-US" altLang="zh-CN" sz="2800" dirty="0"/>
          </a:p>
          <a:p>
            <a:pPr marL="0" indent="0">
              <a:buNone/>
            </a:pPr>
            <a:r>
              <a:rPr lang="en-US" altLang="zh-CN" sz="2800" dirty="0"/>
              <a:t>2</a:t>
            </a:r>
            <a:r>
              <a:rPr lang="zh-CN" altLang="en-US" sz="2800" dirty="0"/>
              <a:t>、培养造就大批德才兼备的高素质人才</a:t>
            </a:r>
          </a:p>
          <a:p>
            <a:pPr marL="0" indent="0">
              <a:buNone/>
            </a:pPr>
            <a:endParaRPr lang="en-US" altLang="zh-CN" sz="2800" dirty="0"/>
          </a:p>
          <a:p>
            <a:pPr marL="0" indent="0">
              <a:buNone/>
            </a:pPr>
            <a:r>
              <a:rPr lang="en-US" altLang="zh-CN" sz="2800" dirty="0"/>
              <a:t>3</a:t>
            </a:r>
            <a:r>
              <a:rPr lang="zh-CN" altLang="en-US" sz="2800" dirty="0"/>
              <a:t>、把各方面优秀人才集聚到党和国家事业中来</a:t>
            </a:r>
          </a:p>
          <a:p>
            <a:pPr marL="0" indent="0">
              <a:buNone/>
            </a:pPr>
            <a:endParaRPr lang="zh-CN" altLang="en-US" sz="2800" dirty="0"/>
          </a:p>
        </p:txBody>
      </p:sp>
      <p:sp>
        <p:nvSpPr>
          <p:cNvPr id="3" name="副标题 2"/>
          <p:cNvSpPr>
            <a:spLocks noGrp="1"/>
          </p:cNvSpPr>
          <p:nvPr>
            <p:ph type="subTitle" idx="1"/>
            <p:custDataLst>
              <p:tags r:id="rId3"/>
            </p:custDataLst>
          </p:nvPr>
        </p:nvSpPr>
        <p:spPr>
          <a:xfrm>
            <a:off x="218440" y="2120265"/>
            <a:ext cx="4417060" cy="4573905"/>
          </a:xfrm>
          <a:ln>
            <a:solidFill>
              <a:srgbClr val="0070C0"/>
            </a:solidFill>
          </a:ln>
        </p:spPr>
        <p:txBody>
          <a:bodyPr>
            <a:noAutofit/>
          </a:bodyPr>
          <a:lstStyle/>
          <a:p>
            <a:pPr marL="0" indent="0">
              <a:buNone/>
            </a:pPr>
            <a:r>
              <a:rPr lang="en-US" altLang="zh-CN" sz="2000" b="1" i="1" dirty="0">
                <a:sym typeface="+mn-ea"/>
              </a:rPr>
              <a:t>	</a:t>
            </a:r>
            <a:r>
              <a:rPr lang="zh-CN" altLang="en-US" sz="2000" b="1" i="1" dirty="0">
                <a:sym typeface="+mn-ea"/>
              </a:rPr>
              <a:t>战略人才站在国际科技前沿、引领科技自主创新、承担国家战略科技任务，是支撑我国高水平科技自立自强的重要力量，要把建设战略人才力量作为重中之重来抓。</a:t>
            </a:r>
          </a:p>
          <a:p>
            <a:pPr marL="0" indent="0" algn="r">
              <a:buNone/>
            </a:pPr>
            <a:r>
              <a:rPr lang="zh-CN" altLang="en-US" sz="2000" b="1" i="1" dirty="0">
                <a:sym typeface="+mn-ea"/>
              </a:rPr>
              <a:t>——习近平在中央人才工作会议上的讲话（2021年9月27日）</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1" y="335653"/>
            <a:ext cx="10852237" cy="441964"/>
          </a:xfrm>
        </p:spPr>
        <p:txBody>
          <a:bodyPr>
            <a:noAutofit/>
          </a:bodyPr>
          <a:lstStyle/>
          <a:p>
            <a:r>
              <a:rPr lang="zh-CN" altLang="en-US" sz="3200" dirty="0">
                <a:sym typeface="+mn-ea"/>
              </a:rPr>
              <a:t>四.加快建设人才强国</a:t>
            </a:r>
          </a:p>
        </p:txBody>
      </p:sp>
      <p:sp>
        <p:nvSpPr>
          <p:cNvPr id="4" name="内容占位符 3"/>
          <p:cNvSpPr>
            <a:spLocks noGrp="1"/>
          </p:cNvSpPr>
          <p:nvPr>
            <p:ph sz="quarter" idx="14"/>
            <p:custDataLst>
              <p:tags r:id="rId2"/>
            </p:custDataLst>
          </p:nvPr>
        </p:nvSpPr>
        <p:spPr>
          <a:xfrm>
            <a:off x="669925" y="1042035"/>
            <a:ext cx="10696575" cy="2233295"/>
          </a:xfrm>
        </p:spPr>
        <p:txBody>
          <a:bodyPr>
            <a:noAutofit/>
          </a:bodyPr>
          <a:lstStyle/>
          <a:p>
            <a:pPr marL="0" indent="0">
              <a:buNone/>
            </a:pPr>
            <a:r>
              <a:rPr lang="en-US" altLang="zh-CN" sz="2800" b="1" dirty="0">
                <a:sym typeface="+mn-ea"/>
              </a:rPr>
              <a:t>1</a:t>
            </a:r>
            <a:r>
              <a:rPr lang="zh-CN" altLang="en-US" sz="2800" b="1" dirty="0">
                <a:sym typeface="+mn-ea"/>
              </a:rPr>
              <a:t>、培养人才是国家和民族长远发展大计</a:t>
            </a:r>
            <a:endParaRPr lang="zh-CN" altLang="en-US" sz="2800" b="1" dirty="0"/>
          </a:p>
          <a:p>
            <a:pPr marL="0" indent="0">
              <a:buNone/>
            </a:pPr>
            <a:r>
              <a:rPr lang="zh-CN" altLang="en-US" sz="2400" dirty="0"/>
              <a:t>千秋基业，人才为先。国家发展靠人才，民族振兴靠人才。实施人才强国战略，建设规模宏大、结构合理、素质优良的人才队伍，是我国社会主义现代化建设的必然选择。</a:t>
            </a:r>
          </a:p>
          <a:p>
            <a:pPr marL="0" indent="0">
              <a:buNone/>
            </a:pPr>
            <a:endParaRPr lang="zh-CN" altLang="en-US" sz="2400" dirty="0"/>
          </a:p>
        </p:txBody>
      </p:sp>
      <p:sp>
        <p:nvSpPr>
          <p:cNvPr id="3" name="内容占位符 3"/>
          <p:cNvSpPr>
            <a:spLocks noGrp="1"/>
          </p:cNvSpPr>
          <p:nvPr>
            <p:custDataLst>
              <p:tags r:id="rId3"/>
            </p:custDataLst>
          </p:nvPr>
        </p:nvSpPr>
        <p:spPr>
          <a:xfrm>
            <a:off x="669881" y="3275330"/>
            <a:ext cx="10696575" cy="2316480"/>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dirty="0">
                <a:sym typeface="+mn-ea"/>
              </a:rPr>
              <a:t>2</a:t>
            </a:r>
            <a:r>
              <a:rPr lang="zh-CN" altLang="en-US" sz="2800" b="1" dirty="0">
                <a:sym typeface="+mn-ea"/>
              </a:rPr>
              <a:t>、培养造就大批德才兼备的高素质人才</a:t>
            </a:r>
            <a:endParaRPr lang="zh-CN" altLang="en-US" sz="2800" b="1" dirty="0"/>
          </a:p>
          <a:p>
            <a:pPr marL="0" indent="0">
              <a:buNone/>
            </a:pPr>
            <a:r>
              <a:rPr lang="zh-CN" altLang="en-US" sz="2400" dirty="0"/>
              <a:t>要按照服务发展、人才优先、以用为本、创新机制、高端引领、整体开发的方针，紧扣科教兴国、创新驱动发展等国家重大战略需求，党和国家事业急需紧缺什么人才，就优先集聚什么人才，不断塑造人才竞争新优势。</a:t>
            </a:r>
            <a:endParaRPr lang="en-US" altLang="zh-CN" sz="2400"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4"/>
            <p:custDataLst>
              <p:tags r:id="rId2"/>
            </p:custDataLst>
          </p:nvPr>
        </p:nvSpPr>
        <p:spPr>
          <a:xfrm>
            <a:off x="747711" y="1041717"/>
            <a:ext cx="10696575" cy="4774565"/>
          </a:xfrm>
        </p:spPr>
        <p:txBody>
          <a:bodyPr>
            <a:noAutofit/>
          </a:bodyPr>
          <a:lstStyle/>
          <a:p>
            <a:pPr marL="0" indent="0">
              <a:buNone/>
            </a:pPr>
            <a:r>
              <a:rPr lang="en-US" altLang="zh-CN" sz="2800" b="1" dirty="0">
                <a:sym typeface="+mn-ea"/>
              </a:rPr>
              <a:t>3</a:t>
            </a:r>
            <a:r>
              <a:rPr lang="zh-CN" altLang="en-US" sz="2800" b="1" dirty="0">
                <a:sym typeface="+mn-ea"/>
              </a:rPr>
              <a:t>、把各方面优秀人才集聚到党和国家事业中来</a:t>
            </a:r>
            <a:endParaRPr lang="zh-CN" altLang="en-US" sz="2800" b="1" dirty="0"/>
          </a:p>
          <a:p>
            <a:pPr marL="0" indent="0">
              <a:buNone/>
            </a:pPr>
            <a:r>
              <a:rPr lang="zh-CN" altLang="en-US" sz="2400" dirty="0"/>
              <a:t>坚持党对人才工作的全面领导是做好人才工作的根本保证。</a:t>
            </a:r>
          </a:p>
          <a:p>
            <a:pPr marL="0" indent="0">
              <a:buNone/>
            </a:pPr>
            <a:r>
              <a:rPr lang="zh-CN" altLang="en-US" sz="2400" dirty="0">
                <a:sym typeface="+mn-ea"/>
              </a:rPr>
              <a:t>坚持深化人才发展体制机制改革是做好人才工作的重要保障。</a:t>
            </a:r>
          </a:p>
          <a:p>
            <a:pPr marL="0" indent="0">
              <a:buNone/>
            </a:pPr>
            <a:r>
              <a:rPr lang="zh-CN" altLang="en-US" sz="2400" dirty="0">
                <a:sym typeface="+mn-ea"/>
              </a:rPr>
              <a:t>坚持营造识才爱才敬才用才的环境是做好人才工作的社会条件。</a:t>
            </a:r>
            <a:endParaRPr lang="zh-CN" altLang="en-US" sz="2400" dirty="0"/>
          </a:p>
        </p:txBody>
      </p:sp>
      <p:pic>
        <p:nvPicPr>
          <p:cNvPr id="6" name="图片 6"/>
          <p:cNvPicPr>
            <a:picLocks noChangeAspect="1"/>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3390263" y="3545540"/>
            <a:ext cx="5411470" cy="3046095"/>
          </a:xfrm>
          <a:prstGeom prst="rect">
            <a:avLst/>
          </a:prstGeom>
        </p:spPr>
      </p:pic>
      <p:sp>
        <p:nvSpPr>
          <p:cNvPr id="7" name="标题 1">
            <a:extLst>
              <a:ext uri="{FF2B5EF4-FFF2-40B4-BE49-F238E27FC236}">
                <a16:creationId xmlns:a16="http://schemas.microsoft.com/office/drawing/2014/main" id="{D2C40286-3A63-4602-90F4-D30061787C9B}"/>
              </a:ext>
            </a:extLst>
          </p:cNvPr>
          <p:cNvSpPr>
            <a:spLocks noGrp="1"/>
          </p:cNvSpPr>
          <p:nvPr>
            <p:ph type="title"/>
          </p:nvPr>
        </p:nvSpPr>
        <p:spPr>
          <a:xfrm>
            <a:off x="669881" y="335653"/>
            <a:ext cx="10852237" cy="441964"/>
          </a:xfrm>
        </p:spPr>
        <p:txBody>
          <a:bodyPr>
            <a:noAutofit/>
          </a:bodyPr>
          <a:lstStyle/>
          <a:p>
            <a:r>
              <a:rPr lang="zh-CN" altLang="en-US" sz="3200" dirty="0">
                <a:sym typeface="+mn-ea"/>
              </a:rPr>
              <a:t>四.加快建设人才强国</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05891" y="2884612"/>
            <a:ext cx="7980218" cy="1088776"/>
          </a:xfrm>
        </p:spPr>
        <p:txBody>
          <a:bodyPr/>
          <a:lstStyle/>
          <a:p>
            <a:r>
              <a:rPr lang="zh-CN" altLang="en-US" b="1" dirty="0">
                <a:solidFill>
                  <a:schemeClr val="tx1"/>
                </a:solidFill>
              </a:rPr>
              <a:t>感谢聆听</a:t>
            </a:r>
            <a:endParaRPr b="1" dirty="0">
              <a:solidFill>
                <a:schemeClr val="tx1"/>
              </a:solidFill>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kxZTNkYTE4MzcwZjBiNTE3ZTU5YTYxZWM3NjgzODM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7617"/>
  <p:tag name="KSO_WM_TEMPLATE_THUMBS_INDEX" val="1、4、5、6、8、10、11、12、13"/>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SLIDE_BACKGROUND_TYPE" val="leftRight"/>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SLIDE_BACKGROUND_TYPE" val="belt"/>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 name="KSO_WM_SLIDE_BACKGROUND_TYPE" val="belt"/>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SLIDE_ID" val="custom2020761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7617"/>
  <p:tag name="KSO_WM_SLIDE_LAYOUT" val="a_b"/>
  <p:tag name="KSO_WM_SLIDE_LAYOUT_CNT" val="1_1"/>
  <p:tag name="KSO_WM_UNIT_SHOW_EDIT_AREA_INDICATION" val="1"/>
  <p:tag name="KSO_WM_TEMPLATE_THUMBS_INDEX" val="1、4、6、7、8、10、11、13、15"/>
</p:tagLst>
</file>

<file path=ppt/tags/tag1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7617_1*a*1"/>
  <p:tag name="KSO_WM_TEMPLATE_CATEGORY" val="custom"/>
  <p:tag name="KSO_WM_TEMPLATE_INDEX" val="20207617"/>
  <p:tag name="KSO_WM_UNIT_LAYERLEVEL" val="1"/>
  <p:tag name="KSO_WM_TAG_VERSION" val="1.0"/>
  <p:tag name="KSO_WM_BEAUTIFY_FLAG" val="#wm#"/>
  <p:tag name="KSO_WM_UNIT_PRESET_TEXT" val="党政通用模板"/>
  <p:tag name="KSO_WM_UNIT_TEXT_FILL_FORE_SCHEMECOLOR_INDEX_BRIGHTNESS" val="0"/>
  <p:tag name="KSO_WM_UNIT_TEXT_FILL_FORE_SCHEMECOLOR_INDEX" val="5"/>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7617"/>
</p:tagLst>
</file>

<file path=ppt/theme/theme1.xml><?xml version="1.0" encoding="utf-8"?>
<a:theme xmlns:a="http://schemas.openxmlformats.org/drawingml/2006/main" name="1_Office 主题​​">
  <a:themeElements>
    <a:clrScheme name="">
      <a:dk1>
        <a:srgbClr val="000000"/>
      </a:dk1>
      <a:lt1>
        <a:srgbClr val="FFFFFF"/>
      </a:lt1>
      <a:dk2>
        <a:srgbClr val="DE5B4D"/>
      </a:dk2>
      <a:lt2>
        <a:srgbClr val="FFFFFF"/>
      </a:lt2>
      <a:accent1>
        <a:srgbClr val="CA2A14"/>
      </a:accent1>
      <a:accent2>
        <a:srgbClr val="DF413C"/>
      </a:accent2>
      <a:accent3>
        <a:srgbClr val="DF0E25"/>
      </a:accent3>
      <a:accent4>
        <a:srgbClr val="E58450"/>
      </a:accent4>
      <a:accent5>
        <a:srgbClr val="F2B248"/>
      </a:accent5>
      <a:accent6>
        <a:srgbClr val="FFD63F"/>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1313</Words>
  <Application>Microsoft Office PowerPoint</Application>
  <PresentationFormat>宽屏</PresentationFormat>
  <Paragraphs>85</Paragraphs>
  <Slides>15</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汉仪尚巍手书W</vt:lpstr>
      <vt:lpstr>Arial</vt:lpstr>
      <vt:lpstr>Calibri</vt:lpstr>
      <vt:lpstr>1_Office 主题​​</vt:lpstr>
      <vt:lpstr>社会主义现代化建设的教育、科技、人才战略</vt:lpstr>
      <vt:lpstr>社会主义现代化建设的教育、科技、人才战略</vt:lpstr>
      <vt:lpstr>一.全面建设社会主义现代化国家的基础性、战略性支撑</vt:lpstr>
      <vt:lpstr>一.全面建设社会主义现代化国家的基础性、战略性支撑</vt:lpstr>
      <vt:lpstr>二.加快建设教育强国</vt:lpstr>
      <vt:lpstr>二.加快建设教育强国</vt:lpstr>
      <vt:lpstr>二.加快建设教育强国</vt:lpstr>
      <vt:lpstr>PowerPoint 演示文稿</vt:lpstr>
      <vt:lpstr>三.加快建设科技强国</vt:lpstr>
      <vt:lpstr>三.加快建设科技强国</vt:lpstr>
      <vt:lpstr>三.加快建设科技强国</vt:lpstr>
      <vt:lpstr>四.加快建设人才强国</vt:lpstr>
      <vt:lpstr>四.加快建设人才强国</vt:lpstr>
      <vt:lpstr>四.加快建设人才强国</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王锦鸿</cp:lastModifiedBy>
  <cp:revision>176</cp:revision>
  <dcterms:created xsi:type="dcterms:W3CDTF">2019-06-19T02:08:00Z</dcterms:created>
  <dcterms:modified xsi:type="dcterms:W3CDTF">2024-05-28T12:11:57Z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B562A77CC7AF4B5598707503ADC66CF9_13</vt:lpwstr>
  </property>
</Properties>
</file>