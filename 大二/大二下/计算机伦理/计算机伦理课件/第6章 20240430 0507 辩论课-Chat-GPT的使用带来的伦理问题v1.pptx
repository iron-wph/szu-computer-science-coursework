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479" r:id="rId2"/>
    <p:sldId id="481" r:id="rId3"/>
    <p:sldId id="485" r:id="rId4"/>
    <p:sldId id="486" r:id="rId5"/>
    <p:sldId id="4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162" d="100"/>
          <a:sy n="162" d="100"/>
        </p:scale>
        <p:origin x="21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gagn 0" userId="a174544ce1eb2e1b" providerId="LiveId" clId="{ED4DF7CA-F207-4346-BD00-1B61945CCBCD}"/>
    <pc:docChg chg="delSld">
      <pc:chgData name="1gagn 0" userId="a174544ce1eb2e1b" providerId="LiveId" clId="{ED4DF7CA-F207-4346-BD00-1B61945CCBCD}" dt="2024-05-07T05:40:28.582" v="0" actId="47"/>
      <pc:docMkLst>
        <pc:docMk/>
      </pc:docMkLst>
      <pc:sldChg chg="del">
        <pc:chgData name="1gagn 0" userId="a174544ce1eb2e1b" providerId="LiveId" clId="{ED4DF7CA-F207-4346-BD00-1B61945CCBCD}" dt="2024-05-07T05:40:28.582" v="0" actId="47"/>
        <pc:sldMkLst>
          <pc:docMk/>
          <pc:sldMk cId="3317564061" sldId="4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E8311B-827C-0F44-80DB-4C14D972DDE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EE246-06D1-824F-A492-6074BA52C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2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1" cy="17526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9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786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18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57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967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36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75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14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8CB2-EF18-4401-BBA3-B792793376F9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72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201E-F0E6-48D5-925F-7EE8D32CB8B7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04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899"/>
            <a:ext cx="10363200" cy="1362076"/>
          </a:xfrm>
        </p:spPr>
        <p:txBody>
          <a:bodyPr anchor="t"/>
          <a:lstStyle>
            <a:lvl1pPr algn="l">
              <a:defRPr sz="4711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5"/>
            <a:ext cx="10363200" cy="1500187"/>
          </a:xfrm>
        </p:spPr>
        <p:txBody>
          <a:bodyPr anchor="b"/>
          <a:lstStyle>
            <a:lvl1pPr marL="0" indent="0">
              <a:buNone/>
              <a:defRPr sz="2458">
                <a:solidFill>
                  <a:schemeClr val="tx1">
                    <a:tint val="75000"/>
                  </a:schemeClr>
                </a:solidFill>
              </a:defRPr>
            </a:lvl1pPr>
            <a:lvl2pPr marL="539346" indent="0">
              <a:buNone/>
              <a:defRPr sz="2048">
                <a:solidFill>
                  <a:schemeClr val="tx1">
                    <a:tint val="75000"/>
                  </a:schemeClr>
                </a:solidFill>
              </a:defRPr>
            </a:lvl2pPr>
            <a:lvl3pPr marL="1078694" indent="0">
              <a:buNone/>
              <a:defRPr sz="1844">
                <a:solidFill>
                  <a:schemeClr val="tx1">
                    <a:tint val="75000"/>
                  </a:schemeClr>
                </a:solidFill>
              </a:defRPr>
            </a:lvl3pPr>
            <a:lvl4pPr marL="1618039" indent="0">
              <a:buNone/>
              <a:defRPr sz="1639">
                <a:solidFill>
                  <a:schemeClr val="tx1">
                    <a:tint val="75000"/>
                  </a:schemeClr>
                </a:solidFill>
              </a:defRPr>
            </a:lvl4pPr>
            <a:lvl5pPr marL="2157387" indent="0">
              <a:buNone/>
              <a:defRPr sz="1639">
                <a:solidFill>
                  <a:schemeClr val="tx1">
                    <a:tint val="75000"/>
                  </a:schemeClr>
                </a:solidFill>
              </a:defRPr>
            </a:lvl5pPr>
            <a:lvl6pPr marL="2696733" indent="0">
              <a:buNone/>
              <a:defRPr sz="1639">
                <a:solidFill>
                  <a:schemeClr val="tx1">
                    <a:tint val="75000"/>
                  </a:schemeClr>
                </a:solidFill>
              </a:defRPr>
            </a:lvl6pPr>
            <a:lvl7pPr marL="3236081" indent="0">
              <a:buNone/>
              <a:defRPr sz="1639">
                <a:solidFill>
                  <a:schemeClr val="tx1">
                    <a:tint val="75000"/>
                  </a:schemeClr>
                </a:solidFill>
              </a:defRPr>
            </a:lvl7pPr>
            <a:lvl8pPr marL="3775427" indent="0">
              <a:buNone/>
              <a:defRPr sz="1639">
                <a:solidFill>
                  <a:schemeClr val="tx1">
                    <a:tint val="75000"/>
                  </a:schemeClr>
                </a:solidFill>
              </a:defRPr>
            </a:lvl8pPr>
            <a:lvl9pPr marL="4314774" indent="0">
              <a:buNone/>
              <a:defRPr sz="16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79C7-2486-4C96-B4B6-1C078CD56F52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92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0"/>
            <a:ext cx="5384799" cy="4525962"/>
          </a:xfrm>
        </p:spPr>
        <p:txBody>
          <a:bodyPr/>
          <a:lstStyle>
            <a:lvl1pPr>
              <a:defRPr sz="3277"/>
            </a:lvl1pPr>
            <a:lvl2pPr>
              <a:defRPr sz="2868"/>
            </a:lvl2pPr>
            <a:lvl3pPr>
              <a:defRPr sz="2458"/>
            </a:lvl3pPr>
            <a:lvl4pPr>
              <a:defRPr sz="2048"/>
            </a:lvl4pPr>
            <a:lvl5pPr>
              <a:defRPr sz="2048"/>
            </a:lvl5pPr>
            <a:lvl6pPr>
              <a:defRPr sz="2048"/>
            </a:lvl6pPr>
            <a:lvl7pPr>
              <a:defRPr sz="2048"/>
            </a:lvl7pPr>
            <a:lvl8pPr>
              <a:defRPr sz="2048"/>
            </a:lvl8pPr>
            <a:lvl9pPr>
              <a:defRPr sz="204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799" cy="4525962"/>
          </a:xfrm>
        </p:spPr>
        <p:txBody>
          <a:bodyPr/>
          <a:lstStyle>
            <a:lvl1pPr>
              <a:defRPr sz="3277"/>
            </a:lvl1pPr>
            <a:lvl2pPr>
              <a:defRPr sz="2868"/>
            </a:lvl2pPr>
            <a:lvl3pPr>
              <a:defRPr sz="2458"/>
            </a:lvl3pPr>
            <a:lvl4pPr>
              <a:defRPr sz="2048"/>
            </a:lvl4pPr>
            <a:lvl5pPr>
              <a:defRPr sz="2048"/>
            </a:lvl5pPr>
            <a:lvl6pPr>
              <a:defRPr sz="2048"/>
            </a:lvl6pPr>
            <a:lvl7pPr>
              <a:defRPr sz="2048"/>
            </a:lvl7pPr>
            <a:lvl8pPr>
              <a:defRPr sz="2048"/>
            </a:lvl8pPr>
            <a:lvl9pPr>
              <a:defRPr sz="204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F6F2F-1C4B-42E3-8AFD-E360CF2BE2F7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13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8" cy="639761"/>
          </a:xfrm>
        </p:spPr>
        <p:txBody>
          <a:bodyPr anchor="b"/>
          <a:lstStyle>
            <a:lvl1pPr marL="0" indent="0">
              <a:buNone/>
              <a:defRPr sz="2868" b="1"/>
            </a:lvl1pPr>
            <a:lvl2pPr marL="539346" indent="0">
              <a:buNone/>
              <a:defRPr sz="2458" b="1"/>
            </a:lvl2pPr>
            <a:lvl3pPr marL="1078694" indent="0">
              <a:buNone/>
              <a:defRPr sz="2048" b="1"/>
            </a:lvl3pPr>
            <a:lvl4pPr marL="1618039" indent="0">
              <a:buNone/>
              <a:defRPr sz="1844" b="1"/>
            </a:lvl4pPr>
            <a:lvl5pPr marL="2157387" indent="0">
              <a:buNone/>
              <a:defRPr sz="1844" b="1"/>
            </a:lvl5pPr>
            <a:lvl6pPr marL="2696733" indent="0">
              <a:buNone/>
              <a:defRPr sz="1844" b="1"/>
            </a:lvl6pPr>
            <a:lvl7pPr marL="3236081" indent="0">
              <a:buNone/>
              <a:defRPr sz="1844" b="1"/>
            </a:lvl7pPr>
            <a:lvl8pPr marL="3775427" indent="0">
              <a:buNone/>
              <a:defRPr sz="1844" b="1"/>
            </a:lvl8pPr>
            <a:lvl9pPr marL="4314774" indent="0">
              <a:buNone/>
              <a:defRPr sz="1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8" cy="3951288"/>
          </a:xfrm>
        </p:spPr>
        <p:txBody>
          <a:bodyPr/>
          <a:lstStyle>
            <a:lvl1pPr>
              <a:defRPr sz="2868"/>
            </a:lvl1pPr>
            <a:lvl2pPr>
              <a:defRPr sz="2458"/>
            </a:lvl2pPr>
            <a:lvl3pPr>
              <a:defRPr sz="2048"/>
            </a:lvl3pPr>
            <a:lvl4pPr>
              <a:defRPr sz="1844"/>
            </a:lvl4pPr>
            <a:lvl5pPr>
              <a:defRPr sz="1844"/>
            </a:lvl5pPr>
            <a:lvl6pPr>
              <a:defRPr sz="1844"/>
            </a:lvl6pPr>
            <a:lvl7pPr>
              <a:defRPr sz="1844"/>
            </a:lvl7pPr>
            <a:lvl8pPr>
              <a:defRPr sz="1844"/>
            </a:lvl8pPr>
            <a:lvl9pPr>
              <a:defRPr sz="184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4"/>
            <a:ext cx="5389033" cy="639761"/>
          </a:xfrm>
        </p:spPr>
        <p:txBody>
          <a:bodyPr anchor="b"/>
          <a:lstStyle>
            <a:lvl1pPr marL="0" indent="0">
              <a:buNone/>
              <a:defRPr sz="2868" b="1"/>
            </a:lvl1pPr>
            <a:lvl2pPr marL="539346" indent="0">
              <a:buNone/>
              <a:defRPr sz="2458" b="1"/>
            </a:lvl2pPr>
            <a:lvl3pPr marL="1078694" indent="0">
              <a:buNone/>
              <a:defRPr sz="2048" b="1"/>
            </a:lvl3pPr>
            <a:lvl4pPr marL="1618039" indent="0">
              <a:buNone/>
              <a:defRPr sz="1844" b="1"/>
            </a:lvl4pPr>
            <a:lvl5pPr marL="2157387" indent="0">
              <a:buNone/>
              <a:defRPr sz="1844" b="1"/>
            </a:lvl5pPr>
            <a:lvl6pPr marL="2696733" indent="0">
              <a:buNone/>
              <a:defRPr sz="1844" b="1"/>
            </a:lvl6pPr>
            <a:lvl7pPr marL="3236081" indent="0">
              <a:buNone/>
              <a:defRPr sz="1844" b="1"/>
            </a:lvl7pPr>
            <a:lvl8pPr marL="3775427" indent="0">
              <a:buNone/>
              <a:defRPr sz="1844" b="1"/>
            </a:lvl8pPr>
            <a:lvl9pPr marL="4314774" indent="0">
              <a:buNone/>
              <a:defRPr sz="1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3951288"/>
          </a:xfrm>
        </p:spPr>
        <p:txBody>
          <a:bodyPr/>
          <a:lstStyle>
            <a:lvl1pPr>
              <a:defRPr sz="2868"/>
            </a:lvl1pPr>
            <a:lvl2pPr>
              <a:defRPr sz="2458"/>
            </a:lvl2pPr>
            <a:lvl3pPr>
              <a:defRPr sz="2048"/>
            </a:lvl3pPr>
            <a:lvl4pPr>
              <a:defRPr sz="1844"/>
            </a:lvl4pPr>
            <a:lvl5pPr>
              <a:defRPr sz="1844"/>
            </a:lvl5pPr>
            <a:lvl6pPr>
              <a:defRPr sz="1844"/>
            </a:lvl6pPr>
            <a:lvl7pPr>
              <a:defRPr sz="1844"/>
            </a:lvl7pPr>
            <a:lvl8pPr>
              <a:defRPr sz="1844"/>
            </a:lvl8pPr>
            <a:lvl9pPr>
              <a:defRPr sz="184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08431-072E-4FA5-84D5-1EF26FDB1BDF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350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686FB-AFB6-405D-B07D-10B8E1479617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60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E736-6AA2-4264-8F2F-7C111224FE0F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865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5" cy="1162049"/>
          </a:xfrm>
        </p:spPr>
        <p:txBody>
          <a:bodyPr anchor="b"/>
          <a:lstStyle>
            <a:lvl1pPr algn="l">
              <a:defRPr sz="2458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1"/>
            <a:ext cx="6815666" cy="5853114"/>
          </a:xfrm>
        </p:spPr>
        <p:txBody>
          <a:bodyPr/>
          <a:lstStyle>
            <a:lvl1pPr>
              <a:defRPr sz="3687"/>
            </a:lvl1pPr>
            <a:lvl2pPr>
              <a:defRPr sz="3277"/>
            </a:lvl2pPr>
            <a:lvl3pPr>
              <a:defRPr sz="2868"/>
            </a:lvl3pPr>
            <a:lvl4pPr>
              <a:defRPr sz="2458"/>
            </a:lvl4pPr>
            <a:lvl5pPr>
              <a:defRPr sz="2458"/>
            </a:lvl5pPr>
            <a:lvl6pPr>
              <a:defRPr sz="2458"/>
            </a:lvl6pPr>
            <a:lvl7pPr>
              <a:defRPr sz="2458"/>
            </a:lvl7pPr>
            <a:lvl8pPr>
              <a:defRPr sz="2458"/>
            </a:lvl8pPr>
            <a:lvl9pPr>
              <a:defRPr sz="245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5" cy="4691063"/>
          </a:xfrm>
        </p:spPr>
        <p:txBody>
          <a:bodyPr/>
          <a:lstStyle>
            <a:lvl1pPr marL="0" indent="0">
              <a:buNone/>
              <a:defRPr sz="1639"/>
            </a:lvl1pPr>
            <a:lvl2pPr marL="539346" indent="0">
              <a:buNone/>
              <a:defRPr sz="1434"/>
            </a:lvl2pPr>
            <a:lvl3pPr marL="1078694" indent="0">
              <a:buNone/>
              <a:defRPr sz="1229"/>
            </a:lvl3pPr>
            <a:lvl4pPr marL="1618039" indent="0">
              <a:buNone/>
              <a:defRPr sz="1024"/>
            </a:lvl4pPr>
            <a:lvl5pPr marL="2157387" indent="0">
              <a:buNone/>
              <a:defRPr sz="1024"/>
            </a:lvl5pPr>
            <a:lvl6pPr marL="2696733" indent="0">
              <a:buNone/>
              <a:defRPr sz="1024"/>
            </a:lvl6pPr>
            <a:lvl7pPr marL="3236081" indent="0">
              <a:buNone/>
              <a:defRPr sz="1024"/>
            </a:lvl7pPr>
            <a:lvl8pPr marL="3775427" indent="0">
              <a:buNone/>
              <a:defRPr sz="1024"/>
            </a:lvl8pPr>
            <a:lvl9pPr marL="4314774" indent="0">
              <a:buNone/>
              <a:defRPr sz="102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99E7-C204-4032-B2D8-A919C19D550F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03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1"/>
            <a:ext cx="7315200" cy="566737"/>
          </a:xfrm>
        </p:spPr>
        <p:txBody>
          <a:bodyPr anchor="b"/>
          <a:lstStyle>
            <a:lvl1pPr algn="l">
              <a:defRPr sz="2458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775"/>
            <a:ext cx="7315200" cy="4114800"/>
          </a:xfrm>
        </p:spPr>
        <p:txBody>
          <a:bodyPr/>
          <a:lstStyle>
            <a:lvl1pPr marL="0" indent="0">
              <a:buNone/>
              <a:defRPr sz="3687"/>
            </a:lvl1pPr>
            <a:lvl2pPr marL="539346" indent="0">
              <a:buNone/>
              <a:defRPr sz="3277"/>
            </a:lvl2pPr>
            <a:lvl3pPr marL="1078694" indent="0">
              <a:buNone/>
              <a:defRPr sz="2868"/>
            </a:lvl3pPr>
            <a:lvl4pPr marL="1618039" indent="0">
              <a:buNone/>
              <a:defRPr sz="2458"/>
            </a:lvl4pPr>
            <a:lvl5pPr marL="2157387" indent="0">
              <a:buNone/>
              <a:defRPr sz="2458"/>
            </a:lvl5pPr>
            <a:lvl6pPr marL="2696733" indent="0">
              <a:buNone/>
              <a:defRPr sz="2458"/>
            </a:lvl6pPr>
            <a:lvl7pPr marL="3236081" indent="0">
              <a:buNone/>
              <a:defRPr sz="2458"/>
            </a:lvl7pPr>
            <a:lvl8pPr marL="3775427" indent="0">
              <a:buNone/>
              <a:defRPr sz="2458"/>
            </a:lvl8pPr>
            <a:lvl9pPr marL="4314774" indent="0">
              <a:buNone/>
              <a:defRPr sz="2458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339"/>
            <a:ext cx="7315200" cy="804862"/>
          </a:xfrm>
        </p:spPr>
        <p:txBody>
          <a:bodyPr/>
          <a:lstStyle>
            <a:lvl1pPr marL="0" indent="0">
              <a:buNone/>
              <a:defRPr sz="1639"/>
            </a:lvl1pPr>
            <a:lvl2pPr marL="539346" indent="0">
              <a:buNone/>
              <a:defRPr sz="1434"/>
            </a:lvl2pPr>
            <a:lvl3pPr marL="1078694" indent="0">
              <a:buNone/>
              <a:defRPr sz="1229"/>
            </a:lvl3pPr>
            <a:lvl4pPr marL="1618039" indent="0">
              <a:buNone/>
              <a:defRPr sz="1024"/>
            </a:lvl4pPr>
            <a:lvl5pPr marL="2157387" indent="0">
              <a:buNone/>
              <a:defRPr sz="1024"/>
            </a:lvl5pPr>
            <a:lvl6pPr marL="2696733" indent="0">
              <a:buNone/>
              <a:defRPr sz="1024"/>
            </a:lvl6pPr>
            <a:lvl7pPr marL="3236081" indent="0">
              <a:buNone/>
              <a:defRPr sz="1024"/>
            </a:lvl7pPr>
            <a:lvl8pPr marL="3775427" indent="0">
              <a:buNone/>
              <a:defRPr sz="1024"/>
            </a:lvl8pPr>
            <a:lvl9pPr marL="4314774" indent="0">
              <a:buNone/>
              <a:defRPr sz="102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658C1-1CE1-4F45-86E6-89573321BA65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80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E9C8-39C0-4B44-9A7E-66282E862AB8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15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199" cy="58515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39"/>
            <a:ext cx="8026399" cy="58515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BBC5-431E-4ACA-9729-23B066CD38CB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2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2" y="274639"/>
            <a:ext cx="10972800" cy="1142999"/>
          </a:xfrm>
          <a:prstGeom prst="rect">
            <a:avLst/>
          </a:prstGeom>
        </p:spPr>
        <p:txBody>
          <a:bodyPr vert="horz" lIns="52660" tIns="26330" rIns="52660" bIns="2633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972800" cy="4525962"/>
          </a:xfrm>
          <a:prstGeom prst="rect">
            <a:avLst/>
          </a:prstGeom>
        </p:spPr>
        <p:txBody>
          <a:bodyPr vert="horz" lIns="52660" tIns="26330" rIns="52660" bIns="2633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1" cy="365125"/>
          </a:xfrm>
          <a:prstGeom prst="rect">
            <a:avLst/>
          </a:prstGeom>
        </p:spPr>
        <p:txBody>
          <a:bodyPr vert="horz" lIns="52660" tIns="26330" rIns="52660" bIns="26330" rtlCol="0" anchor="ctr"/>
          <a:lstStyle>
            <a:lvl1pPr algn="l">
              <a:defRPr sz="14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D1205-C49D-4F0D-A354-CA6642D38364}" type="datetime1">
              <a:rPr lang="zh-CN" altLang="en-US" smtClean="0"/>
              <a:pPr/>
              <a:t>2024/5/7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2" y="6356350"/>
            <a:ext cx="3860800" cy="365125"/>
          </a:xfrm>
          <a:prstGeom prst="rect">
            <a:avLst/>
          </a:prstGeom>
        </p:spPr>
        <p:txBody>
          <a:bodyPr vert="horz" lIns="52660" tIns="26330" rIns="52660" bIns="26330" rtlCol="0" anchor="ctr"/>
          <a:lstStyle>
            <a:lvl1pPr algn="ctr">
              <a:defRPr sz="14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0"/>
            <a:ext cx="2844801" cy="365125"/>
          </a:xfrm>
          <a:prstGeom prst="rect">
            <a:avLst/>
          </a:prstGeom>
        </p:spPr>
        <p:txBody>
          <a:bodyPr vert="horz" lIns="52660" tIns="26330" rIns="52660" bIns="26330" rtlCol="0" anchor="ctr"/>
          <a:lstStyle>
            <a:lvl1pPr algn="r">
              <a:defRPr sz="14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1623C-0059-494E-B184-63915177A0C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60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1078694" rtl="0" eaLnBrk="1" latinLnBrk="0" hangingPunct="1">
        <a:spcBef>
          <a:spcPct val="0"/>
        </a:spcBef>
        <a:buNone/>
        <a:defRPr sz="5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510" indent="-404510" algn="l" defTabSz="1078694" rtl="0" eaLnBrk="1" latinLnBrk="0" hangingPunct="1">
        <a:spcBef>
          <a:spcPct val="20000"/>
        </a:spcBef>
        <a:buFont typeface="Arial" pitchFamily="34" charset="0"/>
        <a:buChar char="•"/>
        <a:defRPr sz="3687" kern="1200">
          <a:solidFill>
            <a:schemeClr val="tx1"/>
          </a:solidFill>
          <a:latin typeface="+mn-lt"/>
          <a:ea typeface="+mn-ea"/>
          <a:cs typeface="+mn-cs"/>
        </a:defRPr>
      </a:lvl1pPr>
      <a:lvl2pPr marL="876439" indent="-337091" algn="l" defTabSz="1078694" rtl="0" eaLnBrk="1" latinLnBrk="0" hangingPunct="1">
        <a:spcBef>
          <a:spcPct val="20000"/>
        </a:spcBef>
        <a:buFont typeface="Arial" pitchFamily="34" charset="0"/>
        <a:buChar char="–"/>
        <a:defRPr sz="3277" kern="1200">
          <a:solidFill>
            <a:schemeClr val="tx1"/>
          </a:solidFill>
          <a:latin typeface="+mn-lt"/>
          <a:ea typeface="+mn-ea"/>
          <a:cs typeface="+mn-cs"/>
        </a:defRPr>
      </a:lvl2pPr>
      <a:lvl3pPr marL="1348367" indent="-269674" algn="l" defTabSz="1078694" rtl="0" eaLnBrk="1" latinLnBrk="0" hangingPunct="1">
        <a:spcBef>
          <a:spcPct val="20000"/>
        </a:spcBef>
        <a:buFont typeface="Arial" pitchFamily="34" charset="0"/>
        <a:buChar char="•"/>
        <a:defRPr sz="2868" kern="1200">
          <a:solidFill>
            <a:schemeClr val="tx1"/>
          </a:solidFill>
          <a:latin typeface="+mn-lt"/>
          <a:ea typeface="+mn-ea"/>
          <a:cs typeface="+mn-cs"/>
        </a:defRPr>
      </a:lvl3pPr>
      <a:lvl4pPr marL="1887713" indent="-269674" algn="l" defTabSz="1078694" rtl="0" eaLnBrk="1" latinLnBrk="0" hangingPunct="1">
        <a:spcBef>
          <a:spcPct val="20000"/>
        </a:spcBef>
        <a:buFont typeface="Arial" pitchFamily="34" charset="0"/>
        <a:buChar char="–"/>
        <a:defRPr sz="2458" kern="1200">
          <a:solidFill>
            <a:schemeClr val="tx1"/>
          </a:solidFill>
          <a:latin typeface="+mn-lt"/>
          <a:ea typeface="+mn-ea"/>
          <a:cs typeface="+mn-cs"/>
        </a:defRPr>
      </a:lvl4pPr>
      <a:lvl5pPr marL="2427061" indent="-269674" algn="l" defTabSz="1078694" rtl="0" eaLnBrk="1" latinLnBrk="0" hangingPunct="1">
        <a:spcBef>
          <a:spcPct val="20000"/>
        </a:spcBef>
        <a:buFont typeface="Arial" pitchFamily="34" charset="0"/>
        <a:buChar char="»"/>
        <a:defRPr sz="2458" kern="1200">
          <a:solidFill>
            <a:schemeClr val="tx1"/>
          </a:solidFill>
          <a:latin typeface="+mn-lt"/>
          <a:ea typeface="+mn-ea"/>
          <a:cs typeface="+mn-cs"/>
        </a:defRPr>
      </a:lvl5pPr>
      <a:lvl6pPr marL="2966407" indent="-269674" algn="l" defTabSz="1078694" rtl="0" eaLnBrk="1" latinLnBrk="0" hangingPunct="1">
        <a:spcBef>
          <a:spcPct val="20000"/>
        </a:spcBef>
        <a:buFont typeface="Arial" pitchFamily="34" charset="0"/>
        <a:buChar char="•"/>
        <a:defRPr sz="2458" kern="1200">
          <a:solidFill>
            <a:schemeClr val="tx1"/>
          </a:solidFill>
          <a:latin typeface="+mn-lt"/>
          <a:ea typeface="+mn-ea"/>
          <a:cs typeface="+mn-cs"/>
        </a:defRPr>
      </a:lvl6pPr>
      <a:lvl7pPr marL="3505755" indent="-269674" algn="l" defTabSz="1078694" rtl="0" eaLnBrk="1" latinLnBrk="0" hangingPunct="1">
        <a:spcBef>
          <a:spcPct val="20000"/>
        </a:spcBef>
        <a:buFont typeface="Arial" pitchFamily="34" charset="0"/>
        <a:buChar char="•"/>
        <a:defRPr sz="2458" kern="1200">
          <a:solidFill>
            <a:schemeClr val="tx1"/>
          </a:solidFill>
          <a:latin typeface="+mn-lt"/>
          <a:ea typeface="+mn-ea"/>
          <a:cs typeface="+mn-cs"/>
        </a:defRPr>
      </a:lvl7pPr>
      <a:lvl8pPr marL="4045100" indent="-269674" algn="l" defTabSz="1078694" rtl="0" eaLnBrk="1" latinLnBrk="0" hangingPunct="1">
        <a:spcBef>
          <a:spcPct val="20000"/>
        </a:spcBef>
        <a:buFont typeface="Arial" pitchFamily="34" charset="0"/>
        <a:buChar char="•"/>
        <a:defRPr sz="2458" kern="1200">
          <a:solidFill>
            <a:schemeClr val="tx1"/>
          </a:solidFill>
          <a:latin typeface="+mn-lt"/>
          <a:ea typeface="+mn-ea"/>
          <a:cs typeface="+mn-cs"/>
        </a:defRPr>
      </a:lvl8pPr>
      <a:lvl9pPr marL="4584448" indent="-269674" algn="l" defTabSz="1078694" rtl="0" eaLnBrk="1" latinLnBrk="0" hangingPunct="1">
        <a:spcBef>
          <a:spcPct val="20000"/>
        </a:spcBef>
        <a:buFont typeface="Arial" pitchFamily="34" charset="0"/>
        <a:buChar char="•"/>
        <a:defRPr sz="24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1pPr>
      <a:lvl2pPr marL="539346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2pPr>
      <a:lvl3pPr marL="1078694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3pPr>
      <a:lvl4pPr marL="1618039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4pPr>
      <a:lvl5pPr marL="2157387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5pPr>
      <a:lvl6pPr marL="2696733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6pPr>
      <a:lvl7pPr marL="3236081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7pPr>
      <a:lvl8pPr marL="3775427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8pPr>
      <a:lvl9pPr marL="4314774" algn="l" defTabSz="1078694" rtl="0" eaLnBrk="1" latinLnBrk="0" hangingPunct="1">
        <a:defRPr sz="20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/>
              <a:t>讨论课 </a:t>
            </a:r>
            <a:br>
              <a:rPr lang="en-US" altLang="zh-CN" b="1" dirty="0"/>
            </a:br>
            <a:r>
              <a:rPr lang="en-US" altLang="zh-CN" b="1" dirty="0"/>
              <a:t>Chat-GPT</a:t>
            </a:r>
            <a:r>
              <a:rPr lang="zh-CN" altLang="en-US" b="1" dirty="0"/>
              <a:t>的使用带来的伦理问题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2868" b="1" dirty="0">
              <a:solidFill>
                <a:schemeClr val="tx1"/>
              </a:solidFill>
            </a:endParaRPr>
          </a:p>
          <a:p>
            <a:r>
              <a:rPr lang="en-US" altLang="zh-CN" sz="2868" b="1" dirty="0">
                <a:solidFill>
                  <a:schemeClr val="tx1"/>
                </a:solidFill>
              </a:rPr>
              <a:t>2024.4</a:t>
            </a:r>
            <a:endParaRPr lang="zh-CN" altLang="en-US" sz="2868" b="1" dirty="0">
              <a:solidFill>
                <a:schemeClr val="tx1"/>
              </a:solidFill>
            </a:endParaRPr>
          </a:p>
          <a:p>
            <a:endParaRPr lang="zh-CN" altLang="en-US" sz="5121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78694"/>
            <a:fld id="{C5C1623C-0059-494E-B184-63915177A0C5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defTabSz="1078694"/>
              <a:t>1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6181" y="46289"/>
            <a:ext cx="10819642" cy="1142999"/>
          </a:xfrm>
        </p:spPr>
        <p:txBody>
          <a:bodyPr>
            <a:normAutofit/>
          </a:bodyPr>
          <a:lstStyle/>
          <a:p>
            <a:pPr algn="l"/>
            <a:r>
              <a:rPr lang="zh-CN" altLang="en-US" sz="4097" b="1" dirty="0">
                <a:solidFill>
                  <a:schemeClr val="bg1"/>
                </a:solidFill>
              </a:rPr>
              <a:t>提纲</a:t>
            </a:r>
          </a:p>
        </p:txBody>
      </p:sp>
      <p:pic>
        <p:nvPicPr>
          <p:cNvPr id="6" name="Picture 7" descr="026_4500x5000_zcoo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12" y="1401518"/>
            <a:ext cx="3976926" cy="4425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925439" y="1651428"/>
            <a:ext cx="6181600" cy="2443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8" tIns="52680" rIns="105358" bIns="52680"/>
          <a:lstStyle>
            <a:lvl1pPr marL="193675" indent="-193675" defTabSz="5143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17513" indent="-160338" defTabSz="5143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5143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5143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5143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defTabSz="1053595">
              <a:lnSpc>
                <a:spcPct val="150000"/>
              </a:lnSpc>
              <a:buNone/>
            </a:pPr>
            <a:r>
              <a:rPr lang="en-US" altLang="zh-CN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Chat-GPT</a:t>
            </a:r>
            <a:r>
              <a:rPr lang="zh-CN" altLang="en-US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的前生今世</a:t>
            </a:r>
            <a:endParaRPr lang="en-US" altLang="zh-CN" sz="2458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1053595">
              <a:lnSpc>
                <a:spcPct val="150000"/>
              </a:lnSpc>
              <a:buNone/>
            </a:pPr>
            <a:r>
              <a:rPr lang="en-US" altLang="zh-CN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Chat-GPT</a:t>
            </a:r>
            <a:r>
              <a:rPr lang="zh-CN" altLang="en-US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使用的利与弊</a:t>
            </a:r>
            <a:endParaRPr lang="en-US" altLang="zh-CN" sz="2458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1053595">
              <a:lnSpc>
                <a:spcPct val="150000"/>
              </a:lnSpc>
              <a:buNone/>
            </a:pPr>
            <a:r>
              <a:rPr lang="en-US" altLang="zh-CN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</a:t>
            </a:r>
            <a:r>
              <a:rPr lang="zh-CN" altLang="en-US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Chat-GPT</a:t>
            </a:r>
            <a:r>
              <a:rPr lang="zh-CN" altLang="en-US" sz="2458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使用带来的的伦理问题</a:t>
            </a:r>
            <a:endParaRPr lang="en-US" altLang="zh-CN" sz="2458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1053595">
              <a:lnSpc>
                <a:spcPct val="150000"/>
              </a:lnSpc>
              <a:buNone/>
            </a:pPr>
            <a:endParaRPr lang="zh-CN" altLang="en-US" sz="2458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78694"/>
            <a:fld id="{C5C1623C-0059-494E-B184-63915177A0C5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defTabSz="1078694"/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711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6181" y="46289"/>
            <a:ext cx="10819642" cy="1142999"/>
          </a:xfrm>
        </p:spPr>
        <p:txBody>
          <a:bodyPr>
            <a:normAutofit/>
          </a:bodyPr>
          <a:lstStyle/>
          <a:p>
            <a:pPr algn="l"/>
            <a:r>
              <a:rPr lang="en-US" altLang="zh-CN" sz="4097" b="1" dirty="0">
                <a:solidFill>
                  <a:schemeClr val="bg1"/>
                </a:solidFill>
              </a:rPr>
              <a:t>6.2 Chat-GPT</a:t>
            </a:r>
            <a:r>
              <a:rPr lang="zh-CN" altLang="en-US" sz="4097" b="1" dirty="0">
                <a:solidFill>
                  <a:schemeClr val="bg1"/>
                </a:solidFill>
              </a:rPr>
              <a:t>使用的“利”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04101" y="1450850"/>
            <a:ext cx="11365690" cy="435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8" tIns="52680" rIns="105358" bIns="52680"/>
          <a:lstStyle>
            <a:lvl1pPr marL="193675" indent="-193675" defTabSz="5143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17513" indent="-160338" defTabSz="5143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5143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5143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5143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053595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zh-CN" altLang="en-US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人们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将与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人工智能模型一起工作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，应帮助学生了解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ChatGPT</a:t>
            </a:r>
            <a:endParaRPr lang="en-US" altLang="zh-CN" sz="16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人工智能是一种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供人们使用的工具</a:t>
            </a:r>
            <a:endParaRPr lang="en-US" altLang="zh-CN" sz="16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AI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技术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功能强大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，可以成为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检查书面作业质量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激发新想法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等支持学习的有效方法。</a:t>
            </a:r>
            <a:endParaRPr lang="en-US" altLang="zh-CN" sz="16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ChatGPT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可以帮助教师转移对最终结果的过度关注</a:t>
            </a:r>
            <a:endParaRPr lang="en-US" altLang="zh-CN" sz="16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教师、学生、管理部门应</a:t>
            </a:r>
            <a:r>
              <a:rPr lang="zh-CN" altLang="zh-CN" sz="16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共同努力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，确保</a:t>
            </a:r>
            <a:r>
              <a:rPr lang="zh-CN" altLang="zh-CN" sz="1600" b="1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有益地使用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人工智能写作工具</a:t>
            </a:r>
            <a:endParaRPr lang="en-US" altLang="zh-CN" sz="1600" kern="1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1600" spc="4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ChatGPT</a:t>
            </a:r>
            <a:r>
              <a:rPr lang="en-US" altLang="zh-CN" sz="16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1600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可以帮助学生</a:t>
            </a:r>
            <a:r>
              <a:rPr lang="zh-CN" altLang="zh-CN" sz="1600" b="1" spc="4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提升学习或工作效率</a:t>
            </a:r>
            <a:endParaRPr lang="en-US" altLang="zh-CN" sz="1600" kern="100" spc="4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年轻人有使用高科技获取知识的愿望，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堵不如疏</a:t>
            </a:r>
            <a:endParaRPr lang="zh-CN" altLang="zh-CN" sz="1600" b="1" kern="1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中国《生成式人工智能服务管理暂行办法》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鼓励生成式人工智能技术在各行业、各领域的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创新应用</a:t>
            </a:r>
            <a:endParaRPr lang="en-US" altLang="zh-CN" sz="1600" b="1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爱思唯尔：允许使用生成式 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 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提高自己论文的语言和可读性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78694"/>
            <a:fld id="{C5C1623C-0059-494E-B184-63915177A0C5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defTabSz="1078694"/>
              <a:t>3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562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6181" y="46289"/>
            <a:ext cx="10819642" cy="1142999"/>
          </a:xfrm>
        </p:spPr>
        <p:txBody>
          <a:bodyPr>
            <a:normAutofit/>
          </a:bodyPr>
          <a:lstStyle/>
          <a:p>
            <a:pPr algn="l"/>
            <a:r>
              <a:rPr lang="en-US" altLang="zh-CN" sz="4097" b="1" dirty="0">
                <a:solidFill>
                  <a:schemeClr val="bg1"/>
                </a:solidFill>
              </a:rPr>
              <a:t>6.2 Chat-GPT</a:t>
            </a:r>
            <a:r>
              <a:rPr lang="zh-CN" altLang="en-US" sz="4097" b="1" dirty="0">
                <a:solidFill>
                  <a:schemeClr val="bg1"/>
                </a:solidFill>
              </a:rPr>
              <a:t>使用的“弊”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78694"/>
            <a:fld id="{C5C1623C-0059-494E-B184-63915177A0C5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defTabSz="1078694"/>
              <a:t>4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57BF41-DC56-4B20-AE25-794A99151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101" y="1450850"/>
            <a:ext cx="11365690" cy="435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8" tIns="52680" rIns="105358" bIns="52680"/>
          <a:lstStyle>
            <a:lvl1pPr marL="193675" indent="-193675" defTabSz="5143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17513" indent="-160338" defTabSz="5143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5143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5143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5143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-360000" defTabSz="1053595"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2023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月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日，意大利禁用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ChatGPT</a:t>
            </a:r>
            <a:endParaRPr lang="en-US" altLang="zh-CN" sz="1600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-360000" defTabSz="1053595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zh-CN" alt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纽约市教育部：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无助于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培养批判性思维和解决问题的能力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zh-CN" sz="1600" kern="1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-360000" defTabSz="1053595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法国巴黎政治学院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禁止使用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和其他所有基于人工智能的工具完成学习与考试任务</a:t>
            </a:r>
            <a:endParaRPr lang="en-US" altLang="zh-CN" sz="16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-360000" defTabSz="1053595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的回答中有可能包含虚假内容，也存在侵犯著作权的可能性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60000" defTabSz="1053595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日本群马大学与上智大学禁止未经许可将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用于论文撰写与作业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60000" defTabSz="1053595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en-US" altLang="zh-C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：人工智能不能作为论文的作者，由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或任何其他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工具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生成的文本不能用于工作中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60000" defTabSz="1053595">
              <a:spcBef>
                <a:spcPts val="1800"/>
              </a:spcBef>
              <a:buFont typeface="Wingdings" panose="05000000000000000000" pitchFamily="2" charset="2"/>
              <a:buChar char="Ø"/>
              <a:tabLst>
                <a:tab pos="396000" algn="l"/>
              </a:tabLst>
            </a:pPr>
            <a:r>
              <a:rPr lang="en-US" altLang="zh-C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Springer Nature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不能将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en-US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作为文章作者，并且不能使用其生成的图像等，在文章中如果使用了人工智能工具应该在文章中加以说明。</a:t>
            </a:r>
            <a:endParaRPr lang="zh-CN" altLang="en-US" sz="1600" b="1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75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026_4500x5000_zcool">
            <a:extLst>
              <a:ext uri="{FF2B5EF4-FFF2-40B4-BE49-F238E27FC236}">
                <a16:creationId xmlns:a16="http://schemas.microsoft.com/office/drawing/2014/main" id="{9AD97281-C034-4C06-8FAA-852CE01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12" y="1401518"/>
            <a:ext cx="3976926" cy="4425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86181" y="46289"/>
            <a:ext cx="10819642" cy="1142999"/>
          </a:xfrm>
        </p:spPr>
        <p:txBody>
          <a:bodyPr>
            <a:normAutofit/>
          </a:bodyPr>
          <a:lstStyle/>
          <a:p>
            <a:pPr algn="l"/>
            <a:r>
              <a:rPr lang="en-US" altLang="zh-CN" sz="4097" b="1" dirty="0">
                <a:solidFill>
                  <a:schemeClr val="bg1"/>
                </a:solidFill>
              </a:rPr>
              <a:t>6.3 Chat-GPT</a:t>
            </a:r>
            <a:r>
              <a:rPr lang="zh-CN" altLang="en-US" sz="4097" b="1" dirty="0">
                <a:solidFill>
                  <a:schemeClr val="bg1"/>
                </a:solidFill>
              </a:rPr>
              <a:t>使用带来的的伦理问题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786744" y="1999476"/>
            <a:ext cx="6181600" cy="4017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8" tIns="52680" rIns="105358" bIns="52680"/>
          <a:lstStyle>
            <a:lvl1pPr marL="193675" indent="-193675" defTabSz="5143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17513" indent="-160338" defTabSz="51435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514350">
              <a:spcBef>
                <a:spcPct val="20000"/>
              </a:spcBef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514350">
              <a:spcBef>
                <a:spcPct val="20000"/>
              </a:spcBef>
              <a:buChar char="–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514350">
              <a:spcBef>
                <a:spcPct val="20000"/>
              </a:spcBef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514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-288000"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学术诚信以及著作权问题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-288000"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传播虚假失当信息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indent="-288000"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提供不道德决策</a:t>
            </a:r>
          </a:p>
          <a:p>
            <a:pPr indent="-288000"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信息泄露风险</a:t>
            </a:r>
          </a:p>
          <a:p>
            <a:pPr indent="-288000"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价值渗透风险</a:t>
            </a:r>
          </a:p>
          <a:p>
            <a:pPr indent="-288000" defTabSz="1053595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劳动者失业问题</a:t>
            </a:r>
            <a:endParaRPr lang="en-US" altLang="zh-CN" b="0" i="0" dirty="0">
              <a:solidFill>
                <a:srgbClr val="191B1F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78694"/>
            <a:fld id="{C5C1623C-0059-494E-B184-63915177A0C5}" type="slidenum">
              <a:rPr lang="zh-CN" altLang="en-US">
                <a:solidFill>
                  <a:prstClr val="black">
                    <a:tint val="75000"/>
                  </a:prstClr>
                </a:solidFill>
                <a:latin typeface="Calibri"/>
                <a:ea typeface="宋体" panose="02010600030101010101" pitchFamily="2" charset="-122"/>
              </a:rPr>
              <a:pPr defTabSz="1078694"/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74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341</Words>
  <Application>Microsoft Office PowerPoint</Application>
  <PresentationFormat>宽屏</PresentationFormat>
  <Paragraphs>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微软雅黑</vt:lpstr>
      <vt:lpstr>Arial</vt:lpstr>
      <vt:lpstr>Calibri</vt:lpstr>
      <vt:lpstr>Times New Roman</vt:lpstr>
      <vt:lpstr>Wingdings</vt:lpstr>
      <vt:lpstr>Office 主题</vt:lpstr>
      <vt:lpstr>讨论课  Chat-GPT的使用带来的伦理问题</vt:lpstr>
      <vt:lpstr>提纲</vt:lpstr>
      <vt:lpstr>6.2 Chat-GPT使用的“利” </vt:lpstr>
      <vt:lpstr>6.2 Chat-GPT使用的“弊”</vt:lpstr>
      <vt:lpstr>6.3 Chat-GPT使用带来的的伦理问题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软件品质、IT的风险及管理</dc:title>
  <dc:creator>vz7519</dc:creator>
  <cp:lastModifiedBy>1gagn 0</cp:lastModifiedBy>
  <cp:revision>25</cp:revision>
  <dcterms:created xsi:type="dcterms:W3CDTF">2021-04-05T14:55:43Z</dcterms:created>
  <dcterms:modified xsi:type="dcterms:W3CDTF">2024-05-07T05:40:31Z</dcterms:modified>
</cp:coreProperties>
</file>