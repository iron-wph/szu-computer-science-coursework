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479" r:id="rId2"/>
    <p:sldId id="481" r:id="rId3"/>
    <p:sldId id="483" r:id="rId4"/>
    <p:sldId id="527" r:id="rId5"/>
    <p:sldId id="528" r:id="rId6"/>
    <p:sldId id="529" r:id="rId7"/>
    <p:sldId id="48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327"/>
  </p:normalViewPr>
  <p:slideViewPr>
    <p:cSldViewPr snapToGrid="0" snapToObjects="1">
      <p:cViewPr varScale="1">
        <p:scale>
          <a:sx n="162" d="100"/>
          <a:sy n="162" d="100"/>
        </p:scale>
        <p:origin x="216"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1gagn 0" userId="a174544ce1eb2e1b" providerId="LiveId" clId="{E67B85BC-09F8-4C6C-8916-15D0DB6DAC76}"/>
    <pc:docChg chg="undo custSel addSld delSld modSld">
      <pc:chgData name="1gagn 0" userId="a174544ce1eb2e1b" providerId="LiveId" clId="{E67B85BC-09F8-4C6C-8916-15D0DB6DAC76}" dt="2024-04-22T08:30:17.872" v="195" actId="47"/>
      <pc:docMkLst>
        <pc:docMk/>
      </pc:docMkLst>
      <pc:sldChg chg="addSp modSp mod">
        <pc:chgData name="1gagn 0" userId="a174544ce1eb2e1b" providerId="LiveId" clId="{E67B85BC-09F8-4C6C-8916-15D0DB6DAC76}" dt="2024-04-22T08:29:55.642" v="194" actId="692"/>
        <pc:sldMkLst>
          <pc:docMk/>
          <pc:sldMk cId="3990140503" sldId="484"/>
        </pc:sldMkLst>
        <pc:spChg chg="mod">
          <ac:chgData name="1gagn 0" userId="a174544ce1eb2e1b" providerId="LiveId" clId="{E67B85BC-09F8-4C6C-8916-15D0DB6DAC76}" dt="2024-04-22T08:29:11.359" v="187" actId="1076"/>
          <ac:spMkLst>
            <pc:docMk/>
            <pc:sldMk cId="3990140503" sldId="484"/>
            <ac:spMk id="3" creationId="{00000000-0000-0000-0000-000000000000}"/>
          </ac:spMkLst>
        </pc:spChg>
        <pc:spChg chg="mod">
          <ac:chgData name="1gagn 0" userId="a174544ce1eb2e1b" providerId="LiveId" clId="{E67B85BC-09F8-4C6C-8916-15D0DB6DAC76}" dt="2024-04-22T03:08:45.232" v="162" actId="20577"/>
          <ac:spMkLst>
            <pc:docMk/>
            <pc:sldMk cId="3990140503" sldId="484"/>
            <ac:spMk id="4" creationId="{00000000-0000-0000-0000-000000000000}"/>
          </ac:spMkLst>
        </pc:spChg>
        <pc:spChg chg="add mod">
          <ac:chgData name="1gagn 0" userId="a174544ce1eb2e1b" providerId="LiveId" clId="{E67B85BC-09F8-4C6C-8916-15D0DB6DAC76}" dt="2024-04-22T08:29:06.206" v="186" actId="1076"/>
          <ac:spMkLst>
            <pc:docMk/>
            <pc:sldMk cId="3990140503" sldId="484"/>
            <ac:spMk id="5" creationId="{31E3A69D-9265-4AAE-AA43-46869D01AF27}"/>
          </ac:spMkLst>
        </pc:spChg>
        <pc:cxnChg chg="add mod">
          <ac:chgData name="1gagn 0" userId="a174544ce1eb2e1b" providerId="LiveId" clId="{E67B85BC-09F8-4C6C-8916-15D0DB6DAC76}" dt="2024-04-22T08:29:55.642" v="194" actId="692"/>
          <ac:cxnSpMkLst>
            <pc:docMk/>
            <pc:sldMk cId="3990140503" sldId="484"/>
            <ac:cxnSpMk id="7" creationId="{2CFAA002-B2B4-4C0B-B489-88669DAF5FE7}"/>
          </ac:cxnSpMkLst>
        </pc:cxnChg>
      </pc:sldChg>
      <pc:sldChg chg="del">
        <pc:chgData name="1gagn 0" userId="a174544ce1eb2e1b" providerId="LiveId" clId="{E67B85BC-09F8-4C6C-8916-15D0DB6DAC76}" dt="2024-04-22T08:30:17.872" v="195" actId="47"/>
        <pc:sldMkLst>
          <pc:docMk/>
          <pc:sldMk cId="2372956100" sldId="526"/>
        </pc:sldMkLst>
      </pc:sldChg>
      <pc:sldChg chg="modSp add mod">
        <pc:chgData name="1gagn 0" userId="a174544ce1eb2e1b" providerId="LiveId" clId="{E67B85BC-09F8-4C6C-8916-15D0DB6DAC76}" dt="2024-04-22T02:43:23.374" v="140" actId="255"/>
        <pc:sldMkLst>
          <pc:docMk/>
          <pc:sldMk cId="3451467720" sldId="527"/>
        </pc:sldMkLst>
        <pc:spChg chg="mod">
          <ac:chgData name="1gagn 0" userId="a174544ce1eb2e1b" providerId="LiveId" clId="{E67B85BC-09F8-4C6C-8916-15D0DB6DAC76}" dt="2024-04-22T02:43:23.374" v="140" actId="255"/>
          <ac:spMkLst>
            <pc:docMk/>
            <pc:sldMk cId="3451467720" sldId="527"/>
            <ac:spMk id="3" creationId="{00000000-0000-0000-0000-000000000000}"/>
          </ac:spMkLst>
        </pc:spChg>
      </pc:sldChg>
      <pc:sldChg chg="modSp add mod">
        <pc:chgData name="1gagn 0" userId="a174544ce1eb2e1b" providerId="LiveId" clId="{E67B85BC-09F8-4C6C-8916-15D0DB6DAC76}" dt="2024-04-20T02:42:51.574" v="130" actId="255"/>
        <pc:sldMkLst>
          <pc:docMk/>
          <pc:sldMk cId="3759496208" sldId="528"/>
        </pc:sldMkLst>
        <pc:spChg chg="mod">
          <ac:chgData name="1gagn 0" userId="a174544ce1eb2e1b" providerId="LiveId" clId="{E67B85BC-09F8-4C6C-8916-15D0DB6DAC76}" dt="2024-04-20T02:42:51.574" v="130" actId="255"/>
          <ac:spMkLst>
            <pc:docMk/>
            <pc:sldMk cId="3759496208" sldId="528"/>
            <ac:spMk id="3" creationId="{00000000-0000-0000-0000-000000000000}"/>
          </ac:spMkLst>
        </pc:spChg>
      </pc:sldChg>
      <pc:sldChg chg="modSp add mod">
        <pc:chgData name="1gagn 0" userId="a174544ce1eb2e1b" providerId="LiveId" clId="{E67B85BC-09F8-4C6C-8916-15D0DB6DAC76}" dt="2024-04-20T02:43:15.683" v="137" actId="255"/>
        <pc:sldMkLst>
          <pc:docMk/>
          <pc:sldMk cId="2065344708" sldId="529"/>
        </pc:sldMkLst>
        <pc:spChg chg="mod">
          <ac:chgData name="1gagn 0" userId="a174544ce1eb2e1b" providerId="LiveId" clId="{E67B85BC-09F8-4C6C-8916-15D0DB6DAC76}" dt="2024-04-20T02:43:15.683" v="137" actId="255"/>
          <ac:spMkLst>
            <pc:docMk/>
            <pc:sldMk cId="2065344708" sldId="529"/>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E8311B-827C-0F44-80DB-4C14D972DDED}" type="datetimeFigureOut">
              <a:rPr lang="en-US" smtClean="0"/>
              <a:t>4/22/2024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6EE246-06D1-824F-A492-6074BA52C05A}" type="slidenum">
              <a:rPr lang="en-US" smtClean="0"/>
              <a:t>‹#›</a:t>
            </a:fld>
            <a:endParaRPr lang="en-US"/>
          </a:p>
        </p:txBody>
      </p:sp>
    </p:spTree>
    <p:extLst>
      <p:ext uri="{BB962C8B-B14F-4D97-AF65-F5344CB8AC3E}">
        <p14:creationId xmlns:p14="http://schemas.microsoft.com/office/powerpoint/2010/main" val="3662725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526603" rtl="0" eaLnBrk="1" fontAlgn="auto" latinLnBrk="0" hangingPunct="1">
              <a:lnSpc>
                <a:spcPct val="100000"/>
              </a:lnSpc>
              <a:spcBef>
                <a:spcPts val="0"/>
              </a:spcBef>
              <a:spcAft>
                <a:spcPts val="0"/>
              </a:spcAft>
              <a:buClrTx/>
              <a:buSzTx/>
              <a:buFontTx/>
              <a:buNone/>
              <a:tabLst/>
              <a:defRPr/>
            </a:pPr>
            <a:fld id="{214F19B7-9022-4C5B-9BDB-112F755A8D8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526603"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13663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526603" rtl="0" eaLnBrk="1" fontAlgn="auto" latinLnBrk="0" hangingPunct="1">
              <a:lnSpc>
                <a:spcPct val="100000"/>
              </a:lnSpc>
              <a:spcBef>
                <a:spcPts val="0"/>
              </a:spcBef>
              <a:spcAft>
                <a:spcPts val="0"/>
              </a:spcAft>
              <a:buClrTx/>
              <a:buSzTx/>
              <a:buFontTx/>
              <a:buNone/>
              <a:tabLst/>
              <a:defRPr/>
            </a:pPr>
            <a:fld id="{214F19B7-9022-4C5B-9BDB-112F755A8D8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526603"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45885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526603" rtl="0" eaLnBrk="1" fontAlgn="auto" latinLnBrk="0" hangingPunct="1">
              <a:lnSpc>
                <a:spcPct val="100000"/>
              </a:lnSpc>
              <a:spcBef>
                <a:spcPts val="0"/>
              </a:spcBef>
              <a:spcAft>
                <a:spcPts val="0"/>
              </a:spcAft>
              <a:buClrTx/>
              <a:buSzTx/>
              <a:buFontTx/>
              <a:buNone/>
              <a:tabLst/>
              <a:defRPr/>
            </a:pPr>
            <a:fld id="{214F19B7-9022-4C5B-9BDB-112F755A8D8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526603"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60689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526603" rtl="0" eaLnBrk="1" fontAlgn="auto" latinLnBrk="0" hangingPunct="1">
              <a:lnSpc>
                <a:spcPct val="100000"/>
              </a:lnSpc>
              <a:spcBef>
                <a:spcPts val="0"/>
              </a:spcBef>
              <a:spcAft>
                <a:spcPts val="0"/>
              </a:spcAft>
              <a:buClrTx/>
              <a:buSzTx/>
              <a:buFontTx/>
              <a:buNone/>
              <a:tabLst/>
              <a:defRPr/>
            </a:pPr>
            <a:fld id="{214F19B7-9022-4C5B-9BDB-112F755A8D8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526603"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24799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526603" rtl="0" eaLnBrk="1" fontAlgn="auto" latinLnBrk="0" hangingPunct="1">
              <a:lnSpc>
                <a:spcPct val="100000"/>
              </a:lnSpc>
              <a:spcBef>
                <a:spcPts val="0"/>
              </a:spcBef>
              <a:spcAft>
                <a:spcPts val="0"/>
              </a:spcAft>
              <a:buClrTx/>
              <a:buSzTx/>
              <a:buFontTx/>
              <a:buNone/>
              <a:tabLst/>
              <a:defRPr/>
            </a:pPr>
            <a:fld id="{214F19B7-9022-4C5B-9BDB-112F755A8D8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526603"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58370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199"/>
            <a:ext cx="8534401" cy="1752601"/>
          </a:xfrm>
        </p:spPr>
        <p:txBody>
          <a:bodyPr/>
          <a:lstStyle>
            <a:lvl1pPr marL="0" indent="0" algn="ctr">
              <a:buNone/>
              <a:defRPr>
                <a:solidFill>
                  <a:schemeClr val="tx1">
                    <a:tint val="75000"/>
                  </a:schemeClr>
                </a:solidFill>
              </a:defRPr>
            </a:lvl1pPr>
            <a:lvl2pPr marL="539346" indent="0" algn="ctr">
              <a:buNone/>
              <a:defRPr>
                <a:solidFill>
                  <a:schemeClr val="tx1">
                    <a:tint val="75000"/>
                  </a:schemeClr>
                </a:solidFill>
              </a:defRPr>
            </a:lvl2pPr>
            <a:lvl3pPr marL="1078694" indent="0" algn="ctr">
              <a:buNone/>
              <a:defRPr>
                <a:solidFill>
                  <a:schemeClr val="tx1">
                    <a:tint val="75000"/>
                  </a:schemeClr>
                </a:solidFill>
              </a:defRPr>
            </a:lvl3pPr>
            <a:lvl4pPr marL="1618039" indent="0" algn="ctr">
              <a:buNone/>
              <a:defRPr>
                <a:solidFill>
                  <a:schemeClr val="tx1">
                    <a:tint val="75000"/>
                  </a:schemeClr>
                </a:solidFill>
              </a:defRPr>
            </a:lvl4pPr>
            <a:lvl5pPr marL="2157387" indent="0" algn="ctr">
              <a:buNone/>
              <a:defRPr>
                <a:solidFill>
                  <a:schemeClr val="tx1">
                    <a:tint val="75000"/>
                  </a:schemeClr>
                </a:solidFill>
              </a:defRPr>
            </a:lvl5pPr>
            <a:lvl6pPr marL="2696733" indent="0" algn="ctr">
              <a:buNone/>
              <a:defRPr>
                <a:solidFill>
                  <a:schemeClr val="tx1">
                    <a:tint val="75000"/>
                  </a:schemeClr>
                </a:solidFill>
              </a:defRPr>
            </a:lvl6pPr>
            <a:lvl7pPr marL="3236081" indent="0" algn="ctr">
              <a:buNone/>
              <a:defRPr>
                <a:solidFill>
                  <a:schemeClr val="tx1">
                    <a:tint val="75000"/>
                  </a:schemeClr>
                </a:solidFill>
              </a:defRPr>
            </a:lvl7pPr>
            <a:lvl8pPr marL="3775427" indent="0" algn="ctr">
              <a:buNone/>
              <a:defRPr>
                <a:solidFill>
                  <a:schemeClr val="tx1">
                    <a:tint val="75000"/>
                  </a:schemeClr>
                </a:solidFill>
              </a:defRPr>
            </a:lvl8pPr>
            <a:lvl9pPr marL="431477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3718CB2-EF18-4401-BBA3-B792793376F9}" type="datetime1">
              <a:rPr lang="zh-CN" altLang="en-US" smtClean="0"/>
              <a:pPr/>
              <a:t>2024/4/22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5C1623C-0059-494E-B184-63915177A0C5}" type="slidenum">
              <a:rPr lang="zh-CN" altLang="en-US" smtClean="0"/>
              <a:pPr/>
              <a:t>‹#›</a:t>
            </a:fld>
            <a:endParaRPr lang="zh-CN" altLang="en-US"/>
          </a:p>
        </p:txBody>
      </p:sp>
    </p:spTree>
    <p:extLst>
      <p:ext uri="{BB962C8B-B14F-4D97-AF65-F5344CB8AC3E}">
        <p14:creationId xmlns:p14="http://schemas.microsoft.com/office/powerpoint/2010/main" val="702726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767201E-F0E6-48D5-925F-7EE8D32CB8B7}" type="datetime1">
              <a:rPr lang="zh-CN" altLang="en-US" smtClean="0"/>
              <a:pPr/>
              <a:t>2024/4/22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5C1623C-0059-494E-B184-63915177A0C5}" type="slidenum">
              <a:rPr lang="zh-CN" altLang="en-US" smtClean="0"/>
              <a:pPr/>
              <a:t>‹#›</a:t>
            </a:fld>
            <a:endParaRPr lang="zh-CN" altLang="en-US"/>
          </a:p>
        </p:txBody>
      </p:sp>
    </p:spTree>
    <p:extLst>
      <p:ext uri="{BB962C8B-B14F-4D97-AF65-F5344CB8AC3E}">
        <p14:creationId xmlns:p14="http://schemas.microsoft.com/office/powerpoint/2010/main" val="1372044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899"/>
            <a:ext cx="10363200" cy="1362076"/>
          </a:xfrm>
        </p:spPr>
        <p:txBody>
          <a:bodyPr anchor="t"/>
          <a:lstStyle>
            <a:lvl1pPr algn="l">
              <a:defRPr sz="4711" b="1" cap="all"/>
            </a:lvl1pPr>
          </a:lstStyle>
          <a:p>
            <a:r>
              <a:rPr lang="zh-CN" altLang="en-US"/>
              <a:t>单击此处编辑母版标题样式</a:t>
            </a:r>
          </a:p>
        </p:txBody>
      </p:sp>
      <p:sp>
        <p:nvSpPr>
          <p:cNvPr id="3" name="文本占位符 2"/>
          <p:cNvSpPr>
            <a:spLocks noGrp="1"/>
          </p:cNvSpPr>
          <p:nvPr>
            <p:ph type="body" idx="1"/>
          </p:nvPr>
        </p:nvSpPr>
        <p:spPr>
          <a:xfrm>
            <a:off x="963085" y="2906715"/>
            <a:ext cx="10363200" cy="1500187"/>
          </a:xfrm>
        </p:spPr>
        <p:txBody>
          <a:bodyPr anchor="b"/>
          <a:lstStyle>
            <a:lvl1pPr marL="0" indent="0">
              <a:buNone/>
              <a:defRPr sz="2458">
                <a:solidFill>
                  <a:schemeClr val="tx1">
                    <a:tint val="75000"/>
                  </a:schemeClr>
                </a:solidFill>
              </a:defRPr>
            </a:lvl1pPr>
            <a:lvl2pPr marL="539346" indent="0">
              <a:buNone/>
              <a:defRPr sz="2048">
                <a:solidFill>
                  <a:schemeClr val="tx1">
                    <a:tint val="75000"/>
                  </a:schemeClr>
                </a:solidFill>
              </a:defRPr>
            </a:lvl2pPr>
            <a:lvl3pPr marL="1078694" indent="0">
              <a:buNone/>
              <a:defRPr sz="1844">
                <a:solidFill>
                  <a:schemeClr val="tx1">
                    <a:tint val="75000"/>
                  </a:schemeClr>
                </a:solidFill>
              </a:defRPr>
            </a:lvl3pPr>
            <a:lvl4pPr marL="1618039" indent="0">
              <a:buNone/>
              <a:defRPr sz="1639">
                <a:solidFill>
                  <a:schemeClr val="tx1">
                    <a:tint val="75000"/>
                  </a:schemeClr>
                </a:solidFill>
              </a:defRPr>
            </a:lvl4pPr>
            <a:lvl5pPr marL="2157387" indent="0">
              <a:buNone/>
              <a:defRPr sz="1639">
                <a:solidFill>
                  <a:schemeClr val="tx1">
                    <a:tint val="75000"/>
                  </a:schemeClr>
                </a:solidFill>
              </a:defRPr>
            </a:lvl5pPr>
            <a:lvl6pPr marL="2696733" indent="0">
              <a:buNone/>
              <a:defRPr sz="1639">
                <a:solidFill>
                  <a:schemeClr val="tx1">
                    <a:tint val="75000"/>
                  </a:schemeClr>
                </a:solidFill>
              </a:defRPr>
            </a:lvl6pPr>
            <a:lvl7pPr marL="3236081" indent="0">
              <a:buNone/>
              <a:defRPr sz="1639">
                <a:solidFill>
                  <a:schemeClr val="tx1">
                    <a:tint val="75000"/>
                  </a:schemeClr>
                </a:solidFill>
              </a:defRPr>
            </a:lvl7pPr>
            <a:lvl8pPr marL="3775427" indent="0">
              <a:buNone/>
              <a:defRPr sz="1639">
                <a:solidFill>
                  <a:schemeClr val="tx1">
                    <a:tint val="75000"/>
                  </a:schemeClr>
                </a:solidFill>
              </a:defRPr>
            </a:lvl8pPr>
            <a:lvl9pPr marL="4314774" indent="0">
              <a:buNone/>
              <a:defRPr sz="1639">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40379C7-2486-4C96-B4B6-1C078CD56F52}" type="datetime1">
              <a:rPr lang="zh-CN" altLang="en-US" smtClean="0"/>
              <a:pPr/>
              <a:t>2024/4/22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5C1623C-0059-494E-B184-63915177A0C5}" type="slidenum">
              <a:rPr lang="zh-CN" altLang="en-US" smtClean="0"/>
              <a:pPr/>
              <a:t>‹#›</a:t>
            </a:fld>
            <a:endParaRPr lang="zh-CN" altLang="en-US"/>
          </a:p>
        </p:txBody>
      </p:sp>
    </p:spTree>
    <p:extLst>
      <p:ext uri="{BB962C8B-B14F-4D97-AF65-F5344CB8AC3E}">
        <p14:creationId xmlns:p14="http://schemas.microsoft.com/office/powerpoint/2010/main" val="124892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0"/>
            <a:ext cx="5384799" cy="4525962"/>
          </a:xfrm>
        </p:spPr>
        <p:txBody>
          <a:bodyPr/>
          <a:lstStyle>
            <a:lvl1pPr>
              <a:defRPr sz="3277"/>
            </a:lvl1pPr>
            <a:lvl2pPr>
              <a:defRPr sz="2868"/>
            </a:lvl2pPr>
            <a:lvl3pPr>
              <a:defRPr sz="2458"/>
            </a:lvl3pPr>
            <a:lvl4pPr>
              <a:defRPr sz="2048"/>
            </a:lvl4pPr>
            <a:lvl5pPr>
              <a:defRPr sz="2048"/>
            </a:lvl5pPr>
            <a:lvl6pPr>
              <a:defRPr sz="2048"/>
            </a:lvl6pPr>
            <a:lvl7pPr>
              <a:defRPr sz="2048"/>
            </a:lvl7pPr>
            <a:lvl8pPr>
              <a:defRPr sz="2048"/>
            </a:lvl8pPr>
            <a:lvl9pPr>
              <a:defRPr sz="2048"/>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799" cy="4525962"/>
          </a:xfrm>
        </p:spPr>
        <p:txBody>
          <a:bodyPr/>
          <a:lstStyle>
            <a:lvl1pPr>
              <a:defRPr sz="3277"/>
            </a:lvl1pPr>
            <a:lvl2pPr>
              <a:defRPr sz="2868"/>
            </a:lvl2pPr>
            <a:lvl3pPr>
              <a:defRPr sz="2458"/>
            </a:lvl3pPr>
            <a:lvl4pPr>
              <a:defRPr sz="2048"/>
            </a:lvl4pPr>
            <a:lvl5pPr>
              <a:defRPr sz="2048"/>
            </a:lvl5pPr>
            <a:lvl6pPr>
              <a:defRPr sz="2048"/>
            </a:lvl6pPr>
            <a:lvl7pPr>
              <a:defRPr sz="2048"/>
            </a:lvl7pPr>
            <a:lvl8pPr>
              <a:defRPr sz="2048"/>
            </a:lvl8pPr>
            <a:lvl9pPr>
              <a:defRPr sz="2048"/>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2FF6F2F-1C4B-42E3-8AFD-E360CF2BE2F7}" type="datetime1">
              <a:rPr lang="zh-CN" altLang="en-US" smtClean="0"/>
              <a:pPr/>
              <a:t>2024/4/22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5C1623C-0059-494E-B184-63915177A0C5}" type="slidenum">
              <a:rPr lang="zh-CN" altLang="en-US" smtClean="0"/>
              <a:pPr/>
              <a:t>‹#›</a:t>
            </a:fld>
            <a:endParaRPr lang="zh-CN" altLang="en-US"/>
          </a:p>
        </p:txBody>
      </p:sp>
    </p:spTree>
    <p:extLst>
      <p:ext uri="{BB962C8B-B14F-4D97-AF65-F5344CB8AC3E}">
        <p14:creationId xmlns:p14="http://schemas.microsoft.com/office/powerpoint/2010/main" val="685135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99" y="1535114"/>
            <a:ext cx="5386918" cy="639761"/>
          </a:xfrm>
        </p:spPr>
        <p:txBody>
          <a:bodyPr anchor="b"/>
          <a:lstStyle>
            <a:lvl1pPr marL="0" indent="0">
              <a:buNone/>
              <a:defRPr sz="2868" b="1"/>
            </a:lvl1pPr>
            <a:lvl2pPr marL="539346" indent="0">
              <a:buNone/>
              <a:defRPr sz="2458" b="1"/>
            </a:lvl2pPr>
            <a:lvl3pPr marL="1078694" indent="0">
              <a:buNone/>
              <a:defRPr sz="2048" b="1"/>
            </a:lvl3pPr>
            <a:lvl4pPr marL="1618039" indent="0">
              <a:buNone/>
              <a:defRPr sz="1844" b="1"/>
            </a:lvl4pPr>
            <a:lvl5pPr marL="2157387" indent="0">
              <a:buNone/>
              <a:defRPr sz="1844" b="1"/>
            </a:lvl5pPr>
            <a:lvl6pPr marL="2696733" indent="0">
              <a:buNone/>
              <a:defRPr sz="1844" b="1"/>
            </a:lvl6pPr>
            <a:lvl7pPr marL="3236081" indent="0">
              <a:buNone/>
              <a:defRPr sz="1844" b="1"/>
            </a:lvl7pPr>
            <a:lvl8pPr marL="3775427" indent="0">
              <a:buNone/>
              <a:defRPr sz="1844" b="1"/>
            </a:lvl8pPr>
            <a:lvl9pPr marL="4314774" indent="0">
              <a:buNone/>
              <a:defRPr sz="1844" b="1"/>
            </a:lvl9pPr>
          </a:lstStyle>
          <a:p>
            <a:pPr lvl="0"/>
            <a:r>
              <a:rPr lang="zh-CN" altLang="en-US"/>
              <a:t>单击此处编辑母版文本样式</a:t>
            </a:r>
          </a:p>
        </p:txBody>
      </p:sp>
      <p:sp>
        <p:nvSpPr>
          <p:cNvPr id="4" name="内容占位符 3"/>
          <p:cNvSpPr>
            <a:spLocks noGrp="1"/>
          </p:cNvSpPr>
          <p:nvPr>
            <p:ph sz="half" idx="2"/>
          </p:nvPr>
        </p:nvSpPr>
        <p:spPr>
          <a:xfrm>
            <a:off x="609599" y="2174876"/>
            <a:ext cx="5386918" cy="3951288"/>
          </a:xfrm>
        </p:spPr>
        <p:txBody>
          <a:bodyPr/>
          <a:lstStyle>
            <a:lvl1pPr>
              <a:defRPr sz="2868"/>
            </a:lvl1pPr>
            <a:lvl2pPr>
              <a:defRPr sz="2458"/>
            </a:lvl2pPr>
            <a:lvl3pPr>
              <a:defRPr sz="2048"/>
            </a:lvl3pPr>
            <a:lvl4pPr>
              <a:defRPr sz="1844"/>
            </a:lvl4pPr>
            <a:lvl5pPr>
              <a:defRPr sz="1844"/>
            </a:lvl5pPr>
            <a:lvl6pPr>
              <a:defRPr sz="1844"/>
            </a:lvl6pPr>
            <a:lvl7pPr>
              <a:defRPr sz="1844"/>
            </a:lvl7pPr>
            <a:lvl8pPr>
              <a:defRPr sz="1844"/>
            </a:lvl8pPr>
            <a:lvl9pPr>
              <a:defRPr sz="1844"/>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4"/>
            <a:ext cx="5389033" cy="639761"/>
          </a:xfrm>
        </p:spPr>
        <p:txBody>
          <a:bodyPr anchor="b"/>
          <a:lstStyle>
            <a:lvl1pPr marL="0" indent="0">
              <a:buNone/>
              <a:defRPr sz="2868" b="1"/>
            </a:lvl1pPr>
            <a:lvl2pPr marL="539346" indent="0">
              <a:buNone/>
              <a:defRPr sz="2458" b="1"/>
            </a:lvl2pPr>
            <a:lvl3pPr marL="1078694" indent="0">
              <a:buNone/>
              <a:defRPr sz="2048" b="1"/>
            </a:lvl3pPr>
            <a:lvl4pPr marL="1618039" indent="0">
              <a:buNone/>
              <a:defRPr sz="1844" b="1"/>
            </a:lvl4pPr>
            <a:lvl5pPr marL="2157387" indent="0">
              <a:buNone/>
              <a:defRPr sz="1844" b="1"/>
            </a:lvl5pPr>
            <a:lvl6pPr marL="2696733" indent="0">
              <a:buNone/>
              <a:defRPr sz="1844" b="1"/>
            </a:lvl6pPr>
            <a:lvl7pPr marL="3236081" indent="0">
              <a:buNone/>
              <a:defRPr sz="1844" b="1"/>
            </a:lvl7pPr>
            <a:lvl8pPr marL="3775427" indent="0">
              <a:buNone/>
              <a:defRPr sz="1844" b="1"/>
            </a:lvl8pPr>
            <a:lvl9pPr marL="4314774" indent="0">
              <a:buNone/>
              <a:defRPr sz="1844" b="1"/>
            </a:lvl9pPr>
          </a:lstStyle>
          <a:p>
            <a:pPr lvl="0"/>
            <a:r>
              <a:rPr lang="zh-CN" altLang="en-US"/>
              <a:t>单击此处编辑母版文本样式</a:t>
            </a:r>
          </a:p>
        </p:txBody>
      </p:sp>
      <p:sp>
        <p:nvSpPr>
          <p:cNvPr id="6" name="内容占位符 5"/>
          <p:cNvSpPr>
            <a:spLocks noGrp="1"/>
          </p:cNvSpPr>
          <p:nvPr>
            <p:ph sz="quarter" idx="4"/>
          </p:nvPr>
        </p:nvSpPr>
        <p:spPr>
          <a:xfrm>
            <a:off x="6193368" y="2174876"/>
            <a:ext cx="5389033" cy="3951288"/>
          </a:xfrm>
        </p:spPr>
        <p:txBody>
          <a:bodyPr/>
          <a:lstStyle>
            <a:lvl1pPr>
              <a:defRPr sz="2868"/>
            </a:lvl1pPr>
            <a:lvl2pPr>
              <a:defRPr sz="2458"/>
            </a:lvl2pPr>
            <a:lvl3pPr>
              <a:defRPr sz="2048"/>
            </a:lvl3pPr>
            <a:lvl4pPr>
              <a:defRPr sz="1844"/>
            </a:lvl4pPr>
            <a:lvl5pPr>
              <a:defRPr sz="1844"/>
            </a:lvl5pPr>
            <a:lvl6pPr>
              <a:defRPr sz="1844"/>
            </a:lvl6pPr>
            <a:lvl7pPr>
              <a:defRPr sz="1844"/>
            </a:lvl7pPr>
            <a:lvl8pPr>
              <a:defRPr sz="1844"/>
            </a:lvl8pPr>
            <a:lvl9pPr>
              <a:defRPr sz="1844"/>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2608431-072E-4FA5-84D5-1EF26FDB1BDF}" type="datetime1">
              <a:rPr lang="zh-CN" altLang="en-US" smtClean="0"/>
              <a:pPr/>
              <a:t>2024/4/22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5C1623C-0059-494E-B184-63915177A0C5}" type="slidenum">
              <a:rPr lang="zh-CN" altLang="en-US" smtClean="0"/>
              <a:pPr/>
              <a:t>‹#›</a:t>
            </a:fld>
            <a:endParaRPr lang="zh-CN" altLang="en-US"/>
          </a:p>
        </p:txBody>
      </p:sp>
    </p:spTree>
    <p:extLst>
      <p:ext uri="{BB962C8B-B14F-4D97-AF65-F5344CB8AC3E}">
        <p14:creationId xmlns:p14="http://schemas.microsoft.com/office/powerpoint/2010/main" val="600350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4686FB-AFB6-405D-B07D-10B8E1479617}" type="datetime1">
              <a:rPr lang="zh-CN" altLang="en-US" smtClean="0"/>
              <a:pPr/>
              <a:t>2024/4/22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5C1623C-0059-494E-B184-63915177A0C5}" type="slidenum">
              <a:rPr lang="zh-CN" altLang="en-US" smtClean="0"/>
              <a:pPr/>
              <a:t>‹#›</a:t>
            </a:fld>
            <a:endParaRPr lang="zh-CN" altLang="en-US"/>
          </a:p>
        </p:txBody>
      </p:sp>
    </p:spTree>
    <p:extLst>
      <p:ext uri="{BB962C8B-B14F-4D97-AF65-F5344CB8AC3E}">
        <p14:creationId xmlns:p14="http://schemas.microsoft.com/office/powerpoint/2010/main" val="3204600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09E736-6AA2-4264-8F2F-7C111224FE0F}" type="datetime1">
              <a:rPr lang="zh-CN" altLang="en-US" smtClean="0"/>
              <a:pPr/>
              <a:t>2024/4/22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5C1623C-0059-494E-B184-63915177A0C5}" type="slidenum">
              <a:rPr lang="zh-CN" altLang="en-US" smtClean="0"/>
              <a:pPr/>
              <a:t>‹#›</a:t>
            </a:fld>
            <a:endParaRPr lang="zh-CN" altLang="en-US"/>
          </a:p>
        </p:txBody>
      </p:sp>
    </p:spTree>
    <p:extLst>
      <p:ext uri="{BB962C8B-B14F-4D97-AF65-F5344CB8AC3E}">
        <p14:creationId xmlns:p14="http://schemas.microsoft.com/office/powerpoint/2010/main" val="479865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1"/>
            <a:ext cx="4011085" cy="1162049"/>
          </a:xfrm>
        </p:spPr>
        <p:txBody>
          <a:bodyPr anchor="b"/>
          <a:lstStyle>
            <a:lvl1pPr algn="l">
              <a:defRPr sz="2458" b="1"/>
            </a:lvl1pPr>
          </a:lstStyle>
          <a:p>
            <a:r>
              <a:rPr lang="zh-CN" altLang="en-US"/>
              <a:t>单击此处编辑母版标题样式</a:t>
            </a:r>
          </a:p>
        </p:txBody>
      </p:sp>
      <p:sp>
        <p:nvSpPr>
          <p:cNvPr id="3" name="内容占位符 2"/>
          <p:cNvSpPr>
            <a:spLocks noGrp="1"/>
          </p:cNvSpPr>
          <p:nvPr>
            <p:ph idx="1"/>
          </p:nvPr>
        </p:nvSpPr>
        <p:spPr>
          <a:xfrm>
            <a:off x="4766734" y="273051"/>
            <a:ext cx="6815666" cy="5853114"/>
          </a:xfrm>
        </p:spPr>
        <p:txBody>
          <a:bodyPr/>
          <a:lstStyle>
            <a:lvl1pPr>
              <a:defRPr sz="3687"/>
            </a:lvl1pPr>
            <a:lvl2pPr>
              <a:defRPr sz="3277"/>
            </a:lvl2pPr>
            <a:lvl3pPr>
              <a:defRPr sz="2868"/>
            </a:lvl3pPr>
            <a:lvl4pPr>
              <a:defRPr sz="2458"/>
            </a:lvl4pPr>
            <a:lvl5pPr>
              <a:defRPr sz="2458"/>
            </a:lvl5pPr>
            <a:lvl6pPr>
              <a:defRPr sz="2458"/>
            </a:lvl6pPr>
            <a:lvl7pPr>
              <a:defRPr sz="2458"/>
            </a:lvl7pPr>
            <a:lvl8pPr>
              <a:defRPr sz="2458"/>
            </a:lvl8pPr>
            <a:lvl9pPr>
              <a:defRPr sz="2458"/>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1"/>
            <a:ext cx="4011085" cy="4691063"/>
          </a:xfrm>
        </p:spPr>
        <p:txBody>
          <a:bodyPr/>
          <a:lstStyle>
            <a:lvl1pPr marL="0" indent="0">
              <a:buNone/>
              <a:defRPr sz="1639"/>
            </a:lvl1pPr>
            <a:lvl2pPr marL="539346" indent="0">
              <a:buNone/>
              <a:defRPr sz="1434"/>
            </a:lvl2pPr>
            <a:lvl3pPr marL="1078694" indent="0">
              <a:buNone/>
              <a:defRPr sz="1229"/>
            </a:lvl3pPr>
            <a:lvl4pPr marL="1618039" indent="0">
              <a:buNone/>
              <a:defRPr sz="1024"/>
            </a:lvl4pPr>
            <a:lvl5pPr marL="2157387" indent="0">
              <a:buNone/>
              <a:defRPr sz="1024"/>
            </a:lvl5pPr>
            <a:lvl6pPr marL="2696733" indent="0">
              <a:buNone/>
              <a:defRPr sz="1024"/>
            </a:lvl6pPr>
            <a:lvl7pPr marL="3236081" indent="0">
              <a:buNone/>
              <a:defRPr sz="1024"/>
            </a:lvl7pPr>
            <a:lvl8pPr marL="3775427" indent="0">
              <a:buNone/>
              <a:defRPr sz="1024"/>
            </a:lvl8pPr>
            <a:lvl9pPr marL="4314774" indent="0">
              <a:buNone/>
              <a:defRPr sz="1024"/>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CC699E7-C204-4032-B2D8-A919C19D550F}" type="datetime1">
              <a:rPr lang="zh-CN" altLang="en-US" smtClean="0"/>
              <a:pPr/>
              <a:t>2024/4/22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5C1623C-0059-494E-B184-63915177A0C5}" type="slidenum">
              <a:rPr lang="zh-CN" altLang="en-US" smtClean="0"/>
              <a:pPr/>
              <a:t>‹#›</a:t>
            </a:fld>
            <a:endParaRPr lang="zh-CN" altLang="en-US"/>
          </a:p>
        </p:txBody>
      </p:sp>
    </p:spTree>
    <p:extLst>
      <p:ext uri="{BB962C8B-B14F-4D97-AF65-F5344CB8AC3E}">
        <p14:creationId xmlns:p14="http://schemas.microsoft.com/office/powerpoint/2010/main" val="2053030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9" y="4800601"/>
            <a:ext cx="7315200" cy="566737"/>
          </a:xfrm>
        </p:spPr>
        <p:txBody>
          <a:bodyPr anchor="b"/>
          <a:lstStyle>
            <a:lvl1pPr algn="l">
              <a:defRPr sz="2458" b="1"/>
            </a:lvl1pPr>
          </a:lstStyle>
          <a:p>
            <a:r>
              <a:rPr lang="zh-CN" altLang="en-US"/>
              <a:t>单击此处编辑母版标题样式</a:t>
            </a:r>
          </a:p>
        </p:txBody>
      </p:sp>
      <p:sp>
        <p:nvSpPr>
          <p:cNvPr id="3" name="图片占位符 2"/>
          <p:cNvSpPr>
            <a:spLocks noGrp="1"/>
          </p:cNvSpPr>
          <p:nvPr>
            <p:ph type="pic" idx="1"/>
          </p:nvPr>
        </p:nvSpPr>
        <p:spPr>
          <a:xfrm>
            <a:off x="2389719" y="612775"/>
            <a:ext cx="7315200" cy="4114800"/>
          </a:xfrm>
        </p:spPr>
        <p:txBody>
          <a:bodyPr/>
          <a:lstStyle>
            <a:lvl1pPr marL="0" indent="0">
              <a:buNone/>
              <a:defRPr sz="3687"/>
            </a:lvl1pPr>
            <a:lvl2pPr marL="539346" indent="0">
              <a:buNone/>
              <a:defRPr sz="3277"/>
            </a:lvl2pPr>
            <a:lvl3pPr marL="1078694" indent="0">
              <a:buNone/>
              <a:defRPr sz="2868"/>
            </a:lvl3pPr>
            <a:lvl4pPr marL="1618039" indent="0">
              <a:buNone/>
              <a:defRPr sz="2458"/>
            </a:lvl4pPr>
            <a:lvl5pPr marL="2157387" indent="0">
              <a:buNone/>
              <a:defRPr sz="2458"/>
            </a:lvl5pPr>
            <a:lvl6pPr marL="2696733" indent="0">
              <a:buNone/>
              <a:defRPr sz="2458"/>
            </a:lvl6pPr>
            <a:lvl7pPr marL="3236081" indent="0">
              <a:buNone/>
              <a:defRPr sz="2458"/>
            </a:lvl7pPr>
            <a:lvl8pPr marL="3775427" indent="0">
              <a:buNone/>
              <a:defRPr sz="2458"/>
            </a:lvl8pPr>
            <a:lvl9pPr marL="4314774" indent="0">
              <a:buNone/>
              <a:defRPr sz="2458"/>
            </a:lvl9pPr>
          </a:lstStyle>
          <a:p>
            <a:endParaRPr lang="zh-CN" altLang="en-US"/>
          </a:p>
        </p:txBody>
      </p:sp>
      <p:sp>
        <p:nvSpPr>
          <p:cNvPr id="4" name="文本占位符 3"/>
          <p:cNvSpPr>
            <a:spLocks noGrp="1"/>
          </p:cNvSpPr>
          <p:nvPr>
            <p:ph type="body" sz="half" idx="2"/>
          </p:nvPr>
        </p:nvSpPr>
        <p:spPr>
          <a:xfrm>
            <a:off x="2389719" y="5367339"/>
            <a:ext cx="7315200" cy="804862"/>
          </a:xfrm>
        </p:spPr>
        <p:txBody>
          <a:bodyPr/>
          <a:lstStyle>
            <a:lvl1pPr marL="0" indent="0">
              <a:buNone/>
              <a:defRPr sz="1639"/>
            </a:lvl1pPr>
            <a:lvl2pPr marL="539346" indent="0">
              <a:buNone/>
              <a:defRPr sz="1434"/>
            </a:lvl2pPr>
            <a:lvl3pPr marL="1078694" indent="0">
              <a:buNone/>
              <a:defRPr sz="1229"/>
            </a:lvl3pPr>
            <a:lvl4pPr marL="1618039" indent="0">
              <a:buNone/>
              <a:defRPr sz="1024"/>
            </a:lvl4pPr>
            <a:lvl5pPr marL="2157387" indent="0">
              <a:buNone/>
              <a:defRPr sz="1024"/>
            </a:lvl5pPr>
            <a:lvl6pPr marL="2696733" indent="0">
              <a:buNone/>
              <a:defRPr sz="1024"/>
            </a:lvl6pPr>
            <a:lvl7pPr marL="3236081" indent="0">
              <a:buNone/>
              <a:defRPr sz="1024"/>
            </a:lvl7pPr>
            <a:lvl8pPr marL="3775427" indent="0">
              <a:buNone/>
              <a:defRPr sz="1024"/>
            </a:lvl8pPr>
            <a:lvl9pPr marL="4314774" indent="0">
              <a:buNone/>
              <a:defRPr sz="1024"/>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1D658C1-1CE1-4F45-86E6-89573321BA65}" type="datetime1">
              <a:rPr lang="zh-CN" altLang="en-US" smtClean="0"/>
              <a:pPr/>
              <a:t>2024/4/22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5C1623C-0059-494E-B184-63915177A0C5}" type="slidenum">
              <a:rPr lang="zh-CN" altLang="en-US" smtClean="0"/>
              <a:pPr/>
              <a:t>‹#›</a:t>
            </a:fld>
            <a:endParaRPr lang="zh-CN" altLang="en-US"/>
          </a:p>
        </p:txBody>
      </p:sp>
    </p:spTree>
    <p:extLst>
      <p:ext uri="{BB962C8B-B14F-4D97-AF65-F5344CB8AC3E}">
        <p14:creationId xmlns:p14="http://schemas.microsoft.com/office/powerpoint/2010/main" val="3554807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FB4E9C8-39C0-4B44-9A7E-66282E862AB8}" type="datetime1">
              <a:rPr lang="zh-CN" altLang="en-US" smtClean="0"/>
              <a:pPr/>
              <a:t>2024/4/22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5C1623C-0059-494E-B184-63915177A0C5}" type="slidenum">
              <a:rPr lang="zh-CN" altLang="en-US" smtClean="0"/>
              <a:pPr/>
              <a:t>‹#›</a:t>
            </a:fld>
            <a:endParaRPr lang="zh-CN" altLang="en-US"/>
          </a:p>
        </p:txBody>
      </p:sp>
    </p:spTree>
    <p:extLst>
      <p:ext uri="{BB962C8B-B14F-4D97-AF65-F5344CB8AC3E}">
        <p14:creationId xmlns:p14="http://schemas.microsoft.com/office/powerpoint/2010/main" val="631154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199" cy="585152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39"/>
            <a:ext cx="8026399" cy="585152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CEBBC5-431E-4ACA-9729-23B066CD38CB}" type="datetime1">
              <a:rPr lang="zh-CN" altLang="en-US" smtClean="0"/>
              <a:pPr/>
              <a:t>2024/4/22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5C1623C-0059-494E-B184-63915177A0C5}" type="slidenum">
              <a:rPr lang="zh-CN" altLang="en-US" smtClean="0"/>
              <a:pPr/>
              <a:t>‹#›</a:t>
            </a:fld>
            <a:endParaRPr lang="zh-CN" altLang="en-US"/>
          </a:p>
        </p:txBody>
      </p:sp>
    </p:spTree>
    <p:extLst>
      <p:ext uri="{BB962C8B-B14F-4D97-AF65-F5344CB8AC3E}">
        <p14:creationId xmlns:p14="http://schemas.microsoft.com/office/powerpoint/2010/main" val="367826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2" y="274639"/>
            <a:ext cx="10972800" cy="1142999"/>
          </a:xfrm>
          <a:prstGeom prst="rect">
            <a:avLst/>
          </a:prstGeom>
        </p:spPr>
        <p:txBody>
          <a:bodyPr vert="horz" lIns="52660" tIns="26330" rIns="52660" bIns="2633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2" y="1600200"/>
            <a:ext cx="10972800" cy="4525962"/>
          </a:xfrm>
          <a:prstGeom prst="rect">
            <a:avLst/>
          </a:prstGeom>
        </p:spPr>
        <p:txBody>
          <a:bodyPr vert="horz" lIns="52660" tIns="26330" rIns="52660" bIns="2633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0"/>
            <a:ext cx="2844801" cy="365125"/>
          </a:xfrm>
          <a:prstGeom prst="rect">
            <a:avLst/>
          </a:prstGeom>
        </p:spPr>
        <p:txBody>
          <a:bodyPr vert="horz" lIns="52660" tIns="26330" rIns="52660" bIns="26330" rtlCol="0" anchor="ctr"/>
          <a:lstStyle>
            <a:lvl1pPr algn="l">
              <a:defRPr sz="1434">
                <a:solidFill>
                  <a:schemeClr val="tx1">
                    <a:tint val="75000"/>
                  </a:schemeClr>
                </a:solidFill>
              </a:defRPr>
            </a:lvl1pPr>
          </a:lstStyle>
          <a:p>
            <a:fld id="{0CAD1205-C49D-4F0D-A354-CA6642D38364}" type="datetime1">
              <a:rPr lang="zh-CN" altLang="en-US" smtClean="0"/>
              <a:pPr/>
              <a:t>2024/4/22</a:t>
            </a:fld>
            <a:endParaRPr lang="zh-CN" altLang="en-US"/>
          </a:p>
        </p:txBody>
      </p:sp>
      <p:sp>
        <p:nvSpPr>
          <p:cNvPr id="5" name="页脚占位符 4"/>
          <p:cNvSpPr>
            <a:spLocks noGrp="1"/>
          </p:cNvSpPr>
          <p:nvPr>
            <p:ph type="ftr" sz="quarter" idx="3"/>
          </p:nvPr>
        </p:nvSpPr>
        <p:spPr>
          <a:xfrm>
            <a:off x="4165602" y="6356350"/>
            <a:ext cx="3860800" cy="365125"/>
          </a:xfrm>
          <a:prstGeom prst="rect">
            <a:avLst/>
          </a:prstGeom>
        </p:spPr>
        <p:txBody>
          <a:bodyPr vert="horz" lIns="52660" tIns="26330" rIns="52660" bIns="26330" rtlCol="0" anchor="ctr"/>
          <a:lstStyle>
            <a:lvl1pPr algn="ctr">
              <a:defRPr sz="1434">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1" y="6356350"/>
            <a:ext cx="2844801" cy="365125"/>
          </a:xfrm>
          <a:prstGeom prst="rect">
            <a:avLst/>
          </a:prstGeom>
        </p:spPr>
        <p:txBody>
          <a:bodyPr vert="horz" lIns="52660" tIns="26330" rIns="52660" bIns="26330" rtlCol="0" anchor="ctr"/>
          <a:lstStyle>
            <a:lvl1pPr algn="r">
              <a:defRPr sz="1434">
                <a:solidFill>
                  <a:schemeClr val="tx1">
                    <a:tint val="75000"/>
                  </a:schemeClr>
                </a:solidFill>
              </a:defRPr>
            </a:lvl1pPr>
          </a:lstStyle>
          <a:p>
            <a:fld id="{C5C1623C-0059-494E-B184-63915177A0C5}" type="slidenum">
              <a:rPr lang="zh-CN" altLang="en-US" smtClean="0"/>
              <a:pPr/>
              <a:t>‹#›</a:t>
            </a:fld>
            <a:endParaRPr lang="zh-CN" altLang="en-US"/>
          </a:p>
        </p:txBody>
      </p:sp>
    </p:spTree>
    <p:extLst>
      <p:ext uri="{BB962C8B-B14F-4D97-AF65-F5344CB8AC3E}">
        <p14:creationId xmlns:p14="http://schemas.microsoft.com/office/powerpoint/2010/main" val="17476047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1078694" rtl="0" eaLnBrk="1" latinLnBrk="0" hangingPunct="1">
        <a:spcBef>
          <a:spcPct val="0"/>
        </a:spcBef>
        <a:buNone/>
        <a:defRPr sz="5121" kern="1200">
          <a:solidFill>
            <a:schemeClr val="tx1"/>
          </a:solidFill>
          <a:latin typeface="+mj-lt"/>
          <a:ea typeface="+mj-ea"/>
          <a:cs typeface="+mj-cs"/>
        </a:defRPr>
      </a:lvl1pPr>
    </p:titleStyle>
    <p:bodyStyle>
      <a:lvl1pPr marL="404510" indent="-404510" algn="l" defTabSz="1078694" rtl="0" eaLnBrk="1" latinLnBrk="0" hangingPunct="1">
        <a:spcBef>
          <a:spcPct val="20000"/>
        </a:spcBef>
        <a:buFont typeface="Arial" pitchFamily="34" charset="0"/>
        <a:buChar char="•"/>
        <a:defRPr sz="3687" kern="1200">
          <a:solidFill>
            <a:schemeClr val="tx1"/>
          </a:solidFill>
          <a:latin typeface="+mn-lt"/>
          <a:ea typeface="+mn-ea"/>
          <a:cs typeface="+mn-cs"/>
        </a:defRPr>
      </a:lvl1pPr>
      <a:lvl2pPr marL="876439" indent="-337091" algn="l" defTabSz="1078694" rtl="0" eaLnBrk="1" latinLnBrk="0" hangingPunct="1">
        <a:spcBef>
          <a:spcPct val="20000"/>
        </a:spcBef>
        <a:buFont typeface="Arial" pitchFamily="34" charset="0"/>
        <a:buChar char="–"/>
        <a:defRPr sz="3277" kern="1200">
          <a:solidFill>
            <a:schemeClr val="tx1"/>
          </a:solidFill>
          <a:latin typeface="+mn-lt"/>
          <a:ea typeface="+mn-ea"/>
          <a:cs typeface="+mn-cs"/>
        </a:defRPr>
      </a:lvl2pPr>
      <a:lvl3pPr marL="1348367" indent="-269674" algn="l" defTabSz="1078694" rtl="0" eaLnBrk="1" latinLnBrk="0" hangingPunct="1">
        <a:spcBef>
          <a:spcPct val="20000"/>
        </a:spcBef>
        <a:buFont typeface="Arial" pitchFamily="34" charset="0"/>
        <a:buChar char="•"/>
        <a:defRPr sz="2868" kern="1200">
          <a:solidFill>
            <a:schemeClr val="tx1"/>
          </a:solidFill>
          <a:latin typeface="+mn-lt"/>
          <a:ea typeface="+mn-ea"/>
          <a:cs typeface="+mn-cs"/>
        </a:defRPr>
      </a:lvl3pPr>
      <a:lvl4pPr marL="1887713" indent="-269674" algn="l" defTabSz="1078694" rtl="0" eaLnBrk="1" latinLnBrk="0" hangingPunct="1">
        <a:spcBef>
          <a:spcPct val="20000"/>
        </a:spcBef>
        <a:buFont typeface="Arial" pitchFamily="34" charset="0"/>
        <a:buChar char="–"/>
        <a:defRPr sz="2458" kern="1200">
          <a:solidFill>
            <a:schemeClr val="tx1"/>
          </a:solidFill>
          <a:latin typeface="+mn-lt"/>
          <a:ea typeface="+mn-ea"/>
          <a:cs typeface="+mn-cs"/>
        </a:defRPr>
      </a:lvl4pPr>
      <a:lvl5pPr marL="2427061" indent="-269674" algn="l" defTabSz="1078694" rtl="0" eaLnBrk="1" latinLnBrk="0" hangingPunct="1">
        <a:spcBef>
          <a:spcPct val="20000"/>
        </a:spcBef>
        <a:buFont typeface="Arial" pitchFamily="34" charset="0"/>
        <a:buChar char="»"/>
        <a:defRPr sz="2458" kern="1200">
          <a:solidFill>
            <a:schemeClr val="tx1"/>
          </a:solidFill>
          <a:latin typeface="+mn-lt"/>
          <a:ea typeface="+mn-ea"/>
          <a:cs typeface="+mn-cs"/>
        </a:defRPr>
      </a:lvl5pPr>
      <a:lvl6pPr marL="2966407" indent="-269674" algn="l" defTabSz="1078694" rtl="0" eaLnBrk="1" latinLnBrk="0" hangingPunct="1">
        <a:spcBef>
          <a:spcPct val="20000"/>
        </a:spcBef>
        <a:buFont typeface="Arial" pitchFamily="34" charset="0"/>
        <a:buChar char="•"/>
        <a:defRPr sz="2458" kern="1200">
          <a:solidFill>
            <a:schemeClr val="tx1"/>
          </a:solidFill>
          <a:latin typeface="+mn-lt"/>
          <a:ea typeface="+mn-ea"/>
          <a:cs typeface="+mn-cs"/>
        </a:defRPr>
      </a:lvl6pPr>
      <a:lvl7pPr marL="3505755" indent="-269674" algn="l" defTabSz="1078694" rtl="0" eaLnBrk="1" latinLnBrk="0" hangingPunct="1">
        <a:spcBef>
          <a:spcPct val="20000"/>
        </a:spcBef>
        <a:buFont typeface="Arial" pitchFamily="34" charset="0"/>
        <a:buChar char="•"/>
        <a:defRPr sz="2458" kern="1200">
          <a:solidFill>
            <a:schemeClr val="tx1"/>
          </a:solidFill>
          <a:latin typeface="+mn-lt"/>
          <a:ea typeface="+mn-ea"/>
          <a:cs typeface="+mn-cs"/>
        </a:defRPr>
      </a:lvl7pPr>
      <a:lvl8pPr marL="4045100" indent="-269674" algn="l" defTabSz="1078694" rtl="0" eaLnBrk="1" latinLnBrk="0" hangingPunct="1">
        <a:spcBef>
          <a:spcPct val="20000"/>
        </a:spcBef>
        <a:buFont typeface="Arial" pitchFamily="34" charset="0"/>
        <a:buChar char="•"/>
        <a:defRPr sz="2458" kern="1200">
          <a:solidFill>
            <a:schemeClr val="tx1"/>
          </a:solidFill>
          <a:latin typeface="+mn-lt"/>
          <a:ea typeface="+mn-ea"/>
          <a:cs typeface="+mn-cs"/>
        </a:defRPr>
      </a:lvl8pPr>
      <a:lvl9pPr marL="4584448" indent="-269674" algn="l" defTabSz="1078694" rtl="0" eaLnBrk="1" latinLnBrk="0" hangingPunct="1">
        <a:spcBef>
          <a:spcPct val="20000"/>
        </a:spcBef>
        <a:buFont typeface="Arial" pitchFamily="34" charset="0"/>
        <a:buChar char="•"/>
        <a:defRPr sz="2458" kern="1200">
          <a:solidFill>
            <a:schemeClr val="tx1"/>
          </a:solidFill>
          <a:latin typeface="+mn-lt"/>
          <a:ea typeface="+mn-ea"/>
          <a:cs typeface="+mn-cs"/>
        </a:defRPr>
      </a:lvl9pPr>
    </p:bodyStyle>
    <p:otherStyle>
      <a:defPPr>
        <a:defRPr lang="zh-CN"/>
      </a:defPPr>
      <a:lvl1pPr marL="0" algn="l" defTabSz="1078694" rtl="0" eaLnBrk="1" latinLnBrk="0" hangingPunct="1">
        <a:defRPr sz="2048" kern="1200">
          <a:solidFill>
            <a:schemeClr val="tx1"/>
          </a:solidFill>
          <a:latin typeface="+mn-lt"/>
          <a:ea typeface="+mn-ea"/>
          <a:cs typeface="+mn-cs"/>
        </a:defRPr>
      </a:lvl1pPr>
      <a:lvl2pPr marL="539346" algn="l" defTabSz="1078694" rtl="0" eaLnBrk="1" latinLnBrk="0" hangingPunct="1">
        <a:defRPr sz="2048" kern="1200">
          <a:solidFill>
            <a:schemeClr val="tx1"/>
          </a:solidFill>
          <a:latin typeface="+mn-lt"/>
          <a:ea typeface="+mn-ea"/>
          <a:cs typeface="+mn-cs"/>
        </a:defRPr>
      </a:lvl2pPr>
      <a:lvl3pPr marL="1078694" algn="l" defTabSz="1078694" rtl="0" eaLnBrk="1" latinLnBrk="0" hangingPunct="1">
        <a:defRPr sz="2048" kern="1200">
          <a:solidFill>
            <a:schemeClr val="tx1"/>
          </a:solidFill>
          <a:latin typeface="+mn-lt"/>
          <a:ea typeface="+mn-ea"/>
          <a:cs typeface="+mn-cs"/>
        </a:defRPr>
      </a:lvl3pPr>
      <a:lvl4pPr marL="1618039" algn="l" defTabSz="1078694" rtl="0" eaLnBrk="1" latinLnBrk="0" hangingPunct="1">
        <a:defRPr sz="2048" kern="1200">
          <a:solidFill>
            <a:schemeClr val="tx1"/>
          </a:solidFill>
          <a:latin typeface="+mn-lt"/>
          <a:ea typeface="+mn-ea"/>
          <a:cs typeface="+mn-cs"/>
        </a:defRPr>
      </a:lvl4pPr>
      <a:lvl5pPr marL="2157387" algn="l" defTabSz="1078694" rtl="0" eaLnBrk="1" latinLnBrk="0" hangingPunct="1">
        <a:defRPr sz="2048" kern="1200">
          <a:solidFill>
            <a:schemeClr val="tx1"/>
          </a:solidFill>
          <a:latin typeface="+mn-lt"/>
          <a:ea typeface="+mn-ea"/>
          <a:cs typeface="+mn-cs"/>
        </a:defRPr>
      </a:lvl5pPr>
      <a:lvl6pPr marL="2696733" algn="l" defTabSz="1078694" rtl="0" eaLnBrk="1" latinLnBrk="0" hangingPunct="1">
        <a:defRPr sz="2048" kern="1200">
          <a:solidFill>
            <a:schemeClr val="tx1"/>
          </a:solidFill>
          <a:latin typeface="+mn-lt"/>
          <a:ea typeface="+mn-ea"/>
          <a:cs typeface="+mn-cs"/>
        </a:defRPr>
      </a:lvl6pPr>
      <a:lvl7pPr marL="3236081" algn="l" defTabSz="1078694" rtl="0" eaLnBrk="1" latinLnBrk="0" hangingPunct="1">
        <a:defRPr sz="2048" kern="1200">
          <a:solidFill>
            <a:schemeClr val="tx1"/>
          </a:solidFill>
          <a:latin typeface="+mn-lt"/>
          <a:ea typeface="+mn-ea"/>
          <a:cs typeface="+mn-cs"/>
        </a:defRPr>
      </a:lvl7pPr>
      <a:lvl8pPr marL="3775427" algn="l" defTabSz="1078694" rtl="0" eaLnBrk="1" latinLnBrk="0" hangingPunct="1">
        <a:defRPr sz="2048" kern="1200">
          <a:solidFill>
            <a:schemeClr val="tx1"/>
          </a:solidFill>
          <a:latin typeface="+mn-lt"/>
          <a:ea typeface="+mn-ea"/>
          <a:cs typeface="+mn-cs"/>
        </a:defRPr>
      </a:lvl8pPr>
      <a:lvl9pPr marL="4314774" algn="l" defTabSz="1078694" rtl="0" eaLnBrk="1" latinLnBrk="0" hangingPunct="1">
        <a:defRPr sz="204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lang="zh-CN" altLang="en-US" b="1" dirty="0"/>
              <a:t>讨论课 </a:t>
            </a:r>
            <a:br>
              <a:rPr lang="en-US" altLang="zh-CN" b="1" dirty="0"/>
            </a:br>
            <a:r>
              <a:rPr lang="zh-CN" altLang="en-US" b="1" dirty="0"/>
              <a:t>生成式</a:t>
            </a:r>
            <a:r>
              <a:rPr lang="en-US" altLang="zh-CN" b="1" dirty="0"/>
              <a:t>AI</a:t>
            </a:r>
            <a:r>
              <a:rPr lang="zh-CN" altLang="en-US" b="1" dirty="0"/>
              <a:t>是否会对人类的未来带来威胁</a:t>
            </a:r>
            <a:endParaRPr lang="zh-CN" altLang="en-US" b="1" dirty="0">
              <a:solidFill>
                <a:srgbClr val="0000FF"/>
              </a:solidFill>
            </a:endParaRPr>
          </a:p>
        </p:txBody>
      </p:sp>
      <p:sp>
        <p:nvSpPr>
          <p:cNvPr id="3" name="副标题 2"/>
          <p:cNvSpPr>
            <a:spLocks noGrp="1"/>
          </p:cNvSpPr>
          <p:nvPr>
            <p:ph type="subTitle" idx="1"/>
          </p:nvPr>
        </p:nvSpPr>
        <p:spPr/>
        <p:txBody>
          <a:bodyPr>
            <a:normAutofit/>
          </a:bodyPr>
          <a:lstStyle/>
          <a:p>
            <a:endParaRPr lang="en-US" altLang="zh-CN" sz="2868" b="1" dirty="0">
              <a:solidFill>
                <a:schemeClr val="tx1"/>
              </a:solidFill>
            </a:endParaRPr>
          </a:p>
          <a:p>
            <a:r>
              <a:rPr lang="en-US" altLang="zh-CN" sz="2868" b="1" dirty="0">
                <a:solidFill>
                  <a:schemeClr val="tx1"/>
                </a:solidFill>
              </a:rPr>
              <a:t>2024.4</a:t>
            </a:r>
            <a:endParaRPr lang="zh-CN" altLang="en-US" sz="2868" b="1" dirty="0">
              <a:solidFill>
                <a:schemeClr val="tx1"/>
              </a:solidFill>
            </a:endParaRPr>
          </a:p>
          <a:p>
            <a:endParaRPr lang="zh-CN" altLang="en-US" sz="5121" b="1" dirty="0">
              <a:solidFill>
                <a:schemeClr val="tx1"/>
              </a:solidFill>
            </a:endParaRPr>
          </a:p>
        </p:txBody>
      </p:sp>
      <p:sp>
        <p:nvSpPr>
          <p:cNvPr id="4" name="灯片编号占位符 3"/>
          <p:cNvSpPr>
            <a:spLocks noGrp="1"/>
          </p:cNvSpPr>
          <p:nvPr>
            <p:ph type="sldNum" sz="quarter" idx="12"/>
          </p:nvPr>
        </p:nvSpPr>
        <p:spPr/>
        <p:txBody>
          <a:bodyPr/>
          <a:lstStyle/>
          <a:p>
            <a:pPr defTabSz="1078694"/>
            <a:fld id="{C5C1623C-0059-494E-B184-63915177A0C5}" type="slidenum">
              <a:rPr lang="zh-CN" altLang="en-US">
                <a:solidFill>
                  <a:prstClr val="black">
                    <a:tint val="75000"/>
                  </a:prstClr>
                </a:solidFill>
                <a:latin typeface="Calibri"/>
                <a:ea typeface="宋体" panose="02010600030101010101" pitchFamily="2" charset="-122"/>
              </a:rPr>
              <a:pPr defTabSz="1078694"/>
              <a:t>1</a:t>
            </a:fld>
            <a:endParaRPr lang="zh-CN" altLang="en-US">
              <a:solidFill>
                <a:prstClr val="black">
                  <a:tint val="75000"/>
                </a:prstClr>
              </a:solidFill>
              <a:latin typeface="Calibri"/>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86181" y="46289"/>
            <a:ext cx="10819642" cy="1142999"/>
          </a:xfrm>
        </p:spPr>
        <p:txBody>
          <a:bodyPr>
            <a:normAutofit/>
          </a:bodyPr>
          <a:lstStyle/>
          <a:p>
            <a:pPr algn="l"/>
            <a:r>
              <a:rPr lang="zh-CN" altLang="en-US" sz="4097" b="1" dirty="0">
                <a:solidFill>
                  <a:schemeClr val="bg1"/>
                </a:solidFill>
              </a:rPr>
              <a:t>提纲</a:t>
            </a:r>
          </a:p>
        </p:txBody>
      </p:sp>
      <p:pic>
        <p:nvPicPr>
          <p:cNvPr id="6" name="Picture 7" descr="026_4500x5000_zcoo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6912" y="1401518"/>
            <a:ext cx="3976926" cy="4425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p:cNvSpPr>
            <a:spLocks noChangeArrowheads="1"/>
          </p:cNvSpPr>
          <p:nvPr/>
        </p:nvSpPr>
        <p:spPr bwMode="auto">
          <a:xfrm>
            <a:off x="4280372" y="2468551"/>
            <a:ext cx="7225451" cy="4606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5358" tIns="52680" rIns="105358" bIns="52680"/>
          <a:lstStyle>
            <a:lvl1pPr marL="193675" indent="-193675" defTabSz="514350">
              <a:spcBef>
                <a:spcPct val="20000"/>
              </a:spcBef>
              <a:buChar char="•"/>
              <a:defRPr>
                <a:solidFill>
                  <a:schemeClr val="tx1"/>
                </a:solidFill>
                <a:latin typeface="Arial" panose="020B0604020202020204" pitchFamily="34" charset="0"/>
                <a:ea typeface="宋体" panose="02010600030101010101" pitchFamily="2" charset="-122"/>
              </a:defRPr>
            </a:lvl1pPr>
            <a:lvl2pPr marL="417513" indent="-160338" defTabSz="514350">
              <a:spcBef>
                <a:spcPct val="20000"/>
              </a:spcBef>
              <a:buChar char="–"/>
              <a:defRPr sz="1600">
                <a:solidFill>
                  <a:schemeClr val="tx1"/>
                </a:solidFill>
                <a:latin typeface="Arial" panose="020B0604020202020204" pitchFamily="34" charset="0"/>
                <a:ea typeface="宋体" panose="02010600030101010101" pitchFamily="2" charset="-122"/>
              </a:defRPr>
            </a:lvl2pPr>
            <a:lvl3pPr marL="1143000" indent="-228600" defTabSz="514350">
              <a:spcBef>
                <a:spcPct val="20000"/>
              </a:spcBef>
              <a:buChar char="•"/>
              <a:defRPr sz="1400">
                <a:solidFill>
                  <a:schemeClr val="tx1"/>
                </a:solidFill>
                <a:latin typeface="Arial" panose="020B0604020202020204" pitchFamily="34" charset="0"/>
                <a:ea typeface="宋体" panose="02010600030101010101" pitchFamily="2" charset="-122"/>
              </a:defRPr>
            </a:lvl3pPr>
            <a:lvl4pPr marL="1600200" indent="-228600" defTabSz="514350">
              <a:spcBef>
                <a:spcPct val="20000"/>
              </a:spcBef>
              <a:buChar char="–"/>
              <a:defRPr sz="1100">
                <a:solidFill>
                  <a:schemeClr val="tx1"/>
                </a:solidFill>
                <a:latin typeface="Arial" panose="020B0604020202020204" pitchFamily="34" charset="0"/>
                <a:ea typeface="宋体" panose="02010600030101010101" pitchFamily="2" charset="-122"/>
              </a:defRPr>
            </a:lvl4pPr>
            <a:lvl5pPr marL="2057400" indent="-228600" defTabSz="514350">
              <a:spcBef>
                <a:spcPct val="20000"/>
              </a:spcBef>
              <a:buChar char="»"/>
              <a:defRPr sz="1100">
                <a:solidFill>
                  <a:schemeClr val="tx1"/>
                </a:solidFill>
                <a:latin typeface="Arial" panose="020B0604020202020204" pitchFamily="34" charset="0"/>
                <a:ea typeface="宋体" panose="02010600030101010101" pitchFamily="2" charset="-122"/>
              </a:defRPr>
            </a:lvl5pPr>
            <a:lvl6pPr marL="2514600" indent="-228600" defTabSz="514350" eaLnBrk="0" fontAlgn="base" hangingPunct="0">
              <a:spcBef>
                <a:spcPct val="20000"/>
              </a:spcBef>
              <a:spcAft>
                <a:spcPct val="0"/>
              </a:spcAft>
              <a:buChar char="»"/>
              <a:defRPr sz="1100">
                <a:solidFill>
                  <a:schemeClr val="tx1"/>
                </a:solidFill>
                <a:latin typeface="Arial" panose="020B0604020202020204" pitchFamily="34" charset="0"/>
                <a:ea typeface="宋体" panose="02010600030101010101" pitchFamily="2" charset="-122"/>
              </a:defRPr>
            </a:lvl6pPr>
            <a:lvl7pPr marL="2971800" indent="-228600" defTabSz="514350" eaLnBrk="0" fontAlgn="base" hangingPunct="0">
              <a:spcBef>
                <a:spcPct val="20000"/>
              </a:spcBef>
              <a:spcAft>
                <a:spcPct val="0"/>
              </a:spcAft>
              <a:buChar char="»"/>
              <a:defRPr sz="1100">
                <a:solidFill>
                  <a:schemeClr val="tx1"/>
                </a:solidFill>
                <a:latin typeface="Arial" panose="020B0604020202020204" pitchFamily="34" charset="0"/>
                <a:ea typeface="宋体" panose="02010600030101010101" pitchFamily="2" charset="-122"/>
              </a:defRPr>
            </a:lvl7pPr>
            <a:lvl8pPr marL="3429000" indent="-228600" defTabSz="514350" eaLnBrk="0" fontAlgn="base" hangingPunct="0">
              <a:spcBef>
                <a:spcPct val="20000"/>
              </a:spcBef>
              <a:spcAft>
                <a:spcPct val="0"/>
              </a:spcAft>
              <a:buChar char="»"/>
              <a:defRPr sz="1100">
                <a:solidFill>
                  <a:schemeClr val="tx1"/>
                </a:solidFill>
                <a:latin typeface="Arial" panose="020B0604020202020204" pitchFamily="34" charset="0"/>
                <a:ea typeface="宋体" panose="02010600030101010101" pitchFamily="2" charset="-122"/>
              </a:defRPr>
            </a:lvl8pPr>
            <a:lvl9pPr marL="3886200" indent="-228600" defTabSz="514350" eaLnBrk="0" fontAlgn="base" hangingPunct="0">
              <a:spcBef>
                <a:spcPct val="20000"/>
              </a:spcBef>
              <a:spcAft>
                <a:spcPct val="0"/>
              </a:spcAft>
              <a:buChar char="»"/>
              <a:defRPr sz="1100">
                <a:solidFill>
                  <a:schemeClr val="tx1"/>
                </a:solidFill>
                <a:latin typeface="Arial" panose="020B0604020202020204" pitchFamily="34" charset="0"/>
                <a:ea typeface="宋体" panose="02010600030101010101" pitchFamily="2" charset="-122"/>
              </a:defRPr>
            </a:lvl9pPr>
          </a:lstStyle>
          <a:p>
            <a:pPr marL="0" indent="0" defTabSz="1053595">
              <a:lnSpc>
                <a:spcPct val="150000"/>
              </a:lnSpc>
              <a:buNone/>
            </a:pPr>
            <a:r>
              <a:rPr lang="en-US" altLang="zh-CN" sz="2458" dirty="0">
                <a:solidFill>
                  <a:prstClr val="black"/>
                </a:solidFill>
                <a:latin typeface="微软雅黑" panose="020B0503020204020204" pitchFamily="34" charset="-122"/>
                <a:ea typeface="微软雅黑" panose="020B0503020204020204" pitchFamily="34" charset="-122"/>
              </a:rPr>
              <a:t>6.1 </a:t>
            </a:r>
            <a:r>
              <a:rPr lang="zh-CN" altLang="en-US" sz="2458" dirty="0">
                <a:solidFill>
                  <a:prstClr val="black"/>
                </a:solidFill>
                <a:latin typeface="微软雅黑" panose="020B0503020204020204" pitchFamily="34" charset="-122"/>
                <a:ea typeface="微软雅黑" panose="020B0503020204020204" pitchFamily="34" charset="-122"/>
              </a:rPr>
              <a:t>生成式</a:t>
            </a:r>
            <a:r>
              <a:rPr lang="en-US" altLang="zh-CN" sz="2458" dirty="0">
                <a:solidFill>
                  <a:prstClr val="black"/>
                </a:solidFill>
                <a:latin typeface="微软雅黑" panose="020B0503020204020204" pitchFamily="34" charset="-122"/>
                <a:ea typeface="微软雅黑" panose="020B0503020204020204" pitchFamily="34" charset="-122"/>
              </a:rPr>
              <a:t>AI</a:t>
            </a:r>
            <a:r>
              <a:rPr lang="zh-CN" altLang="en-US" sz="2458" dirty="0">
                <a:solidFill>
                  <a:prstClr val="black"/>
                </a:solidFill>
                <a:latin typeface="微软雅黑" panose="020B0503020204020204" pitchFamily="34" charset="-122"/>
                <a:ea typeface="微软雅黑" panose="020B0503020204020204" pitchFamily="34" charset="-122"/>
              </a:rPr>
              <a:t>的定义</a:t>
            </a:r>
            <a:endParaRPr lang="en-US" altLang="zh-CN" sz="2458" dirty="0">
              <a:solidFill>
                <a:prstClr val="black"/>
              </a:solidFill>
              <a:latin typeface="微软雅黑" panose="020B0503020204020204" pitchFamily="34" charset="-122"/>
              <a:ea typeface="微软雅黑" panose="020B0503020204020204" pitchFamily="34" charset="-122"/>
            </a:endParaRPr>
          </a:p>
          <a:p>
            <a:pPr marL="0" indent="0" defTabSz="1053595">
              <a:lnSpc>
                <a:spcPct val="150000"/>
              </a:lnSpc>
              <a:buNone/>
            </a:pPr>
            <a:r>
              <a:rPr lang="en-US" altLang="zh-CN" sz="2458" dirty="0">
                <a:solidFill>
                  <a:prstClr val="black"/>
                </a:solidFill>
                <a:latin typeface="微软雅黑" panose="020B0503020204020204" pitchFamily="34" charset="-122"/>
                <a:ea typeface="微软雅黑" panose="020B0503020204020204" pitchFamily="34" charset="-122"/>
              </a:rPr>
              <a:t>6.2 </a:t>
            </a:r>
            <a:r>
              <a:rPr lang="zh-CN" altLang="en-US" sz="2458" dirty="0">
                <a:solidFill>
                  <a:prstClr val="black"/>
                </a:solidFill>
                <a:latin typeface="微软雅黑" panose="020B0503020204020204" pitchFamily="34" charset="-122"/>
                <a:ea typeface="微软雅黑" panose="020B0503020204020204" pitchFamily="34" charset="-122"/>
              </a:rPr>
              <a:t>生成式</a:t>
            </a:r>
            <a:r>
              <a:rPr lang="en-US" altLang="zh-CN" sz="2458" dirty="0">
                <a:solidFill>
                  <a:prstClr val="black"/>
                </a:solidFill>
                <a:latin typeface="微软雅黑" panose="020B0503020204020204" pitchFamily="34" charset="-122"/>
                <a:ea typeface="微软雅黑" panose="020B0503020204020204" pitchFamily="34" charset="-122"/>
              </a:rPr>
              <a:t>AI</a:t>
            </a:r>
            <a:r>
              <a:rPr lang="zh-CN" altLang="en-US" sz="2458" dirty="0">
                <a:solidFill>
                  <a:prstClr val="black"/>
                </a:solidFill>
                <a:latin typeface="微软雅黑" panose="020B0503020204020204" pitchFamily="34" charset="-122"/>
                <a:ea typeface="微软雅黑" panose="020B0503020204020204" pitchFamily="34" charset="-122"/>
              </a:rPr>
              <a:t>会对人类的未来带来威胁（正方）</a:t>
            </a:r>
            <a:endParaRPr lang="en-US" altLang="zh-CN" sz="2458" dirty="0">
              <a:solidFill>
                <a:prstClr val="black"/>
              </a:solidFill>
              <a:latin typeface="微软雅黑" panose="020B0503020204020204" pitchFamily="34" charset="-122"/>
              <a:ea typeface="微软雅黑" panose="020B0503020204020204" pitchFamily="34" charset="-122"/>
            </a:endParaRPr>
          </a:p>
          <a:p>
            <a:pPr marL="0" indent="0" defTabSz="1053595">
              <a:lnSpc>
                <a:spcPct val="150000"/>
              </a:lnSpc>
              <a:buNone/>
            </a:pPr>
            <a:r>
              <a:rPr lang="en-US" altLang="zh-CN" sz="2458" dirty="0">
                <a:solidFill>
                  <a:prstClr val="black"/>
                </a:solidFill>
                <a:latin typeface="微软雅黑" panose="020B0503020204020204" pitchFamily="34" charset="-122"/>
                <a:ea typeface="微软雅黑" panose="020B0503020204020204" pitchFamily="34" charset="-122"/>
              </a:rPr>
              <a:t>6.3</a:t>
            </a:r>
            <a:r>
              <a:rPr lang="zh-CN" altLang="en-US" sz="2458" dirty="0">
                <a:solidFill>
                  <a:prstClr val="black"/>
                </a:solidFill>
                <a:latin typeface="微软雅黑" panose="020B0503020204020204" pitchFamily="34" charset="-122"/>
                <a:ea typeface="微软雅黑" panose="020B0503020204020204" pitchFamily="34" charset="-122"/>
              </a:rPr>
              <a:t>生成式</a:t>
            </a:r>
            <a:r>
              <a:rPr lang="en-US" altLang="zh-CN" sz="2458" dirty="0">
                <a:solidFill>
                  <a:prstClr val="black"/>
                </a:solidFill>
                <a:latin typeface="微软雅黑" panose="020B0503020204020204" pitchFamily="34" charset="-122"/>
                <a:ea typeface="微软雅黑" panose="020B0503020204020204" pitchFamily="34" charset="-122"/>
              </a:rPr>
              <a:t>AI</a:t>
            </a:r>
            <a:r>
              <a:rPr lang="zh-CN" altLang="en-US" sz="2458" dirty="0">
                <a:solidFill>
                  <a:prstClr val="black"/>
                </a:solidFill>
                <a:latin typeface="微软雅黑" panose="020B0503020204020204" pitchFamily="34" charset="-122"/>
                <a:ea typeface="微软雅黑" panose="020B0503020204020204" pitchFamily="34" charset="-122"/>
              </a:rPr>
              <a:t>不会对人类的未来带来威胁（反方）</a:t>
            </a:r>
            <a:endParaRPr lang="en-US" altLang="zh-CN" sz="2458" dirty="0">
              <a:solidFill>
                <a:prstClr val="black"/>
              </a:solidFill>
              <a:latin typeface="微软雅黑" panose="020B0503020204020204" pitchFamily="34" charset="-122"/>
              <a:ea typeface="微软雅黑" panose="020B0503020204020204" pitchFamily="34" charset="-122"/>
            </a:endParaRPr>
          </a:p>
          <a:p>
            <a:pPr marL="0" indent="0" defTabSz="1053595">
              <a:lnSpc>
                <a:spcPct val="150000"/>
              </a:lnSpc>
              <a:buNone/>
            </a:pPr>
            <a:endParaRPr lang="zh-CN" altLang="en-US" sz="2458" dirty="0">
              <a:solidFill>
                <a:prstClr val="black"/>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defTabSz="1078694"/>
            <a:fld id="{C5C1623C-0059-494E-B184-63915177A0C5}" type="slidenum">
              <a:rPr lang="zh-CN" altLang="en-US">
                <a:solidFill>
                  <a:prstClr val="black">
                    <a:tint val="75000"/>
                  </a:prstClr>
                </a:solidFill>
                <a:latin typeface="Calibri"/>
                <a:ea typeface="宋体" panose="02010600030101010101" pitchFamily="2" charset="-122"/>
              </a:rPr>
              <a:pPr defTabSz="1078694"/>
              <a:t>2</a:t>
            </a:fld>
            <a:endParaRPr lang="zh-CN" altLang="en-US">
              <a:solidFill>
                <a:prstClr val="black">
                  <a:tint val="75000"/>
                </a:prstClr>
              </a:solidFill>
              <a:latin typeface="Calibri"/>
              <a:ea typeface="宋体" panose="02010600030101010101" pitchFamily="2" charset="-122"/>
            </a:endParaRPr>
          </a:p>
        </p:txBody>
      </p:sp>
    </p:spTree>
    <p:extLst>
      <p:ext uri="{BB962C8B-B14F-4D97-AF65-F5344CB8AC3E}">
        <p14:creationId xmlns:p14="http://schemas.microsoft.com/office/powerpoint/2010/main" val="3099711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6180" y="1511518"/>
            <a:ext cx="11014767" cy="4525963"/>
          </a:xfrm>
        </p:spPr>
        <p:txBody>
          <a:bodyPr>
            <a:normAutofit/>
          </a:bodyPr>
          <a:lstStyle/>
          <a:p>
            <a:pPr marL="0" indent="0">
              <a:buNone/>
            </a:pPr>
            <a:r>
              <a:rPr lang="zh-CN" altLang="en-US" sz="2458" b="1" dirty="0">
                <a:latin typeface="+mn-ea"/>
              </a:rPr>
              <a:t>什么是生成式</a:t>
            </a:r>
            <a:r>
              <a:rPr lang="en-US" altLang="zh-CN" sz="2458" b="1" dirty="0">
                <a:latin typeface="+mn-ea"/>
              </a:rPr>
              <a:t>AI</a:t>
            </a:r>
            <a:r>
              <a:rPr lang="zh-CN" altLang="en-US" sz="2458" b="1" dirty="0">
                <a:latin typeface="+mn-ea"/>
              </a:rPr>
              <a:t>？</a:t>
            </a:r>
            <a:endParaRPr lang="en-US" altLang="zh-CN" sz="2458" b="1" dirty="0">
              <a:latin typeface="+mn-ea"/>
            </a:endParaRPr>
          </a:p>
          <a:p>
            <a:pPr marL="0" indent="0">
              <a:buNone/>
            </a:pPr>
            <a:r>
              <a:rPr lang="zh-CN" altLang="en-US" sz="1800" b="1" i="0" dirty="0">
                <a:effectLst/>
                <a:latin typeface="+mn-ea"/>
              </a:rPr>
              <a:t>亚马逊</a:t>
            </a:r>
            <a:endParaRPr lang="en-US" altLang="zh-CN" sz="1800" b="1" i="0" dirty="0">
              <a:effectLst/>
              <a:latin typeface="+mn-ea"/>
            </a:endParaRPr>
          </a:p>
          <a:p>
            <a:pPr marL="0" indent="0">
              <a:buNone/>
            </a:pPr>
            <a:r>
              <a:rPr lang="zh-CN" altLang="en-US" sz="1400" b="0" i="0" dirty="0">
                <a:effectLst/>
                <a:latin typeface="+mn-ea"/>
              </a:rPr>
              <a:t>生成式人工智能是一种可用于创建新的内容和想法（包括对话、故事、图像、视频和音乐）的人工智能。</a:t>
            </a:r>
            <a:endParaRPr lang="en-US" altLang="zh-CN" sz="1400" b="0" i="0" dirty="0">
              <a:effectLst/>
              <a:latin typeface="+mn-ea"/>
            </a:endParaRPr>
          </a:p>
          <a:p>
            <a:pPr marL="0" indent="0">
              <a:buNone/>
            </a:pPr>
            <a:r>
              <a:rPr lang="zh-CN" altLang="en-US" sz="1400" b="0" i="0" dirty="0">
                <a:effectLst/>
                <a:latin typeface="+mn-ea"/>
              </a:rPr>
              <a:t>生成式人工智能可以重复使用训练数据来解决新问题。例如，学习英语词汇并根据其处理的字词创作一首诗。可以将生成式人工智能用于各种用途，例如聊天机器人、媒体创作以及产品开发和设计。</a:t>
            </a:r>
            <a:endParaRPr lang="en-US" altLang="zh-CN" sz="1400" b="0" i="0" dirty="0">
              <a:effectLst/>
              <a:latin typeface="+mn-ea"/>
            </a:endParaRPr>
          </a:p>
          <a:p>
            <a:pPr marL="0" indent="0">
              <a:buNone/>
            </a:pPr>
            <a:endParaRPr lang="en-US" altLang="zh-CN" sz="1400" b="0" i="0" dirty="0">
              <a:effectLst/>
              <a:latin typeface="+mn-ea"/>
            </a:endParaRPr>
          </a:p>
          <a:p>
            <a:pPr marL="0" indent="0">
              <a:buNone/>
            </a:pPr>
            <a:r>
              <a:rPr lang="en-US" altLang="zh-CN" sz="1800" b="1" dirty="0">
                <a:latin typeface="+mn-ea"/>
              </a:rPr>
              <a:t>RedHat</a:t>
            </a:r>
          </a:p>
          <a:p>
            <a:pPr marL="0" indent="0">
              <a:buNone/>
            </a:pPr>
            <a:r>
              <a:rPr lang="zh-CN" altLang="en-US" sz="1400" b="0" i="0" dirty="0">
                <a:effectLst/>
                <a:latin typeface="+mn-ea"/>
              </a:rPr>
              <a:t>生成式 </a:t>
            </a:r>
            <a:r>
              <a:rPr lang="en-US" altLang="zh-CN" sz="1400" b="0" i="0" dirty="0">
                <a:effectLst/>
                <a:latin typeface="+mn-ea"/>
              </a:rPr>
              <a:t>AI </a:t>
            </a:r>
            <a:r>
              <a:rPr lang="zh-CN" altLang="en-US" sz="1400" b="0" i="0" dirty="0">
                <a:effectLst/>
                <a:latin typeface="+mn-ea"/>
              </a:rPr>
              <a:t>是一种人工智能技术，依赖基于大数据集训练的深度学习模型来创建新内容。生成式 </a:t>
            </a:r>
            <a:r>
              <a:rPr lang="en-US" altLang="zh-CN" sz="1400" b="0" i="0" dirty="0">
                <a:effectLst/>
                <a:latin typeface="+mn-ea"/>
              </a:rPr>
              <a:t>AI </a:t>
            </a:r>
            <a:r>
              <a:rPr lang="zh-CN" altLang="en-US" sz="1400" b="0" i="0" dirty="0">
                <a:effectLst/>
                <a:latin typeface="+mn-ea"/>
              </a:rPr>
              <a:t>模型用于生成新数据，与用于根据差异对数据分类的判别式 </a:t>
            </a:r>
            <a:r>
              <a:rPr lang="en-US" altLang="zh-CN" sz="1400" b="0" i="0" dirty="0">
                <a:effectLst/>
                <a:latin typeface="+mn-ea"/>
              </a:rPr>
              <a:t>AI </a:t>
            </a:r>
            <a:r>
              <a:rPr lang="zh-CN" altLang="en-US" sz="1400" b="0" i="0" dirty="0">
                <a:effectLst/>
                <a:latin typeface="+mn-ea"/>
              </a:rPr>
              <a:t>模型截然不同。如今，人们常使用生成式 </a:t>
            </a:r>
            <a:r>
              <a:rPr lang="en-US" altLang="zh-CN" sz="1400" b="0" i="0" dirty="0">
                <a:effectLst/>
                <a:latin typeface="+mn-ea"/>
              </a:rPr>
              <a:t>AI </a:t>
            </a:r>
            <a:r>
              <a:rPr lang="zh-CN" altLang="en-US" sz="1400" b="0" i="0" dirty="0">
                <a:effectLst/>
                <a:latin typeface="+mn-ea"/>
              </a:rPr>
              <a:t>应用来生成文字、图片和代码等。生成式 </a:t>
            </a:r>
            <a:r>
              <a:rPr lang="en-US" altLang="zh-CN" sz="1400" b="0" i="0" dirty="0">
                <a:effectLst/>
                <a:latin typeface="+mn-ea"/>
              </a:rPr>
              <a:t>AI </a:t>
            </a:r>
            <a:r>
              <a:rPr lang="zh-CN" altLang="en-US" sz="1400" b="0" i="0" dirty="0">
                <a:effectLst/>
                <a:latin typeface="+mn-ea"/>
              </a:rPr>
              <a:t>的常见用例包括聊天机器人、图像创建和编辑、软件代码辅助和科学研究等。</a:t>
            </a:r>
          </a:p>
          <a:p>
            <a:pPr marL="0" indent="0">
              <a:buNone/>
            </a:pPr>
            <a:r>
              <a:rPr lang="zh-CN" altLang="en-US" sz="1400" b="0" i="0" dirty="0">
                <a:effectLst/>
                <a:latin typeface="+mn-ea"/>
              </a:rPr>
              <a:t>人们在许多专业领域都开始应用了生成式 </a:t>
            </a:r>
            <a:r>
              <a:rPr lang="en-US" altLang="zh-CN" sz="1400" b="0" i="0" dirty="0">
                <a:effectLst/>
                <a:latin typeface="+mn-ea"/>
              </a:rPr>
              <a:t>AI</a:t>
            </a:r>
            <a:r>
              <a:rPr lang="zh-CN" altLang="en-US" sz="1400" b="0" i="0" dirty="0">
                <a:effectLst/>
                <a:latin typeface="+mn-ea"/>
              </a:rPr>
              <a:t>，以快速地可视化呈现创意，高效地处理枯燥而耗时的任务。在医学研究和产品设计等新兴领域，生成式 </a:t>
            </a:r>
            <a:r>
              <a:rPr lang="en-US" altLang="zh-CN" sz="1400" b="0" i="0" dirty="0">
                <a:effectLst/>
                <a:latin typeface="+mn-ea"/>
              </a:rPr>
              <a:t>AI </a:t>
            </a:r>
            <a:r>
              <a:rPr lang="zh-CN" altLang="en-US" sz="1400" b="0" i="0" dirty="0">
                <a:effectLst/>
                <a:latin typeface="+mn-ea"/>
              </a:rPr>
              <a:t>有望帮助专业人士更好地完成工作，显著改善人们的生活质量。但人工智能也会带来新的风险，用户应该了解并努力减轻这些风险。</a:t>
            </a:r>
          </a:p>
          <a:p>
            <a:pPr marL="0" indent="0">
              <a:buNone/>
            </a:pPr>
            <a:r>
              <a:rPr lang="zh-CN" altLang="en-US" sz="1400" b="0" i="0" dirty="0">
                <a:effectLst/>
                <a:latin typeface="+mn-ea"/>
              </a:rPr>
              <a:t>近年来业界涌现了许多知名的生成式 </a:t>
            </a:r>
            <a:r>
              <a:rPr lang="en-US" altLang="zh-CN" sz="1400" b="0" i="0" dirty="0">
                <a:effectLst/>
                <a:latin typeface="+mn-ea"/>
              </a:rPr>
              <a:t>AI </a:t>
            </a:r>
            <a:r>
              <a:rPr lang="zh-CN" altLang="en-US" sz="1400" b="0" i="0" dirty="0">
                <a:effectLst/>
                <a:latin typeface="+mn-ea"/>
              </a:rPr>
              <a:t>应用，其中包括 </a:t>
            </a:r>
            <a:r>
              <a:rPr lang="en-US" altLang="zh-CN" sz="1400" b="0" i="0" dirty="0" err="1">
                <a:effectLst/>
                <a:latin typeface="+mn-ea"/>
              </a:rPr>
              <a:t>OpenAI</a:t>
            </a:r>
            <a:r>
              <a:rPr lang="en-US" altLang="zh-CN" sz="1400" b="0" i="0" dirty="0">
                <a:effectLst/>
                <a:latin typeface="+mn-ea"/>
              </a:rPr>
              <a:t> </a:t>
            </a:r>
            <a:r>
              <a:rPr lang="zh-CN" altLang="en-US" sz="1400" b="0" i="0" dirty="0">
                <a:effectLst/>
                <a:latin typeface="+mn-ea"/>
              </a:rPr>
              <a:t>的 </a:t>
            </a:r>
            <a:r>
              <a:rPr lang="en-US" altLang="zh-CN" sz="1400" b="0" i="0" dirty="0" err="1">
                <a:effectLst/>
                <a:latin typeface="+mn-ea"/>
              </a:rPr>
              <a:t>ChatGPT</a:t>
            </a:r>
            <a:r>
              <a:rPr lang="zh-CN" altLang="en-US" sz="1400" dirty="0">
                <a:latin typeface="+mn-ea"/>
              </a:rPr>
              <a:t>、</a:t>
            </a:r>
            <a:r>
              <a:rPr lang="en-US" altLang="zh-CN" sz="1400" dirty="0">
                <a:latin typeface="+mn-ea"/>
              </a:rPr>
              <a:t>Sora </a:t>
            </a:r>
            <a:r>
              <a:rPr lang="zh-CN" altLang="en-US" sz="1400" b="0" i="0" dirty="0">
                <a:effectLst/>
                <a:latin typeface="+mn-ea"/>
              </a:rPr>
              <a:t>和 </a:t>
            </a:r>
            <a:r>
              <a:rPr lang="en-US" altLang="zh-CN" sz="1400" b="0" i="0" dirty="0">
                <a:effectLst/>
                <a:latin typeface="+mn-ea"/>
              </a:rPr>
              <a:t>DALL-E</a:t>
            </a:r>
            <a:r>
              <a:rPr lang="zh-CN" altLang="en-US" sz="1400" b="0" i="0" dirty="0">
                <a:effectLst/>
                <a:latin typeface="+mn-ea"/>
              </a:rPr>
              <a:t>、</a:t>
            </a:r>
            <a:r>
              <a:rPr lang="en-US" altLang="zh-CN" sz="1400" b="0" i="0" dirty="0">
                <a:effectLst/>
                <a:latin typeface="+mn-ea"/>
              </a:rPr>
              <a:t>GitHub </a:t>
            </a:r>
            <a:r>
              <a:rPr lang="en-US" altLang="zh-CN" sz="1400" b="0" i="0" dirty="0" err="1">
                <a:effectLst/>
                <a:latin typeface="+mn-ea"/>
              </a:rPr>
              <a:t>CoPilot</a:t>
            </a:r>
            <a:r>
              <a:rPr lang="zh-CN" altLang="en-US" sz="1400" b="0" i="0" dirty="0">
                <a:effectLst/>
                <a:latin typeface="+mn-ea"/>
              </a:rPr>
              <a:t>、微软的 </a:t>
            </a:r>
            <a:r>
              <a:rPr lang="en-US" altLang="zh-CN" sz="1400" b="0" i="0" dirty="0">
                <a:effectLst/>
                <a:latin typeface="+mn-ea"/>
              </a:rPr>
              <a:t>Bing Chat</a:t>
            </a:r>
            <a:r>
              <a:rPr lang="zh-CN" altLang="en-US" sz="1400" b="0" i="0" dirty="0">
                <a:effectLst/>
                <a:latin typeface="+mn-ea"/>
              </a:rPr>
              <a:t>、谷歌的 </a:t>
            </a:r>
            <a:r>
              <a:rPr lang="en-US" altLang="zh-CN" sz="1400" b="0" i="0" dirty="0">
                <a:effectLst/>
                <a:latin typeface="+mn-ea"/>
              </a:rPr>
              <a:t>Bard</a:t>
            </a:r>
            <a:r>
              <a:rPr lang="zh-CN" altLang="en-US" sz="1400" b="0" i="0" dirty="0">
                <a:effectLst/>
                <a:latin typeface="+mn-ea"/>
              </a:rPr>
              <a:t>、</a:t>
            </a:r>
            <a:r>
              <a:rPr lang="en-US" altLang="zh-CN" sz="1400" b="0" i="0" dirty="0" err="1">
                <a:effectLst/>
                <a:latin typeface="+mn-ea"/>
              </a:rPr>
              <a:t>Midjourney</a:t>
            </a:r>
            <a:r>
              <a:rPr lang="zh-CN" altLang="en-US" sz="1400" b="0" i="0" dirty="0">
                <a:effectLst/>
                <a:latin typeface="+mn-ea"/>
              </a:rPr>
              <a:t>，以及 </a:t>
            </a:r>
            <a:r>
              <a:rPr lang="en-US" altLang="zh-CN" sz="1400" b="0" i="0" dirty="0">
                <a:effectLst/>
                <a:latin typeface="+mn-ea"/>
              </a:rPr>
              <a:t>Stable Diffusion </a:t>
            </a:r>
            <a:r>
              <a:rPr lang="zh-CN" altLang="en-US" sz="1400" b="0" i="0" dirty="0">
                <a:effectLst/>
                <a:latin typeface="+mn-ea"/>
              </a:rPr>
              <a:t>和 </a:t>
            </a:r>
            <a:r>
              <a:rPr lang="en-US" altLang="zh-CN" sz="1400" b="0" i="0" dirty="0">
                <a:effectLst/>
                <a:latin typeface="+mn-ea"/>
              </a:rPr>
              <a:t>Adobe Firefly</a:t>
            </a:r>
            <a:r>
              <a:rPr lang="zh-CN" altLang="en-US" sz="1400" b="0" i="0" dirty="0">
                <a:effectLst/>
                <a:latin typeface="+mn-ea"/>
              </a:rPr>
              <a:t>。</a:t>
            </a:r>
          </a:p>
          <a:p>
            <a:endParaRPr lang="en-US" altLang="zh-CN" sz="1100" b="0" i="0" dirty="0">
              <a:effectLst/>
              <a:latin typeface="+mn-ea"/>
            </a:endParaRPr>
          </a:p>
        </p:txBody>
      </p:sp>
      <p:sp>
        <p:nvSpPr>
          <p:cNvPr id="4" name="标题 1"/>
          <p:cNvSpPr>
            <a:spLocks noGrp="1"/>
          </p:cNvSpPr>
          <p:nvPr>
            <p:ph type="title"/>
          </p:nvPr>
        </p:nvSpPr>
        <p:spPr>
          <a:xfrm>
            <a:off x="686181" y="46289"/>
            <a:ext cx="10819642" cy="1142999"/>
          </a:xfrm>
        </p:spPr>
        <p:txBody>
          <a:bodyPr>
            <a:normAutofit/>
          </a:bodyPr>
          <a:lstStyle/>
          <a:p>
            <a:pPr algn="l"/>
            <a:r>
              <a:rPr lang="en-US" altLang="zh-CN" sz="4097" b="1" dirty="0">
                <a:solidFill>
                  <a:schemeClr val="bg1"/>
                </a:solidFill>
              </a:rPr>
              <a:t>6.1 </a:t>
            </a:r>
            <a:r>
              <a:rPr lang="zh-CN" altLang="en-US" sz="4097" b="1" dirty="0">
                <a:solidFill>
                  <a:schemeClr val="bg1"/>
                </a:solidFill>
              </a:rPr>
              <a:t>生成式</a:t>
            </a:r>
            <a:r>
              <a:rPr lang="en-US" altLang="zh-CN" sz="4097" b="1" dirty="0">
                <a:solidFill>
                  <a:schemeClr val="bg1"/>
                </a:solidFill>
              </a:rPr>
              <a:t>AI</a:t>
            </a:r>
            <a:r>
              <a:rPr lang="zh-CN" altLang="en-US" sz="4097" b="1" dirty="0">
                <a:solidFill>
                  <a:schemeClr val="bg1"/>
                </a:solidFill>
              </a:rPr>
              <a:t>的定义</a:t>
            </a:r>
          </a:p>
        </p:txBody>
      </p:sp>
      <p:sp>
        <p:nvSpPr>
          <p:cNvPr id="2" name="灯片编号占位符 1"/>
          <p:cNvSpPr>
            <a:spLocks noGrp="1"/>
          </p:cNvSpPr>
          <p:nvPr>
            <p:ph type="sldNum" sz="quarter" idx="12"/>
          </p:nvPr>
        </p:nvSpPr>
        <p:spPr/>
        <p:txBody>
          <a:bodyPr/>
          <a:lstStyle/>
          <a:p>
            <a:pPr defTabSz="1078694"/>
            <a:fld id="{C5C1623C-0059-494E-B184-63915177A0C5}" type="slidenum">
              <a:rPr lang="zh-CN" altLang="en-US">
                <a:solidFill>
                  <a:prstClr val="black">
                    <a:tint val="75000"/>
                  </a:prstClr>
                </a:solidFill>
                <a:latin typeface="Calibri"/>
                <a:ea typeface="宋体" panose="02010600030101010101" pitchFamily="2" charset="-122"/>
              </a:rPr>
              <a:pPr defTabSz="1078694"/>
              <a:t>3</a:t>
            </a:fld>
            <a:endParaRPr lang="zh-CN" altLang="en-US">
              <a:solidFill>
                <a:prstClr val="black">
                  <a:tint val="75000"/>
                </a:prstClr>
              </a:solidFill>
              <a:latin typeface="Calibri"/>
              <a:ea typeface="宋体" panose="02010600030101010101" pitchFamily="2" charset="-122"/>
            </a:endParaRPr>
          </a:p>
        </p:txBody>
      </p:sp>
    </p:spTree>
    <p:extLst>
      <p:ext uri="{BB962C8B-B14F-4D97-AF65-F5344CB8AC3E}">
        <p14:creationId xmlns:p14="http://schemas.microsoft.com/office/powerpoint/2010/main" val="2282947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6180" y="1511518"/>
            <a:ext cx="11014767" cy="4525963"/>
          </a:xfrm>
        </p:spPr>
        <p:txBody>
          <a:bodyPr>
            <a:normAutofit/>
          </a:bodyPr>
          <a:lstStyle/>
          <a:p>
            <a:pPr marL="0" indent="0">
              <a:buNone/>
            </a:pPr>
            <a:r>
              <a:rPr lang="zh-CN" altLang="en-US" sz="2458" b="1" dirty="0">
                <a:latin typeface="+mn-ea"/>
              </a:rPr>
              <a:t>生成式</a:t>
            </a:r>
            <a:r>
              <a:rPr lang="en-US" altLang="zh-CN" sz="2458" b="1" dirty="0">
                <a:latin typeface="+mn-ea"/>
              </a:rPr>
              <a:t>AI</a:t>
            </a:r>
            <a:r>
              <a:rPr lang="zh-CN" altLang="en-US" sz="2458" b="1" dirty="0">
                <a:latin typeface="+mn-ea"/>
              </a:rPr>
              <a:t>的工作原理</a:t>
            </a:r>
            <a:endParaRPr lang="en-US" altLang="zh-CN" sz="2458" b="1" dirty="0">
              <a:latin typeface="+mn-ea"/>
            </a:endParaRPr>
          </a:p>
          <a:p>
            <a:pPr marL="0" indent="0">
              <a:buNone/>
            </a:pPr>
            <a:r>
              <a:rPr lang="zh-CN" altLang="en-US" sz="1400" b="0" i="0" dirty="0">
                <a:effectLst/>
                <a:latin typeface="+mn-ea"/>
              </a:rPr>
              <a:t>利用受人类大脑神经元启发而开发的神经网络，从现有数据中学习模式和特征。然后，这些模型可以生成与所学模式相符的新数据。例如，基于一组图像训练的生成式 </a:t>
            </a:r>
            <a:r>
              <a:rPr lang="en-US" altLang="zh-CN" sz="1400" b="0" i="0" dirty="0">
                <a:effectLst/>
                <a:latin typeface="+mn-ea"/>
              </a:rPr>
              <a:t>AI </a:t>
            </a:r>
            <a:r>
              <a:rPr lang="zh-CN" altLang="en-US" sz="1400" b="0" i="0" dirty="0">
                <a:effectLst/>
                <a:latin typeface="+mn-ea"/>
              </a:rPr>
              <a:t>模型可以创建出看起来与训练时所用图像相似的新图像。这类似于语言模型根据上下文中提供的单词便可生成洋洋洒洒的文本一样。</a:t>
            </a:r>
            <a:endParaRPr lang="en-US" altLang="zh-CN" sz="1400" b="0" i="0" dirty="0">
              <a:effectLst/>
              <a:latin typeface="+mn-ea"/>
            </a:endParaRPr>
          </a:p>
          <a:p>
            <a:pPr marL="0" indent="0">
              <a:buNone/>
            </a:pPr>
            <a:endParaRPr lang="en-US" altLang="zh-CN" sz="800" b="0" i="0" dirty="0">
              <a:effectLst/>
              <a:latin typeface="+mn-ea"/>
            </a:endParaRPr>
          </a:p>
          <a:p>
            <a:pPr marL="0" marR="0" lvl="0" indent="0" algn="l" defTabSz="1078694"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2458"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生成式</a:t>
            </a:r>
            <a:r>
              <a:rPr kumimoji="0" lang="en-US" altLang="zh-CN" sz="2458"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AI</a:t>
            </a:r>
            <a:r>
              <a:rPr kumimoji="0" lang="zh-CN" altLang="en-US" sz="2458"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的</a:t>
            </a:r>
            <a:r>
              <a:rPr lang="zh-CN" altLang="en-US" sz="2458" b="1" dirty="0">
                <a:solidFill>
                  <a:prstClr val="black"/>
                </a:solidFill>
                <a:latin typeface="宋体" panose="02010600030101010101" pitchFamily="2" charset="-122"/>
                <a:ea typeface="宋体" panose="02010600030101010101" pitchFamily="2" charset="-122"/>
              </a:rPr>
              <a:t>优势</a:t>
            </a:r>
            <a:endParaRPr kumimoji="0" lang="en-US" altLang="zh-CN" sz="2458"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R="0" lvl="0" algn="l" defTabSz="1078694"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通过</a:t>
            </a:r>
            <a:r>
              <a:rPr kumimoji="0" lang="zh-CN" altLang="en-US" sz="1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内容创建</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自动化，企业和个人能够大规模制作高质量的定制内容。这已经在各个领域产生了很大影响，尤其是广告、营销、娱乐和媒体制作领域，优势更为明显。</a:t>
            </a:r>
            <a:endPar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R="0" lvl="0" algn="l" defTabSz="1078694"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生成式 </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AI </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可以作为艺术家、设计师、作家、建筑师和其他创作者的</a:t>
            </a:r>
            <a:r>
              <a:rPr kumimoji="0" lang="zh-CN" altLang="en-US" sz="1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灵感工具</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，助力他们探索新的可能性、产生新的想法，并在创意工作中不断突破自我。</a:t>
            </a:r>
            <a:endPar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R="0" lvl="0" algn="l" defTabSz="1078694"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生成式 </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AI </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模型可用于需要提供新解决方案或想法的</a:t>
            </a:r>
            <a:r>
              <a:rPr kumimoji="0" lang="zh-CN" altLang="en-US" sz="1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解决问题型的任务</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，也可用于分析数据以改进决策。例如，在产品设计中，由 </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AI </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支持的系统可以根据具体的约束和要求生成新的原型或优化现有设计。针对研发方面的实际应用可能是革命性的。在几秒钟内总结复杂信息的能力对解决问题有着广泛的益处。</a:t>
            </a:r>
            <a:endPar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R="0" lvl="0" algn="l" defTabSz="1078694"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对于开发人员来说，生成式 </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AI </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可以</a:t>
            </a:r>
            <a:r>
              <a:rPr kumimoji="0" lang="zh-CN" altLang="en-US" sz="1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简化</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代码的编写、检查、实施和优化的过程。</a:t>
            </a:r>
            <a:endPar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R="0" lvl="0" algn="l" defTabSz="1078694"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对于面向消费者的企业来说，由生成式 </a:t>
            </a:r>
            <a:r>
              <a:rPr kumimoji="0" lang="en-US" altLang="zh-CN"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AI </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支持的聊天机器人和虚拟助手有助于他们提供</a:t>
            </a:r>
            <a:r>
              <a:rPr kumimoji="0" lang="zh-CN" altLang="en-US" sz="1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更好的客户支持体验</a:t>
            </a:r>
            <a:r>
              <a:rPr kumimoji="0" lang="zh-CN" altLang="en-US" sz="1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，缩短响应时间，减轻资源负担。</a:t>
            </a:r>
            <a:endParaRPr lang="en-US" altLang="zh-CN" sz="1400" b="0" i="0" dirty="0">
              <a:effectLst/>
              <a:latin typeface="+mn-ea"/>
            </a:endParaRPr>
          </a:p>
        </p:txBody>
      </p:sp>
      <p:sp>
        <p:nvSpPr>
          <p:cNvPr id="4" name="标题 1"/>
          <p:cNvSpPr>
            <a:spLocks noGrp="1"/>
          </p:cNvSpPr>
          <p:nvPr>
            <p:ph type="title"/>
          </p:nvPr>
        </p:nvSpPr>
        <p:spPr>
          <a:xfrm>
            <a:off x="686181" y="46289"/>
            <a:ext cx="10819642" cy="1142999"/>
          </a:xfrm>
        </p:spPr>
        <p:txBody>
          <a:bodyPr>
            <a:normAutofit/>
          </a:bodyPr>
          <a:lstStyle/>
          <a:p>
            <a:pPr algn="l"/>
            <a:r>
              <a:rPr lang="en-US" altLang="zh-CN" sz="4097" b="1" dirty="0">
                <a:solidFill>
                  <a:schemeClr val="bg1"/>
                </a:solidFill>
              </a:rPr>
              <a:t>6.1 </a:t>
            </a:r>
            <a:r>
              <a:rPr lang="zh-CN" altLang="en-US" sz="4097" b="1" dirty="0">
                <a:solidFill>
                  <a:schemeClr val="bg1"/>
                </a:solidFill>
              </a:rPr>
              <a:t>生成式</a:t>
            </a:r>
            <a:r>
              <a:rPr lang="en-US" altLang="zh-CN" sz="4097" b="1" dirty="0">
                <a:solidFill>
                  <a:schemeClr val="bg1"/>
                </a:solidFill>
              </a:rPr>
              <a:t>AI</a:t>
            </a:r>
            <a:r>
              <a:rPr lang="zh-CN" altLang="en-US" sz="4097" b="1" dirty="0">
                <a:solidFill>
                  <a:schemeClr val="bg1"/>
                </a:solidFill>
              </a:rPr>
              <a:t>的定义</a:t>
            </a:r>
          </a:p>
        </p:txBody>
      </p:sp>
      <p:sp>
        <p:nvSpPr>
          <p:cNvPr id="2" name="灯片编号占位符 1"/>
          <p:cNvSpPr>
            <a:spLocks noGrp="1"/>
          </p:cNvSpPr>
          <p:nvPr>
            <p:ph type="sldNum" sz="quarter" idx="12"/>
          </p:nvPr>
        </p:nvSpPr>
        <p:spPr/>
        <p:txBody>
          <a:bodyPr/>
          <a:lstStyle/>
          <a:p>
            <a:pPr defTabSz="1078694"/>
            <a:fld id="{C5C1623C-0059-494E-B184-63915177A0C5}" type="slidenum">
              <a:rPr lang="zh-CN" altLang="en-US">
                <a:solidFill>
                  <a:prstClr val="black">
                    <a:tint val="75000"/>
                  </a:prstClr>
                </a:solidFill>
                <a:latin typeface="Calibri"/>
                <a:ea typeface="宋体" panose="02010600030101010101" pitchFamily="2" charset="-122"/>
              </a:rPr>
              <a:pPr defTabSz="1078694"/>
              <a:t>4</a:t>
            </a:fld>
            <a:endParaRPr lang="zh-CN" altLang="en-US">
              <a:solidFill>
                <a:prstClr val="black">
                  <a:tint val="75000"/>
                </a:prstClr>
              </a:solidFill>
              <a:latin typeface="Calibri"/>
              <a:ea typeface="宋体" panose="02010600030101010101" pitchFamily="2" charset="-122"/>
            </a:endParaRPr>
          </a:p>
        </p:txBody>
      </p:sp>
    </p:spTree>
    <p:extLst>
      <p:ext uri="{BB962C8B-B14F-4D97-AF65-F5344CB8AC3E}">
        <p14:creationId xmlns:p14="http://schemas.microsoft.com/office/powerpoint/2010/main" val="3451467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6180" y="1511518"/>
            <a:ext cx="11014767" cy="4525963"/>
          </a:xfrm>
        </p:spPr>
        <p:txBody>
          <a:bodyPr>
            <a:normAutofit/>
          </a:bodyPr>
          <a:lstStyle/>
          <a:p>
            <a:pPr marL="0" indent="0">
              <a:buNone/>
            </a:pPr>
            <a:r>
              <a:rPr lang="zh-CN" altLang="en-US" sz="2458" b="1" dirty="0">
                <a:latin typeface="+mn-ea"/>
              </a:rPr>
              <a:t>生成式</a:t>
            </a:r>
            <a:r>
              <a:rPr lang="en-US" altLang="zh-CN" sz="2458" b="1" dirty="0">
                <a:latin typeface="+mn-ea"/>
              </a:rPr>
              <a:t>AI</a:t>
            </a:r>
            <a:r>
              <a:rPr lang="zh-CN" altLang="en-US" sz="2458" b="1" dirty="0">
                <a:latin typeface="+mn-ea"/>
              </a:rPr>
              <a:t>的用例</a:t>
            </a:r>
            <a:endParaRPr lang="en-US" altLang="zh-CN" sz="2458" b="1" dirty="0">
              <a:latin typeface="+mn-ea"/>
            </a:endParaRPr>
          </a:p>
          <a:p>
            <a:r>
              <a:rPr lang="en-US" altLang="zh-CN" sz="1600" b="1" i="0" dirty="0">
                <a:solidFill>
                  <a:schemeClr val="accent1">
                    <a:lumMod val="75000"/>
                  </a:schemeClr>
                </a:solidFill>
                <a:effectLst/>
                <a:latin typeface="+mn-ea"/>
              </a:rPr>
              <a:t>AI </a:t>
            </a:r>
            <a:r>
              <a:rPr lang="zh-CN" altLang="en-US" sz="1600" b="1" i="0" dirty="0">
                <a:solidFill>
                  <a:schemeClr val="accent1">
                    <a:lumMod val="75000"/>
                  </a:schemeClr>
                </a:solidFill>
                <a:effectLst/>
                <a:latin typeface="+mn-ea"/>
              </a:rPr>
              <a:t>在技术领域的应用</a:t>
            </a:r>
            <a:r>
              <a:rPr lang="zh-CN" altLang="en-US" sz="1600" b="0" i="0" dirty="0">
                <a:effectLst/>
                <a:latin typeface="+mn-ea"/>
              </a:rPr>
              <a:t>：生成式 </a:t>
            </a:r>
            <a:r>
              <a:rPr lang="en-US" altLang="zh-CN" sz="1600" b="0" i="0" dirty="0">
                <a:effectLst/>
                <a:latin typeface="+mn-ea"/>
              </a:rPr>
              <a:t>AI </a:t>
            </a:r>
            <a:r>
              <a:rPr lang="zh-CN" altLang="en-US" sz="1600" b="0" i="0" dirty="0">
                <a:effectLst/>
                <a:latin typeface="+mn-ea"/>
              </a:rPr>
              <a:t>可以通过交互式支持和知识库帮助技术组织提升客户体验和服务，通过编写代码和建模试验来加速产品研发，以及使用 </a:t>
            </a:r>
            <a:r>
              <a:rPr lang="en-US" altLang="zh-CN" sz="1600" b="0" i="0" dirty="0">
                <a:effectLst/>
                <a:latin typeface="+mn-ea"/>
              </a:rPr>
              <a:t>AI </a:t>
            </a:r>
            <a:r>
              <a:rPr lang="zh-CN" altLang="en-US" sz="1600" b="0" i="0" dirty="0">
                <a:effectLst/>
                <a:latin typeface="+mn-ea"/>
              </a:rPr>
              <a:t>驱动的助手重新定义员工工作流，帮助快速合成和提取信息。</a:t>
            </a:r>
            <a:endParaRPr lang="en-US" altLang="zh-CN" sz="1600" b="0" i="0" dirty="0">
              <a:effectLst/>
              <a:latin typeface="+mn-ea"/>
            </a:endParaRPr>
          </a:p>
          <a:p>
            <a:endParaRPr lang="zh-CN" altLang="en-US" sz="800" b="0" i="0" dirty="0">
              <a:effectLst/>
              <a:latin typeface="+mn-ea"/>
            </a:endParaRPr>
          </a:p>
          <a:p>
            <a:r>
              <a:rPr lang="en-US" altLang="zh-CN" sz="1600" b="1" i="0" dirty="0">
                <a:solidFill>
                  <a:schemeClr val="accent1">
                    <a:lumMod val="75000"/>
                  </a:schemeClr>
                </a:solidFill>
                <a:effectLst/>
                <a:latin typeface="+mn-ea"/>
              </a:rPr>
              <a:t>AI </a:t>
            </a:r>
            <a:r>
              <a:rPr lang="zh-CN" altLang="en-US" sz="1600" b="1" i="0" dirty="0">
                <a:solidFill>
                  <a:schemeClr val="accent1">
                    <a:lumMod val="75000"/>
                  </a:schemeClr>
                </a:solidFill>
                <a:effectLst/>
                <a:latin typeface="+mn-ea"/>
              </a:rPr>
              <a:t>在政府机构中的应用</a:t>
            </a:r>
            <a:r>
              <a:rPr lang="zh-CN" altLang="en-US" sz="1600" b="0" i="0" dirty="0">
                <a:effectLst/>
                <a:latin typeface="+mn-ea"/>
              </a:rPr>
              <a:t>：国家和地方政府机构都在考虑如何利用生成式 </a:t>
            </a:r>
            <a:r>
              <a:rPr lang="en-US" altLang="zh-CN" sz="1600" b="0" i="0" dirty="0">
                <a:effectLst/>
                <a:latin typeface="+mn-ea"/>
              </a:rPr>
              <a:t>AI </a:t>
            </a:r>
            <a:r>
              <a:rPr lang="zh-CN" altLang="en-US" sz="1600" b="0" i="0" dirty="0">
                <a:effectLst/>
                <a:latin typeface="+mn-ea"/>
              </a:rPr>
              <a:t>打造更具个性化且高度相关的公共服务，提供更准确的调查和情报分析，让员工实现更高的工作效率，简化选民的数字体验等等。</a:t>
            </a:r>
            <a:endParaRPr lang="en-US" altLang="zh-CN" sz="1600" b="0" i="0" dirty="0">
              <a:effectLst/>
              <a:latin typeface="+mn-ea"/>
            </a:endParaRPr>
          </a:p>
          <a:p>
            <a:endParaRPr lang="zh-CN" altLang="en-US" sz="800" b="0" i="0" dirty="0">
              <a:effectLst/>
              <a:latin typeface="+mn-ea"/>
            </a:endParaRPr>
          </a:p>
          <a:p>
            <a:r>
              <a:rPr lang="en-US" altLang="zh-CN" sz="1600" b="1" i="0" dirty="0">
                <a:solidFill>
                  <a:schemeClr val="accent1">
                    <a:lumMod val="75000"/>
                  </a:schemeClr>
                </a:solidFill>
                <a:effectLst/>
                <a:latin typeface="+mn-ea"/>
              </a:rPr>
              <a:t>AI </a:t>
            </a:r>
            <a:r>
              <a:rPr lang="zh-CN" altLang="en-US" sz="1600" b="1" i="0" dirty="0">
                <a:solidFill>
                  <a:schemeClr val="accent1">
                    <a:lumMod val="75000"/>
                  </a:schemeClr>
                </a:solidFill>
                <a:effectLst/>
                <a:latin typeface="+mn-ea"/>
              </a:rPr>
              <a:t>在金融服务领域的应用</a:t>
            </a:r>
            <a:r>
              <a:rPr lang="zh-CN" altLang="en-US" sz="1600" b="0" i="0" dirty="0">
                <a:effectLst/>
                <a:latin typeface="+mn-ea"/>
              </a:rPr>
              <a:t>：银行、保险公司、财富管理公司、信贷机构和其他金融机构可以利用生成式 </a:t>
            </a:r>
            <a:r>
              <a:rPr lang="en-US" altLang="zh-CN" sz="1600" b="0" i="0" dirty="0">
                <a:effectLst/>
                <a:latin typeface="+mn-ea"/>
              </a:rPr>
              <a:t>AI </a:t>
            </a:r>
            <a:r>
              <a:rPr lang="zh-CN" altLang="en-US" sz="1600" b="0" i="0" dirty="0">
                <a:effectLst/>
                <a:latin typeface="+mn-ea"/>
              </a:rPr>
              <a:t>来打造影响营收的创新型客户体验，例如零售银行业务助手、自助服务客户聊天机器人、虚拟财务顾问、贷款助手等。生成式 </a:t>
            </a:r>
            <a:r>
              <a:rPr lang="en-US" altLang="zh-CN" sz="1600" b="0" i="0" dirty="0">
                <a:effectLst/>
                <a:latin typeface="+mn-ea"/>
              </a:rPr>
              <a:t>AI </a:t>
            </a:r>
            <a:r>
              <a:rPr lang="zh-CN" altLang="en-US" sz="1600" b="0" i="0" dirty="0">
                <a:effectLst/>
                <a:latin typeface="+mn-ea"/>
              </a:rPr>
              <a:t>还可以提高员工查找相关信息的能力，从而加快他们的工作流。无论是欺诈检测、风险管理、市场研究还是销售和交易，由 </a:t>
            </a:r>
            <a:r>
              <a:rPr lang="en-US" altLang="zh-CN" sz="1600" b="0" i="0" dirty="0">
                <a:effectLst/>
                <a:latin typeface="+mn-ea"/>
              </a:rPr>
              <a:t>AI </a:t>
            </a:r>
            <a:r>
              <a:rPr lang="zh-CN" altLang="en-US" sz="1600" b="0" i="0" dirty="0">
                <a:effectLst/>
                <a:latin typeface="+mn-ea"/>
              </a:rPr>
              <a:t>驱动的助手都可以帮助减少花在手动任务上的时间并加速决策。</a:t>
            </a:r>
            <a:endParaRPr lang="en-US" altLang="zh-CN" sz="1600" b="0" i="0" dirty="0">
              <a:effectLst/>
              <a:latin typeface="+mn-ea"/>
            </a:endParaRPr>
          </a:p>
          <a:p>
            <a:endParaRPr lang="zh-CN" altLang="en-US" sz="800" b="0" i="0" dirty="0">
              <a:effectLst/>
              <a:latin typeface="+mn-ea"/>
            </a:endParaRPr>
          </a:p>
          <a:p>
            <a:r>
              <a:rPr lang="en-US" altLang="zh-CN" sz="1600" b="1" i="0" dirty="0">
                <a:solidFill>
                  <a:schemeClr val="accent1">
                    <a:lumMod val="75000"/>
                  </a:schemeClr>
                </a:solidFill>
                <a:effectLst/>
                <a:latin typeface="+mn-ea"/>
              </a:rPr>
              <a:t>AI </a:t>
            </a:r>
            <a:r>
              <a:rPr lang="zh-CN" altLang="en-US" sz="1600" b="1" i="0" dirty="0">
                <a:solidFill>
                  <a:schemeClr val="accent1">
                    <a:lumMod val="75000"/>
                  </a:schemeClr>
                </a:solidFill>
                <a:effectLst/>
                <a:latin typeface="+mn-ea"/>
              </a:rPr>
              <a:t>在广告和营销领域的应用</a:t>
            </a:r>
            <a:r>
              <a:rPr lang="zh-CN" altLang="en-US" sz="1600" b="0" i="0" dirty="0">
                <a:effectLst/>
                <a:latin typeface="+mn-ea"/>
              </a:rPr>
              <a:t>：生成式 </a:t>
            </a:r>
            <a:r>
              <a:rPr lang="en-US" altLang="zh-CN" sz="1600" b="0" i="0" dirty="0">
                <a:effectLst/>
                <a:latin typeface="+mn-ea"/>
              </a:rPr>
              <a:t>AI </a:t>
            </a:r>
            <a:r>
              <a:rPr lang="zh-CN" altLang="en-US" sz="1600" b="0" i="0" dirty="0">
                <a:effectLst/>
                <a:latin typeface="+mn-ea"/>
              </a:rPr>
              <a:t>可为广告和营销活动、社交媒体帖文、产品描述、品牌宣传材料、营销电子邮件、个性化推荐以及许多其他有针对性的营销、追加销售和交叉销售策略提供自动化、低成本的内容。基于消费者数据和分析制作量身定制的内容，生成式 </a:t>
            </a:r>
            <a:r>
              <a:rPr lang="en-US" altLang="zh-CN" sz="1600" b="0" i="0" dirty="0">
                <a:effectLst/>
                <a:latin typeface="+mn-ea"/>
              </a:rPr>
              <a:t>AI </a:t>
            </a:r>
            <a:r>
              <a:rPr lang="zh-CN" altLang="en-US" sz="1600" b="0" i="0" dirty="0">
                <a:effectLst/>
                <a:latin typeface="+mn-ea"/>
              </a:rPr>
              <a:t>可以提高客户参与度和转化率。它还可以使用数据对客户进行细分，以预测目标群体对活动的反应。</a:t>
            </a:r>
            <a:endParaRPr lang="en-US" altLang="zh-CN" sz="1600" b="0" i="0" dirty="0">
              <a:effectLst/>
              <a:latin typeface="+mn-ea"/>
            </a:endParaRPr>
          </a:p>
        </p:txBody>
      </p:sp>
      <p:sp>
        <p:nvSpPr>
          <p:cNvPr id="4" name="标题 1"/>
          <p:cNvSpPr>
            <a:spLocks noGrp="1"/>
          </p:cNvSpPr>
          <p:nvPr>
            <p:ph type="title"/>
          </p:nvPr>
        </p:nvSpPr>
        <p:spPr>
          <a:xfrm>
            <a:off x="686181" y="46289"/>
            <a:ext cx="10819642" cy="1142999"/>
          </a:xfrm>
        </p:spPr>
        <p:txBody>
          <a:bodyPr>
            <a:normAutofit/>
          </a:bodyPr>
          <a:lstStyle/>
          <a:p>
            <a:pPr algn="l"/>
            <a:r>
              <a:rPr lang="en-US" altLang="zh-CN" sz="4097" b="1" dirty="0">
                <a:solidFill>
                  <a:schemeClr val="bg1"/>
                </a:solidFill>
              </a:rPr>
              <a:t>6.1 </a:t>
            </a:r>
            <a:r>
              <a:rPr lang="zh-CN" altLang="en-US" sz="4097" b="1" dirty="0">
                <a:solidFill>
                  <a:schemeClr val="bg1"/>
                </a:solidFill>
              </a:rPr>
              <a:t>生成式</a:t>
            </a:r>
            <a:r>
              <a:rPr lang="en-US" altLang="zh-CN" sz="4097" b="1" dirty="0">
                <a:solidFill>
                  <a:schemeClr val="bg1"/>
                </a:solidFill>
              </a:rPr>
              <a:t>AI</a:t>
            </a:r>
            <a:r>
              <a:rPr lang="zh-CN" altLang="en-US" sz="4097" b="1" dirty="0">
                <a:solidFill>
                  <a:schemeClr val="bg1"/>
                </a:solidFill>
              </a:rPr>
              <a:t>的定义</a:t>
            </a:r>
          </a:p>
        </p:txBody>
      </p:sp>
      <p:sp>
        <p:nvSpPr>
          <p:cNvPr id="2" name="灯片编号占位符 1"/>
          <p:cNvSpPr>
            <a:spLocks noGrp="1"/>
          </p:cNvSpPr>
          <p:nvPr>
            <p:ph type="sldNum" sz="quarter" idx="12"/>
          </p:nvPr>
        </p:nvSpPr>
        <p:spPr/>
        <p:txBody>
          <a:bodyPr/>
          <a:lstStyle/>
          <a:p>
            <a:pPr defTabSz="1078694"/>
            <a:fld id="{C5C1623C-0059-494E-B184-63915177A0C5}" type="slidenum">
              <a:rPr lang="zh-CN" altLang="en-US">
                <a:solidFill>
                  <a:prstClr val="black">
                    <a:tint val="75000"/>
                  </a:prstClr>
                </a:solidFill>
                <a:latin typeface="Calibri"/>
                <a:ea typeface="宋体" panose="02010600030101010101" pitchFamily="2" charset="-122"/>
              </a:rPr>
              <a:pPr defTabSz="1078694"/>
              <a:t>5</a:t>
            </a:fld>
            <a:endParaRPr lang="zh-CN" altLang="en-US">
              <a:solidFill>
                <a:prstClr val="black">
                  <a:tint val="75000"/>
                </a:prstClr>
              </a:solidFill>
              <a:latin typeface="Calibri"/>
              <a:ea typeface="宋体" panose="02010600030101010101" pitchFamily="2" charset="-122"/>
            </a:endParaRPr>
          </a:p>
        </p:txBody>
      </p:sp>
    </p:spTree>
    <p:extLst>
      <p:ext uri="{BB962C8B-B14F-4D97-AF65-F5344CB8AC3E}">
        <p14:creationId xmlns:p14="http://schemas.microsoft.com/office/powerpoint/2010/main" val="3759496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6180" y="1511518"/>
            <a:ext cx="11014767" cy="4525963"/>
          </a:xfrm>
        </p:spPr>
        <p:txBody>
          <a:bodyPr>
            <a:normAutofit/>
          </a:bodyPr>
          <a:lstStyle/>
          <a:p>
            <a:pPr marL="0" indent="0">
              <a:buNone/>
            </a:pPr>
            <a:r>
              <a:rPr lang="zh-CN" altLang="en-US" sz="2458" b="1" dirty="0">
                <a:latin typeface="+mn-ea"/>
              </a:rPr>
              <a:t>生成式</a:t>
            </a:r>
            <a:r>
              <a:rPr lang="en-US" altLang="zh-CN" sz="2458" b="1" dirty="0">
                <a:latin typeface="+mn-ea"/>
              </a:rPr>
              <a:t>AI</a:t>
            </a:r>
            <a:r>
              <a:rPr lang="zh-CN" altLang="en-US" sz="2458" b="1" dirty="0">
                <a:latin typeface="+mn-ea"/>
              </a:rPr>
              <a:t>的用例</a:t>
            </a:r>
            <a:endParaRPr lang="en-US" altLang="zh-CN" sz="2458" b="1" dirty="0">
              <a:latin typeface="+mn-ea"/>
            </a:endParaRPr>
          </a:p>
          <a:p>
            <a:r>
              <a:rPr lang="en-US" altLang="zh-CN" sz="1600" b="1" i="0" dirty="0">
                <a:solidFill>
                  <a:schemeClr val="accent1">
                    <a:lumMod val="75000"/>
                  </a:schemeClr>
                </a:solidFill>
                <a:effectLst/>
                <a:latin typeface="+mn-ea"/>
              </a:rPr>
              <a:t>AI </a:t>
            </a:r>
            <a:r>
              <a:rPr lang="zh-CN" altLang="en-US" sz="1600" b="1" i="0" dirty="0">
                <a:solidFill>
                  <a:schemeClr val="accent1">
                    <a:lumMod val="75000"/>
                  </a:schemeClr>
                </a:solidFill>
                <a:effectLst/>
                <a:latin typeface="+mn-ea"/>
              </a:rPr>
              <a:t>在医疗保健领域的应用</a:t>
            </a:r>
            <a:r>
              <a:rPr lang="zh-CN" altLang="en-US" sz="1600" b="0" i="0" dirty="0">
                <a:effectLst/>
                <a:latin typeface="+mn-ea"/>
              </a:rPr>
              <a:t>：生成式 </a:t>
            </a:r>
            <a:r>
              <a:rPr lang="en-US" altLang="zh-CN" sz="1600" b="0" i="0" dirty="0">
                <a:effectLst/>
                <a:latin typeface="+mn-ea"/>
              </a:rPr>
              <a:t>AI </a:t>
            </a:r>
            <a:r>
              <a:rPr lang="zh-CN" altLang="en-US" sz="1600" b="0" i="0" dirty="0">
                <a:effectLst/>
                <a:latin typeface="+mn-ea"/>
              </a:rPr>
              <a:t>模型可帮助进行医学图像分析、疾病诊断、识别药物相互作用和加速药物发现，从而节省时间和资源。通过生成合成医学数据，模型可帮助扩充有限的数据集，并提高诊断系统的准确性。</a:t>
            </a:r>
            <a:endParaRPr lang="en-US" altLang="zh-CN" sz="1600" b="0" i="0" dirty="0">
              <a:effectLst/>
              <a:latin typeface="+mn-ea"/>
            </a:endParaRPr>
          </a:p>
          <a:p>
            <a:endParaRPr lang="zh-CN" altLang="en-US" sz="800" b="0" i="0" dirty="0">
              <a:effectLst/>
              <a:latin typeface="+mn-ea"/>
            </a:endParaRPr>
          </a:p>
          <a:p>
            <a:r>
              <a:rPr lang="en-US" altLang="zh-CN" sz="1600" b="1" i="0" dirty="0">
                <a:solidFill>
                  <a:schemeClr val="accent1">
                    <a:lumMod val="75000"/>
                  </a:schemeClr>
                </a:solidFill>
                <a:effectLst/>
                <a:latin typeface="+mn-ea"/>
              </a:rPr>
              <a:t>AI </a:t>
            </a:r>
            <a:r>
              <a:rPr lang="zh-CN" altLang="en-US" sz="1600" b="1" i="0" dirty="0">
                <a:solidFill>
                  <a:schemeClr val="accent1">
                    <a:lumMod val="75000"/>
                  </a:schemeClr>
                </a:solidFill>
                <a:effectLst/>
                <a:latin typeface="+mn-ea"/>
              </a:rPr>
              <a:t>在汽车和制造业领域的应用</a:t>
            </a:r>
            <a:r>
              <a:rPr lang="zh-CN" altLang="en-US" sz="1600" b="0" i="0" dirty="0">
                <a:effectLst/>
                <a:latin typeface="+mn-ea"/>
              </a:rPr>
              <a:t>：借助生成式 </a:t>
            </a:r>
            <a:r>
              <a:rPr lang="en-US" altLang="zh-CN" sz="1600" b="0" i="0" dirty="0">
                <a:effectLst/>
                <a:latin typeface="+mn-ea"/>
              </a:rPr>
              <a:t>AI</a:t>
            </a:r>
            <a:r>
              <a:rPr lang="zh-CN" altLang="en-US" sz="1600" b="0" i="0" dirty="0">
                <a:effectLst/>
                <a:latin typeface="+mn-ea"/>
              </a:rPr>
              <a:t>，汽车和制造公司能够提供相关工具包，用于简化员工运营工作，例如识别运营技术问题，管理交互式供应链，使用数字孪生进行预测性维护，或者为任何业务部门提供相关的虚拟助手。组织还可以考虑开发交互式数字手册、自助聊天机器人、辅助产品配置器等，以提升客户体验和留存率。</a:t>
            </a:r>
            <a:endParaRPr lang="en-US" altLang="zh-CN" sz="1600" b="0" i="0" dirty="0">
              <a:effectLst/>
              <a:latin typeface="+mn-ea"/>
            </a:endParaRPr>
          </a:p>
          <a:p>
            <a:endParaRPr lang="zh-CN" altLang="en-US" sz="800" b="0" i="0" dirty="0">
              <a:effectLst/>
              <a:latin typeface="+mn-ea"/>
            </a:endParaRPr>
          </a:p>
          <a:p>
            <a:r>
              <a:rPr lang="en-US" altLang="zh-CN" sz="1600" b="1" i="0" dirty="0">
                <a:solidFill>
                  <a:schemeClr val="accent1">
                    <a:lumMod val="75000"/>
                  </a:schemeClr>
                </a:solidFill>
                <a:effectLst/>
                <a:latin typeface="+mn-ea"/>
              </a:rPr>
              <a:t>AI </a:t>
            </a:r>
            <a:r>
              <a:rPr lang="zh-CN" altLang="en-US" sz="1600" b="1" i="0" dirty="0">
                <a:solidFill>
                  <a:schemeClr val="accent1">
                    <a:lumMod val="75000"/>
                  </a:schemeClr>
                </a:solidFill>
                <a:effectLst/>
                <a:latin typeface="+mn-ea"/>
              </a:rPr>
              <a:t>在艺术和媒体领域的应用</a:t>
            </a:r>
            <a:r>
              <a:rPr lang="zh-CN" altLang="en-US" sz="1600" b="0" i="0" dirty="0">
                <a:effectLst/>
                <a:latin typeface="+mn-ea"/>
              </a:rPr>
              <a:t>：与其他任何领域相比，生成式 </a:t>
            </a:r>
            <a:r>
              <a:rPr lang="en-US" altLang="zh-CN" sz="1600" b="0" i="0" dirty="0">
                <a:effectLst/>
                <a:latin typeface="+mn-ea"/>
              </a:rPr>
              <a:t>AI </a:t>
            </a:r>
            <a:r>
              <a:rPr lang="zh-CN" altLang="en-US" sz="1600" b="0" i="0" dirty="0">
                <a:effectLst/>
                <a:latin typeface="+mn-ea"/>
              </a:rPr>
              <a:t>或许更能为创意领域带来彻底改变。它可以帮助艺术家和设计师更快地生成独一无二的作品，帮助音乐家谱写新的旋律，帮助游戏设计师渲染全新的世界，以及帮助电影制作人生成视觉效果和逼真的动画。电影和媒体公司也能以更经济地方式制作内容，例如使用原演员的声音将作品翻译成不同的语言。</a:t>
            </a:r>
            <a:endParaRPr lang="en-US" altLang="zh-CN" sz="1600" b="0" i="0" dirty="0">
              <a:effectLst/>
              <a:latin typeface="+mn-ea"/>
            </a:endParaRPr>
          </a:p>
          <a:p>
            <a:endParaRPr lang="zh-CN" altLang="en-US" sz="800" b="0" i="0" dirty="0">
              <a:effectLst/>
              <a:latin typeface="+mn-ea"/>
            </a:endParaRPr>
          </a:p>
          <a:p>
            <a:r>
              <a:rPr lang="en-US" altLang="zh-CN" sz="1600" b="1" i="0" dirty="0">
                <a:solidFill>
                  <a:schemeClr val="accent1">
                    <a:lumMod val="75000"/>
                  </a:schemeClr>
                </a:solidFill>
                <a:effectLst/>
                <a:latin typeface="+mn-ea"/>
              </a:rPr>
              <a:t>AI </a:t>
            </a:r>
            <a:r>
              <a:rPr lang="zh-CN" altLang="en-US" sz="1600" b="1" i="0" dirty="0">
                <a:solidFill>
                  <a:schemeClr val="accent1">
                    <a:lumMod val="75000"/>
                  </a:schemeClr>
                </a:solidFill>
                <a:effectLst/>
                <a:latin typeface="+mn-ea"/>
              </a:rPr>
              <a:t>在电子商务和零售业领域的应用</a:t>
            </a:r>
            <a:r>
              <a:rPr lang="zh-CN" altLang="en-US" sz="1600" b="0" i="0" dirty="0">
                <a:effectLst/>
                <a:latin typeface="+mn-ea"/>
              </a:rPr>
              <a:t>：生成式 </a:t>
            </a:r>
            <a:r>
              <a:rPr lang="en-US" altLang="zh-CN" sz="1600" b="0" i="0" dirty="0">
                <a:effectLst/>
                <a:latin typeface="+mn-ea"/>
              </a:rPr>
              <a:t>AI </a:t>
            </a:r>
            <a:r>
              <a:rPr lang="zh-CN" altLang="en-US" sz="1600" b="0" i="0" dirty="0">
                <a:effectLst/>
                <a:latin typeface="+mn-ea"/>
              </a:rPr>
              <a:t>可以利用购物者的购买模式推荐新产品，并创建更顺畅的购物流程，从而帮助电子商务企业为购物者提供更具个性化的购买体验。对于零售商和电子商务企业来说，无论从更直观的浏览到使用聊天机器人支持的 </a:t>
            </a:r>
            <a:r>
              <a:rPr lang="en-US" altLang="zh-CN" sz="1600" b="0" i="0" dirty="0">
                <a:effectLst/>
                <a:latin typeface="+mn-ea"/>
              </a:rPr>
              <a:t>AI </a:t>
            </a:r>
            <a:r>
              <a:rPr lang="zh-CN" altLang="en-US" sz="1600" b="0" i="0" dirty="0">
                <a:effectLst/>
                <a:latin typeface="+mn-ea"/>
              </a:rPr>
              <a:t>客户服务功能，以及 </a:t>
            </a:r>
            <a:r>
              <a:rPr lang="en-US" altLang="zh-CN" sz="1600" b="0" i="0" dirty="0">
                <a:effectLst/>
                <a:latin typeface="+mn-ea"/>
              </a:rPr>
              <a:t>AI </a:t>
            </a:r>
            <a:r>
              <a:rPr lang="zh-CN" altLang="en-US" sz="1600" b="0" i="0" dirty="0">
                <a:effectLst/>
                <a:latin typeface="+mn-ea"/>
              </a:rPr>
              <a:t>常见问题解答板块，</a:t>
            </a:r>
            <a:r>
              <a:rPr lang="en-US" altLang="zh-CN" sz="1600" b="0" i="0" dirty="0">
                <a:effectLst/>
                <a:latin typeface="+mn-ea"/>
              </a:rPr>
              <a:t>AI </a:t>
            </a:r>
            <a:r>
              <a:rPr lang="zh-CN" altLang="en-US" sz="1600" b="0" i="0" dirty="0">
                <a:effectLst/>
                <a:latin typeface="+mn-ea"/>
              </a:rPr>
              <a:t>都可以打造更好的用户体验。</a:t>
            </a:r>
            <a:endParaRPr lang="en-US" altLang="zh-CN" sz="1600" b="0" i="0" dirty="0">
              <a:effectLst/>
              <a:latin typeface="+mn-ea"/>
            </a:endParaRPr>
          </a:p>
        </p:txBody>
      </p:sp>
      <p:sp>
        <p:nvSpPr>
          <p:cNvPr id="4" name="标题 1"/>
          <p:cNvSpPr>
            <a:spLocks noGrp="1"/>
          </p:cNvSpPr>
          <p:nvPr>
            <p:ph type="title"/>
          </p:nvPr>
        </p:nvSpPr>
        <p:spPr>
          <a:xfrm>
            <a:off x="686181" y="46289"/>
            <a:ext cx="10819642" cy="1142999"/>
          </a:xfrm>
        </p:spPr>
        <p:txBody>
          <a:bodyPr>
            <a:normAutofit/>
          </a:bodyPr>
          <a:lstStyle/>
          <a:p>
            <a:pPr algn="l"/>
            <a:r>
              <a:rPr lang="en-US" altLang="zh-CN" sz="4097" b="1" dirty="0">
                <a:solidFill>
                  <a:schemeClr val="bg1"/>
                </a:solidFill>
              </a:rPr>
              <a:t>6.1 </a:t>
            </a:r>
            <a:r>
              <a:rPr lang="zh-CN" altLang="en-US" sz="4097" b="1" dirty="0">
                <a:solidFill>
                  <a:schemeClr val="bg1"/>
                </a:solidFill>
              </a:rPr>
              <a:t>生成式</a:t>
            </a:r>
            <a:r>
              <a:rPr lang="en-US" altLang="zh-CN" sz="4097" b="1" dirty="0">
                <a:solidFill>
                  <a:schemeClr val="bg1"/>
                </a:solidFill>
              </a:rPr>
              <a:t>AI</a:t>
            </a:r>
            <a:r>
              <a:rPr lang="zh-CN" altLang="en-US" sz="4097" b="1" dirty="0">
                <a:solidFill>
                  <a:schemeClr val="bg1"/>
                </a:solidFill>
              </a:rPr>
              <a:t>的定义</a:t>
            </a:r>
          </a:p>
        </p:txBody>
      </p:sp>
      <p:sp>
        <p:nvSpPr>
          <p:cNvPr id="2" name="灯片编号占位符 1"/>
          <p:cNvSpPr>
            <a:spLocks noGrp="1"/>
          </p:cNvSpPr>
          <p:nvPr>
            <p:ph type="sldNum" sz="quarter" idx="12"/>
          </p:nvPr>
        </p:nvSpPr>
        <p:spPr/>
        <p:txBody>
          <a:bodyPr/>
          <a:lstStyle/>
          <a:p>
            <a:pPr defTabSz="1078694"/>
            <a:fld id="{C5C1623C-0059-494E-B184-63915177A0C5}" type="slidenum">
              <a:rPr lang="zh-CN" altLang="en-US">
                <a:solidFill>
                  <a:prstClr val="black">
                    <a:tint val="75000"/>
                  </a:prstClr>
                </a:solidFill>
                <a:latin typeface="Calibri"/>
                <a:ea typeface="宋体" panose="02010600030101010101" pitchFamily="2" charset="-122"/>
              </a:rPr>
              <a:pPr defTabSz="1078694"/>
              <a:t>6</a:t>
            </a:fld>
            <a:endParaRPr lang="zh-CN" altLang="en-US">
              <a:solidFill>
                <a:prstClr val="black">
                  <a:tint val="75000"/>
                </a:prstClr>
              </a:solidFill>
              <a:latin typeface="Calibri"/>
              <a:ea typeface="宋体" panose="02010600030101010101" pitchFamily="2" charset="-122"/>
            </a:endParaRPr>
          </a:p>
        </p:txBody>
      </p:sp>
    </p:spTree>
    <p:extLst>
      <p:ext uri="{BB962C8B-B14F-4D97-AF65-F5344CB8AC3E}">
        <p14:creationId xmlns:p14="http://schemas.microsoft.com/office/powerpoint/2010/main" val="2065344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5546" y="1555012"/>
            <a:ext cx="11014767" cy="4525963"/>
          </a:xfrm>
        </p:spPr>
        <p:txBody>
          <a:bodyPr>
            <a:normAutofit/>
          </a:bodyPr>
          <a:lstStyle/>
          <a:p>
            <a:r>
              <a:rPr lang="zh-CN" altLang="en-US" sz="1800" dirty="0">
                <a:latin typeface="+mn-ea"/>
              </a:rPr>
              <a:t>失业问题（与人竞争，</a:t>
            </a:r>
            <a:r>
              <a:rPr lang="en-US" altLang="zh-CN" sz="1800" dirty="0">
                <a:latin typeface="+mn-ea"/>
              </a:rPr>
              <a:t>Sora,</a:t>
            </a:r>
            <a:r>
              <a:rPr lang="zh-CN" altLang="en-US" sz="1800" dirty="0">
                <a:latin typeface="+mn-ea"/>
              </a:rPr>
              <a:t> </a:t>
            </a:r>
            <a:r>
              <a:rPr lang="en-US" altLang="zh-CN" sz="1800" dirty="0">
                <a:latin typeface="+mn-ea"/>
              </a:rPr>
              <a:t>AIGC, </a:t>
            </a:r>
            <a:r>
              <a:rPr lang="en-US" altLang="zh-CN" sz="1800" dirty="0" err="1">
                <a:latin typeface="+mn-ea"/>
              </a:rPr>
              <a:t>ChatGPT</a:t>
            </a:r>
            <a:r>
              <a:rPr lang="zh-CN" altLang="en-US" sz="1800" dirty="0">
                <a:latin typeface="+mn-ea"/>
              </a:rPr>
              <a:t>）</a:t>
            </a:r>
            <a:endParaRPr lang="en-US" altLang="zh-CN" sz="1800" dirty="0">
              <a:latin typeface="+mn-ea"/>
            </a:endParaRPr>
          </a:p>
          <a:p>
            <a:r>
              <a:rPr lang="zh-CN" altLang="en-US" sz="1800" dirty="0">
                <a:latin typeface="+mn-ea"/>
              </a:rPr>
              <a:t>道德问题（使用</a:t>
            </a:r>
            <a:r>
              <a:rPr lang="en-US" altLang="zh-CN" sz="1800" dirty="0" err="1">
                <a:latin typeface="+mn-ea"/>
              </a:rPr>
              <a:t>ChatGPT</a:t>
            </a:r>
            <a:r>
              <a:rPr lang="zh-CN" altLang="en-US" sz="1800" dirty="0">
                <a:latin typeface="+mn-ea"/>
              </a:rPr>
              <a:t>等作弊）</a:t>
            </a:r>
            <a:endParaRPr lang="en-US" altLang="zh-CN" sz="1800" dirty="0">
              <a:latin typeface="+mn-ea"/>
            </a:endParaRPr>
          </a:p>
          <a:p>
            <a:r>
              <a:rPr lang="zh-CN" altLang="en-US" sz="1800" dirty="0">
                <a:latin typeface="+mn-ea"/>
              </a:rPr>
              <a:t>版权问题</a:t>
            </a:r>
            <a:endParaRPr lang="en-US" altLang="zh-CN" sz="1800" dirty="0">
              <a:latin typeface="+mn-ea"/>
            </a:endParaRPr>
          </a:p>
          <a:p>
            <a:r>
              <a:rPr lang="en-US" altLang="zh-CN" sz="1800" dirty="0">
                <a:latin typeface="+mn-ea"/>
              </a:rPr>
              <a:t>LLM</a:t>
            </a:r>
            <a:r>
              <a:rPr lang="zh-CN" altLang="en-US" sz="1800" dirty="0">
                <a:latin typeface="+mn-ea"/>
              </a:rPr>
              <a:t>的十大应用漏洞</a:t>
            </a:r>
            <a:endParaRPr lang="en-US" altLang="zh-CN" sz="1800" dirty="0">
              <a:latin typeface="+mn-ea"/>
            </a:endParaRPr>
          </a:p>
          <a:p>
            <a:r>
              <a:rPr lang="en-US" altLang="zh-CN" sz="1800" dirty="0">
                <a:latin typeface="+mn-ea"/>
              </a:rPr>
              <a:t>Hinton </a:t>
            </a:r>
            <a:r>
              <a:rPr lang="zh-CN" altLang="en-US" sz="1800" dirty="0">
                <a:latin typeface="+mn-ea"/>
              </a:rPr>
              <a:t>：⼈⼯智能会产⽣致命的⾃主武器</a:t>
            </a:r>
            <a:endParaRPr lang="en-US" altLang="zh-CN" sz="1800" dirty="0">
              <a:latin typeface="+mn-ea"/>
            </a:endParaRPr>
          </a:p>
          <a:p>
            <a:r>
              <a:rPr lang="en-US" altLang="zh-CN" sz="1800" dirty="0">
                <a:latin typeface="+mn-ea"/>
              </a:rPr>
              <a:t>LLM</a:t>
            </a:r>
            <a:r>
              <a:rPr lang="zh-CN" altLang="en-US" sz="1800" dirty="0">
                <a:latin typeface="+mn-ea"/>
              </a:rPr>
              <a:t>可能或已经产生意识</a:t>
            </a:r>
            <a:endParaRPr lang="en-US" altLang="zh-CN" sz="1800" dirty="0">
              <a:latin typeface="+mn-ea"/>
            </a:endParaRPr>
          </a:p>
          <a:p>
            <a:r>
              <a:rPr lang="zh-CN" altLang="en-US" sz="1800" dirty="0">
                <a:latin typeface="+mn-ea"/>
              </a:rPr>
              <a:t>生成式</a:t>
            </a:r>
            <a:r>
              <a:rPr lang="en-US" altLang="zh-CN" sz="1800" dirty="0">
                <a:latin typeface="+mn-ea"/>
              </a:rPr>
              <a:t>AI</a:t>
            </a:r>
            <a:r>
              <a:rPr lang="zh-CN" altLang="en-US" sz="1800" dirty="0">
                <a:latin typeface="+mn-ea"/>
              </a:rPr>
              <a:t>可能欺骗人类</a:t>
            </a:r>
            <a:endParaRPr lang="en-US" altLang="zh-CN" sz="1800" dirty="0">
              <a:latin typeface="+mn-ea"/>
            </a:endParaRPr>
          </a:p>
          <a:p>
            <a:r>
              <a:rPr lang="zh-CN" altLang="en-US" sz="1800" dirty="0">
                <a:latin typeface="+mn-ea"/>
              </a:rPr>
              <a:t>可能生成有害内容</a:t>
            </a:r>
            <a:endParaRPr lang="en-US" altLang="zh-CN" sz="1800" dirty="0">
              <a:latin typeface="+mn-ea"/>
            </a:endParaRPr>
          </a:p>
          <a:p>
            <a:r>
              <a:rPr lang="zh-CN" altLang="en-US" sz="1800" dirty="0">
                <a:latin typeface="+mn-ea"/>
              </a:rPr>
              <a:t>可能带来数据隐私问题</a:t>
            </a:r>
            <a:endParaRPr lang="en-US" altLang="zh-CN" sz="1800" dirty="0">
              <a:latin typeface="+mn-ea"/>
            </a:endParaRPr>
          </a:p>
        </p:txBody>
      </p:sp>
      <p:sp>
        <p:nvSpPr>
          <p:cNvPr id="4" name="标题 1"/>
          <p:cNvSpPr>
            <a:spLocks noGrp="1"/>
          </p:cNvSpPr>
          <p:nvPr>
            <p:ph type="title"/>
          </p:nvPr>
        </p:nvSpPr>
        <p:spPr>
          <a:xfrm>
            <a:off x="686181" y="46289"/>
            <a:ext cx="10819642" cy="1142999"/>
          </a:xfrm>
        </p:spPr>
        <p:txBody>
          <a:bodyPr>
            <a:normAutofit/>
          </a:bodyPr>
          <a:lstStyle/>
          <a:p>
            <a:pPr algn="l"/>
            <a:r>
              <a:rPr lang="en-US" altLang="zh-CN" sz="4097" b="1" dirty="0">
                <a:solidFill>
                  <a:schemeClr val="bg1"/>
                </a:solidFill>
              </a:rPr>
              <a:t>6.1 </a:t>
            </a:r>
            <a:r>
              <a:rPr lang="zh-CN" altLang="en-US" sz="4097" b="1" dirty="0">
                <a:solidFill>
                  <a:schemeClr val="bg1"/>
                </a:solidFill>
              </a:rPr>
              <a:t>正方 </a:t>
            </a:r>
            <a:r>
              <a:rPr lang="en-US" altLang="zh-CN" sz="4097" b="1" dirty="0">
                <a:solidFill>
                  <a:schemeClr val="bg1"/>
                </a:solidFill>
              </a:rPr>
              <a:t>vs. </a:t>
            </a:r>
            <a:r>
              <a:rPr lang="zh-CN" altLang="en-US" sz="4097" b="1" dirty="0">
                <a:solidFill>
                  <a:schemeClr val="bg1"/>
                </a:solidFill>
              </a:rPr>
              <a:t>反方</a:t>
            </a:r>
          </a:p>
        </p:txBody>
      </p:sp>
      <p:sp>
        <p:nvSpPr>
          <p:cNvPr id="2" name="灯片编号占位符 1"/>
          <p:cNvSpPr>
            <a:spLocks noGrp="1"/>
          </p:cNvSpPr>
          <p:nvPr>
            <p:ph type="sldNum" sz="quarter" idx="12"/>
          </p:nvPr>
        </p:nvSpPr>
        <p:spPr/>
        <p:txBody>
          <a:bodyPr/>
          <a:lstStyle/>
          <a:p>
            <a:pPr defTabSz="1078694"/>
            <a:fld id="{C5C1623C-0059-494E-B184-63915177A0C5}" type="slidenum">
              <a:rPr lang="zh-CN" altLang="en-US">
                <a:solidFill>
                  <a:prstClr val="black">
                    <a:tint val="75000"/>
                  </a:prstClr>
                </a:solidFill>
                <a:latin typeface="Calibri"/>
                <a:ea typeface="宋体" panose="02010600030101010101" pitchFamily="2" charset="-122"/>
              </a:rPr>
              <a:pPr defTabSz="1078694"/>
              <a:t>7</a:t>
            </a:fld>
            <a:endParaRPr lang="zh-CN" altLang="en-US">
              <a:solidFill>
                <a:prstClr val="black">
                  <a:tint val="75000"/>
                </a:prstClr>
              </a:solidFill>
              <a:latin typeface="Calibri"/>
              <a:ea typeface="宋体" panose="02010600030101010101" pitchFamily="2" charset="-122"/>
            </a:endParaRPr>
          </a:p>
        </p:txBody>
      </p:sp>
      <p:sp>
        <p:nvSpPr>
          <p:cNvPr id="5" name="内容占位符 2">
            <a:extLst>
              <a:ext uri="{FF2B5EF4-FFF2-40B4-BE49-F238E27FC236}">
                <a16:creationId xmlns:a16="http://schemas.microsoft.com/office/drawing/2014/main" id="{31E3A69D-9265-4AAE-AA43-46869D01AF27}"/>
              </a:ext>
            </a:extLst>
          </p:cNvPr>
          <p:cNvSpPr txBox="1">
            <a:spLocks/>
          </p:cNvSpPr>
          <p:nvPr/>
        </p:nvSpPr>
        <p:spPr>
          <a:xfrm>
            <a:off x="6245188" y="1555011"/>
            <a:ext cx="5647912" cy="4525963"/>
          </a:xfrm>
          <a:prstGeom prst="rect">
            <a:avLst/>
          </a:prstGeom>
        </p:spPr>
        <p:txBody>
          <a:bodyPr vert="horz" lIns="52660" tIns="26330" rIns="52660" bIns="26330" rtlCol="0">
            <a:normAutofit/>
          </a:bodyPr>
          <a:lstStyle>
            <a:lvl1pPr marL="404510" indent="-404510" algn="l" defTabSz="1078694" rtl="0" eaLnBrk="1" latinLnBrk="0" hangingPunct="1">
              <a:spcBef>
                <a:spcPct val="20000"/>
              </a:spcBef>
              <a:buFont typeface="Arial" pitchFamily="34" charset="0"/>
              <a:buChar char="•"/>
              <a:defRPr sz="3687" kern="1200">
                <a:solidFill>
                  <a:schemeClr val="tx1"/>
                </a:solidFill>
                <a:latin typeface="+mn-lt"/>
                <a:ea typeface="+mn-ea"/>
                <a:cs typeface="+mn-cs"/>
              </a:defRPr>
            </a:lvl1pPr>
            <a:lvl2pPr marL="876439" indent="-337091" algn="l" defTabSz="1078694" rtl="0" eaLnBrk="1" latinLnBrk="0" hangingPunct="1">
              <a:spcBef>
                <a:spcPct val="20000"/>
              </a:spcBef>
              <a:buFont typeface="Arial" pitchFamily="34" charset="0"/>
              <a:buChar char="–"/>
              <a:defRPr sz="3277" kern="1200">
                <a:solidFill>
                  <a:schemeClr val="tx1"/>
                </a:solidFill>
                <a:latin typeface="+mn-lt"/>
                <a:ea typeface="+mn-ea"/>
                <a:cs typeface="+mn-cs"/>
              </a:defRPr>
            </a:lvl2pPr>
            <a:lvl3pPr marL="1348367" indent="-269674" algn="l" defTabSz="1078694" rtl="0" eaLnBrk="1" latinLnBrk="0" hangingPunct="1">
              <a:spcBef>
                <a:spcPct val="20000"/>
              </a:spcBef>
              <a:buFont typeface="Arial" pitchFamily="34" charset="0"/>
              <a:buChar char="•"/>
              <a:defRPr sz="2868" kern="1200">
                <a:solidFill>
                  <a:schemeClr val="tx1"/>
                </a:solidFill>
                <a:latin typeface="+mn-lt"/>
                <a:ea typeface="+mn-ea"/>
                <a:cs typeface="+mn-cs"/>
              </a:defRPr>
            </a:lvl3pPr>
            <a:lvl4pPr marL="1887713" indent="-269674" algn="l" defTabSz="1078694" rtl="0" eaLnBrk="1" latinLnBrk="0" hangingPunct="1">
              <a:spcBef>
                <a:spcPct val="20000"/>
              </a:spcBef>
              <a:buFont typeface="Arial" pitchFamily="34" charset="0"/>
              <a:buChar char="–"/>
              <a:defRPr sz="2458" kern="1200">
                <a:solidFill>
                  <a:schemeClr val="tx1"/>
                </a:solidFill>
                <a:latin typeface="+mn-lt"/>
                <a:ea typeface="+mn-ea"/>
                <a:cs typeface="+mn-cs"/>
              </a:defRPr>
            </a:lvl4pPr>
            <a:lvl5pPr marL="2427061" indent="-269674" algn="l" defTabSz="1078694" rtl="0" eaLnBrk="1" latinLnBrk="0" hangingPunct="1">
              <a:spcBef>
                <a:spcPct val="20000"/>
              </a:spcBef>
              <a:buFont typeface="Arial" pitchFamily="34" charset="0"/>
              <a:buChar char="»"/>
              <a:defRPr sz="2458" kern="1200">
                <a:solidFill>
                  <a:schemeClr val="tx1"/>
                </a:solidFill>
                <a:latin typeface="+mn-lt"/>
                <a:ea typeface="+mn-ea"/>
                <a:cs typeface="+mn-cs"/>
              </a:defRPr>
            </a:lvl5pPr>
            <a:lvl6pPr marL="2966407" indent="-269674" algn="l" defTabSz="1078694" rtl="0" eaLnBrk="1" latinLnBrk="0" hangingPunct="1">
              <a:spcBef>
                <a:spcPct val="20000"/>
              </a:spcBef>
              <a:buFont typeface="Arial" pitchFamily="34" charset="0"/>
              <a:buChar char="•"/>
              <a:defRPr sz="2458" kern="1200">
                <a:solidFill>
                  <a:schemeClr val="tx1"/>
                </a:solidFill>
                <a:latin typeface="+mn-lt"/>
                <a:ea typeface="+mn-ea"/>
                <a:cs typeface="+mn-cs"/>
              </a:defRPr>
            </a:lvl6pPr>
            <a:lvl7pPr marL="3505755" indent="-269674" algn="l" defTabSz="1078694" rtl="0" eaLnBrk="1" latinLnBrk="0" hangingPunct="1">
              <a:spcBef>
                <a:spcPct val="20000"/>
              </a:spcBef>
              <a:buFont typeface="Arial" pitchFamily="34" charset="0"/>
              <a:buChar char="•"/>
              <a:defRPr sz="2458" kern="1200">
                <a:solidFill>
                  <a:schemeClr val="tx1"/>
                </a:solidFill>
                <a:latin typeface="+mn-lt"/>
                <a:ea typeface="+mn-ea"/>
                <a:cs typeface="+mn-cs"/>
              </a:defRPr>
            </a:lvl7pPr>
            <a:lvl8pPr marL="4045100" indent="-269674" algn="l" defTabSz="1078694" rtl="0" eaLnBrk="1" latinLnBrk="0" hangingPunct="1">
              <a:spcBef>
                <a:spcPct val="20000"/>
              </a:spcBef>
              <a:buFont typeface="Arial" pitchFamily="34" charset="0"/>
              <a:buChar char="•"/>
              <a:defRPr sz="2458" kern="1200">
                <a:solidFill>
                  <a:schemeClr val="tx1"/>
                </a:solidFill>
                <a:latin typeface="+mn-lt"/>
                <a:ea typeface="+mn-ea"/>
                <a:cs typeface="+mn-cs"/>
              </a:defRPr>
            </a:lvl8pPr>
            <a:lvl9pPr marL="4584448" indent="-269674" algn="l" defTabSz="1078694" rtl="0" eaLnBrk="1" latinLnBrk="0" hangingPunct="1">
              <a:spcBef>
                <a:spcPct val="20000"/>
              </a:spcBef>
              <a:buFont typeface="Arial" pitchFamily="34" charset="0"/>
              <a:buChar char="•"/>
              <a:defRPr sz="2458" kern="1200">
                <a:solidFill>
                  <a:schemeClr val="tx1"/>
                </a:solidFill>
                <a:latin typeface="+mn-lt"/>
                <a:ea typeface="+mn-ea"/>
                <a:cs typeface="+mn-cs"/>
              </a:defRPr>
            </a:lvl9pPr>
          </a:lstStyle>
          <a:p>
            <a:r>
              <a:rPr lang="zh-CN" altLang="en-US" sz="1800" dirty="0">
                <a:latin typeface="+mn-ea"/>
              </a:rPr>
              <a:t>带来创新、便利</a:t>
            </a:r>
            <a:endParaRPr lang="en-US" altLang="zh-CN" sz="1800" dirty="0">
              <a:latin typeface="+mn-ea"/>
            </a:endParaRPr>
          </a:p>
          <a:p>
            <a:r>
              <a:rPr lang="zh-CN" altLang="en-US" sz="1800" dirty="0">
                <a:latin typeface="+mn-ea"/>
              </a:rPr>
              <a:t>带来新的工作岗位</a:t>
            </a:r>
            <a:endParaRPr lang="en-US" altLang="zh-CN" sz="1800" dirty="0">
              <a:latin typeface="+mn-ea"/>
            </a:endParaRPr>
          </a:p>
          <a:p>
            <a:r>
              <a:rPr lang="en-US" altLang="zh-CN" sz="1800" dirty="0">
                <a:latin typeface="+mn-ea"/>
              </a:rPr>
              <a:t>AI</a:t>
            </a:r>
            <a:r>
              <a:rPr lang="zh-CN" altLang="en-US" sz="1800" dirty="0">
                <a:latin typeface="+mn-ea"/>
              </a:rPr>
              <a:t>能力不足，不足以造成威胁</a:t>
            </a:r>
            <a:endParaRPr lang="en-US" altLang="zh-CN" sz="1800" dirty="0">
              <a:latin typeface="+mn-ea"/>
            </a:endParaRPr>
          </a:p>
          <a:p>
            <a:r>
              <a:rPr lang="zh-CN" altLang="en-US" sz="1800" dirty="0">
                <a:latin typeface="+mn-ea"/>
              </a:rPr>
              <a:t>资源不足，</a:t>
            </a:r>
            <a:r>
              <a:rPr lang="en-US" altLang="zh-CN" sz="1800" dirty="0">
                <a:latin typeface="+mn-ea"/>
              </a:rPr>
              <a:t>AI</a:t>
            </a:r>
            <a:r>
              <a:rPr lang="zh-CN" altLang="en-US" sz="1800" dirty="0">
                <a:latin typeface="+mn-ea"/>
              </a:rPr>
              <a:t>不会发展到能造成威胁</a:t>
            </a:r>
            <a:endParaRPr lang="en-US" altLang="zh-CN" sz="1800" dirty="0">
              <a:latin typeface="+mn-ea"/>
            </a:endParaRPr>
          </a:p>
          <a:p>
            <a:r>
              <a:rPr lang="zh-CN" altLang="en-US" sz="1800" dirty="0">
                <a:latin typeface="+mn-ea"/>
              </a:rPr>
              <a:t>制定规范，就能防范潜在风险</a:t>
            </a:r>
            <a:endParaRPr lang="en-US" altLang="zh-CN" sz="1800" dirty="0">
              <a:latin typeface="+mn-ea"/>
            </a:endParaRPr>
          </a:p>
          <a:p>
            <a:r>
              <a:rPr lang="en-US" altLang="zh-CN" sz="1800" dirty="0">
                <a:latin typeface="+mn-ea"/>
              </a:rPr>
              <a:t>AI</a:t>
            </a:r>
            <a:r>
              <a:rPr lang="zh-CN" altLang="en-US" sz="1800" dirty="0">
                <a:latin typeface="+mn-ea"/>
              </a:rPr>
              <a:t>可用于检测和防御威胁</a:t>
            </a:r>
            <a:endParaRPr lang="en-US" altLang="zh-CN" sz="1800" dirty="0">
              <a:latin typeface="+mn-ea"/>
            </a:endParaRPr>
          </a:p>
          <a:p>
            <a:r>
              <a:rPr lang="en-US" altLang="zh-CN" sz="1800" dirty="0" err="1">
                <a:latin typeface="+mn-ea"/>
              </a:rPr>
              <a:t>LeCun</a:t>
            </a:r>
            <a:r>
              <a:rPr lang="zh-CN" altLang="en-US" sz="1800" dirty="0">
                <a:latin typeface="+mn-ea"/>
              </a:rPr>
              <a:t>：</a:t>
            </a:r>
            <a:r>
              <a:rPr lang="en-US" altLang="zh-CN" sz="1800" dirty="0" err="1">
                <a:solidFill>
                  <a:srgbClr val="000000"/>
                </a:solidFill>
                <a:latin typeface="+mn-ea"/>
              </a:rPr>
              <a:t>ChatGPT</a:t>
            </a:r>
            <a:r>
              <a:rPr lang="zh-CN" altLang="en-US" sz="1800" dirty="0">
                <a:solidFill>
                  <a:srgbClr val="000000"/>
                </a:solidFill>
                <a:latin typeface="+mn-ea"/>
              </a:rPr>
              <a:t>并没有真正理解现实世界，只是纯粹的文本训练，而人类的大部分知识与文本或语言无关</a:t>
            </a:r>
            <a:endParaRPr lang="en-US" altLang="zh-CN" sz="1800" dirty="0">
              <a:solidFill>
                <a:srgbClr val="000000"/>
              </a:solidFill>
              <a:latin typeface="+mn-ea"/>
            </a:endParaRPr>
          </a:p>
          <a:p>
            <a:r>
              <a:rPr lang="zh-CN" altLang="en-US" sz="1800" dirty="0">
                <a:latin typeface="+mn-ea"/>
              </a:rPr>
              <a:t>生成式人工智能面临的最大威胁是人类不善于正确使用它</a:t>
            </a:r>
          </a:p>
          <a:p>
            <a:pPr marL="0" indent="0">
              <a:buFont typeface="Arial" pitchFamily="34" charset="0"/>
              <a:buNone/>
            </a:pPr>
            <a:endParaRPr lang="en-US" altLang="zh-CN" sz="1800" dirty="0">
              <a:latin typeface="+mn-ea"/>
            </a:endParaRPr>
          </a:p>
        </p:txBody>
      </p:sp>
      <p:cxnSp>
        <p:nvCxnSpPr>
          <p:cNvPr id="7" name="直接连接符 6">
            <a:extLst>
              <a:ext uri="{FF2B5EF4-FFF2-40B4-BE49-F238E27FC236}">
                <a16:creationId xmlns:a16="http://schemas.microsoft.com/office/drawing/2014/main" id="{2CFAA002-B2B4-4C0B-B489-88669DAF5FE7}"/>
              </a:ext>
            </a:extLst>
          </p:cNvPr>
          <p:cNvCxnSpPr>
            <a:cxnSpLocks/>
            <a:endCxn id="3" idx="2"/>
          </p:cNvCxnSpPr>
          <p:nvPr/>
        </p:nvCxnSpPr>
        <p:spPr>
          <a:xfrm>
            <a:off x="5862930" y="1238865"/>
            <a:ext cx="0" cy="484211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014050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1491</Words>
  <Application>Microsoft Office PowerPoint</Application>
  <PresentationFormat>宽屏</PresentationFormat>
  <Paragraphs>75</Paragraphs>
  <Slides>7</Slides>
  <Notes>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vt:i4>
      </vt:variant>
    </vt:vector>
  </HeadingPairs>
  <TitlesOfParts>
    <vt:vector size="13" baseType="lpstr">
      <vt:lpstr>宋体</vt:lpstr>
      <vt:lpstr>微软雅黑</vt:lpstr>
      <vt:lpstr>Arial</vt:lpstr>
      <vt:lpstr>Calibri</vt:lpstr>
      <vt:lpstr>Wingdings</vt:lpstr>
      <vt:lpstr>Office 主题</vt:lpstr>
      <vt:lpstr>讨论课  生成式AI是否会对人类的未来带来威胁</vt:lpstr>
      <vt:lpstr>提纲</vt:lpstr>
      <vt:lpstr>6.1 生成式AI的定义</vt:lpstr>
      <vt:lpstr>6.1 生成式AI的定义</vt:lpstr>
      <vt:lpstr>6.1 生成式AI的定义</vt:lpstr>
      <vt:lpstr>6.1 生成式AI的定义</vt:lpstr>
      <vt:lpstr>6.1 正方 vs. 反方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软件品质、IT的风险及管理</dc:title>
  <dc:creator>vz7519</dc:creator>
  <cp:lastModifiedBy>1gagn 0</cp:lastModifiedBy>
  <cp:revision>14</cp:revision>
  <dcterms:created xsi:type="dcterms:W3CDTF">2021-04-05T14:55:43Z</dcterms:created>
  <dcterms:modified xsi:type="dcterms:W3CDTF">2024-04-22T08:30:20Z</dcterms:modified>
</cp:coreProperties>
</file>