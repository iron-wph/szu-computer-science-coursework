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3" r:id="rId5"/>
    <p:sldId id="259" r:id="rId6"/>
    <p:sldId id="265" r:id="rId7"/>
    <p:sldId id="260" r:id="rId8"/>
    <p:sldId id="269" r:id="rId9"/>
    <p:sldId id="261" r:id="rId10"/>
    <p:sldId id="270" r:id="rId11"/>
    <p:sldId id="262" r:id="rId12"/>
    <p:sldId id="272" r:id="rId13"/>
    <p:sldId id="264" r:id="rId14"/>
    <p:sldId id="267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2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5D2FC-0053-4577-ACDD-60EA0F346624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491A0-CEA7-4147-901F-BFBF3C83F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52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91A0-CEA7-4147-901F-BFBF3C83F82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96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91A0-CEA7-4147-901F-BFBF3C83F8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62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112DD-8981-4E40-9302-39A875E42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04E691-E47B-4088-8596-600412D9C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363C8-D910-4C2F-9D2C-D512D8194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E7EB8-8411-4DF0-A650-C9ABB149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560CFA-35B1-4E84-A482-13A446FF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91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66DF-0970-4B77-B278-BA479BE7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647D9-FA51-4726-B270-AE2D1351D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6E89F-30E7-45CC-8C23-23230F7A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A7232-6B95-4839-A3AB-4FACC0D3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5E0907-0E73-401C-95F2-1F10CCAE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0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5B073-5661-4148-A767-DE2C2D8C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B74A6-FF07-475A-9037-C633B41D2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4049D-E4F6-430F-BF86-5DAD2ED6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98466-FE52-4763-9BDB-94F7F547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69EE32-7834-4B9A-95D2-157BB0EF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88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87D35-DD70-4E6C-BAC5-52B697D8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6E612-C05B-4657-A786-DFA121798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3BAE7E-88A6-4193-9DBD-994F4AFC6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0FC6A-D3C5-4EB0-81BA-2FC4CAC2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05AC99-8DC0-41F9-B9AC-2E2D4B24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7AC9AF-38D4-4011-A829-C2609684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49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A786A-03F2-4BD7-9186-9C6D891A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7EFC5C-03C7-49C8-9971-991DE8F00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C40BA-B388-4594-B3C3-9FD05014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5743FC-05C4-45BE-A874-74D6F1260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68EC56-70FA-4728-A2B1-FEC676634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0754B7-CFA6-4430-AFC5-C69279C2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8F923D-782F-45D2-966A-21F1CC8E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6ABE42-28DE-410E-97AE-E3B1AD08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17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50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73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6FA94-48E5-4408-A84C-478A4A9E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CC83-D2BD-4F08-A8DC-8CA049A13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2455AB-5DD2-477D-9A06-0A6CBEE3E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361608-89FA-4161-B948-A4B680D3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D41081-5947-4DBC-A51B-2E3F99D2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7AE719-44E1-40A6-BB2A-052EEAC8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02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1BEF3-F0AB-4CC6-895D-84627AF2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FEEBE2-AA89-476C-9EB9-6F0DA4CC9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2D65A8-4778-49EA-8EC5-7DD811E90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EB9F7E-E7E1-4077-A124-E471683F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D761B1-5CCE-48EA-A303-83DBE6E1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48356-7AD6-46D8-BA16-11DDEB51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3960B-61E0-46A6-8619-7FAC2E56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AFEC3D-88EF-43A9-9A55-6C9DADB15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259F07-7CCA-4DE1-9F7A-B14B83C1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397DD-D59F-4D52-9614-18FDAE06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35DE5-D2D6-4B93-A630-3B93F49A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60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F9D9BA-E8CB-4D5F-A748-FDA1EFE93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771C70-215C-4A10-BBA8-67DF26CA8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37420-17CA-4FCB-A773-FC9B448D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F871B-594E-4DF1-8B10-6915FE03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2165E-71AD-4CB9-B7D1-85729600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8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16CBF5-3148-4855-80DC-3B040B39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5A26E2-0787-466C-8824-9767451B4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C6DBBD-07AC-4C93-B67A-C4A7EEB7B840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CB6F5C1-A267-4220-9A7E-011DFEC9D91E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8228B81-FC58-4AAD-A68D-C43D2D2BA1EE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BC1BF2F-CE3F-428A-9301-AD5CA752F0AA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57FFC7C-7617-481A-BFA3-E82A9EEAE369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8FEB1F9-55AF-4293-AF93-7601C4AD7B22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743B6497-7E90-4F59-AE6E-2471CAAF3275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D0599C50-3E67-45B2-A5B3-B17A89F2F63A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F9128D3-F57C-4A24-B359-63E24F4CC0D1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332D40A-0FE1-4E50-AE1D-284D2938B898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2CCF84BB-E524-4A74-8992-2C6E53E418FD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CABE5F8-0C5E-4437-9217-2D0073B7AE1A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262B9A3D-95F9-4AFD-83E6-3E0596960004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CEB9BDD-A8A4-46A4-A3E2-985D307D04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4AB31F96-C4FA-4DB7-89CD-196C091D2948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4A532EEA-34DB-4B6A-8758-2A679F300CEE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2946486-57F0-494B-BD81-BA558C5568D2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AFC65EC8-264C-4D22-A363-05FACDE4082A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7CA4D19D-4614-46BE-9A6E-75DAC0210556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DDA05FD5-B222-46BC-865D-9C27F10C5929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92E3D73B-95A3-46A5-ACE9-6EA7A9DFD23B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678ED444-F92B-41A2-A737-2F883A1812CA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FF952589-38C7-4AC5-A415-02A9B03AED3E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7B567DE5-E7F9-43EA-816E-72CD6FA48722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793BAF81-7A78-465A-8C74-8F23EE0D38B3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9ABA7DFC-41D0-4955-A97B-7005B4D10491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5A2A47DF-F3B7-4E61-93C6-253B07420310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6B4C2E1E-AC30-4E1D-956E-479AD90ECECA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6DCC96E-39D1-4B57-A167-9AA8A9BEB388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61C85765-FC37-470C-8849-E2B65CB157CF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64809160-5A80-4ADA-8879-1F70727998E4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8BF8F2FB-CDA9-4679-B9F8-A7F7627A0DF4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5ED4A48C-1C8F-4F5E-A045-21CED012D0BA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159868D8-47BD-4CEE-AB00-71A6C19C59E8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FCEECF7F-6C74-4B10-A099-A764BEE13643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99D81AD3-DAC0-41AE-AB0C-107862285A6B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2012720E-1542-4D40-B1EC-FFF4F21663C8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47B13C56-6140-4AF5-8077-4FF0FF871081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CF396CE8-4AF7-4D4C-956D-C9534941A96B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B8C689D6-B689-4280-8381-209D6367042F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C99D4740-F866-44AB-8800-AFC1CEF66D50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3160C1B4-741A-490C-B563-CA107967B3B6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47994210-767C-45F8-B8B6-36D33B1F235C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AB80CE9C-B445-49F3-B067-6AF2A8E7A8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E3621689-50EF-41C6-8786-C64E61538A5B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6F3D6C57-4152-44C2-8EB4-E951A8443CDA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0A9EEF0C-4ACA-41FA-9B26-B66FFDF1E598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54C43DE5-597E-4040-BE94-652E278E79E5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9B64D178-55E9-4092-B5B3-0F984D682476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82EC6162-5BCE-486D-ADC9-B7ACAA4EEDD0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B6DD090A-F7FF-43CA-8DCF-93B5A5C5D994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C7564C87-458A-48EF-8B4B-474BAA716919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F253B46F-C3E4-454D-8D2F-4FAE4EB3F8FC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7DA68F6B-EBE9-4022-9DEF-E6CAE8F3D838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725C70F8-83C2-43B0-93D7-A8F4EC4300DD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3DADF282-B8B9-477D-9AAD-ED39F38E9587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Oval 59">
              <a:extLst>
                <a:ext uri="{FF2B5EF4-FFF2-40B4-BE49-F238E27FC236}">
                  <a16:creationId xmlns:a16="http://schemas.microsoft.com/office/drawing/2014/main" id="{FB14CEEC-AD36-4FD7-BCDE-1F8C642F3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Oval 60">
              <a:extLst>
                <a:ext uri="{FF2B5EF4-FFF2-40B4-BE49-F238E27FC236}">
                  <a16:creationId xmlns:a16="http://schemas.microsoft.com/office/drawing/2014/main" id="{22CA0FC2-F802-4D9C-AA94-EA15A4194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24070B4C-AE2A-434C-AD45-9874DB718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AC46E7D2-5051-46A9-8FC8-A0782B2E8892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328ABAEC-01B9-4189-A9B8-713DC7C63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24BC99B6-C40B-4965-94A7-E127D8AF6A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B51211BC-2E48-442A-A187-5F2C540E6D8C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1E894441-7C1B-411F-83BD-93CB7830D9A2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95D13EB6-465C-4962-BC80-DD7EE48FDB23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31FE8A95-095B-49D3-A2BD-4A7D7932E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9">
              <a:extLst>
                <a:ext uri="{FF2B5EF4-FFF2-40B4-BE49-F238E27FC236}">
                  <a16:creationId xmlns:a16="http://schemas.microsoft.com/office/drawing/2014/main" id="{A76F9C97-FEC5-42CD-98C5-4F8EF79A9433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5F3B9024-EC86-4FE3-A8C6-F99138510B73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2B5DF48F-2C6D-47A4-9D73-F45525BE0BAB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79D6F3"/>
          </a:solidFill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E7E55880-D997-41E8-BB38-74AC35CFC4E2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C0D97052-A12B-4A0C-9D92-8DEF5A900F49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1BA5D31-2246-4C76-B233-023268C387C9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4ABC57BE-536A-407C-8BDB-1CADDAE6D3A5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96E6337-43A0-4893-A64D-8E462C48E489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0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982B670-0A70-4375-A9B0-7718E3568E76}"/>
              </a:ext>
            </a:extLst>
          </p:cNvPr>
          <p:cNvSpPr txBox="1"/>
          <p:nvPr/>
        </p:nvSpPr>
        <p:spPr>
          <a:xfrm>
            <a:off x="3048866" y="2453557"/>
            <a:ext cx="6094268" cy="1096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4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实验六 最大流应用问题</a:t>
            </a:r>
          </a:p>
        </p:txBody>
      </p:sp>
    </p:spTree>
    <p:extLst>
      <p:ext uri="{BB962C8B-B14F-4D97-AF65-F5344CB8AC3E}">
        <p14:creationId xmlns:p14="http://schemas.microsoft.com/office/powerpoint/2010/main" val="392472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765BB0-383A-4B10-8008-A51918622CF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503" y="1893718"/>
            <a:ext cx="5654993" cy="187818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问题描述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844F25-E05B-43AF-83D8-3C11AE226564}"/>
              </a:ext>
            </a:extLst>
          </p:cNvPr>
          <p:cNvSpPr txBox="1"/>
          <p:nvPr/>
        </p:nvSpPr>
        <p:spPr>
          <a:xfrm>
            <a:off x="1661986" y="4030028"/>
            <a:ext cx="9329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表的含义是第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队有 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次获胜、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次失利、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次剩余比赛，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][j]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代表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队与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队比赛的剩余比赛次数。如果一支球队不可能以（或并列）第一名完成赛季，那么它就会被数学上淘汰。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3091CF-C2A9-436F-9EA9-45997217FC7B}"/>
              </a:ext>
            </a:extLst>
          </p:cNvPr>
          <p:cNvSpPr txBox="1"/>
          <p:nvPr/>
        </p:nvSpPr>
        <p:spPr>
          <a:xfrm>
            <a:off x="657225" y="1168181"/>
            <a:ext cx="2200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棒球淘汰问题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D87F15-F1BD-4E94-BD2D-2B7922585455}"/>
              </a:ext>
            </a:extLst>
          </p:cNvPr>
          <p:cNvSpPr txBox="1"/>
          <p:nvPr/>
        </p:nvSpPr>
        <p:spPr>
          <a:xfrm>
            <a:off x="2562098" y="5026820"/>
            <a:ext cx="7529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如何使用最大流算法推算，哪些球队会被淘汰，提前无缘冠军</a:t>
            </a:r>
          </a:p>
        </p:txBody>
      </p:sp>
    </p:spTree>
    <p:extLst>
      <p:ext uri="{BB962C8B-B14F-4D97-AF65-F5344CB8AC3E}">
        <p14:creationId xmlns:p14="http://schemas.microsoft.com/office/powerpoint/2010/main" val="81748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9B1C3F4-DFA4-448A-A93F-D38B4D98616F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具体分析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7E83C0-F94E-4855-A9ED-D28D49A0BB2C}"/>
              </a:ext>
            </a:extLst>
          </p:cNvPr>
          <p:cNvSpPr txBox="1"/>
          <p:nvPr/>
        </p:nvSpPr>
        <p:spPr>
          <a:xfrm>
            <a:off x="800100" y="22937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</a:rPr>
              <a:t>平凡淘汰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B4FF2C-723F-4B43-8654-71BDC02BCD8C}"/>
              </a:ext>
            </a:extLst>
          </p:cNvPr>
          <p:cNvSpPr txBox="1"/>
          <p:nvPr/>
        </p:nvSpPr>
        <p:spPr>
          <a:xfrm>
            <a:off x="800100" y="37333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</a:rPr>
              <a:t>非平凡淘汰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FC9AC97-BE76-4264-88A7-031F7830AD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82" y="903506"/>
            <a:ext cx="523303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BC94DA8-E8B9-4F11-BF33-A63DC77383BC}"/>
              </a:ext>
            </a:extLst>
          </p:cNvPr>
          <p:cNvSpPr txBox="1"/>
          <p:nvPr/>
        </p:nvSpPr>
        <p:spPr>
          <a:xfrm>
            <a:off x="1366836" y="2816620"/>
            <a:ext cx="9648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如果一支队伍</a:t>
            </a:r>
            <a:r>
              <a:rPr lang="en-US" altLang="zh-CN" dirty="0" err="1"/>
              <a:t>i</a:t>
            </a:r>
            <a:r>
              <a:rPr lang="zh-CN" altLang="en-US" dirty="0"/>
              <a:t>的已获胜次数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加上剩余比赛的次数</a:t>
            </a:r>
            <a:r>
              <a:rPr lang="en-US" altLang="zh-CN" dirty="0"/>
              <a:t>r[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（假设全部取胜），仍然小于任意一支队伍</a:t>
            </a:r>
            <a:r>
              <a:rPr lang="en-US" altLang="zh-CN" dirty="0"/>
              <a:t>j</a:t>
            </a:r>
            <a:r>
              <a:rPr lang="zh-CN" altLang="en-US" dirty="0"/>
              <a:t>的已获胜次数</a:t>
            </a:r>
            <a:r>
              <a:rPr lang="en-US" altLang="zh-CN" dirty="0"/>
              <a:t>w[j]</a:t>
            </a:r>
            <a:r>
              <a:rPr lang="zh-CN" altLang="en-US" dirty="0"/>
              <a:t>，即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]+r[</a:t>
            </a:r>
            <a:r>
              <a:rPr lang="en-US" altLang="zh-CN" dirty="0" err="1"/>
              <a:t>i</a:t>
            </a:r>
            <a:r>
              <a:rPr lang="en-US" altLang="zh-CN" dirty="0"/>
              <a:t>] &lt; w[j]</a:t>
            </a:r>
            <a:r>
              <a:rPr lang="zh-CN" altLang="en-US" dirty="0"/>
              <a:t>，那么队伍</a:t>
            </a:r>
            <a:r>
              <a:rPr lang="en-US" altLang="zh-CN" dirty="0" err="1"/>
              <a:t>i</a:t>
            </a:r>
            <a:r>
              <a:rPr lang="zh-CN" altLang="en-US" dirty="0"/>
              <a:t>已经提前被淘汰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01B4A4-0E09-4A6E-BAAC-69E7BAAEBCF4}"/>
              </a:ext>
            </a:extLst>
          </p:cNvPr>
          <p:cNvSpPr txBox="1"/>
          <p:nvPr/>
        </p:nvSpPr>
        <p:spPr>
          <a:xfrm>
            <a:off x="1366835" y="4363135"/>
            <a:ext cx="9648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在假设</a:t>
            </a:r>
            <a:r>
              <a:rPr lang="zh-CN" altLang="en-US" b="1" dirty="0"/>
              <a:t>剩余比赛场次全获胜</a:t>
            </a:r>
            <a:r>
              <a:rPr lang="zh-CN" altLang="en-US" dirty="0"/>
              <a:t>且</a:t>
            </a:r>
            <a:r>
              <a:rPr lang="zh-CN" altLang="en-US" b="1" dirty="0"/>
              <a:t>不满足平凡淘汰</a:t>
            </a:r>
            <a:r>
              <a:rPr lang="zh-CN" altLang="en-US" dirty="0"/>
              <a:t>的前提（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]+r[</a:t>
            </a:r>
            <a:r>
              <a:rPr lang="en-US" altLang="zh-CN" dirty="0" err="1"/>
              <a:t>i</a:t>
            </a:r>
            <a:r>
              <a:rPr lang="en-US" altLang="zh-CN" dirty="0"/>
              <a:t>] &lt; w[j]</a:t>
            </a:r>
            <a:r>
              <a:rPr lang="zh-CN" altLang="en-US" dirty="0"/>
              <a:t>）下，通过分析其他队伍一定会超越其胜场数，那么该队伍就是非平凡淘汰，也没有获得第一名的机会。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因此，需要计算当队伍</a:t>
            </a:r>
            <a:r>
              <a:rPr lang="en-US" altLang="zh-CN" dirty="0" err="1"/>
              <a:t>i</a:t>
            </a:r>
            <a:r>
              <a:rPr lang="zh-CN" altLang="en-US" dirty="0"/>
              <a:t>为非平凡淘汰时，其他队伍需要多少场才能与队伍</a:t>
            </a:r>
            <a:r>
              <a:rPr lang="en-US" altLang="zh-CN" dirty="0" err="1"/>
              <a:t>i</a:t>
            </a:r>
            <a:r>
              <a:rPr lang="zh-CN" altLang="en-US" dirty="0"/>
              <a:t>打成平局</a:t>
            </a:r>
          </a:p>
        </p:txBody>
      </p:sp>
    </p:spTree>
    <p:extLst>
      <p:ext uri="{BB962C8B-B14F-4D97-AF65-F5344CB8AC3E}">
        <p14:creationId xmlns:p14="http://schemas.microsoft.com/office/powerpoint/2010/main" val="270250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3C75A85-0DF4-43D5-B92E-15C73B7F32A8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具体分析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00EC7A-E09E-48A6-B48F-C7CC87CB5DB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82" y="903506"/>
            <a:ext cx="523303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D9AF50-9EB0-4005-A0C1-ED9C9F3B9A96}"/>
              </a:ext>
            </a:extLst>
          </p:cNvPr>
          <p:cNvSpPr txBox="1"/>
          <p:nvPr/>
        </p:nvSpPr>
        <p:spPr>
          <a:xfrm>
            <a:off x="1090793" y="2525857"/>
            <a:ext cx="10501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Philly</a:t>
            </a:r>
            <a:r>
              <a:rPr lang="zh-CN" altLang="en-US" dirty="0"/>
              <a:t>队为例，其最大获胜场数为</a:t>
            </a:r>
            <a:r>
              <a:rPr lang="en-US" altLang="zh-CN" dirty="0"/>
              <a:t>80+3=83</a:t>
            </a:r>
            <a:r>
              <a:rPr lang="zh-CN" altLang="en-US" dirty="0"/>
              <a:t>，超过</a:t>
            </a:r>
            <a:r>
              <a:rPr lang="en-US" altLang="zh-CN" dirty="0"/>
              <a:t>Atlanta</a:t>
            </a:r>
            <a:r>
              <a:rPr lang="zh-CN" altLang="en-US" dirty="0"/>
              <a:t>，故不会被平凡淘汰，但可能会非平凡淘汰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12AE40-46E8-4EB1-A470-5FB74D062860}"/>
              </a:ext>
            </a:extLst>
          </p:cNvPr>
          <p:cNvSpPr txBox="1"/>
          <p:nvPr/>
        </p:nvSpPr>
        <p:spPr>
          <a:xfrm>
            <a:off x="1090793" y="2958130"/>
            <a:ext cx="10102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假设的前提是</a:t>
            </a:r>
            <a:r>
              <a:rPr lang="en-US" altLang="zh-CN" dirty="0"/>
              <a:t>Philly</a:t>
            </a:r>
            <a:r>
              <a:rPr lang="zh-CN" altLang="en-US" dirty="0"/>
              <a:t>队的</a:t>
            </a:r>
            <a:r>
              <a:rPr lang="zh-CN" altLang="en-US" b="1" dirty="0"/>
              <a:t>剩余场次都获胜</a:t>
            </a:r>
            <a:r>
              <a:rPr lang="zh-CN" altLang="en-US" dirty="0"/>
              <a:t>，因此，需要求出其他队伍是否可能超越</a:t>
            </a:r>
            <a:r>
              <a:rPr lang="en-US" altLang="zh-CN" dirty="0"/>
              <a:t>Philly</a:t>
            </a:r>
            <a:r>
              <a:rPr lang="zh-CN" altLang="en-US" dirty="0"/>
              <a:t>队的胜场数</a:t>
            </a:r>
            <a:endParaRPr lang="en-US" altLang="zh-CN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85D91E52-BDC8-45E7-B4C0-A506A49F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40" y="3454206"/>
            <a:ext cx="5097010" cy="3348288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55BF0DF2-51DD-46B6-B89E-13397EA86AE0}"/>
              </a:ext>
            </a:extLst>
          </p:cNvPr>
          <p:cNvSpPr txBox="1"/>
          <p:nvPr/>
        </p:nvSpPr>
        <p:spPr>
          <a:xfrm>
            <a:off x="6534152" y="3579699"/>
            <a:ext cx="5110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除了</a:t>
            </a:r>
            <a:r>
              <a:rPr lang="en-US" altLang="zh-CN" dirty="0"/>
              <a:t>Philly</a:t>
            </a:r>
            <a:r>
              <a:rPr lang="zh-CN" altLang="en-US" dirty="0"/>
              <a:t>队之外的队伍需要进行</a:t>
            </a:r>
            <a:r>
              <a:rPr lang="en-US" altLang="zh-CN" dirty="0"/>
              <a:t>6+1+0=7</a:t>
            </a:r>
            <a:r>
              <a:rPr lang="zh-CN" altLang="en-US" dirty="0"/>
              <a:t>场比赛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N</a:t>
            </a:r>
            <a:r>
              <a:rPr lang="zh-CN" altLang="en-US" dirty="0"/>
              <a:t>、</a:t>
            </a:r>
            <a:r>
              <a:rPr lang="en-US" altLang="zh-CN" dirty="0"/>
              <a:t>M</a:t>
            </a:r>
            <a:r>
              <a:rPr lang="zh-CN" altLang="en-US" dirty="0"/>
              <a:t>队伍要追平</a:t>
            </a:r>
            <a:r>
              <a:rPr lang="en-US" altLang="zh-CN" dirty="0"/>
              <a:t>P</a:t>
            </a:r>
            <a:r>
              <a:rPr lang="zh-CN" altLang="en-US" dirty="0"/>
              <a:t>队的场次依次为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CAB93B1-E171-49E7-8BAC-5854A642C03F}"/>
              </a:ext>
            </a:extLst>
          </p:cNvPr>
          <p:cNvSpPr txBox="1"/>
          <p:nvPr/>
        </p:nvSpPr>
        <p:spPr>
          <a:xfrm>
            <a:off x="6534151" y="4482019"/>
            <a:ext cx="5235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比赛点和队伍点上的权重初始为无穷大，其最终含义是该系列比赛上对应队伍最多可以获胜的场次</a:t>
            </a:r>
            <a:endParaRPr lang="en-US" altLang="zh-CN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1528666-9492-4158-BD50-A0E07EB48662}"/>
              </a:ext>
            </a:extLst>
          </p:cNvPr>
          <p:cNvSpPr txBox="1"/>
          <p:nvPr/>
        </p:nvSpPr>
        <p:spPr>
          <a:xfrm>
            <a:off x="6534151" y="5380587"/>
            <a:ext cx="5110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当最大流小于</a:t>
            </a:r>
            <a:r>
              <a:rPr lang="en-US" altLang="zh-CN" b="1" dirty="0"/>
              <a:t>r[</a:t>
            </a:r>
            <a:r>
              <a:rPr lang="en-US" altLang="zh-CN" b="1" dirty="0" err="1"/>
              <a:t>i</a:t>
            </a:r>
            <a:r>
              <a:rPr lang="en-US" altLang="zh-CN" b="1" dirty="0"/>
              <a:t>][j]</a:t>
            </a:r>
            <a:r>
              <a:rPr lang="zh-CN" altLang="en-US" b="1" dirty="0"/>
              <a:t>之和，则</a:t>
            </a:r>
            <a:r>
              <a:rPr lang="en-US" altLang="zh-CN" b="1" dirty="0"/>
              <a:t>Philly</a:t>
            </a:r>
            <a:r>
              <a:rPr lang="zh-CN" altLang="en-US" b="1" dirty="0"/>
              <a:t>是非平凡淘汰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658883D-D3BC-462B-BE24-E7E824271722}"/>
              </a:ext>
            </a:extLst>
          </p:cNvPr>
          <p:cNvSpPr/>
          <p:nvPr/>
        </p:nvSpPr>
        <p:spPr>
          <a:xfrm>
            <a:off x="986018" y="4047262"/>
            <a:ext cx="776107" cy="2162175"/>
          </a:xfrm>
          <a:prstGeom prst="arc">
            <a:avLst>
              <a:gd name="adj1" fmla="val 16200000"/>
              <a:gd name="adj2" fmla="val 604662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8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97E4BE9-CAE9-432D-BB82-CD43865636A7}"/>
              </a:ext>
            </a:extLst>
          </p:cNvPr>
          <p:cNvSpPr txBox="1"/>
          <p:nvPr/>
        </p:nvSpPr>
        <p:spPr>
          <a:xfrm>
            <a:off x="1090793" y="257175"/>
            <a:ext cx="1778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FBD1C1-BCB6-4CD2-933A-CD17B656FE6E}"/>
              </a:ext>
            </a:extLst>
          </p:cNvPr>
          <p:cNvSpPr txBox="1"/>
          <p:nvPr/>
        </p:nvSpPr>
        <p:spPr>
          <a:xfrm>
            <a:off x="2711528" y="110410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）若存在增广路径，则找出一条增广路径（通过 </a:t>
            </a:r>
            <a:r>
              <a:rPr lang="en-US" altLang="zh-CN" dirty="0"/>
              <a:t>BFS</a:t>
            </a:r>
            <a:r>
              <a:rPr lang="zh-CN" altLang="en-US" dirty="0"/>
              <a:t>）</a:t>
            </a:r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）沿着找出的增广路径进行更新流量</a:t>
            </a:r>
          </a:p>
          <a:p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）重复步骤</a:t>
            </a:r>
            <a:r>
              <a:rPr lang="en-US" altLang="zh-CN" dirty="0"/>
              <a:t>1)</a:t>
            </a:r>
            <a:r>
              <a:rPr lang="zh-CN" altLang="en-US" dirty="0"/>
              <a:t>，直到没有增广路径，网络达到最大流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FC3EE9-0E4B-4416-B10F-1D2F088B829D}"/>
              </a:ext>
            </a:extLst>
          </p:cNvPr>
          <p:cNvSpPr txBox="1"/>
          <p:nvPr/>
        </p:nvSpPr>
        <p:spPr>
          <a:xfrm>
            <a:off x="639097" y="11041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基本思想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4DE82C-9269-4943-93E8-11A99716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581429"/>
            <a:ext cx="3080672" cy="17438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54CD9E0-2041-4F68-8282-388BFCA4C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089" y="4560298"/>
            <a:ext cx="3719428" cy="19078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2ECC45-2800-426C-BEFF-2366ADCA0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65664"/>
            <a:ext cx="3794142" cy="1950222"/>
          </a:xfrm>
          <a:prstGeom prst="rect">
            <a:avLst/>
          </a:prstGeom>
        </p:spPr>
      </p:pic>
      <p:sp>
        <p:nvSpPr>
          <p:cNvPr id="118" name="文本框 117">
            <a:extLst>
              <a:ext uri="{FF2B5EF4-FFF2-40B4-BE49-F238E27FC236}">
                <a16:creationId xmlns:a16="http://schemas.microsoft.com/office/drawing/2014/main" id="{E30EEEE4-75E3-4EE7-8250-C1097A1B34CE}"/>
              </a:ext>
            </a:extLst>
          </p:cNvPr>
          <p:cNvSpPr txBox="1"/>
          <p:nvPr/>
        </p:nvSpPr>
        <p:spPr>
          <a:xfrm>
            <a:off x="8596907" y="3971336"/>
            <a:ext cx="3080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最大流为</a:t>
            </a:r>
            <a:r>
              <a:rPr lang="en-US" altLang="zh-CN" sz="2000" b="1" dirty="0"/>
              <a:t>5+1=6&lt;6+1=7</a:t>
            </a:r>
            <a:r>
              <a:rPr lang="zh-CN" altLang="en-US" sz="2000" b="1" dirty="0"/>
              <a:t>，即</a:t>
            </a:r>
            <a:r>
              <a:rPr lang="en-US" altLang="zh-CN" sz="2000" b="1" dirty="0"/>
              <a:t>Philly</a:t>
            </a:r>
            <a:r>
              <a:rPr lang="zh-CN" altLang="en-US" sz="2000" b="1" dirty="0"/>
              <a:t>队将会被淘汰</a:t>
            </a:r>
          </a:p>
        </p:txBody>
      </p:sp>
      <p:sp>
        <p:nvSpPr>
          <p:cNvPr id="119" name="箭头: 右 118">
            <a:extLst>
              <a:ext uri="{FF2B5EF4-FFF2-40B4-BE49-F238E27FC236}">
                <a16:creationId xmlns:a16="http://schemas.microsoft.com/office/drawing/2014/main" id="{22F65C5E-68FA-4700-BE36-018CC5C6056E}"/>
              </a:ext>
            </a:extLst>
          </p:cNvPr>
          <p:cNvSpPr/>
          <p:nvPr/>
        </p:nvSpPr>
        <p:spPr>
          <a:xfrm>
            <a:off x="3875659" y="5788985"/>
            <a:ext cx="398430" cy="237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AAB49A8-D7D9-42A6-95EF-8D4A99A77248}"/>
              </a:ext>
            </a:extLst>
          </p:cNvPr>
          <p:cNvSpPr txBox="1"/>
          <p:nvPr/>
        </p:nvSpPr>
        <p:spPr>
          <a:xfrm>
            <a:off x="2856733" y="3858108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初始残余网络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771DCB53-00B0-456A-B2EA-53C32BE63477}"/>
              </a:ext>
            </a:extLst>
          </p:cNvPr>
          <p:cNvSpPr txBox="1"/>
          <p:nvPr/>
        </p:nvSpPr>
        <p:spPr>
          <a:xfrm>
            <a:off x="16559307" y="6117840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第二次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22466B9-63FC-4EF9-A519-500CB895BB3A}"/>
              </a:ext>
            </a:extLst>
          </p:cNvPr>
          <p:cNvSpPr txBox="1"/>
          <p:nvPr/>
        </p:nvSpPr>
        <p:spPr>
          <a:xfrm>
            <a:off x="1311277" y="6493156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第一次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  <p:pic>
        <p:nvPicPr>
          <p:cNvPr id="123" name="图片 122">
            <a:extLst>
              <a:ext uri="{FF2B5EF4-FFF2-40B4-BE49-F238E27FC236}">
                <a16:creationId xmlns:a16="http://schemas.microsoft.com/office/drawing/2014/main" id="{430FBEF2-5357-4389-8C29-5547928DE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472" y="2585665"/>
            <a:ext cx="3080672" cy="1707423"/>
          </a:xfrm>
          <a:prstGeom prst="rect">
            <a:avLst/>
          </a:prstGeom>
        </p:spPr>
      </p:pic>
      <p:sp>
        <p:nvSpPr>
          <p:cNvPr id="124" name="箭头: 右 123">
            <a:extLst>
              <a:ext uri="{FF2B5EF4-FFF2-40B4-BE49-F238E27FC236}">
                <a16:creationId xmlns:a16="http://schemas.microsoft.com/office/drawing/2014/main" id="{FC6FFB22-87D8-44F3-B377-CD23E9324D54}"/>
              </a:ext>
            </a:extLst>
          </p:cNvPr>
          <p:cNvSpPr/>
          <p:nvPr/>
        </p:nvSpPr>
        <p:spPr>
          <a:xfrm>
            <a:off x="3419057" y="3320388"/>
            <a:ext cx="398430" cy="237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7A85AC04-0D33-44F2-9F9D-57F05B087DFD}"/>
              </a:ext>
            </a:extLst>
          </p:cNvPr>
          <p:cNvSpPr txBox="1"/>
          <p:nvPr/>
        </p:nvSpPr>
        <p:spPr>
          <a:xfrm>
            <a:off x="5121277" y="6459799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第二次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8457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711E7B-796B-4531-9CC3-A971461F074E}"/>
              </a:ext>
            </a:extLst>
          </p:cNvPr>
          <p:cNvSpPr txBox="1"/>
          <p:nvPr/>
        </p:nvSpPr>
        <p:spPr>
          <a:xfrm>
            <a:off x="1090793" y="257175"/>
            <a:ext cx="1778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14010A-E49B-4D65-8351-91B6B514260F}"/>
              </a:ext>
            </a:extLst>
          </p:cNvPr>
          <p:cNvSpPr txBox="1"/>
          <p:nvPr/>
        </p:nvSpPr>
        <p:spPr>
          <a:xfrm>
            <a:off x="321881" y="31870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证明：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37B5F1-E477-4616-866E-7A654D3BD51D}"/>
              </a:ext>
            </a:extLst>
          </p:cNvPr>
          <p:cNvSpPr txBox="1"/>
          <p:nvPr/>
        </p:nvSpPr>
        <p:spPr>
          <a:xfrm>
            <a:off x="322398" y="3776099"/>
            <a:ext cx="1231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(1) =&gt; (2):</a:t>
            </a:r>
            <a:endParaRPr lang="zh-CN" altLang="en-US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B62E4C-BA72-4D26-9B86-D30A3DBF5B90}"/>
              </a:ext>
            </a:extLst>
          </p:cNvPr>
          <p:cNvSpPr txBox="1"/>
          <p:nvPr/>
        </p:nvSpPr>
        <p:spPr>
          <a:xfrm>
            <a:off x="1271302" y="3805580"/>
            <a:ext cx="10219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反证法：假设残余网络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含增广路径，那么我们可以在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中构造流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f’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，那么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 + f’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仍为流网络的一个流，那么流量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|f + f‘| &gt; | f |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，那么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就不是最大流，与条件矛盾，则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(1) =&gt; (2)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成立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B60FF9-D9D9-49D5-A4A0-C2249175BB0B}"/>
              </a:ext>
            </a:extLst>
          </p:cNvPr>
          <p:cNvSpPr txBox="1"/>
          <p:nvPr/>
        </p:nvSpPr>
        <p:spPr>
          <a:xfrm>
            <a:off x="2944957" y="10197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网络达到最大流当且仅当残留网络中没有增广路径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7DEC37-FFB0-487C-B53C-EAAE9DF104C3}"/>
              </a:ext>
            </a:extLst>
          </p:cNvPr>
          <p:cNvSpPr txBox="1"/>
          <p:nvPr/>
        </p:nvSpPr>
        <p:spPr>
          <a:xfrm>
            <a:off x="320666" y="979905"/>
            <a:ext cx="2624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最大流最小割定理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F076E-6FC7-4459-85C0-58C52152488D}"/>
              </a:ext>
            </a:extLst>
          </p:cNvPr>
          <p:cNvSpPr txBox="1"/>
          <p:nvPr/>
        </p:nvSpPr>
        <p:spPr>
          <a:xfrm>
            <a:off x="1392382" y="1547006"/>
            <a:ext cx="94389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ea typeface="宋体" panose="02010600030101010101" pitchFamily="2" charset="-122"/>
              </a:rPr>
              <a:t>如果 </a:t>
            </a:r>
            <a:r>
              <a:rPr lang="en-US" altLang="zh-CN" sz="2000" dirty="0"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ea typeface="宋体" panose="02010600030101010101" pitchFamily="2" charset="-122"/>
              </a:rPr>
              <a:t>是具有源点</a:t>
            </a:r>
            <a:r>
              <a:rPr lang="en-US" altLang="zh-CN" sz="2000" dirty="0">
                <a:ea typeface="宋体" panose="02010600030101010101" pitchFamily="2" charset="-122"/>
              </a:rPr>
              <a:t>s</a:t>
            </a:r>
            <a:r>
              <a:rPr lang="zh-CN" altLang="en-US" sz="2000" dirty="0">
                <a:ea typeface="宋体" panose="02010600030101010101" pitchFamily="2" charset="-122"/>
              </a:rPr>
              <a:t>和汇点</a:t>
            </a:r>
            <a:r>
              <a:rPr lang="en-US" altLang="zh-CN" sz="2000" dirty="0">
                <a:ea typeface="宋体" panose="02010600030101010101" pitchFamily="2" charset="-122"/>
              </a:rPr>
              <a:t>t</a:t>
            </a:r>
            <a:r>
              <a:rPr lang="zh-CN" altLang="en-US" sz="2000" dirty="0">
                <a:ea typeface="宋体" panose="02010600030101010101" pitchFamily="2" charset="-122"/>
              </a:rPr>
              <a:t>的流网络</a:t>
            </a:r>
            <a:r>
              <a:rPr lang="en-US" altLang="zh-CN" sz="2000" dirty="0">
                <a:ea typeface="宋体" panose="02010600030101010101" pitchFamily="2" charset="-122"/>
              </a:rPr>
              <a:t>G = (V , E)</a:t>
            </a:r>
            <a:r>
              <a:rPr lang="zh-CN" altLang="en-US" sz="2000" dirty="0">
                <a:ea typeface="宋体" panose="02010600030101010101" pitchFamily="2" charset="-122"/>
              </a:rPr>
              <a:t>中的一个流，那么下列条件是等价的：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(1) f</a:t>
            </a:r>
            <a:r>
              <a:rPr lang="zh-CN" altLang="en-US" sz="2000" dirty="0">
                <a:ea typeface="宋体" panose="02010600030101010101" pitchFamily="2" charset="-122"/>
              </a:rPr>
              <a:t>是</a:t>
            </a: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ea typeface="宋体" panose="02010600030101010101" pitchFamily="2" charset="-122"/>
              </a:rPr>
              <a:t>的一个最大流 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(2) </a:t>
            </a:r>
            <a:r>
              <a:rPr lang="zh-CN" altLang="en-US" sz="2000" dirty="0">
                <a:ea typeface="宋体" panose="02010600030101010101" pitchFamily="2" charset="-122"/>
              </a:rPr>
              <a:t>残留网络</a:t>
            </a:r>
            <a:r>
              <a:rPr lang="en-US" altLang="zh-CN" sz="2000" dirty="0">
                <a:ea typeface="宋体" panose="02010600030101010101" pitchFamily="2" charset="-122"/>
              </a:rPr>
              <a:t>Gf</a:t>
            </a:r>
            <a:r>
              <a:rPr lang="zh-CN" altLang="en-US" sz="2000" dirty="0">
                <a:ea typeface="宋体" panose="02010600030101010101" pitchFamily="2" charset="-122"/>
              </a:rPr>
              <a:t>不包含增广路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(3) </a:t>
            </a:r>
            <a:r>
              <a:rPr lang="zh-CN" altLang="en-US" sz="2000" dirty="0">
                <a:ea typeface="宋体" panose="02010600030101010101" pitchFamily="2" charset="-122"/>
              </a:rPr>
              <a:t>存在</a:t>
            </a: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ea typeface="宋体" panose="02010600030101010101" pitchFamily="2" charset="-122"/>
              </a:rPr>
              <a:t>的某个割</a:t>
            </a:r>
            <a:r>
              <a:rPr lang="en-US" altLang="zh-CN" sz="2000" dirty="0">
                <a:ea typeface="宋体" panose="02010600030101010101" pitchFamily="2" charset="-122"/>
              </a:rPr>
              <a:t>(S , T)</a:t>
            </a:r>
            <a:r>
              <a:rPr lang="zh-CN" altLang="en-US" sz="2000" dirty="0">
                <a:ea typeface="宋体" panose="02010600030101010101" pitchFamily="2" charset="-122"/>
              </a:rPr>
              <a:t>，有</a:t>
            </a:r>
            <a:r>
              <a:rPr lang="en-US" altLang="zh-CN" sz="2000" dirty="0">
                <a:ea typeface="宋体" panose="02010600030101010101" pitchFamily="2" charset="-122"/>
              </a:rPr>
              <a:t>| f | = c(S , T)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C8C574-8B63-45B2-B171-1B34C3289541}"/>
              </a:ext>
            </a:extLst>
          </p:cNvPr>
          <p:cNvSpPr txBox="1"/>
          <p:nvPr/>
        </p:nvSpPr>
        <p:spPr>
          <a:xfrm>
            <a:off x="1177916" y="5490802"/>
            <a:ext cx="9280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使用邻接表的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的时间复杂度为</a:t>
            </a:r>
            <a:r>
              <a:rPr lang="en-US" altLang="zh-CN" b="0" i="0" dirty="0">
                <a:effectLst/>
                <a:latin typeface="-apple-system"/>
              </a:rPr>
              <a:t>O</a:t>
            </a:r>
            <a:r>
              <a:rPr lang="en-US" altLang="zh-CN" dirty="0">
                <a:latin typeface="-apple-system"/>
              </a:rPr>
              <a:t>(</a:t>
            </a:r>
            <a:r>
              <a:rPr lang="en-US" altLang="zh-CN" dirty="0" err="1">
                <a:latin typeface="-apple-system"/>
              </a:rPr>
              <a:t>n+m</a:t>
            </a:r>
            <a:r>
              <a:rPr lang="en-US" altLang="zh-CN" dirty="0">
                <a:latin typeface="-apple-system"/>
              </a:rPr>
              <a:t>)</a:t>
            </a:r>
            <a:r>
              <a:rPr lang="zh-CN" altLang="en-US" dirty="0">
                <a:latin typeface="-apple-system"/>
              </a:rPr>
              <a:t>，最多进行</a:t>
            </a:r>
            <a:r>
              <a:rPr lang="en-US" altLang="zh-CN" dirty="0">
                <a:latin typeface="-apple-system"/>
              </a:rPr>
              <a:t>n</a:t>
            </a:r>
            <a:r>
              <a:rPr lang="zh-CN" altLang="en-US" dirty="0">
                <a:latin typeface="-apple-system"/>
              </a:rPr>
              <a:t>次</a:t>
            </a:r>
            <a:r>
              <a:rPr lang="en-US" altLang="zh-CN" dirty="0">
                <a:latin typeface="-apple-system"/>
              </a:rPr>
              <a:t>BFS</a:t>
            </a:r>
            <a:r>
              <a:rPr lang="zh-CN" altLang="en-US" dirty="0">
                <a:latin typeface="-apple-system"/>
              </a:rPr>
              <a:t>，更新流的时间复杂度为</a:t>
            </a:r>
            <a:r>
              <a:rPr lang="en-US" altLang="zh-CN" dirty="0">
                <a:latin typeface="-apple-system"/>
              </a:rPr>
              <a:t>O(E)</a:t>
            </a:r>
            <a:r>
              <a:rPr lang="zh-CN" altLang="en-US" dirty="0">
                <a:latin typeface="-apple-system"/>
              </a:rPr>
              <a:t>，故算法时间复杂度为</a:t>
            </a:r>
            <a:r>
              <a:rPr lang="en-US" altLang="zh-CN" dirty="0">
                <a:latin typeface="-apple-system"/>
              </a:rPr>
              <a:t>O(n*m</a:t>
            </a:r>
            <a:r>
              <a:rPr lang="zh-CN" altLang="en-US" dirty="0">
                <a:latin typeface="-apple-system"/>
              </a:rPr>
              <a:t>*</a:t>
            </a:r>
            <a:r>
              <a:rPr lang="en-US" altLang="zh-CN" dirty="0">
                <a:latin typeface="-apple-system"/>
              </a:rPr>
              <a:t>m)</a:t>
            </a:r>
            <a:endParaRPr lang="en-US" altLang="zh-CN" b="0" i="0" dirty="0">
              <a:effectLst/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C33944-2262-413B-A5D9-C4C3E5BD483F}"/>
              </a:ext>
            </a:extLst>
          </p:cNvPr>
          <p:cNvSpPr txBox="1"/>
          <p:nvPr/>
        </p:nvSpPr>
        <p:spPr>
          <a:xfrm>
            <a:off x="-176032" y="4677481"/>
            <a:ext cx="1194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(2)=&gt;(1)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，当残余网络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不包含增广路径，则该网络中的流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将不会增加，即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为残余网络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的最大流。</a:t>
            </a:r>
          </a:p>
        </p:txBody>
      </p:sp>
    </p:spTree>
    <p:extLst>
      <p:ext uri="{BB962C8B-B14F-4D97-AF65-F5344CB8AC3E}">
        <p14:creationId xmlns:p14="http://schemas.microsoft.com/office/powerpoint/2010/main" val="218924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AD96DB-7E72-4F53-AB0F-AAB65306D23C}"/>
              </a:ext>
            </a:extLst>
          </p:cNvPr>
          <p:cNvSpPr txBox="1"/>
          <p:nvPr/>
        </p:nvSpPr>
        <p:spPr>
          <a:xfrm>
            <a:off x="1140606" y="253372"/>
            <a:ext cx="2162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5A8CD1-5540-4903-8410-49181C927A9E}"/>
              </a:ext>
            </a:extLst>
          </p:cNvPr>
          <p:cNvSpPr txBox="1"/>
          <p:nvPr/>
        </p:nvSpPr>
        <p:spPr>
          <a:xfrm>
            <a:off x="2804159" y="1104632"/>
            <a:ext cx="75723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lang="en-US" altLang="zh-CN" b="0" i="0" dirty="0">
                <a:effectLst/>
                <a:latin typeface="-apple-system"/>
              </a:rPr>
              <a:t>(1) </a:t>
            </a:r>
            <a:r>
              <a:rPr lang="zh-CN" altLang="en-US" b="0" i="0" dirty="0">
                <a:effectLst/>
                <a:latin typeface="-apple-system"/>
              </a:rPr>
              <a:t>通过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建立分层图的同时找增广</a:t>
            </a:r>
            <a:r>
              <a:rPr lang="zh-CN" altLang="en-US" dirty="0">
                <a:latin typeface="-apple-system"/>
              </a:rPr>
              <a:t>路径</a:t>
            </a:r>
            <a:endParaRPr lang="zh-CN" altLang="en-US" b="0" i="0" dirty="0">
              <a:effectLst/>
              <a:latin typeface="-apple-system"/>
            </a:endParaRPr>
          </a:p>
          <a:p>
            <a:pPr lvl="1" algn="l"/>
            <a:endParaRPr lang="en-US" altLang="zh-CN" b="0" i="0" dirty="0">
              <a:effectLst/>
              <a:latin typeface="-apple-system"/>
            </a:endParaRPr>
          </a:p>
          <a:p>
            <a:pPr lvl="1" algn="l"/>
            <a:r>
              <a:rPr lang="en-US" altLang="zh-CN" b="0" i="0" dirty="0">
                <a:effectLst/>
                <a:latin typeface="-apple-system"/>
              </a:rPr>
              <a:t>(2) </a:t>
            </a:r>
            <a:r>
              <a:rPr lang="zh-CN" altLang="en-US" dirty="0">
                <a:latin typeface="-apple-system"/>
              </a:rPr>
              <a:t>使用</a:t>
            </a:r>
            <a:r>
              <a:rPr lang="en-US" altLang="zh-CN" dirty="0">
                <a:latin typeface="-apple-system"/>
              </a:rPr>
              <a:t>DFS</a:t>
            </a:r>
            <a:r>
              <a:rPr lang="zh-CN" altLang="en-US" b="1" i="0" dirty="0">
                <a:effectLst/>
                <a:latin typeface="-apple-system"/>
              </a:rPr>
              <a:t>在分层图上</a:t>
            </a:r>
            <a:r>
              <a:rPr lang="zh-CN" altLang="en-US" b="0" i="0" dirty="0">
                <a:effectLst/>
                <a:latin typeface="-apple-system"/>
              </a:rPr>
              <a:t>从源点开始遍历增广路径，回溯时更新剩余容量，初始给源点</a:t>
            </a:r>
            <a:r>
              <a:rPr lang="en-US" altLang="zh-CN" b="0" i="0" dirty="0">
                <a:effectLst/>
                <a:latin typeface="-apple-system"/>
              </a:rPr>
              <a:t>s</a:t>
            </a:r>
            <a:r>
              <a:rPr lang="zh-CN" altLang="en-US" b="0" i="0" dirty="0">
                <a:effectLst/>
                <a:latin typeface="-apple-system"/>
              </a:rPr>
              <a:t>的可增加流量上限</a:t>
            </a:r>
            <a:r>
              <a:rPr lang="en-US" altLang="zh-CN" b="0" i="0" dirty="0">
                <a:effectLst/>
                <a:latin typeface="-apple-system"/>
              </a:rPr>
              <a:t>limit</a:t>
            </a:r>
            <a:r>
              <a:rPr lang="zh-CN" altLang="en-US" b="0" i="0" dirty="0">
                <a:effectLst/>
                <a:latin typeface="-apple-system"/>
              </a:rPr>
              <a:t>为</a:t>
            </a:r>
            <a:r>
              <a:rPr lang="en-US" altLang="zh-CN" b="0" i="0" dirty="0">
                <a:effectLst/>
                <a:latin typeface="-apple-system"/>
              </a:rPr>
              <a:t>inf</a:t>
            </a:r>
            <a:r>
              <a:rPr lang="zh-CN" altLang="en-US" b="0" i="0" dirty="0">
                <a:effectLst/>
                <a:latin typeface="-apple-system"/>
              </a:rPr>
              <a:t>（无穷大）</a:t>
            </a:r>
            <a:endParaRPr lang="en-US" altLang="zh-CN" b="0" i="0" dirty="0">
              <a:effectLst/>
              <a:latin typeface="-apple-system"/>
            </a:endParaRPr>
          </a:p>
          <a:p>
            <a:pPr lvl="1" algn="l"/>
            <a:endParaRPr lang="en-US" altLang="zh-CN" dirty="0">
              <a:latin typeface="-apple-system"/>
            </a:endParaRPr>
          </a:p>
          <a:p>
            <a:pPr lvl="1" algn="l"/>
            <a:r>
              <a:rPr lang="en-US" altLang="zh-CN" b="0" i="0" dirty="0">
                <a:effectLst/>
                <a:latin typeface="-apple-system"/>
              </a:rPr>
              <a:t>(3) </a:t>
            </a:r>
            <a:r>
              <a:rPr lang="zh-CN" altLang="en-US" b="0" i="0" dirty="0">
                <a:effectLst/>
                <a:latin typeface="-apple-system"/>
              </a:rPr>
              <a:t>重复步骤</a:t>
            </a:r>
            <a:r>
              <a:rPr lang="en-US" altLang="zh-CN" b="0" i="0" dirty="0">
                <a:effectLst/>
                <a:latin typeface="-apple-system"/>
              </a:rPr>
              <a:t>(1)</a:t>
            </a:r>
            <a:r>
              <a:rPr lang="zh-CN" altLang="en-US" b="0" i="0" dirty="0">
                <a:effectLst/>
                <a:latin typeface="-apple-system"/>
              </a:rPr>
              <a:t>，直到没有增广路径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45FCF2-9599-4270-BEF0-1A967E89F923}"/>
              </a:ext>
            </a:extLst>
          </p:cNvPr>
          <p:cNvSpPr txBox="1"/>
          <p:nvPr/>
        </p:nvSpPr>
        <p:spPr>
          <a:xfrm>
            <a:off x="639097" y="3733182"/>
            <a:ext cx="1081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-apple-system"/>
              </a:rPr>
              <a:t>分层图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2199D4-5195-432E-A456-AF9C56042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73" y="4209112"/>
            <a:ext cx="3634191" cy="2389756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43030485-6219-4CEF-BBF8-46C51A04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943" y="4205310"/>
            <a:ext cx="3634191" cy="2399318"/>
          </a:xfrm>
          <a:prstGeom prst="rect">
            <a:avLst/>
          </a:prstGeom>
        </p:spPr>
      </p:pic>
      <p:sp>
        <p:nvSpPr>
          <p:cNvPr id="145" name="箭头: 右 144">
            <a:extLst>
              <a:ext uri="{FF2B5EF4-FFF2-40B4-BE49-F238E27FC236}">
                <a16:creationId xmlns:a16="http://schemas.microsoft.com/office/drawing/2014/main" id="{3CD829DC-2F47-4371-AA53-ABBF95E79B91}"/>
              </a:ext>
            </a:extLst>
          </p:cNvPr>
          <p:cNvSpPr/>
          <p:nvPr/>
        </p:nvSpPr>
        <p:spPr>
          <a:xfrm>
            <a:off x="5348538" y="5308617"/>
            <a:ext cx="1611431" cy="172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4F858CB-A70B-4F76-9E69-4F71EB6BC28D}"/>
              </a:ext>
            </a:extLst>
          </p:cNvPr>
          <p:cNvSpPr txBox="1"/>
          <p:nvPr/>
        </p:nvSpPr>
        <p:spPr>
          <a:xfrm>
            <a:off x="5348539" y="5009190"/>
            <a:ext cx="1959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BFS</a:t>
            </a:r>
            <a:r>
              <a:rPr lang="zh-CN" altLang="en-US" sz="1600" b="1" dirty="0"/>
              <a:t>构建分层图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04009DDB-990F-4974-B4CC-976BE2E97494}"/>
              </a:ext>
            </a:extLst>
          </p:cNvPr>
          <p:cNvSpPr txBox="1"/>
          <p:nvPr/>
        </p:nvSpPr>
        <p:spPr>
          <a:xfrm>
            <a:off x="639097" y="1104101"/>
            <a:ext cx="1921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基本思想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6F582E-8438-4CBE-982B-B6178927E4C0}"/>
              </a:ext>
            </a:extLst>
          </p:cNvPr>
          <p:cNvSpPr txBox="1"/>
          <p:nvPr/>
        </p:nvSpPr>
        <p:spPr>
          <a:xfrm>
            <a:off x="1054881" y="3063887"/>
            <a:ext cx="10327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算法关键在于每次找到的最短增广路径进行</a:t>
            </a:r>
            <a:r>
              <a:rPr lang="zh-CN" altLang="en-US" b="1" i="0" dirty="0">
                <a:effectLst/>
                <a:latin typeface="-apple-system"/>
              </a:rPr>
              <a:t>推流，不会影响其他路径（推流后均路径满流）</a:t>
            </a:r>
            <a:endParaRPr lang="en-US" altLang="zh-CN" b="1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8377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AD96DB-7E72-4F53-AB0F-AAB65306D23C}"/>
              </a:ext>
            </a:extLst>
          </p:cNvPr>
          <p:cNvSpPr txBox="1"/>
          <p:nvPr/>
        </p:nvSpPr>
        <p:spPr>
          <a:xfrm>
            <a:off x="1140606" y="253372"/>
            <a:ext cx="2162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43030485-6219-4CEF-BBF8-46C51A04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23" y="1217851"/>
            <a:ext cx="4800557" cy="3169361"/>
          </a:xfrm>
          <a:prstGeom prst="rect">
            <a:avLst/>
          </a:prstGeom>
        </p:spPr>
      </p:pic>
      <p:sp>
        <p:nvSpPr>
          <p:cNvPr id="145" name="箭头: 右 144">
            <a:extLst>
              <a:ext uri="{FF2B5EF4-FFF2-40B4-BE49-F238E27FC236}">
                <a16:creationId xmlns:a16="http://schemas.microsoft.com/office/drawing/2014/main" id="{3CD829DC-2F47-4371-AA53-ABBF95E79B91}"/>
              </a:ext>
            </a:extLst>
          </p:cNvPr>
          <p:cNvSpPr/>
          <p:nvPr/>
        </p:nvSpPr>
        <p:spPr>
          <a:xfrm>
            <a:off x="4787050" y="2605686"/>
            <a:ext cx="1611431" cy="172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4F858CB-A70B-4F76-9E69-4F71EB6BC28D}"/>
              </a:ext>
            </a:extLst>
          </p:cNvPr>
          <p:cNvSpPr txBox="1"/>
          <p:nvPr/>
        </p:nvSpPr>
        <p:spPr>
          <a:xfrm>
            <a:off x="4813994" y="2271215"/>
            <a:ext cx="1959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增广路径推流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348FFB1E-3638-4D8C-9551-98531A0E4243}"/>
              </a:ext>
            </a:extLst>
          </p:cNvPr>
          <p:cNvSpPr txBox="1"/>
          <p:nvPr/>
        </p:nvSpPr>
        <p:spPr>
          <a:xfrm>
            <a:off x="3695722" y="4706317"/>
            <a:ext cx="48005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最大流为</a:t>
            </a:r>
            <a:r>
              <a:rPr lang="en-US" altLang="zh-CN" sz="1600" b="1" dirty="0"/>
              <a:t>5+1=6&lt;6+1=7</a:t>
            </a:r>
            <a:r>
              <a:rPr lang="zh-CN" altLang="en-US" sz="1600" b="1" dirty="0"/>
              <a:t>，即</a:t>
            </a:r>
            <a:r>
              <a:rPr lang="en-US" altLang="zh-CN" sz="1600" b="1" dirty="0"/>
              <a:t>Philly</a:t>
            </a:r>
            <a:r>
              <a:rPr lang="zh-CN" altLang="en-US" sz="1600" b="1" dirty="0"/>
              <a:t>队将会被淘汰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07A6C0-1A74-4F3A-B89A-CFD8082AE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084" y="1345885"/>
            <a:ext cx="5231093" cy="268319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B5B2D3-D451-4F9A-AB3C-1CB39DA83DE3}"/>
              </a:ext>
            </a:extLst>
          </p:cNvPr>
          <p:cNvSpPr txBox="1"/>
          <p:nvPr/>
        </p:nvSpPr>
        <p:spPr>
          <a:xfrm>
            <a:off x="613023" y="5528121"/>
            <a:ext cx="10978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对于</a:t>
            </a:r>
            <a:r>
              <a:rPr lang="en-US" altLang="zh-CN" b="0" i="0" dirty="0">
                <a:effectLst/>
                <a:latin typeface="-apple-system"/>
              </a:rPr>
              <a:t>m</a:t>
            </a:r>
            <a:r>
              <a:rPr lang="zh-CN" altLang="en-US" b="0" i="0" dirty="0">
                <a:effectLst/>
                <a:latin typeface="-apple-system"/>
              </a:rPr>
              <a:t>为边数，</a:t>
            </a:r>
            <a:r>
              <a:rPr lang="en-US" altLang="zh-CN" b="0" i="0" dirty="0">
                <a:effectLst/>
                <a:latin typeface="-apple-system"/>
              </a:rPr>
              <a:t>n</a:t>
            </a:r>
            <a:r>
              <a:rPr lang="zh-CN" altLang="en-US" b="0" i="0" dirty="0">
                <a:effectLst/>
                <a:latin typeface="-apple-system"/>
              </a:rPr>
              <a:t>为顶点数的图，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的时间复杂度为</a:t>
            </a:r>
            <a:r>
              <a:rPr lang="en-US" altLang="zh-CN" b="0" i="0" dirty="0">
                <a:effectLst/>
                <a:latin typeface="-apple-system"/>
              </a:rPr>
              <a:t>O</a:t>
            </a:r>
            <a:r>
              <a:rPr lang="en-US" altLang="zh-CN" dirty="0">
                <a:latin typeface="-apple-system"/>
              </a:rPr>
              <a:t>(</a:t>
            </a:r>
            <a:r>
              <a:rPr lang="en-US" altLang="zh-CN" dirty="0" err="1">
                <a:latin typeface="-apple-system"/>
              </a:rPr>
              <a:t>n+m</a:t>
            </a:r>
            <a:r>
              <a:rPr lang="en-US" altLang="zh-CN" dirty="0">
                <a:latin typeface="-apple-system"/>
              </a:rPr>
              <a:t>)</a:t>
            </a:r>
            <a:r>
              <a:rPr lang="zh-CN" altLang="en-US" dirty="0">
                <a:latin typeface="-apple-system"/>
              </a:rPr>
              <a:t>，每次</a:t>
            </a:r>
            <a:r>
              <a:rPr lang="en-US" altLang="zh-CN" dirty="0">
                <a:latin typeface="-apple-system"/>
              </a:rPr>
              <a:t>DFS</a:t>
            </a:r>
            <a:r>
              <a:rPr lang="zh-CN" altLang="en-US" dirty="0">
                <a:latin typeface="-apple-system"/>
              </a:rPr>
              <a:t>的时间复杂度为</a:t>
            </a:r>
            <a:r>
              <a:rPr lang="en-US" altLang="zh-CN" dirty="0">
                <a:latin typeface="-apple-system"/>
              </a:rPr>
              <a:t>O(m)</a:t>
            </a:r>
            <a:r>
              <a:rPr lang="zh-CN" altLang="en-US" dirty="0">
                <a:latin typeface="-apple-system"/>
              </a:rPr>
              <a:t>，每个顶点最多被访问</a:t>
            </a:r>
            <a:r>
              <a:rPr lang="en-US" altLang="zh-CN" dirty="0">
                <a:latin typeface="-apple-system"/>
              </a:rPr>
              <a:t>n</a:t>
            </a:r>
            <a:r>
              <a:rPr lang="zh-CN" altLang="en-US" dirty="0">
                <a:latin typeface="-apple-system"/>
              </a:rPr>
              <a:t>次，故时间复杂度为</a:t>
            </a:r>
            <a:r>
              <a:rPr lang="en-US" altLang="zh-CN" b="0" i="0" dirty="0">
                <a:effectLst/>
                <a:latin typeface="-apple-system"/>
              </a:rPr>
              <a:t>O(m*n*n)</a:t>
            </a:r>
          </a:p>
        </p:txBody>
      </p:sp>
    </p:spTree>
    <p:extLst>
      <p:ext uri="{BB962C8B-B14F-4D97-AF65-F5344CB8AC3E}">
        <p14:creationId xmlns:p14="http://schemas.microsoft.com/office/powerpoint/2010/main" val="123297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44DE0E8-CE2F-41FE-9CD0-8B5AA9EB74A8}"/>
              </a:ext>
            </a:extLst>
          </p:cNvPr>
          <p:cNvSpPr txBox="1"/>
          <p:nvPr/>
        </p:nvSpPr>
        <p:spPr>
          <a:xfrm>
            <a:off x="1090793" y="257175"/>
            <a:ext cx="3427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算法准确性验证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6E58BC-762B-479F-A1BE-EE7379B09D70}"/>
              </a:ext>
            </a:extLst>
          </p:cNvPr>
          <p:cNvSpPr txBox="1"/>
          <p:nvPr/>
        </p:nvSpPr>
        <p:spPr>
          <a:xfrm>
            <a:off x="113439" y="909377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B18D8A1-9989-415C-843B-F9EEF53C6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2443"/>
              </p:ext>
            </p:extLst>
          </p:nvPr>
        </p:nvGraphicFramePr>
        <p:xfrm>
          <a:off x="97873" y="3971925"/>
          <a:ext cx="5665268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3385">
                  <a:extLst>
                    <a:ext uri="{9D8B030D-6E8A-4147-A177-3AD203B41FA5}">
                      <a16:colId xmlns:a16="http://schemas.microsoft.com/office/drawing/2014/main" val="4096839017"/>
                    </a:ext>
                  </a:extLst>
                </a:gridCol>
                <a:gridCol w="793385">
                  <a:extLst>
                    <a:ext uri="{9D8B030D-6E8A-4147-A177-3AD203B41FA5}">
                      <a16:colId xmlns:a16="http://schemas.microsoft.com/office/drawing/2014/main" val="4155348536"/>
                    </a:ext>
                  </a:extLst>
                </a:gridCol>
                <a:gridCol w="991732">
                  <a:extLst>
                    <a:ext uri="{9D8B030D-6E8A-4147-A177-3AD203B41FA5}">
                      <a16:colId xmlns:a16="http://schemas.microsoft.com/office/drawing/2014/main" val="2003976670"/>
                    </a:ext>
                  </a:extLst>
                </a:gridCol>
                <a:gridCol w="1103302">
                  <a:extLst>
                    <a:ext uri="{9D8B030D-6E8A-4147-A177-3AD203B41FA5}">
                      <a16:colId xmlns:a16="http://schemas.microsoft.com/office/drawing/2014/main" val="2906480892"/>
                    </a:ext>
                  </a:extLst>
                </a:gridCol>
                <a:gridCol w="917352">
                  <a:extLst>
                    <a:ext uri="{9D8B030D-6E8A-4147-A177-3AD203B41FA5}">
                      <a16:colId xmlns:a16="http://schemas.microsoft.com/office/drawing/2014/main" val="1137999604"/>
                    </a:ext>
                  </a:extLst>
                </a:gridCol>
                <a:gridCol w="1066112">
                  <a:extLst>
                    <a:ext uri="{9D8B030D-6E8A-4147-A177-3AD203B41FA5}">
                      <a16:colId xmlns:a16="http://schemas.microsoft.com/office/drawing/2014/main" val="944113480"/>
                    </a:ext>
                  </a:extLst>
                </a:gridCol>
              </a:tblGrid>
              <a:tr h="47866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teams7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teams24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94373"/>
                  </a:ext>
                </a:extLst>
              </a:tr>
              <a:tr h="50491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8247916"/>
                  </a:ext>
                </a:extLst>
              </a:tr>
              <a:tr h="47866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teams36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teams48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teams60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83319"/>
                  </a:ext>
                </a:extLst>
              </a:tr>
              <a:tr h="50491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1308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1678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1795598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C4885A0E-2D12-4B58-B4D5-3841EF984C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02"/>
          <a:stretch/>
        </p:blipFill>
        <p:spPr>
          <a:xfrm>
            <a:off x="6096000" y="3971925"/>
            <a:ext cx="6109738" cy="177292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181F5CA-444F-4ACC-A433-B77654E30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09"/>
          <a:stretch/>
        </p:blipFill>
        <p:spPr>
          <a:xfrm>
            <a:off x="113439" y="1589618"/>
            <a:ext cx="5772150" cy="1505635"/>
          </a:xfrm>
          <a:prstGeom prst="rect">
            <a:avLst/>
          </a:prstGeom>
        </p:spPr>
      </p:pic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F4F7CF3-029B-49FB-B969-4AC0B91AAA15}"/>
              </a:ext>
            </a:extLst>
          </p:cNvPr>
          <p:cNvCxnSpPr/>
          <p:nvPr/>
        </p:nvCxnSpPr>
        <p:spPr>
          <a:xfrm>
            <a:off x="6010275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082A1381-F04F-469D-AC78-73A6A93544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2" b="37867"/>
          <a:stretch/>
        </p:blipFill>
        <p:spPr>
          <a:xfrm>
            <a:off x="6181726" y="1589618"/>
            <a:ext cx="5855117" cy="153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4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0C3085-26D2-4BAD-B6B4-BBBD82240E9D}"/>
              </a:ext>
            </a:extLst>
          </p:cNvPr>
          <p:cNvSpPr txBox="1"/>
          <p:nvPr/>
        </p:nvSpPr>
        <p:spPr>
          <a:xfrm>
            <a:off x="229018" y="903506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C282D4A-8987-4103-93D3-BF966C506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190405"/>
              </p:ext>
            </p:extLst>
          </p:nvPr>
        </p:nvGraphicFramePr>
        <p:xfrm>
          <a:off x="262313" y="3429000"/>
          <a:ext cx="5476375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6932">
                  <a:extLst>
                    <a:ext uri="{9D8B030D-6E8A-4147-A177-3AD203B41FA5}">
                      <a16:colId xmlns:a16="http://schemas.microsoft.com/office/drawing/2014/main" val="4096839017"/>
                    </a:ext>
                  </a:extLst>
                </a:gridCol>
                <a:gridCol w="766932">
                  <a:extLst>
                    <a:ext uri="{9D8B030D-6E8A-4147-A177-3AD203B41FA5}">
                      <a16:colId xmlns:a16="http://schemas.microsoft.com/office/drawing/2014/main" val="4155348536"/>
                    </a:ext>
                  </a:extLst>
                </a:gridCol>
                <a:gridCol w="958665">
                  <a:extLst>
                    <a:ext uri="{9D8B030D-6E8A-4147-A177-3AD203B41FA5}">
                      <a16:colId xmlns:a16="http://schemas.microsoft.com/office/drawing/2014/main" val="2003976670"/>
                    </a:ext>
                  </a:extLst>
                </a:gridCol>
                <a:gridCol w="1066515">
                  <a:extLst>
                    <a:ext uri="{9D8B030D-6E8A-4147-A177-3AD203B41FA5}">
                      <a16:colId xmlns:a16="http://schemas.microsoft.com/office/drawing/2014/main" val="2906480892"/>
                    </a:ext>
                  </a:extLst>
                </a:gridCol>
                <a:gridCol w="886765">
                  <a:extLst>
                    <a:ext uri="{9D8B030D-6E8A-4147-A177-3AD203B41FA5}">
                      <a16:colId xmlns:a16="http://schemas.microsoft.com/office/drawing/2014/main" val="1137999604"/>
                    </a:ext>
                  </a:extLst>
                </a:gridCol>
                <a:gridCol w="1030566">
                  <a:extLst>
                    <a:ext uri="{9D8B030D-6E8A-4147-A177-3AD203B41FA5}">
                      <a16:colId xmlns:a16="http://schemas.microsoft.com/office/drawing/2014/main" val="944113480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teams7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teams24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94373"/>
                  </a:ext>
                </a:extLst>
              </a:tr>
              <a:tr h="51184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8247916"/>
                  </a:ext>
                </a:extLst>
              </a:tr>
              <a:tr h="48522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teams36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teams48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teams60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83319"/>
                  </a:ext>
                </a:extLst>
              </a:tr>
              <a:tr h="51184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86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179559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5E35F6-83E3-4582-A3B5-BA0DB5697EEF}"/>
              </a:ext>
            </a:extLst>
          </p:cNvPr>
          <p:cNvSpPr txBox="1"/>
          <p:nvPr/>
        </p:nvSpPr>
        <p:spPr>
          <a:xfrm>
            <a:off x="1090793" y="257175"/>
            <a:ext cx="3427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算法准确性验证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5A2D7D-F949-4E3F-BFE0-E476B3D39E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10"/>
          <a:stretch/>
        </p:blipFill>
        <p:spPr>
          <a:xfrm>
            <a:off x="186032" y="1502028"/>
            <a:ext cx="5628939" cy="15145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6063FB-805B-4CC2-A3C2-A5C73D6CFA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93"/>
          <a:stretch/>
        </p:blipFill>
        <p:spPr>
          <a:xfrm>
            <a:off x="6243970" y="3659915"/>
            <a:ext cx="5628939" cy="1994125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D394E56-444C-479A-BAEF-DF0BD5BFFBA5}"/>
              </a:ext>
            </a:extLst>
          </p:cNvPr>
          <p:cNvCxnSpPr/>
          <p:nvPr/>
        </p:nvCxnSpPr>
        <p:spPr>
          <a:xfrm>
            <a:off x="6010275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545AB8C2-C121-4DCF-974B-D08960E9F5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85"/>
          <a:stretch/>
        </p:blipFill>
        <p:spPr>
          <a:xfrm>
            <a:off x="6281863" y="1502028"/>
            <a:ext cx="5553154" cy="18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3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EA0C25-BAB9-4293-B8F4-109268A6C06B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对比分析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42DAD5-8B5D-45DB-A12D-74A3EE341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454504"/>
            <a:ext cx="5272088" cy="30184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586598-182C-4BA9-8B6A-4BD86C9DC0C0}"/>
              </a:ext>
            </a:extLst>
          </p:cNvPr>
          <p:cNvSpPr txBox="1"/>
          <p:nvPr/>
        </p:nvSpPr>
        <p:spPr>
          <a:xfrm>
            <a:off x="2109661" y="9943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测试样例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E4650C-DF4B-4E40-9060-D63490C5AA39}"/>
              </a:ext>
            </a:extLst>
          </p:cNvPr>
          <p:cNvSpPr txBox="1"/>
          <p:nvPr/>
        </p:nvSpPr>
        <p:spPr>
          <a:xfrm>
            <a:off x="7198156" y="99433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随机生成不同规模的稠密图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0CDEDF-690E-4DD3-AAA6-D162259DB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368" y="1363671"/>
            <a:ext cx="5749618" cy="3382947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E73F3EB-D713-434B-BD06-ABE890DEF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387483"/>
              </p:ext>
            </p:extLst>
          </p:nvPr>
        </p:nvGraphicFramePr>
        <p:xfrm>
          <a:off x="5834417" y="4862011"/>
          <a:ext cx="6319835" cy="1878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7285">
                  <a:extLst>
                    <a:ext uri="{9D8B030D-6E8A-4147-A177-3AD203B41FA5}">
                      <a16:colId xmlns:a16="http://schemas.microsoft.com/office/drawing/2014/main" val="4235155149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302277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67136077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84196534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31831566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980927919"/>
                    </a:ext>
                  </a:extLst>
                </a:gridCol>
              </a:tblGrid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顶点数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782827"/>
                  </a:ext>
                </a:extLst>
              </a:tr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EK/(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261.3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594.9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1154.5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9003127"/>
                  </a:ext>
                </a:extLst>
              </a:tr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Dinic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6.56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12.29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13.78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7477101"/>
                  </a:ext>
                </a:extLst>
              </a:tr>
            </a:tbl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8A81764-8D21-4179-AD7B-2ED966337061}"/>
              </a:ext>
            </a:extLst>
          </p:cNvPr>
          <p:cNvCxnSpPr/>
          <p:nvPr/>
        </p:nvCxnSpPr>
        <p:spPr>
          <a:xfrm>
            <a:off x="5600700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962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1AA7A1-9D6A-4F79-B0A9-E3660770285C}"/>
              </a:ext>
            </a:extLst>
          </p:cNvPr>
          <p:cNvSpPr txBox="1"/>
          <p:nvPr/>
        </p:nvSpPr>
        <p:spPr>
          <a:xfrm>
            <a:off x="4729279" y="2875002"/>
            <a:ext cx="273344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64821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1BC54182-9886-4B03-9ABF-26AD378E594E}"/>
              </a:ext>
            </a:extLst>
          </p:cNvPr>
          <p:cNvGrpSpPr/>
          <p:nvPr/>
        </p:nvGrpSpPr>
        <p:grpSpPr>
          <a:xfrm>
            <a:off x="1533525" y="2139982"/>
            <a:ext cx="5976798" cy="3841148"/>
            <a:chOff x="1514475" y="2111407"/>
            <a:chExt cx="5976798" cy="3841148"/>
          </a:xfrm>
        </p:grpSpPr>
        <p:sp>
          <p:nvSpPr>
            <p:cNvPr id="2" name="流程图: 接点 1">
              <a:extLst>
                <a:ext uri="{FF2B5EF4-FFF2-40B4-BE49-F238E27FC236}">
                  <a16:creationId xmlns:a16="http://schemas.microsoft.com/office/drawing/2014/main" id="{C1375C4C-F19F-4AF4-80BC-26BF309F10EF}"/>
                </a:ext>
              </a:extLst>
            </p:cNvPr>
            <p:cNvSpPr/>
            <p:nvPr/>
          </p:nvSpPr>
          <p:spPr>
            <a:xfrm>
              <a:off x="1514475" y="3786185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流程图: 接点 2">
              <a:extLst>
                <a:ext uri="{FF2B5EF4-FFF2-40B4-BE49-F238E27FC236}">
                  <a16:creationId xmlns:a16="http://schemas.microsoft.com/office/drawing/2014/main" id="{C85F5612-C53E-4C6B-9A26-CE31AD0586BC}"/>
                </a:ext>
              </a:extLst>
            </p:cNvPr>
            <p:cNvSpPr/>
            <p:nvPr/>
          </p:nvSpPr>
          <p:spPr>
            <a:xfrm>
              <a:off x="6867164" y="3807616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流程图: 接点 3">
              <a:extLst>
                <a:ext uri="{FF2B5EF4-FFF2-40B4-BE49-F238E27FC236}">
                  <a16:creationId xmlns:a16="http://schemas.microsoft.com/office/drawing/2014/main" id="{2F6FC272-7601-430E-9BCF-853D7494DE5B}"/>
                </a:ext>
              </a:extLst>
            </p:cNvPr>
            <p:cNvSpPr/>
            <p:nvPr/>
          </p:nvSpPr>
          <p:spPr>
            <a:xfrm>
              <a:off x="3181350" y="2590800"/>
              <a:ext cx="914400" cy="51911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A-N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188368C7-7375-4DBB-B72B-3FA860322E90}"/>
                </a:ext>
              </a:extLst>
            </p:cNvPr>
            <p:cNvSpPr/>
            <p:nvPr/>
          </p:nvSpPr>
          <p:spPr>
            <a:xfrm>
              <a:off x="3148012" y="3807616"/>
              <a:ext cx="981075" cy="51911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A-M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7CACCC5E-0A1B-4D29-9587-7C0FF28212E0}"/>
                </a:ext>
              </a:extLst>
            </p:cNvPr>
            <p:cNvSpPr/>
            <p:nvPr/>
          </p:nvSpPr>
          <p:spPr>
            <a:xfrm>
              <a:off x="3181350" y="4922804"/>
              <a:ext cx="981075" cy="44453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N-M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082FFF7B-602E-4217-A206-BE921CA43FFB}"/>
                </a:ext>
              </a:extLst>
            </p:cNvPr>
            <p:cNvSpPr/>
            <p:nvPr/>
          </p:nvSpPr>
          <p:spPr>
            <a:xfrm>
              <a:off x="5234169" y="2569368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C0F20BA3-5367-4EAB-B22C-EFCEDE0E86A7}"/>
                </a:ext>
              </a:extLst>
            </p:cNvPr>
            <p:cNvSpPr/>
            <p:nvPr/>
          </p:nvSpPr>
          <p:spPr>
            <a:xfrm>
              <a:off x="5234168" y="3807616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04DB55A3-6518-4435-896F-027ED4DED15D}"/>
                </a:ext>
              </a:extLst>
            </p:cNvPr>
            <p:cNvSpPr/>
            <p:nvPr/>
          </p:nvSpPr>
          <p:spPr>
            <a:xfrm>
              <a:off x="5234168" y="4864082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043E3310-7453-4CE2-99DA-34390865FA7A}"/>
                </a:ext>
              </a:extLst>
            </p:cNvPr>
            <p:cNvCxnSpPr>
              <a:stCxn id="2" idx="7"/>
              <a:endCxn id="4" idx="2"/>
            </p:cNvCxnSpPr>
            <p:nvPr/>
          </p:nvCxnSpPr>
          <p:spPr>
            <a:xfrm flipV="1">
              <a:off x="2042931" y="2850357"/>
              <a:ext cx="1138419" cy="10181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B8039D2-F6CB-490A-A248-4C584AD23BFD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133600" y="4067173"/>
              <a:ext cx="10144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07B124A-7274-4A77-A072-3FE2FD00485B}"/>
                </a:ext>
              </a:extLst>
            </p:cNvPr>
            <p:cNvCxnSpPr>
              <a:stCxn id="2" idx="5"/>
              <a:endCxn id="6" idx="2"/>
            </p:cNvCxnSpPr>
            <p:nvPr/>
          </p:nvCxnSpPr>
          <p:spPr>
            <a:xfrm>
              <a:off x="2042931" y="4265861"/>
              <a:ext cx="1138419" cy="879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F5744F45-D723-443B-AC18-EC75B0C9F4CC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 flipV="1">
              <a:off x="4095750" y="2850356"/>
              <a:ext cx="113841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EDF920D-1BC9-4AEF-954A-398E4476DFC7}"/>
                </a:ext>
              </a:extLst>
            </p:cNvPr>
            <p:cNvCxnSpPr>
              <a:cxnSpLocks/>
              <a:stCxn id="4" idx="6"/>
              <a:endCxn id="8" idx="1"/>
            </p:cNvCxnSpPr>
            <p:nvPr/>
          </p:nvCxnSpPr>
          <p:spPr>
            <a:xfrm>
              <a:off x="4095750" y="2850357"/>
              <a:ext cx="1229087" cy="10395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DBCAB1A-641A-4D64-A1FE-608272F19382}"/>
                </a:ext>
              </a:extLst>
            </p:cNvPr>
            <p:cNvCxnSpPr>
              <a:cxnSpLocks/>
              <a:stCxn id="5" idx="7"/>
              <a:endCxn id="7" idx="3"/>
            </p:cNvCxnSpPr>
            <p:nvPr/>
          </p:nvCxnSpPr>
          <p:spPr>
            <a:xfrm flipV="1">
              <a:off x="3985412" y="3049044"/>
              <a:ext cx="1339426" cy="8345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A41D58D-3E9F-4E89-9C66-8851839AD6A0}"/>
                </a:ext>
              </a:extLst>
            </p:cNvPr>
            <p:cNvCxnSpPr>
              <a:cxnSpLocks/>
              <a:stCxn id="5" idx="6"/>
              <a:endCxn id="9" idx="1"/>
            </p:cNvCxnSpPr>
            <p:nvPr/>
          </p:nvCxnSpPr>
          <p:spPr>
            <a:xfrm>
              <a:off x="4129087" y="4067173"/>
              <a:ext cx="1195750" cy="879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CC797E6-EDC8-4D2B-8F0E-CC23CBA7E34D}"/>
                </a:ext>
              </a:extLst>
            </p:cNvPr>
            <p:cNvCxnSpPr>
              <a:cxnSpLocks/>
              <a:stCxn id="6" idx="7"/>
              <a:endCxn id="8" idx="2"/>
            </p:cNvCxnSpPr>
            <p:nvPr/>
          </p:nvCxnSpPr>
          <p:spPr>
            <a:xfrm flipV="1">
              <a:off x="4018750" y="4088604"/>
              <a:ext cx="1215418" cy="89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AA2472B1-7E17-47FB-B332-5AE56F84DF2C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 flipV="1">
              <a:off x="4162425" y="5145070"/>
              <a:ext cx="107174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10460CB-B757-4DC5-A04E-AF24327EFFFF}"/>
                </a:ext>
              </a:extLst>
            </p:cNvPr>
            <p:cNvCxnSpPr>
              <a:cxnSpLocks/>
              <a:stCxn id="8" idx="6"/>
              <a:endCxn id="3" idx="2"/>
            </p:cNvCxnSpPr>
            <p:nvPr/>
          </p:nvCxnSpPr>
          <p:spPr>
            <a:xfrm>
              <a:off x="5853293" y="4088604"/>
              <a:ext cx="10138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C200794-7B06-45D5-A28C-0489D1CA5168}"/>
                </a:ext>
              </a:extLst>
            </p:cNvPr>
            <p:cNvSpPr txBox="1"/>
            <p:nvPr/>
          </p:nvSpPr>
          <p:spPr>
            <a:xfrm>
              <a:off x="3181350" y="555648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比赛点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CE22957-4E2C-48E9-AE50-D18B2ACA4B7F}"/>
                </a:ext>
              </a:extLst>
            </p:cNvPr>
            <p:cNvSpPr txBox="1"/>
            <p:nvPr/>
          </p:nvSpPr>
          <p:spPr>
            <a:xfrm>
              <a:off x="5105148" y="558322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队伍点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0A2334C-AED8-4ABA-A90E-C3D74E41D5C5}"/>
                </a:ext>
              </a:extLst>
            </p:cNvPr>
            <p:cNvSpPr txBox="1"/>
            <p:nvPr/>
          </p:nvSpPr>
          <p:spPr>
            <a:xfrm>
              <a:off x="2286633" y="3059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9C550A7-83B6-407E-9665-EE80BF6E3892}"/>
                </a:ext>
              </a:extLst>
            </p:cNvPr>
            <p:cNvSpPr txBox="1"/>
            <p:nvPr/>
          </p:nvSpPr>
          <p:spPr>
            <a:xfrm>
              <a:off x="2484353" y="36978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6592F13-D784-4BA4-B7BB-8E8136B6004F}"/>
                </a:ext>
              </a:extLst>
            </p:cNvPr>
            <p:cNvSpPr txBox="1"/>
            <p:nvPr/>
          </p:nvSpPr>
          <p:spPr>
            <a:xfrm>
              <a:off x="2343950" y="467941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A64F219A-7EDD-4191-A893-AE312F1A9380}"/>
                </a:ext>
              </a:extLst>
            </p:cNvPr>
            <p:cNvCxnSpPr>
              <a:cxnSpLocks/>
              <a:stCxn id="7" idx="6"/>
              <a:endCxn id="3" idx="1"/>
            </p:cNvCxnSpPr>
            <p:nvPr/>
          </p:nvCxnSpPr>
          <p:spPr>
            <a:xfrm>
              <a:off x="5853294" y="2850356"/>
              <a:ext cx="1104539" cy="10395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8DE4D5BB-C48F-41C7-9837-012E5ACBFB67}"/>
                </a:ext>
              </a:extLst>
            </p:cNvPr>
            <p:cNvCxnSpPr>
              <a:cxnSpLocks/>
              <a:stCxn id="9" idx="6"/>
              <a:endCxn id="3" idx="3"/>
            </p:cNvCxnSpPr>
            <p:nvPr/>
          </p:nvCxnSpPr>
          <p:spPr>
            <a:xfrm flipV="1">
              <a:off x="5853293" y="4287292"/>
              <a:ext cx="1104540" cy="857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C44090C-27A8-4253-A521-365EAB7110AF}"/>
                </a:ext>
              </a:extLst>
            </p:cNvPr>
            <p:cNvSpPr txBox="1"/>
            <p:nvPr/>
          </p:nvSpPr>
          <p:spPr>
            <a:xfrm>
              <a:off x="6360228" y="465298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9B9B1E4-572E-490F-B122-25FBA7439696}"/>
                </a:ext>
              </a:extLst>
            </p:cNvPr>
            <p:cNvSpPr txBox="1"/>
            <p:nvPr/>
          </p:nvSpPr>
          <p:spPr>
            <a:xfrm>
              <a:off x="6359609" y="304032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DC8A1F5-7966-4073-B54C-A754B0057768}"/>
                </a:ext>
              </a:extLst>
            </p:cNvPr>
            <p:cNvSpPr txBox="1"/>
            <p:nvPr/>
          </p:nvSpPr>
          <p:spPr>
            <a:xfrm>
              <a:off x="6142569" y="37861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AFC3755-CB0E-4ECB-9F82-70E82E09FAC4}"/>
                </a:ext>
              </a:extLst>
            </p:cNvPr>
            <p:cNvSpPr txBox="1"/>
            <p:nvPr/>
          </p:nvSpPr>
          <p:spPr>
            <a:xfrm>
              <a:off x="4288380" y="211140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无穷大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82E90182-71C3-453A-A8F1-289969C822B7}"/>
                </a:ext>
              </a:extLst>
            </p:cNvPr>
            <p:cNvSpPr txBox="1"/>
            <p:nvPr/>
          </p:nvSpPr>
          <p:spPr>
            <a:xfrm>
              <a:off x="2004504" y="2111407"/>
              <a:ext cx="6992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r[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][j]</a:t>
              </a:r>
              <a:endParaRPr lang="zh-CN" altLang="en-US" b="1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BB88885-9961-4E8D-8332-28A210CAD1AB}"/>
                </a:ext>
              </a:extLst>
            </p:cNvPr>
            <p:cNvSpPr txBox="1"/>
            <p:nvPr/>
          </p:nvSpPr>
          <p:spPr>
            <a:xfrm>
              <a:off x="5952069" y="2111407"/>
              <a:ext cx="1539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w[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]+r[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]-w[j]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481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F72D31FB-0922-445D-B304-6DB53612EBFC}"/>
              </a:ext>
            </a:extLst>
          </p:cNvPr>
          <p:cNvSpPr/>
          <p:nvPr/>
        </p:nvSpPr>
        <p:spPr>
          <a:xfrm>
            <a:off x="439047" y="3705225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S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40D6168A-38CD-4590-A9F5-2BB405B20381}"/>
              </a:ext>
            </a:extLst>
          </p:cNvPr>
          <p:cNvSpPr/>
          <p:nvPr/>
        </p:nvSpPr>
        <p:spPr>
          <a:xfrm>
            <a:off x="4020447" y="3705225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T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995B760C-03DF-48F3-8DD3-7D2EB8D89363}"/>
              </a:ext>
            </a:extLst>
          </p:cNvPr>
          <p:cNvSpPr/>
          <p:nvPr/>
        </p:nvSpPr>
        <p:spPr>
          <a:xfrm>
            <a:off x="2183044" y="2990850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21CFCAE0-97FC-4380-8E93-C6F28E431B41}"/>
              </a:ext>
            </a:extLst>
          </p:cNvPr>
          <p:cNvSpPr/>
          <p:nvPr/>
        </p:nvSpPr>
        <p:spPr>
          <a:xfrm>
            <a:off x="2183044" y="4476750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B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D59673A-5322-4A85-85C3-636B84AA640F}"/>
              </a:ext>
            </a:extLst>
          </p:cNvPr>
          <p:cNvCxnSpPr>
            <a:stCxn id="2" idx="7"/>
            <a:endCxn id="4" idx="2"/>
          </p:cNvCxnSpPr>
          <p:nvPr/>
        </p:nvCxnSpPr>
        <p:spPr>
          <a:xfrm flipV="1">
            <a:off x="1024414" y="3305175"/>
            <a:ext cx="1158630" cy="49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EF94652-7431-41A1-A1D8-5E0DCC45B91E}"/>
              </a:ext>
            </a:extLst>
          </p:cNvPr>
          <p:cNvCxnSpPr>
            <a:cxnSpLocks/>
            <a:stCxn id="4" idx="6"/>
            <a:endCxn id="3" idx="1"/>
          </p:cNvCxnSpPr>
          <p:nvPr/>
        </p:nvCxnSpPr>
        <p:spPr>
          <a:xfrm>
            <a:off x="2868844" y="3305175"/>
            <a:ext cx="1252036" cy="49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E6A422B-9CB2-4128-BBDE-32246924A825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2525944" y="3619500"/>
            <a:ext cx="0" cy="857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AE1B052-9710-4466-A102-1447EC40247A}"/>
              </a:ext>
            </a:extLst>
          </p:cNvPr>
          <p:cNvCxnSpPr>
            <a:cxnSpLocks/>
            <a:stCxn id="2" idx="5"/>
            <a:endCxn id="5" idx="2"/>
          </p:cNvCxnSpPr>
          <p:nvPr/>
        </p:nvCxnSpPr>
        <p:spPr>
          <a:xfrm>
            <a:off x="1024414" y="4241811"/>
            <a:ext cx="1158630" cy="54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E4E7BC5-F899-4222-AB20-A3EB3E75695B}"/>
              </a:ext>
            </a:extLst>
          </p:cNvPr>
          <p:cNvCxnSpPr>
            <a:cxnSpLocks/>
            <a:stCxn id="5" idx="6"/>
            <a:endCxn id="3" idx="3"/>
          </p:cNvCxnSpPr>
          <p:nvPr/>
        </p:nvCxnSpPr>
        <p:spPr>
          <a:xfrm flipV="1">
            <a:off x="2868844" y="4241811"/>
            <a:ext cx="1252036" cy="54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102E40F-668E-48CB-8B22-5C44E89D0E6C}"/>
              </a:ext>
            </a:extLst>
          </p:cNvPr>
          <p:cNvSpPr txBox="1"/>
          <p:nvPr/>
        </p:nvSpPr>
        <p:spPr>
          <a:xfrm>
            <a:off x="1226704" y="4485109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DBD80A-2F0E-450E-A431-A7C6DE8A9694}"/>
              </a:ext>
            </a:extLst>
          </p:cNvPr>
          <p:cNvSpPr txBox="1"/>
          <p:nvPr/>
        </p:nvSpPr>
        <p:spPr>
          <a:xfrm>
            <a:off x="1392469" y="3257211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E4FC11-ECC8-4C95-A677-CC6C6209CC13}"/>
              </a:ext>
            </a:extLst>
          </p:cNvPr>
          <p:cNvSpPr txBox="1"/>
          <p:nvPr/>
        </p:nvSpPr>
        <p:spPr>
          <a:xfrm>
            <a:off x="2525944" y="3845101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ACF87E-DBAD-4C59-BB83-723E66833B2D}"/>
              </a:ext>
            </a:extLst>
          </p:cNvPr>
          <p:cNvSpPr txBox="1"/>
          <p:nvPr/>
        </p:nvSpPr>
        <p:spPr>
          <a:xfrm>
            <a:off x="3326299" y="3244927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9F5B86-E2FE-4572-B055-4C56A8786207}"/>
              </a:ext>
            </a:extLst>
          </p:cNvPr>
          <p:cNvSpPr txBox="1"/>
          <p:nvPr/>
        </p:nvSpPr>
        <p:spPr>
          <a:xfrm>
            <a:off x="3329974" y="4516443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4649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16FDDF7A-2FB3-42A5-B331-EB69D8D5140E}"/>
              </a:ext>
            </a:extLst>
          </p:cNvPr>
          <p:cNvSpPr/>
          <p:nvPr/>
        </p:nvSpPr>
        <p:spPr>
          <a:xfrm>
            <a:off x="4376882" y="1924439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000A62A7-280A-41C8-8624-47877645DBC8}"/>
              </a:ext>
            </a:extLst>
          </p:cNvPr>
          <p:cNvSpPr/>
          <p:nvPr/>
        </p:nvSpPr>
        <p:spPr>
          <a:xfrm>
            <a:off x="9400418" y="19673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8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9BD6F1AF-BC7D-40DE-B689-E9E82472873F}"/>
              </a:ext>
            </a:extLst>
          </p:cNvPr>
          <p:cNvSpPr/>
          <p:nvPr/>
        </p:nvSpPr>
        <p:spPr>
          <a:xfrm>
            <a:off x="6043757" y="729054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B0FD1A37-A647-4929-A509-A960398EDE71}"/>
              </a:ext>
            </a:extLst>
          </p:cNvPr>
          <p:cNvSpPr/>
          <p:nvPr/>
        </p:nvSpPr>
        <p:spPr>
          <a:xfrm>
            <a:off x="6010420" y="1945870"/>
            <a:ext cx="652462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9" name="流程图: 接点 58">
            <a:extLst>
              <a:ext uri="{FF2B5EF4-FFF2-40B4-BE49-F238E27FC236}">
                <a16:creationId xmlns:a16="http://schemas.microsoft.com/office/drawing/2014/main" id="{58C04EFF-9C2C-4F29-9771-B5272B8B74B4}"/>
              </a:ext>
            </a:extLst>
          </p:cNvPr>
          <p:cNvSpPr/>
          <p:nvPr/>
        </p:nvSpPr>
        <p:spPr>
          <a:xfrm>
            <a:off x="6043757" y="306105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0" name="流程图: 接点 59">
            <a:extLst>
              <a:ext uri="{FF2B5EF4-FFF2-40B4-BE49-F238E27FC236}">
                <a16:creationId xmlns:a16="http://schemas.microsoft.com/office/drawing/2014/main" id="{DF751FCF-65AD-4280-B998-1892952E9A37}"/>
              </a:ext>
            </a:extLst>
          </p:cNvPr>
          <p:cNvSpPr/>
          <p:nvPr/>
        </p:nvSpPr>
        <p:spPr>
          <a:xfrm>
            <a:off x="7767423" y="729054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1" name="流程图: 接点 60">
            <a:extLst>
              <a:ext uri="{FF2B5EF4-FFF2-40B4-BE49-F238E27FC236}">
                <a16:creationId xmlns:a16="http://schemas.microsoft.com/office/drawing/2014/main" id="{6CBFA867-6EC1-4875-A3C8-279306F98E38}"/>
              </a:ext>
            </a:extLst>
          </p:cNvPr>
          <p:cNvSpPr/>
          <p:nvPr/>
        </p:nvSpPr>
        <p:spPr>
          <a:xfrm>
            <a:off x="7767422" y="19673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2" name="流程图: 接点 61">
            <a:extLst>
              <a:ext uri="{FF2B5EF4-FFF2-40B4-BE49-F238E27FC236}">
                <a16:creationId xmlns:a16="http://schemas.microsoft.com/office/drawing/2014/main" id="{E15AB7BD-8719-479C-BA18-EE7D3E8B9E20}"/>
              </a:ext>
            </a:extLst>
          </p:cNvPr>
          <p:cNvSpPr/>
          <p:nvPr/>
        </p:nvSpPr>
        <p:spPr>
          <a:xfrm>
            <a:off x="7767422" y="302376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7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E8964BA-076E-45DA-BC13-EFB019CC2AC5}"/>
              </a:ext>
            </a:extLst>
          </p:cNvPr>
          <p:cNvCxnSpPr>
            <a:cxnSpLocks/>
            <a:stCxn id="55" idx="7"/>
            <a:endCxn id="57" idx="2"/>
          </p:cNvCxnSpPr>
          <p:nvPr/>
        </p:nvCxnSpPr>
        <p:spPr>
          <a:xfrm flipV="1">
            <a:off x="4905338" y="1010042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AD18E28-161B-4E25-89FC-704702484B51}"/>
              </a:ext>
            </a:extLst>
          </p:cNvPr>
          <p:cNvCxnSpPr>
            <a:cxnSpLocks/>
            <a:stCxn id="55" idx="6"/>
            <a:endCxn id="58" idx="2"/>
          </p:cNvCxnSpPr>
          <p:nvPr/>
        </p:nvCxnSpPr>
        <p:spPr>
          <a:xfrm>
            <a:off x="4996007" y="2205427"/>
            <a:ext cx="101441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D776AC5-1EC4-490F-BAFC-B00D07CDFAFA}"/>
              </a:ext>
            </a:extLst>
          </p:cNvPr>
          <p:cNvCxnSpPr>
            <a:cxnSpLocks/>
            <a:stCxn id="55" idx="5"/>
            <a:endCxn id="59" idx="2"/>
          </p:cNvCxnSpPr>
          <p:nvPr/>
        </p:nvCxnSpPr>
        <p:spPr>
          <a:xfrm>
            <a:off x="4905338" y="2404115"/>
            <a:ext cx="1138419" cy="93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34339A28-B236-4B56-9825-7B31A0505B0B}"/>
              </a:ext>
            </a:extLst>
          </p:cNvPr>
          <p:cNvCxnSpPr>
            <a:cxnSpLocks/>
            <a:stCxn id="57" idx="6"/>
            <a:endCxn id="60" idx="2"/>
          </p:cNvCxnSpPr>
          <p:nvPr/>
        </p:nvCxnSpPr>
        <p:spPr>
          <a:xfrm>
            <a:off x="6662882" y="1010042"/>
            <a:ext cx="1104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5A8E199-3622-419E-95D8-849E86B3F9C6}"/>
              </a:ext>
            </a:extLst>
          </p:cNvPr>
          <p:cNvCxnSpPr>
            <a:cxnSpLocks/>
            <a:stCxn id="57" idx="6"/>
            <a:endCxn id="61" idx="1"/>
          </p:cNvCxnSpPr>
          <p:nvPr/>
        </p:nvCxnSpPr>
        <p:spPr>
          <a:xfrm>
            <a:off x="6662882" y="1010042"/>
            <a:ext cx="1195209" cy="1039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974DAB3-F36A-43E3-9C55-3A9B6EC3B94A}"/>
              </a:ext>
            </a:extLst>
          </p:cNvPr>
          <p:cNvCxnSpPr>
            <a:cxnSpLocks/>
            <a:stCxn id="58" idx="7"/>
            <a:endCxn id="60" idx="3"/>
          </p:cNvCxnSpPr>
          <p:nvPr/>
        </p:nvCxnSpPr>
        <p:spPr>
          <a:xfrm flipV="1">
            <a:off x="6567331" y="1208730"/>
            <a:ext cx="1290761" cy="81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2215E86-F2C3-4422-A6EF-1696B07A2DF6}"/>
              </a:ext>
            </a:extLst>
          </p:cNvPr>
          <p:cNvCxnSpPr>
            <a:cxnSpLocks/>
            <a:stCxn id="58" idx="6"/>
            <a:endCxn id="62" idx="1"/>
          </p:cNvCxnSpPr>
          <p:nvPr/>
        </p:nvCxnSpPr>
        <p:spPr>
          <a:xfrm>
            <a:off x="6662882" y="2226858"/>
            <a:ext cx="1195209" cy="879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7E542586-EE87-4404-AA25-328FBFB1317B}"/>
              </a:ext>
            </a:extLst>
          </p:cNvPr>
          <p:cNvCxnSpPr>
            <a:cxnSpLocks/>
            <a:stCxn id="59" idx="7"/>
            <a:endCxn id="61" idx="2"/>
          </p:cNvCxnSpPr>
          <p:nvPr/>
        </p:nvCxnSpPr>
        <p:spPr>
          <a:xfrm flipV="1">
            <a:off x="6572213" y="2248290"/>
            <a:ext cx="1195209" cy="89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CB5D4DF-680B-42D7-8889-2790644CCC8C}"/>
              </a:ext>
            </a:extLst>
          </p:cNvPr>
          <p:cNvCxnSpPr>
            <a:cxnSpLocks/>
            <a:stCxn id="59" idx="6"/>
            <a:endCxn id="62" idx="2"/>
          </p:cNvCxnSpPr>
          <p:nvPr/>
        </p:nvCxnSpPr>
        <p:spPr>
          <a:xfrm flipV="1">
            <a:off x="6662882" y="3304756"/>
            <a:ext cx="1104540" cy="3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3E7E95C1-0701-43A5-BCFD-3EE8799C1517}"/>
              </a:ext>
            </a:extLst>
          </p:cNvPr>
          <p:cNvCxnSpPr>
            <a:cxnSpLocks/>
            <a:stCxn id="61" idx="6"/>
            <a:endCxn id="56" idx="2"/>
          </p:cNvCxnSpPr>
          <p:nvPr/>
        </p:nvCxnSpPr>
        <p:spPr>
          <a:xfrm>
            <a:off x="8386547" y="2248290"/>
            <a:ext cx="1013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F898A87-5C24-4F15-8516-AC5ADE18C2C4}"/>
              </a:ext>
            </a:extLst>
          </p:cNvPr>
          <p:cNvSpPr txBox="1"/>
          <p:nvPr/>
        </p:nvSpPr>
        <p:spPr>
          <a:xfrm>
            <a:off x="5149040" y="119792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5/6</a:t>
            </a:r>
            <a:endParaRPr lang="zh-CN" altLang="en-US" b="1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64DA0C3-6A9D-46AE-9D92-3CB34528CECE}"/>
              </a:ext>
            </a:extLst>
          </p:cNvPr>
          <p:cNvSpPr txBox="1"/>
          <p:nvPr/>
        </p:nvSpPr>
        <p:spPr>
          <a:xfrm>
            <a:off x="5346760" y="18360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334DB48-F2F5-4B5E-A1D5-259F28F6C02F}"/>
              </a:ext>
            </a:extLst>
          </p:cNvPr>
          <p:cNvSpPr txBox="1"/>
          <p:nvPr/>
        </p:nvSpPr>
        <p:spPr>
          <a:xfrm>
            <a:off x="5206357" y="281767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DC3681EF-A33F-4D5C-8956-4DE2106A9C66}"/>
              </a:ext>
            </a:extLst>
          </p:cNvPr>
          <p:cNvCxnSpPr>
            <a:cxnSpLocks/>
            <a:stCxn id="60" idx="6"/>
            <a:endCxn id="56" idx="1"/>
          </p:cNvCxnSpPr>
          <p:nvPr/>
        </p:nvCxnSpPr>
        <p:spPr>
          <a:xfrm>
            <a:off x="8386548" y="1010042"/>
            <a:ext cx="1104539" cy="1039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61D3C41C-41D8-4914-9A00-D68E2D63E557}"/>
              </a:ext>
            </a:extLst>
          </p:cNvPr>
          <p:cNvCxnSpPr>
            <a:cxnSpLocks/>
            <a:stCxn id="62" idx="6"/>
            <a:endCxn id="56" idx="3"/>
          </p:cNvCxnSpPr>
          <p:nvPr/>
        </p:nvCxnSpPr>
        <p:spPr>
          <a:xfrm flipV="1">
            <a:off x="8386547" y="2446978"/>
            <a:ext cx="1104540" cy="857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E6DACC76-2927-42C1-B46B-90B6C8DF6464}"/>
              </a:ext>
            </a:extLst>
          </p:cNvPr>
          <p:cNvSpPr txBox="1"/>
          <p:nvPr/>
        </p:nvSpPr>
        <p:spPr>
          <a:xfrm>
            <a:off x="8893482" y="28126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EFE0AA6-73B1-4AA0-8391-C98D2522201F}"/>
              </a:ext>
            </a:extLst>
          </p:cNvPr>
          <p:cNvSpPr txBox="1"/>
          <p:nvPr/>
        </p:nvSpPr>
        <p:spPr>
          <a:xfrm>
            <a:off x="8892863" y="12000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B0C92F9-BD5D-4200-82F6-710D508447D1}"/>
              </a:ext>
            </a:extLst>
          </p:cNvPr>
          <p:cNvSpPr txBox="1"/>
          <p:nvPr/>
        </p:nvSpPr>
        <p:spPr>
          <a:xfrm>
            <a:off x="8675823" y="1945871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5/5</a:t>
            </a:r>
            <a:endParaRPr lang="zh-CN" altLang="en-US" b="1" dirty="0"/>
          </a:p>
        </p:txBody>
      </p:sp>
      <p:sp>
        <p:nvSpPr>
          <p:cNvPr id="81" name="流程图: 接点 80">
            <a:extLst>
              <a:ext uri="{FF2B5EF4-FFF2-40B4-BE49-F238E27FC236}">
                <a16:creationId xmlns:a16="http://schemas.microsoft.com/office/drawing/2014/main" id="{50CD5E7D-EE62-4D9F-AEB9-7908D2E757FA}"/>
              </a:ext>
            </a:extLst>
          </p:cNvPr>
          <p:cNvSpPr/>
          <p:nvPr/>
        </p:nvSpPr>
        <p:spPr>
          <a:xfrm>
            <a:off x="1154582" y="5406473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2" name="流程图: 接点 81">
            <a:extLst>
              <a:ext uri="{FF2B5EF4-FFF2-40B4-BE49-F238E27FC236}">
                <a16:creationId xmlns:a16="http://schemas.microsoft.com/office/drawing/2014/main" id="{371CCFCF-F2AF-4DE8-994F-C9411EC74692}"/>
              </a:ext>
            </a:extLst>
          </p:cNvPr>
          <p:cNvSpPr/>
          <p:nvPr/>
        </p:nvSpPr>
        <p:spPr>
          <a:xfrm>
            <a:off x="6178118" y="5449336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8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3" name="流程图: 接点 82">
            <a:extLst>
              <a:ext uri="{FF2B5EF4-FFF2-40B4-BE49-F238E27FC236}">
                <a16:creationId xmlns:a16="http://schemas.microsoft.com/office/drawing/2014/main" id="{87441C65-D133-400E-B38E-D22B4F55F1C3}"/>
              </a:ext>
            </a:extLst>
          </p:cNvPr>
          <p:cNvSpPr/>
          <p:nvPr/>
        </p:nvSpPr>
        <p:spPr>
          <a:xfrm>
            <a:off x="2821457" y="421108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4" name="流程图: 接点 83">
            <a:extLst>
              <a:ext uri="{FF2B5EF4-FFF2-40B4-BE49-F238E27FC236}">
                <a16:creationId xmlns:a16="http://schemas.microsoft.com/office/drawing/2014/main" id="{DFF29E71-A162-401F-A184-284950CB7DCA}"/>
              </a:ext>
            </a:extLst>
          </p:cNvPr>
          <p:cNvSpPr/>
          <p:nvPr/>
        </p:nvSpPr>
        <p:spPr>
          <a:xfrm>
            <a:off x="2788120" y="5427904"/>
            <a:ext cx="652462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5" name="流程图: 接点 84">
            <a:extLst>
              <a:ext uri="{FF2B5EF4-FFF2-40B4-BE49-F238E27FC236}">
                <a16:creationId xmlns:a16="http://schemas.microsoft.com/office/drawing/2014/main" id="{7205670D-1508-46D2-988C-19604AFF9F23}"/>
              </a:ext>
            </a:extLst>
          </p:cNvPr>
          <p:cNvSpPr/>
          <p:nvPr/>
        </p:nvSpPr>
        <p:spPr>
          <a:xfrm>
            <a:off x="2821457" y="654309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6" name="流程图: 接点 85">
            <a:extLst>
              <a:ext uri="{FF2B5EF4-FFF2-40B4-BE49-F238E27FC236}">
                <a16:creationId xmlns:a16="http://schemas.microsoft.com/office/drawing/2014/main" id="{97DED9CC-423C-4B9A-8048-2BD4636CFF9D}"/>
              </a:ext>
            </a:extLst>
          </p:cNvPr>
          <p:cNvSpPr/>
          <p:nvPr/>
        </p:nvSpPr>
        <p:spPr>
          <a:xfrm>
            <a:off x="4545123" y="421108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7" name="流程图: 接点 86">
            <a:extLst>
              <a:ext uri="{FF2B5EF4-FFF2-40B4-BE49-F238E27FC236}">
                <a16:creationId xmlns:a16="http://schemas.microsoft.com/office/drawing/2014/main" id="{B7774CA6-088D-4391-BE8E-EFB602AB123A}"/>
              </a:ext>
            </a:extLst>
          </p:cNvPr>
          <p:cNvSpPr/>
          <p:nvPr/>
        </p:nvSpPr>
        <p:spPr>
          <a:xfrm>
            <a:off x="4545122" y="5449336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8" name="流程图: 接点 87">
            <a:extLst>
              <a:ext uri="{FF2B5EF4-FFF2-40B4-BE49-F238E27FC236}">
                <a16:creationId xmlns:a16="http://schemas.microsoft.com/office/drawing/2014/main" id="{30697AA3-27BC-48E2-B451-E4D7074C2EFE}"/>
              </a:ext>
            </a:extLst>
          </p:cNvPr>
          <p:cNvSpPr/>
          <p:nvPr/>
        </p:nvSpPr>
        <p:spPr>
          <a:xfrm>
            <a:off x="4545122" y="65058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7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808E2534-69A9-4435-AD40-0604B9AE05D5}"/>
              </a:ext>
            </a:extLst>
          </p:cNvPr>
          <p:cNvCxnSpPr>
            <a:cxnSpLocks/>
            <a:stCxn id="81" idx="7"/>
            <a:endCxn id="83" idx="2"/>
          </p:cNvCxnSpPr>
          <p:nvPr/>
        </p:nvCxnSpPr>
        <p:spPr>
          <a:xfrm flipV="1">
            <a:off x="1683038" y="4492076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0B169CB-3706-4327-9869-412B05AD438D}"/>
              </a:ext>
            </a:extLst>
          </p:cNvPr>
          <p:cNvCxnSpPr>
            <a:cxnSpLocks/>
            <a:stCxn id="81" idx="6"/>
            <a:endCxn id="84" idx="2"/>
          </p:cNvCxnSpPr>
          <p:nvPr/>
        </p:nvCxnSpPr>
        <p:spPr>
          <a:xfrm>
            <a:off x="1773707" y="5687461"/>
            <a:ext cx="101441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3B2835A-5486-4173-AD78-854139301A4E}"/>
              </a:ext>
            </a:extLst>
          </p:cNvPr>
          <p:cNvCxnSpPr>
            <a:cxnSpLocks/>
            <a:stCxn id="81" idx="5"/>
            <a:endCxn id="85" idx="2"/>
          </p:cNvCxnSpPr>
          <p:nvPr/>
        </p:nvCxnSpPr>
        <p:spPr>
          <a:xfrm>
            <a:off x="1683038" y="5886149"/>
            <a:ext cx="1138419" cy="93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32EA21D-CB5B-421A-988F-E16B0AEB5ED0}"/>
              </a:ext>
            </a:extLst>
          </p:cNvPr>
          <p:cNvCxnSpPr>
            <a:cxnSpLocks/>
            <a:stCxn id="83" idx="6"/>
            <a:endCxn id="86" idx="2"/>
          </p:cNvCxnSpPr>
          <p:nvPr/>
        </p:nvCxnSpPr>
        <p:spPr>
          <a:xfrm>
            <a:off x="3440582" y="4492076"/>
            <a:ext cx="1104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3DF37AA-3FFE-4DA9-9B00-928BF30EE90A}"/>
              </a:ext>
            </a:extLst>
          </p:cNvPr>
          <p:cNvCxnSpPr>
            <a:cxnSpLocks/>
            <a:stCxn id="83" idx="6"/>
            <a:endCxn id="87" idx="1"/>
          </p:cNvCxnSpPr>
          <p:nvPr/>
        </p:nvCxnSpPr>
        <p:spPr>
          <a:xfrm>
            <a:off x="3440582" y="4492076"/>
            <a:ext cx="1195209" cy="1039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CF0A483A-5D39-4C8B-A6A4-70347804EF8B}"/>
              </a:ext>
            </a:extLst>
          </p:cNvPr>
          <p:cNvCxnSpPr>
            <a:cxnSpLocks/>
            <a:stCxn id="84" idx="7"/>
            <a:endCxn id="86" idx="3"/>
          </p:cNvCxnSpPr>
          <p:nvPr/>
        </p:nvCxnSpPr>
        <p:spPr>
          <a:xfrm flipV="1">
            <a:off x="3345031" y="4690764"/>
            <a:ext cx="1290761" cy="81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56B95395-C427-46B8-94BB-C29C32EB04E5}"/>
              </a:ext>
            </a:extLst>
          </p:cNvPr>
          <p:cNvCxnSpPr>
            <a:cxnSpLocks/>
            <a:stCxn id="84" idx="6"/>
            <a:endCxn id="88" idx="1"/>
          </p:cNvCxnSpPr>
          <p:nvPr/>
        </p:nvCxnSpPr>
        <p:spPr>
          <a:xfrm>
            <a:off x="3440582" y="5708892"/>
            <a:ext cx="1195209" cy="879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3ECEA03B-CF59-498C-A078-EB330807CFFE}"/>
              </a:ext>
            </a:extLst>
          </p:cNvPr>
          <p:cNvCxnSpPr>
            <a:cxnSpLocks/>
            <a:stCxn id="85" idx="7"/>
            <a:endCxn id="87" idx="2"/>
          </p:cNvCxnSpPr>
          <p:nvPr/>
        </p:nvCxnSpPr>
        <p:spPr>
          <a:xfrm flipV="1">
            <a:off x="3349913" y="5730324"/>
            <a:ext cx="1195209" cy="89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E679C63-F7F2-49E4-8535-D7C1A0E39AAE}"/>
              </a:ext>
            </a:extLst>
          </p:cNvPr>
          <p:cNvCxnSpPr>
            <a:cxnSpLocks/>
            <a:stCxn id="85" idx="6"/>
            <a:endCxn id="88" idx="2"/>
          </p:cNvCxnSpPr>
          <p:nvPr/>
        </p:nvCxnSpPr>
        <p:spPr>
          <a:xfrm flipV="1">
            <a:off x="3440582" y="6786790"/>
            <a:ext cx="1104540" cy="3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B2D1BE1A-7108-4011-B2CD-FA62E3AC9859}"/>
              </a:ext>
            </a:extLst>
          </p:cNvPr>
          <p:cNvCxnSpPr>
            <a:cxnSpLocks/>
            <a:stCxn id="87" idx="6"/>
            <a:endCxn id="82" idx="2"/>
          </p:cNvCxnSpPr>
          <p:nvPr/>
        </p:nvCxnSpPr>
        <p:spPr>
          <a:xfrm>
            <a:off x="5164247" y="5730324"/>
            <a:ext cx="1013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A2FBF068-5D35-43D8-BB2C-DB3686D7BA21}"/>
              </a:ext>
            </a:extLst>
          </p:cNvPr>
          <p:cNvSpPr txBox="1"/>
          <p:nvPr/>
        </p:nvSpPr>
        <p:spPr>
          <a:xfrm>
            <a:off x="1926740" y="467995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5/6</a:t>
            </a:r>
            <a:endParaRPr lang="zh-CN" altLang="en-US" b="1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EBA105A-6AF4-41F1-910F-87E8ADA6F082}"/>
              </a:ext>
            </a:extLst>
          </p:cNvPr>
          <p:cNvSpPr txBox="1"/>
          <p:nvPr/>
        </p:nvSpPr>
        <p:spPr>
          <a:xfrm>
            <a:off x="2124460" y="53181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2B2776F-5434-450A-BBE3-006F74F58DCE}"/>
              </a:ext>
            </a:extLst>
          </p:cNvPr>
          <p:cNvSpPr txBox="1"/>
          <p:nvPr/>
        </p:nvSpPr>
        <p:spPr>
          <a:xfrm>
            <a:off x="1984057" y="62997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90C8B9A-524B-4004-BACD-9ECE422A884E}"/>
              </a:ext>
            </a:extLst>
          </p:cNvPr>
          <p:cNvCxnSpPr>
            <a:cxnSpLocks/>
            <a:stCxn id="86" idx="6"/>
            <a:endCxn id="82" idx="1"/>
          </p:cNvCxnSpPr>
          <p:nvPr/>
        </p:nvCxnSpPr>
        <p:spPr>
          <a:xfrm>
            <a:off x="5164248" y="4492076"/>
            <a:ext cx="1104539" cy="1039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A46CF4-F9DA-4A61-AAFD-BA354347AD45}"/>
              </a:ext>
            </a:extLst>
          </p:cNvPr>
          <p:cNvCxnSpPr>
            <a:cxnSpLocks/>
            <a:stCxn id="88" idx="6"/>
            <a:endCxn id="82" idx="3"/>
          </p:cNvCxnSpPr>
          <p:nvPr/>
        </p:nvCxnSpPr>
        <p:spPr>
          <a:xfrm flipV="1">
            <a:off x="5164247" y="5929012"/>
            <a:ext cx="1104540" cy="857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3DE7EFF-D08C-4196-B3AA-4AE565E2CE3B}"/>
              </a:ext>
            </a:extLst>
          </p:cNvPr>
          <p:cNvSpPr txBox="1"/>
          <p:nvPr/>
        </p:nvSpPr>
        <p:spPr>
          <a:xfrm>
            <a:off x="5671182" y="629470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6C82547-5E13-4739-84F3-C8ABA2A5AB44}"/>
              </a:ext>
            </a:extLst>
          </p:cNvPr>
          <p:cNvSpPr txBox="1"/>
          <p:nvPr/>
        </p:nvSpPr>
        <p:spPr>
          <a:xfrm>
            <a:off x="5670563" y="468204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3120948-7EE3-45DB-81AC-1664119F6C23}"/>
              </a:ext>
            </a:extLst>
          </p:cNvPr>
          <p:cNvSpPr txBox="1"/>
          <p:nvPr/>
        </p:nvSpPr>
        <p:spPr>
          <a:xfrm>
            <a:off x="5453523" y="542790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5/5</a:t>
            </a:r>
            <a:endParaRPr lang="zh-CN" altLang="en-US" b="1" dirty="0"/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7CE365ED-8686-43DE-8044-416E15835180}"/>
              </a:ext>
            </a:extLst>
          </p:cNvPr>
          <p:cNvCxnSpPr>
            <a:cxnSpLocks/>
            <a:stCxn id="57" idx="3"/>
            <a:endCxn id="55" idx="6"/>
          </p:cNvCxnSpPr>
          <p:nvPr/>
        </p:nvCxnSpPr>
        <p:spPr>
          <a:xfrm flipH="1">
            <a:off x="4996007" y="1208730"/>
            <a:ext cx="1138419" cy="996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6F8E2867-6D8A-4F55-BB25-CA70A140D38B}"/>
              </a:ext>
            </a:extLst>
          </p:cNvPr>
          <p:cNvCxnSpPr>
            <a:cxnSpLocks/>
          </p:cNvCxnSpPr>
          <p:nvPr/>
        </p:nvCxnSpPr>
        <p:spPr>
          <a:xfrm flipV="1">
            <a:off x="5057738" y="1162442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9D24D37F-983F-43BC-BC1F-67F1601004D9}"/>
              </a:ext>
            </a:extLst>
          </p:cNvPr>
          <p:cNvCxnSpPr>
            <a:cxnSpLocks/>
            <a:stCxn id="56" idx="3"/>
            <a:endCxn id="61" idx="5"/>
          </p:cNvCxnSpPr>
          <p:nvPr/>
        </p:nvCxnSpPr>
        <p:spPr>
          <a:xfrm flipH="1">
            <a:off x="8295878" y="2446978"/>
            <a:ext cx="1195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74EB1215-FDF6-4070-8AE7-882AFA0CD6D0}"/>
              </a:ext>
            </a:extLst>
          </p:cNvPr>
          <p:cNvCxnSpPr>
            <a:cxnSpLocks/>
            <a:stCxn id="61" idx="2"/>
            <a:endCxn id="57" idx="5"/>
          </p:cNvCxnSpPr>
          <p:nvPr/>
        </p:nvCxnSpPr>
        <p:spPr>
          <a:xfrm flipH="1" flipV="1">
            <a:off x="6572213" y="1208730"/>
            <a:ext cx="1195209" cy="1039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FDFD036-D745-4CE0-8356-4830D8F87C35}"/>
              </a:ext>
            </a:extLst>
          </p:cNvPr>
          <p:cNvSpPr txBox="1"/>
          <p:nvPr/>
        </p:nvSpPr>
        <p:spPr>
          <a:xfrm>
            <a:off x="8616863" y="2311559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5015693C-0243-427C-918B-F5473859C130}"/>
              </a:ext>
            </a:extLst>
          </p:cNvPr>
          <p:cNvSpPr txBox="1"/>
          <p:nvPr/>
        </p:nvSpPr>
        <p:spPr>
          <a:xfrm>
            <a:off x="6662881" y="1387351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3FD4E67-2AA1-4121-8439-AEF2E46E7148}"/>
              </a:ext>
            </a:extLst>
          </p:cNvPr>
          <p:cNvSpPr txBox="1"/>
          <p:nvPr/>
        </p:nvSpPr>
        <p:spPr>
          <a:xfrm>
            <a:off x="5587876" y="1416044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1068A19-5CAA-43DC-9EE7-B52523F3DA47}"/>
              </a:ext>
            </a:extLst>
          </p:cNvPr>
          <p:cNvSpPr txBox="1"/>
          <p:nvPr/>
        </p:nvSpPr>
        <p:spPr>
          <a:xfrm>
            <a:off x="5518204" y="23017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4963477-C6B3-49C9-A8A3-22DA3D474578}"/>
              </a:ext>
            </a:extLst>
          </p:cNvPr>
          <p:cNvSpPr txBox="1"/>
          <p:nvPr/>
        </p:nvSpPr>
        <p:spPr>
          <a:xfrm>
            <a:off x="8391757" y="26184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D866B728-52AF-478D-97B7-B41FA7989C84}"/>
              </a:ext>
            </a:extLst>
          </p:cNvPr>
          <p:cNvCxnSpPr>
            <a:cxnSpLocks/>
            <a:stCxn id="56" idx="2"/>
            <a:endCxn id="62" idx="7"/>
          </p:cNvCxnSpPr>
          <p:nvPr/>
        </p:nvCxnSpPr>
        <p:spPr>
          <a:xfrm flipH="1">
            <a:off x="8295878" y="2248290"/>
            <a:ext cx="1104540" cy="857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F5F4C580-616C-456A-8A3C-DC4ADAE6276F}"/>
              </a:ext>
            </a:extLst>
          </p:cNvPr>
          <p:cNvCxnSpPr>
            <a:cxnSpLocks/>
            <a:stCxn id="58" idx="3"/>
            <a:endCxn id="55" idx="5"/>
          </p:cNvCxnSpPr>
          <p:nvPr/>
        </p:nvCxnSpPr>
        <p:spPr>
          <a:xfrm flipH="1" flipV="1">
            <a:off x="4905338" y="2404115"/>
            <a:ext cx="120063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A95D671D-6A4B-434F-9D9C-16105760A9EC}"/>
              </a:ext>
            </a:extLst>
          </p:cNvPr>
          <p:cNvCxnSpPr>
            <a:cxnSpLocks/>
            <a:stCxn id="62" idx="2"/>
            <a:endCxn id="58" idx="5"/>
          </p:cNvCxnSpPr>
          <p:nvPr/>
        </p:nvCxnSpPr>
        <p:spPr>
          <a:xfrm flipH="1" flipV="1">
            <a:off x="6567331" y="2425546"/>
            <a:ext cx="1200091" cy="879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1E4078E6-431E-48C5-ACB5-1AFC36DF43D8}"/>
              </a:ext>
            </a:extLst>
          </p:cNvPr>
          <p:cNvSpPr txBox="1"/>
          <p:nvPr/>
        </p:nvSpPr>
        <p:spPr>
          <a:xfrm>
            <a:off x="6732378" y="255811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AEF73411-B1C6-49E2-8570-B1506528FF66}"/>
              </a:ext>
            </a:extLst>
          </p:cNvPr>
          <p:cNvCxnSpPr>
            <a:cxnSpLocks/>
          </p:cNvCxnSpPr>
          <p:nvPr/>
        </p:nvCxnSpPr>
        <p:spPr>
          <a:xfrm flipV="1">
            <a:off x="1757659" y="4629006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8E719F0E-87DC-425A-A37E-928CB7BC0ED8}"/>
              </a:ext>
            </a:extLst>
          </p:cNvPr>
          <p:cNvCxnSpPr>
            <a:cxnSpLocks/>
          </p:cNvCxnSpPr>
          <p:nvPr/>
        </p:nvCxnSpPr>
        <p:spPr>
          <a:xfrm flipH="1">
            <a:off x="5086431" y="5886149"/>
            <a:ext cx="1195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42A2B946-617A-41E8-88BF-010F4D20A7A6}"/>
              </a:ext>
            </a:extLst>
          </p:cNvPr>
          <p:cNvCxnSpPr>
            <a:cxnSpLocks/>
          </p:cNvCxnSpPr>
          <p:nvPr/>
        </p:nvCxnSpPr>
        <p:spPr>
          <a:xfrm flipH="1" flipV="1">
            <a:off x="3272134" y="4675294"/>
            <a:ext cx="1195209" cy="1039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BC72DB1-191D-4FA0-A4C4-02957B827A72}"/>
              </a:ext>
            </a:extLst>
          </p:cNvPr>
          <p:cNvSpPr txBox="1"/>
          <p:nvPr/>
        </p:nvSpPr>
        <p:spPr>
          <a:xfrm>
            <a:off x="5316784" y="5778123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73A310A-1A14-4613-9ED3-F1E62627DA0B}"/>
              </a:ext>
            </a:extLst>
          </p:cNvPr>
          <p:cNvSpPr txBox="1"/>
          <p:nvPr/>
        </p:nvSpPr>
        <p:spPr>
          <a:xfrm>
            <a:off x="3362802" y="4853915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2BD5307-AA0A-408C-9735-D63DF014F994}"/>
              </a:ext>
            </a:extLst>
          </p:cNvPr>
          <p:cNvSpPr txBox="1"/>
          <p:nvPr/>
        </p:nvSpPr>
        <p:spPr>
          <a:xfrm>
            <a:off x="2400420" y="4895152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338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1086</Words>
  <Application>Microsoft Office PowerPoint</Application>
  <PresentationFormat>宽屏</PresentationFormat>
  <Paragraphs>198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-apple-system</vt:lpstr>
      <vt:lpstr>等线</vt:lpstr>
      <vt:lpstr>等线 Light</vt:lpstr>
      <vt:lpstr>思源黑体 CN Heavy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41</cp:revision>
  <dcterms:created xsi:type="dcterms:W3CDTF">2024-06-20T14:31:57Z</dcterms:created>
  <dcterms:modified xsi:type="dcterms:W3CDTF">2024-06-27T00:30:30Z</dcterms:modified>
</cp:coreProperties>
</file>