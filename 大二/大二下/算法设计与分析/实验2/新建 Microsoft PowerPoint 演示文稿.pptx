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F7B0-4019-4A63-A072-2252E8861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90CBE4-B514-4B3F-BD81-8A2D06AD4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AB44A6-979E-4062-A084-F079162CD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A0051-AFCA-446D-9AF2-0EE4489C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C17177-A94C-44FE-8315-FE1C8C4B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77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BB99D-EAD7-42FD-BC85-4E02B5A0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A2ED1-78E7-4884-893E-82F4FD787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B59FC-2564-4254-8627-234855C9E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539B98-132C-41E6-8B5D-B06F800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1F61D7-11AA-4AE8-BF67-46E9C159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12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358D7-6D2B-4B7C-960F-E5BD79E5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740D78-81C4-4B06-8607-B9E50E483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3D32E2-6749-452E-9D33-5C10BB3D8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6BD16C-F7F5-4785-BAC4-C574AE04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0D7C94-B6CC-4566-AFCD-CBEE2A13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8CE47-7533-4C0C-980C-619DA002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C9347-252F-49FA-81E5-6AC2D9453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B9A9C2-DC9E-43BB-B337-7A899C06B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8E6088-3A7C-49D1-89A3-45363889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6D0ADB-D194-4961-8384-FBA53D76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17162D-F245-4CED-A504-152A7820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31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FC8D0-2BDB-4F67-8128-8CE3427E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332681-F697-473B-93E5-92262B79A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4774CC-6A3D-4F57-91D1-8BCAA10F9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DF22C1B-9FFC-4405-9979-B56B0F91C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718357-9DBB-43EB-AD40-F30C1BB00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8D1637-AF6D-4F82-8AB9-20AB7F02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B43176-C728-4E39-BDC2-85B5F907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D11BCA-444E-4A10-86D0-45A39688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30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A6482-236D-4E2E-B328-F1408FFE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C0839B-FEED-4726-970E-9FE5E92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D2B7F6-4559-48DA-B258-D527F5799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568260-C41A-49F5-917F-DBEF9D7D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75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066D36-3563-401C-BFD5-818676BC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DB6BBF-808F-47AD-AD07-E2AD199A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DCDEA-EEF3-4138-95B5-ABCD5A65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7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DF0E4-2F2D-48B6-A2F5-9E0F4F606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D562C8-6713-449E-95B3-847E65881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1A773D-13B6-4992-B7E3-D887BAE3F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D4DCB-19CD-4416-B56E-2DCABFA9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3C3CDB-714B-46BE-BCED-15728E4F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9C1D4B-356B-426E-9B57-7A71EEAD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210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3F935-0D24-47B7-88C1-3473246C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FDEF8CB-78D5-4AA1-88CE-D902AF765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1B5F3D-5CC4-4DF7-8C67-008D157E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672E61-CC53-4628-AC16-61AF6E15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2EAAA3-4164-412E-98C4-885D07E6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037034-C271-45CA-8066-0321ED36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57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F28D8-B602-45F6-BE21-EFEBA9CEF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92AA04-A851-4A75-85E5-5567CEB15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F69A98-1582-439A-A17A-87B2ADFFD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E7D59C-A312-4A2B-BD82-C50C9E75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CD20C-90EE-479E-BF1F-CF1F94B3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2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64199F-990E-402F-8157-3ED67F32A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8CFE0E-FB53-4234-9CE8-FD6CD8138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5C265-4863-4281-A025-B6FEC2AE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3B311-247B-4A7E-8778-86DB81BA5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F4C85-6981-4E31-86B3-5E6AFA0F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95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950B3-0CD5-4FF3-B35B-4592705B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B0F5C2-105C-4BAC-AA95-1926717A0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FA75FA-0A55-44F0-A1DB-516C08CDB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03D68-3F31-4EDD-833D-F4BEB81289AA}" type="datetimeFigureOut">
              <a:rPr lang="zh-CN" altLang="en-US" smtClean="0"/>
              <a:t>2024/4/6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EE57E-03CB-467C-834B-96701484D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80CE6B-4D3E-4ACE-A30D-7A1EA87CF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D225E-EB78-4944-A16B-743F5213D7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69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D4D5FC5-3BA1-4B7F-8C2F-DCC7BCEEA944}"/>
              </a:ext>
            </a:extLst>
          </p:cNvPr>
          <p:cNvCxnSpPr/>
          <p:nvPr/>
        </p:nvCxnSpPr>
        <p:spPr>
          <a:xfrm>
            <a:off x="2108991" y="2638425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7179206-3EB8-42B5-BD5C-14F9459661D8}"/>
              </a:ext>
            </a:extLst>
          </p:cNvPr>
          <p:cNvCxnSpPr/>
          <p:nvPr/>
        </p:nvCxnSpPr>
        <p:spPr>
          <a:xfrm>
            <a:off x="2105025" y="828675"/>
            <a:ext cx="0" cy="328612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7EA5E14-4244-4D40-B0F6-D68163E74111}"/>
              </a:ext>
            </a:extLst>
          </p:cNvPr>
          <p:cNvCxnSpPr/>
          <p:nvPr/>
        </p:nvCxnSpPr>
        <p:spPr>
          <a:xfrm>
            <a:off x="3190875" y="828675"/>
            <a:ext cx="0" cy="328612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B6312FB-D592-4840-8E2B-B6457CE127EE}"/>
              </a:ext>
            </a:extLst>
          </p:cNvPr>
          <p:cNvCxnSpPr/>
          <p:nvPr/>
        </p:nvCxnSpPr>
        <p:spPr>
          <a:xfrm>
            <a:off x="2638425" y="3124200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B86B6C9-2756-4467-9439-947CEB4154DD}"/>
              </a:ext>
            </a:extLst>
          </p:cNvPr>
          <p:cNvCxnSpPr/>
          <p:nvPr/>
        </p:nvCxnSpPr>
        <p:spPr>
          <a:xfrm>
            <a:off x="2638425" y="2638425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29E56EE-A703-424D-8A64-C8C96F9ECD96}"/>
              </a:ext>
            </a:extLst>
          </p:cNvPr>
          <p:cNvCxnSpPr/>
          <p:nvPr/>
        </p:nvCxnSpPr>
        <p:spPr>
          <a:xfrm>
            <a:off x="2638425" y="2171700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83D567A-F1D9-430C-A224-9A30D947697F}"/>
              </a:ext>
            </a:extLst>
          </p:cNvPr>
          <p:cNvCxnSpPr/>
          <p:nvPr/>
        </p:nvCxnSpPr>
        <p:spPr>
          <a:xfrm>
            <a:off x="2638425" y="2171700"/>
            <a:ext cx="0" cy="95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E087F52-7D50-4ABD-90C8-FD5310B5E26E}"/>
              </a:ext>
            </a:extLst>
          </p:cNvPr>
          <p:cNvCxnSpPr/>
          <p:nvPr/>
        </p:nvCxnSpPr>
        <p:spPr>
          <a:xfrm>
            <a:off x="3190875" y="2162175"/>
            <a:ext cx="0" cy="9525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9C3AE8B-B996-4C8C-864B-37D4727A5025}"/>
              </a:ext>
            </a:extLst>
          </p:cNvPr>
          <p:cNvSpPr txBox="1"/>
          <p:nvPr/>
        </p:nvSpPr>
        <p:spPr>
          <a:xfrm>
            <a:off x="5622610" y="3057764"/>
            <a:ext cx="27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</a:t>
            </a:r>
            <a:endParaRPr lang="zh-CN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ED7839-4B2A-4B7F-ABBF-3BBCE01A8735}"/>
              </a:ext>
            </a:extLst>
          </p:cNvPr>
          <p:cNvSpPr txBox="1"/>
          <p:nvPr/>
        </p:nvSpPr>
        <p:spPr>
          <a:xfrm>
            <a:off x="3226123" y="2250044"/>
            <a:ext cx="61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</a:t>
            </a:r>
            <a:endParaRPr lang="zh-CN" altLang="en-US" b="1" dirty="0"/>
          </a:p>
        </p:txBody>
      </p: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09BDC222-1774-4F35-8867-73D62D9A4D97}"/>
              </a:ext>
            </a:extLst>
          </p:cNvPr>
          <p:cNvSpPr/>
          <p:nvPr/>
        </p:nvSpPr>
        <p:spPr>
          <a:xfrm>
            <a:off x="2597185" y="2599848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93A52CD-7521-4767-87EA-009AA02681C7}"/>
              </a:ext>
            </a:extLst>
          </p:cNvPr>
          <p:cNvSpPr txBox="1"/>
          <p:nvPr/>
        </p:nvSpPr>
        <p:spPr>
          <a:xfrm>
            <a:off x="2338198" y="2609851"/>
            <a:ext cx="27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</a:t>
            </a:r>
            <a:endParaRPr lang="zh-CN" altLang="en-US" b="1" dirty="0"/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1909375D-0BA3-446F-BF5A-9804772CECC2}"/>
              </a:ext>
            </a:extLst>
          </p:cNvPr>
          <p:cNvSpPr/>
          <p:nvPr/>
        </p:nvSpPr>
        <p:spPr>
          <a:xfrm>
            <a:off x="2776538" y="2262188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76FD5B9F-3F2F-476A-8088-F02FFB8F6182}"/>
              </a:ext>
            </a:extLst>
          </p:cNvPr>
          <p:cNvSpPr/>
          <p:nvPr/>
        </p:nvSpPr>
        <p:spPr>
          <a:xfrm>
            <a:off x="3019901" y="2492336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接点 20">
            <a:extLst>
              <a:ext uri="{FF2B5EF4-FFF2-40B4-BE49-F238E27FC236}">
                <a16:creationId xmlns:a16="http://schemas.microsoft.com/office/drawing/2014/main" id="{8B7476E1-B107-4D79-BAAC-19E687E8208F}"/>
              </a:ext>
            </a:extLst>
          </p:cNvPr>
          <p:cNvSpPr/>
          <p:nvPr/>
        </p:nvSpPr>
        <p:spPr>
          <a:xfrm>
            <a:off x="2237903" y="2453759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接点 21">
            <a:extLst>
              <a:ext uri="{FF2B5EF4-FFF2-40B4-BE49-F238E27FC236}">
                <a16:creationId xmlns:a16="http://schemas.microsoft.com/office/drawing/2014/main" id="{2B3A59DD-2C3E-4E21-AABE-EA107C23AC77}"/>
              </a:ext>
            </a:extLst>
          </p:cNvPr>
          <p:cNvSpPr/>
          <p:nvPr/>
        </p:nvSpPr>
        <p:spPr>
          <a:xfrm>
            <a:off x="2983707" y="2919413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接点 22">
            <a:extLst>
              <a:ext uri="{FF2B5EF4-FFF2-40B4-BE49-F238E27FC236}">
                <a16:creationId xmlns:a16="http://schemas.microsoft.com/office/drawing/2014/main" id="{131EB259-BB24-4EA5-B984-032658617A1F}"/>
              </a:ext>
            </a:extLst>
          </p:cNvPr>
          <p:cNvSpPr/>
          <p:nvPr/>
        </p:nvSpPr>
        <p:spPr>
          <a:xfrm>
            <a:off x="2227660" y="3014663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5D95FFA8-1E5E-41D4-926D-55E997F98583}"/>
              </a:ext>
            </a:extLst>
          </p:cNvPr>
          <p:cNvSpPr/>
          <p:nvPr/>
        </p:nvSpPr>
        <p:spPr>
          <a:xfrm>
            <a:off x="2364593" y="1940481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接点 24">
            <a:extLst>
              <a:ext uri="{FF2B5EF4-FFF2-40B4-BE49-F238E27FC236}">
                <a16:creationId xmlns:a16="http://schemas.microsoft.com/office/drawing/2014/main" id="{8FA9B512-3346-4289-BFF9-F7889965AB15}"/>
              </a:ext>
            </a:extLst>
          </p:cNvPr>
          <p:cNvSpPr/>
          <p:nvPr/>
        </p:nvSpPr>
        <p:spPr>
          <a:xfrm>
            <a:off x="3007528" y="1693546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接点 25">
            <a:extLst>
              <a:ext uri="{FF2B5EF4-FFF2-40B4-BE49-F238E27FC236}">
                <a16:creationId xmlns:a16="http://schemas.microsoft.com/office/drawing/2014/main" id="{CD52DE12-240A-4DFD-8EE0-FCBA8EFD4DA9}"/>
              </a:ext>
            </a:extLst>
          </p:cNvPr>
          <p:cNvSpPr/>
          <p:nvPr/>
        </p:nvSpPr>
        <p:spPr>
          <a:xfrm>
            <a:off x="2863209" y="3429000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D6E1E620-7D46-4A2E-8852-25F2756FD0FF}"/>
              </a:ext>
            </a:extLst>
          </p:cNvPr>
          <p:cNvSpPr/>
          <p:nvPr/>
        </p:nvSpPr>
        <p:spPr>
          <a:xfrm>
            <a:off x="2390550" y="3553303"/>
            <a:ext cx="80958" cy="9525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404B372-C3D0-48D6-B0B7-6E773DCF65C4}"/>
              </a:ext>
            </a:extLst>
          </p:cNvPr>
          <p:cNvCxnSpPr>
            <a:cxnSpLocks/>
          </p:cNvCxnSpPr>
          <p:nvPr/>
        </p:nvCxnSpPr>
        <p:spPr>
          <a:xfrm>
            <a:off x="5505451" y="3095626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53F7179-6046-4CB0-B431-C522760E981F}"/>
              </a:ext>
            </a:extLst>
          </p:cNvPr>
          <p:cNvCxnSpPr>
            <a:cxnSpLocks/>
          </p:cNvCxnSpPr>
          <p:nvPr/>
        </p:nvCxnSpPr>
        <p:spPr>
          <a:xfrm>
            <a:off x="5505451" y="2143126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6ED1F57-ABB2-4969-BCBD-8E8A00B5A218}"/>
              </a:ext>
            </a:extLst>
          </p:cNvPr>
          <p:cNvCxnSpPr>
            <a:cxnSpLocks/>
          </p:cNvCxnSpPr>
          <p:nvPr/>
        </p:nvCxnSpPr>
        <p:spPr>
          <a:xfrm>
            <a:off x="5505451" y="2143126"/>
            <a:ext cx="0" cy="95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6FA8C6F-F447-461C-9A11-1897498B3546}"/>
              </a:ext>
            </a:extLst>
          </p:cNvPr>
          <p:cNvCxnSpPr>
            <a:cxnSpLocks/>
          </p:cNvCxnSpPr>
          <p:nvPr/>
        </p:nvCxnSpPr>
        <p:spPr>
          <a:xfrm>
            <a:off x="6054091" y="2162176"/>
            <a:ext cx="0" cy="95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6FB5FCF-B238-49AB-85DE-90987A565BD4}"/>
              </a:ext>
            </a:extLst>
          </p:cNvPr>
          <p:cNvCxnSpPr>
            <a:cxnSpLocks/>
          </p:cNvCxnSpPr>
          <p:nvPr/>
        </p:nvCxnSpPr>
        <p:spPr>
          <a:xfrm>
            <a:off x="5781676" y="2143126"/>
            <a:ext cx="0" cy="952500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7607216-E48D-4F88-B076-4E2B6CE17E6A}"/>
              </a:ext>
            </a:extLst>
          </p:cNvPr>
          <p:cNvCxnSpPr>
            <a:cxnSpLocks/>
          </p:cNvCxnSpPr>
          <p:nvPr/>
        </p:nvCxnSpPr>
        <p:spPr>
          <a:xfrm>
            <a:off x="6472556" y="2111336"/>
            <a:ext cx="0" cy="150852"/>
          </a:xfrm>
          <a:prstGeom prst="line">
            <a:avLst/>
          </a:prstGeom>
          <a:ln w="9525" cap="flat" cmpd="sng" algn="ctr">
            <a:solidFill>
              <a:srgbClr val="92D05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A36F7B4-DBAB-40A1-9B36-9366407CCB9E}"/>
              </a:ext>
            </a:extLst>
          </p:cNvPr>
          <p:cNvCxnSpPr>
            <a:cxnSpLocks/>
          </p:cNvCxnSpPr>
          <p:nvPr/>
        </p:nvCxnSpPr>
        <p:spPr>
          <a:xfrm>
            <a:off x="5505451" y="2445378"/>
            <a:ext cx="572769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03E85E6-F89A-4BF5-8039-141B7D04A779}"/>
              </a:ext>
            </a:extLst>
          </p:cNvPr>
          <p:cNvCxnSpPr>
            <a:cxnSpLocks/>
          </p:cNvCxnSpPr>
          <p:nvPr/>
        </p:nvCxnSpPr>
        <p:spPr>
          <a:xfrm>
            <a:off x="5495291" y="2758440"/>
            <a:ext cx="572769" cy="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07507E6-15FE-493A-B533-93A0A743A18A}"/>
              </a:ext>
            </a:extLst>
          </p:cNvPr>
          <p:cNvCxnSpPr>
            <a:cxnSpLocks/>
          </p:cNvCxnSpPr>
          <p:nvPr/>
        </p:nvCxnSpPr>
        <p:spPr>
          <a:xfrm flipH="1">
            <a:off x="5781675" y="2151187"/>
            <a:ext cx="272416" cy="294191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63D88F4B-26D0-475E-9CCC-5107830F658B}"/>
              </a:ext>
            </a:extLst>
          </p:cNvPr>
          <p:cNvSpPr txBox="1"/>
          <p:nvPr/>
        </p:nvSpPr>
        <p:spPr>
          <a:xfrm>
            <a:off x="5758204" y="2009580"/>
            <a:ext cx="30649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" b="1" dirty="0"/>
              <a:t>d/2</a:t>
            </a:r>
            <a:endParaRPr lang="zh-CN" altLang="en-US" sz="600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0D889FF-285E-42D2-AC45-122674B0ADAB}"/>
              </a:ext>
            </a:extLst>
          </p:cNvPr>
          <p:cNvSpPr txBox="1"/>
          <p:nvPr/>
        </p:nvSpPr>
        <p:spPr>
          <a:xfrm>
            <a:off x="5990076" y="2198740"/>
            <a:ext cx="3497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" b="1" dirty="0"/>
              <a:t>2d/3</a:t>
            </a:r>
            <a:endParaRPr lang="zh-CN" altLang="en-US" sz="60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1D2FE3B-D6D8-4D39-9145-2C20E20A0CBE}"/>
              </a:ext>
            </a:extLst>
          </p:cNvPr>
          <p:cNvSpPr txBox="1"/>
          <p:nvPr/>
        </p:nvSpPr>
        <p:spPr>
          <a:xfrm>
            <a:off x="5772884" y="2284902"/>
            <a:ext cx="3497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 dirty="0"/>
              <a:t>5d/6</a:t>
            </a:r>
            <a:endParaRPr lang="zh-CN" altLang="en-US" sz="600" b="1" dirty="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F9CA0AB-165B-4801-9C43-A2FB36425C48}"/>
              </a:ext>
            </a:extLst>
          </p:cNvPr>
          <p:cNvCxnSpPr/>
          <p:nvPr/>
        </p:nvCxnSpPr>
        <p:spPr>
          <a:xfrm>
            <a:off x="2108991" y="3124200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55DF25F-9BE4-4183-97C4-44AA7BD63CBC}"/>
              </a:ext>
            </a:extLst>
          </p:cNvPr>
          <p:cNvCxnSpPr/>
          <p:nvPr/>
        </p:nvCxnSpPr>
        <p:spPr>
          <a:xfrm>
            <a:off x="2108991" y="2171700"/>
            <a:ext cx="552450" cy="0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13577E75-75C3-4458-9FFA-D47D6EB53458}"/>
              </a:ext>
            </a:extLst>
          </p:cNvPr>
          <p:cNvCxnSpPr/>
          <p:nvPr/>
        </p:nvCxnSpPr>
        <p:spPr>
          <a:xfrm>
            <a:off x="2108991" y="2171700"/>
            <a:ext cx="0" cy="9525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3D86D34-2394-44C5-9192-71B5E29A7188}"/>
              </a:ext>
            </a:extLst>
          </p:cNvPr>
          <p:cNvSpPr txBox="1"/>
          <p:nvPr/>
        </p:nvSpPr>
        <p:spPr>
          <a:xfrm>
            <a:off x="5199708" y="2555320"/>
            <a:ext cx="61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2d</a:t>
            </a:r>
            <a:endParaRPr lang="zh-CN" altLang="en-US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775A7D3-F5F8-415F-8B69-F5BDA36500B6}"/>
              </a:ext>
            </a:extLst>
          </p:cNvPr>
          <p:cNvSpPr txBox="1"/>
          <p:nvPr/>
        </p:nvSpPr>
        <p:spPr>
          <a:xfrm>
            <a:off x="2419189" y="1860540"/>
            <a:ext cx="617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2d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6728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4</cp:revision>
  <dcterms:created xsi:type="dcterms:W3CDTF">2024-04-06T05:58:10Z</dcterms:created>
  <dcterms:modified xsi:type="dcterms:W3CDTF">2024-04-06T08:48:13Z</dcterms:modified>
</cp:coreProperties>
</file>