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358" r:id="rId1"/>
  </p:sldMasterIdLst>
  <p:notesMasterIdLst>
    <p:notesMasterId r:id="rId28"/>
  </p:notesMasterIdLst>
  <p:handoutMasterIdLst>
    <p:handoutMasterId r:id="rId29"/>
  </p:handoutMasterIdLst>
  <p:sldIdLst>
    <p:sldId id="306" r:id="rId2"/>
    <p:sldId id="332" r:id="rId3"/>
    <p:sldId id="307" r:id="rId4"/>
    <p:sldId id="308" r:id="rId5"/>
    <p:sldId id="309" r:id="rId6"/>
    <p:sldId id="310" r:id="rId7"/>
    <p:sldId id="312" r:id="rId8"/>
    <p:sldId id="313" r:id="rId9"/>
    <p:sldId id="314" r:id="rId10"/>
    <p:sldId id="316" r:id="rId11"/>
    <p:sldId id="317" r:id="rId12"/>
    <p:sldId id="318" r:id="rId13"/>
    <p:sldId id="315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" lastIdx="2" clrIdx="0"/>
  <p:cmAuthor id="2" name="Wisdom Tsou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3" autoAdjust="0"/>
    <p:restoredTop sz="95184" autoAdjust="0"/>
  </p:normalViewPr>
  <p:slideViewPr>
    <p:cSldViewPr>
      <p:cViewPr varScale="1">
        <p:scale>
          <a:sx n="81" d="100"/>
          <a:sy n="81" d="100"/>
        </p:scale>
        <p:origin x="180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楠 陆" userId="bd212e9c8df16be3" providerId="LiveId" clId="{F60D1819-E959-4168-B334-213B5F549DE2}"/>
    <pc:docChg chg="undo custSel modSld modMainMaster">
      <pc:chgData name="楠 陆" userId="bd212e9c8df16be3" providerId="LiveId" clId="{F60D1819-E959-4168-B334-213B5F549DE2}" dt="2018-12-18T10:51:59.701" v="141" actId="20577"/>
      <pc:docMkLst>
        <pc:docMk/>
      </pc:docMkLst>
      <pc:sldChg chg="modSp modTransition">
        <pc:chgData name="楠 陆" userId="bd212e9c8df16be3" providerId="LiveId" clId="{F60D1819-E959-4168-B334-213B5F549DE2}" dt="2018-12-16T13:02:36.388" v="93"/>
        <pc:sldMkLst>
          <pc:docMk/>
          <pc:sldMk cId="0" sldId="306"/>
        </pc:sldMkLst>
        <pc:spChg chg="mod">
          <ac:chgData name="楠 陆" userId="bd212e9c8df16be3" providerId="LiveId" clId="{F60D1819-E959-4168-B334-213B5F549DE2}" dt="2018-12-16T13:02:36.388" v="93"/>
          <ac:spMkLst>
            <pc:docMk/>
            <pc:sldMk cId="0" sldId="306"/>
            <ac:spMk id="12" creationId="{EB84BBDD-6DAE-41DF-81F2-B1A70B5B8615}"/>
          </ac:spMkLst>
        </pc:spChg>
      </pc:sldChg>
      <pc:sldChg chg="modSp modTransition">
        <pc:chgData name="楠 陆" userId="bd212e9c8df16be3" providerId="LiveId" clId="{F60D1819-E959-4168-B334-213B5F549DE2}" dt="2018-12-15T00:52:39.258" v="75" actId="113"/>
        <pc:sldMkLst>
          <pc:docMk/>
          <pc:sldMk cId="0" sldId="307"/>
        </pc:sldMkLst>
        <pc:spChg chg="mod">
          <ac:chgData name="楠 陆" userId="bd212e9c8df16be3" providerId="LiveId" clId="{F60D1819-E959-4168-B334-213B5F549DE2}" dt="2018-12-15T00:52:39.258" v="75" actId="113"/>
          <ac:spMkLst>
            <pc:docMk/>
            <pc:sldMk cId="0" sldId="307"/>
            <ac:spMk id="7170" creationId="{38EA1496-10C2-4B7B-A453-246E3E4E79C9}"/>
          </ac:spMkLst>
        </pc:spChg>
      </pc:sldChg>
      <pc:sldChg chg="modSp modTransition">
        <pc:chgData name="楠 陆" userId="bd212e9c8df16be3" providerId="LiveId" clId="{F60D1819-E959-4168-B334-213B5F549DE2}" dt="2018-12-15T00:52:46.899" v="76" actId="113"/>
        <pc:sldMkLst>
          <pc:docMk/>
          <pc:sldMk cId="0" sldId="308"/>
        </pc:sldMkLst>
        <pc:spChg chg="mod">
          <ac:chgData name="楠 陆" userId="bd212e9c8df16be3" providerId="LiveId" clId="{F60D1819-E959-4168-B334-213B5F549DE2}" dt="2018-12-15T00:52:46.899" v="76" actId="113"/>
          <ac:spMkLst>
            <pc:docMk/>
            <pc:sldMk cId="0" sldId="308"/>
            <ac:spMk id="2" creationId="{5B2491E7-24D8-4B68-95A6-7CA3B3AA07D1}"/>
          </ac:spMkLst>
        </pc:spChg>
      </pc:sldChg>
      <pc:sldChg chg="modSp modTransition">
        <pc:chgData name="楠 陆" userId="bd212e9c8df16be3" providerId="LiveId" clId="{F60D1819-E959-4168-B334-213B5F549DE2}" dt="2018-12-15T00:52:57.616" v="77" actId="113"/>
        <pc:sldMkLst>
          <pc:docMk/>
          <pc:sldMk cId="0" sldId="309"/>
        </pc:sldMkLst>
        <pc:spChg chg="mod">
          <ac:chgData name="楠 陆" userId="bd212e9c8df16be3" providerId="LiveId" clId="{F60D1819-E959-4168-B334-213B5F549DE2}" dt="2018-12-15T00:52:57.616" v="77" actId="113"/>
          <ac:spMkLst>
            <pc:docMk/>
            <pc:sldMk cId="0" sldId="309"/>
            <ac:spMk id="11266" creationId="{717B98FA-1E2C-490F-8F36-2AAEE33CFC48}"/>
          </ac:spMkLst>
        </pc:spChg>
      </pc:sldChg>
      <pc:sldChg chg="modSp modTransition">
        <pc:chgData name="楠 陆" userId="bd212e9c8df16be3" providerId="LiveId" clId="{F60D1819-E959-4168-B334-213B5F549DE2}" dt="2018-12-15T00:53:13.692" v="79" actId="113"/>
        <pc:sldMkLst>
          <pc:docMk/>
          <pc:sldMk cId="0" sldId="310"/>
        </pc:sldMkLst>
        <pc:spChg chg="mod">
          <ac:chgData name="楠 陆" userId="bd212e9c8df16be3" providerId="LiveId" clId="{F60D1819-E959-4168-B334-213B5F549DE2}" dt="2018-12-15T00:53:13.692" v="79" actId="113"/>
          <ac:spMkLst>
            <pc:docMk/>
            <pc:sldMk cId="0" sldId="310"/>
            <ac:spMk id="2" creationId="{F27C501C-5EDE-4E81-AB5C-2DF61941F969}"/>
          </ac:spMkLst>
        </pc:spChg>
        <pc:spChg chg="mod">
          <ac:chgData name="楠 陆" userId="bd212e9c8df16be3" providerId="LiveId" clId="{F60D1819-E959-4168-B334-213B5F549DE2}" dt="2018-12-15T00:53:06.941" v="78" actId="113"/>
          <ac:spMkLst>
            <pc:docMk/>
            <pc:sldMk cId="0" sldId="310"/>
            <ac:spMk id="6" creationId="{82E2A12B-BB9A-4334-AA96-2C1A6E958A1B}"/>
          </ac:spMkLst>
        </pc:s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2"/>
        </pc:sldMkLst>
      </pc:sldChg>
      <pc:sldChg chg="modSp modTransition">
        <pc:chgData name="楠 陆" userId="bd212e9c8df16be3" providerId="LiveId" clId="{F60D1819-E959-4168-B334-213B5F549DE2}" dt="2018-12-15T00:53:29.081" v="80" actId="113"/>
        <pc:sldMkLst>
          <pc:docMk/>
          <pc:sldMk cId="0" sldId="313"/>
        </pc:sldMkLst>
        <pc:spChg chg="mod">
          <ac:chgData name="楠 陆" userId="bd212e9c8df16be3" providerId="LiveId" clId="{F60D1819-E959-4168-B334-213B5F549DE2}" dt="2018-12-15T00:53:29.081" v="80" actId="113"/>
          <ac:spMkLst>
            <pc:docMk/>
            <pc:sldMk cId="0" sldId="313"/>
            <ac:spMk id="2" creationId="{894AB04D-7037-4A3A-B161-27584E64E844}"/>
          </ac:spMkLst>
        </pc:spChg>
      </pc:sldChg>
      <pc:sldChg chg="modSp modTransition">
        <pc:chgData name="楠 陆" userId="bd212e9c8df16be3" providerId="LiveId" clId="{F60D1819-E959-4168-B334-213B5F549DE2}" dt="2018-12-15T00:53:38.194" v="81" actId="113"/>
        <pc:sldMkLst>
          <pc:docMk/>
          <pc:sldMk cId="0" sldId="314"/>
        </pc:sldMkLst>
        <pc:spChg chg="mod">
          <ac:chgData name="楠 陆" userId="bd212e9c8df16be3" providerId="LiveId" clId="{F60D1819-E959-4168-B334-213B5F549DE2}" dt="2018-12-15T00:53:38.194" v="81" actId="113"/>
          <ac:spMkLst>
            <pc:docMk/>
            <pc:sldMk cId="0" sldId="314"/>
            <ac:spMk id="21506" creationId="{D4E1DFD3-22B3-48EA-AB21-95F0D964D222}"/>
          </ac:spMkLst>
        </pc:s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2806065662" sldId="315"/>
        </pc:sldMkLst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6"/>
        </pc:sldMkLst>
      </pc:sldChg>
      <pc:sldChg chg="modSp modTransition">
        <pc:chgData name="楠 陆" userId="bd212e9c8df16be3" providerId="LiveId" clId="{F60D1819-E959-4168-B334-213B5F549DE2}" dt="2018-12-15T00:48:06.987" v="69" actId="1076"/>
        <pc:sldMkLst>
          <pc:docMk/>
          <pc:sldMk cId="0" sldId="317"/>
        </pc:sldMkLst>
        <pc:spChg chg="mod">
          <ac:chgData name="楠 陆" userId="bd212e9c8df16be3" providerId="LiveId" clId="{F60D1819-E959-4168-B334-213B5F549DE2}" dt="2018-12-15T00:48:03.200" v="68" actId="1076"/>
          <ac:spMkLst>
            <pc:docMk/>
            <pc:sldMk cId="0" sldId="317"/>
            <ac:spMk id="41" creationId="{623A356A-6AB6-44E8-8229-51CD5EC0352E}"/>
          </ac:spMkLst>
        </pc:spChg>
        <pc:grpChg chg="mod">
          <ac:chgData name="楠 陆" userId="bd212e9c8df16be3" providerId="LiveId" clId="{F60D1819-E959-4168-B334-213B5F549DE2}" dt="2018-12-15T00:48:06.987" v="69" actId="1076"/>
          <ac:grpSpMkLst>
            <pc:docMk/>
            <pc:sldMk cId="0" sldId="317"/>
            <ac:grpSpMk id="25607" creationId="{D1665303-71CC-44A6-932F-61F8973921EE}"/>
          </ac:grpSpMkLst>
        </pc:grp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18"/>
        </pc:sldMkLst>
      </pc:sldChg>
      <pc:sldChg chg="addSp delSp modSp modTransition">
        <pc:chgData name="楠 陆" userId="bd212e9c8df16be3" providerId="LiveId" clId="{F60D1819-E959-4168-B334-213B5F549DE2}" dt="2018-12-15T00:53:53.330" v="82" actId="113"/>
        <pc:sldMkLst>
          <pc:docMk/>
          <pc:sldMk cId="0" sldId="319"/>
        </pc:sldMkLst>
        <pc:spChg chg="mod">
          <ac:chgData name="楠 陆" userId="bd212e9c8df16be3" providerId="LiveId" clId="{F60D1819-E959-4168-B334-213B5F549DE2}" dt="2018-12-15T00:53:53.330" v="82" actId="113"/>
          <ac:spMkLst>
            <pc:docMk/>
            <pc:sldMk cId="0" sldId="319"/>
            <ac:spMk id="29698" creationId="{248C7D3A-B754-4289-9C21-781E91F789A9}"/>
          </ac:spMkLst>
        </pc:spChg>
        <pc:grpChg chg="del mod">
          <ac:chgData name="楠 陆" userId="bd212e9c8df16be3" providerId="LiveId" clId="{F60D1819-E959-4168-B334-213B5F549DE2}" dt="2018-12-14T22:21:35.067" v="22" actId="478"/>
          <ac:grpSpMkLst>
            <pc:docMk/>
            <pc:sldMk cId="0" sldId="319"/>
            <ac:grpSpMk id="8" creationId="{68A532FA-C71F-4EFC-BB0F-BB628592BAE5}"/>
          </ac:grpSpMkLst>
        </pc:grpChg>
        <pc:picChg chg="add del mod">
          <ac:chgData name="楠 陆" userId="bd212e9c8df16be3" providerId="LiveId" clId="{F60D1819-E959-4168-B334-213B5F549DE2}" dt="2018-12-14T22:21:56.151" v="27" actId="478"/>
          <ac:picMkLst>
            <pc:docMk/>
            <pc:sldMk cId="0" sldId="319"/>
            <ac:picMk id="2" creationId="{722527E6-0B81-458D-8FD3-4F181FDB4A1D}"/>
          </ac:picMkLst>
        </pc:picChg>
        <pc:picChg chg="add mod">
          <ac:chgData name="楠 陆" userId="bd212e9c8df16be3" providerId="LiveId" clId="{F60D1819-E959-4168-B334-213B5F549DE2}" dt="2018-12-14T22:22:50.254" v="32" actId="14100"/>
          <ac:picMkLst>
            <pc:docMk/>
            <pc:sldMk cId="0" sldId="319"/>
            <ac:picMk id="3" creationId="{9A513E21-AB99-45E1-84C2-5172102D50E9}"/>
          </ac:picMkLst>
        </pc:picChg>
      </pc:sldChg>
      <pc:sldChg chg="modSp modTransition modNotesTx">
        <pc:chgData name="楠 陆" userId="bd212e9c8df16be3" providerId="LiveId" clId="{F60D1819-E959-4168-B334-213B5F549DE2}" dt="2018-12-18T10:50:46.652" v="132" actId="20577"/>
        <pc:sldMkLst>
          <pc:docMk/>
          <pc:sldMk cId="0" sldId="320"/>
        </pc:sldMkLst>
        <pc:spChg chg="mod">
          <ac:chgData name="楠 陆" userId="bd212e9c8df16be3" providerId="LiveId" clId="{F60D1819-E959-4168-B334-213B5F549DE2}" dt="2018-12-15T00:54:07.693" v="84" actId="113"/>
          <ac:spMkLst>
            <pc:docMk/>
            <pc:sldMk cId="0" sldId="320"/>
            <ac:spMk id="31746" creationId="{7844B1D7-5BB0-4C7D-BA60-9973C8CC9F10}"/>
          </ac:spMkLst>
        </pc:spChg>
      </pc:sldChg>
      <pc:sldChg chg="modSp modTransition modNotesTx">
        <pc:chgData name="楠 陆" userId="bd212e9c8df16be3" providerId="LiveId" clId="{F60D1819-E959-4168-B334-213B5F549DE2}" dt="2018-12-18T10:51:01.860" v="133" actId="20577"/>
        <pc:sldMkLst>
          <pc:docMk/>
          <pc:sldMk cId="0" sldId="321"/>
        </pc:sldMkLst>
        <pc:spChg chg="mod">
          <ac:chgData name="楠 陆" userId="bd212e9c8df16be3" providerId="LiveId" clId="{F60D1819-E959-4168-B334-213B5F549DE2}" dt="2018-12-15T00:54:21.493" v="85" actId="113"/>
          <ac:spMkLst>
            <pc:docMk/>
            <pc:sldMk cId="0" sldId="321"/>
            <ac:spMk id="33794" creationId="{382B2FB5-1D3F-429E-903C-24088DCEB6EE}"/>
          </ac:spMkLst>
        </pc:spChg>
      </pc:sldChg>
      <pc:sldChg chg="modSp modTransition">
        <pc:chgData name="楠 陆" userId="bd212e9c8df16be3" providerId="LiveId" clId="{F60D1819-E959-4168-B334-213B5F549DE2}" dt="2018-12-15T00:54:32.642" v="86" actId="113"/>
        <pc:sldMkLst>
          <pc:docMk/>
          <pc:sldMk cId="0" sldId="322"/>
        </pc:sldMkLst>
        <pc:spChg chg="mod">
          <ac:chgData name="楠 陆" userId="bd212e9c8df16be3" providerId="LiveId" clId="{F60D1819-E959-4168-B334-213B5F549DE2}" dt="2018-12-15T00:54:32.642" v="86" actId="113"/>
          <ac:spMkLst>
            <pc:docMk/>
            <pc:sldMk cId="0" sldId="322"/>
            <ac:spMk id="35842" creationId="{F9DD4822-9ADD-4962-811A-2E600F1157B7}"/>
          </ac:spMkLst>
        </pc:spChg>
      </pc:sldChg>
      <pc:sldChg chg="modSp modTransition">
        <pc:chgData name="楠 陆" userId="bd212e9c8df16be3" providerId="LiveId" clId="{F60D1819-E959-4168-B334-213B5F549DE2}" dt="2018-12-15T00:54:40.026" v="87" actId="113"/>
        <pc:sldMkLst>
          <pc:docMk/>
          <pc:sldMk cId="0" sldId="323"/>
        </pc:sldMkLst>
        <pc:spChg chg="mod">
          <ac:chgData name="楠 陆" userId="bd212e9c8df16be3" providerId="LiveId" clId="{F60D1819-E959-4168-B334-213B5F549DE2}" dt="2018-12-15T00:54:40.026" v="87" actId="113"/>
          <ac:spMkLst>
            <pc:docMk/>
            <pc:sldMk cId="0" sldId="323"/>
            <ac:spMk id="37890" creationId="{5A4ADAD8-EE89-44E3-9391-1ADCC1A657D7}"/>
          </ac:spMkLst>
        </pc:spChg>
      </pc:sldChg>
      <pc:sldChg chg="modSp modTransition">
        <pc:chgData name="楠 陆" userId="bd212e9c8df16be3" providerId="LiveId" clId="{F60D1819-E959-4168-B334-213B5F549DE2}" dt="2018-12-15T00:54:47.085" v="88" actId="113"/>
        <pc:sldMkLst>
          <pc:docMk/>
          <pc:sldMk cId="0" sldId="324"/>
        </pc:sldMkLst>
        <pc:spChg chg="mod">
          <ac:chgData name="楠 陆" userId="bd212e9c8df16be3" providerId="LiveId" clId="{F60D1819-E959-4168-B334-213B5F549DE2}" dt="2018-12-15T00:54:47.085" v="88" actId="113"/>
          <ac:spMkLst>
            <pc:docMk/>
            <pc:sldMk cId="0" sldId="324"/>
            <ac:spMk id="39938" creationId="{1EF93A9C-3F3A-4088-8DBF-32DEA97D8461}"/>
          </ac:spMkLst>
        </pc:spChg>
      </pc:sldChg>
      <pc:sldChg chg="modSp modTransition">
        <pc:chgData name="楠 陆" userId="bd212e9c8df16be3" providerId="LiveId" clId="{F60D1819-E959-4168-B334-213B5F549DE2}" dt="2018-12-15T00:54:54.439" v="89" actId="113"/>
        <pc:sldMkLst>
          <pc:docMk/>
          <pc:sldMk cId="0" sldId="325"/>
        </pc:sldMkLst>
        <pc:spChg chg="mod">
          <ac:chgData name="楠 陆" userId="bd212e9c8df16be3" providerId="LiveId" clId="{F60D1819-E959-4168-B334-213B5F549DE2}" dt="2018-12-15T00:54:54.439" v="89" actId="113"/>
          <ac:spMkLst>
            <pc:docMk/>
            <pc:sldMk cId="0" sldId="325"/>
            <ac:spMk id="44034" creationId="{AE9AE61F-22DD-44BB-8A1A-36216046FD89}"/>
          </ac:spMkLst>
        </pc:spChg>
      </pc:sldChg>
      <pc:sldChg chg="modSp modTransition">
        <pc:chgData name="楠 陆" userId="bd212e9c8df16be3" providerId="LiveId" clId="{F60D1819-E959-4168-B334-213B5F549DE2}" dt="2018-12-15T00:55:02.318" v="90" actId="113"/>
        <pc:sldMkLst>
          <pc:docMk/>
          <pc:sldMk cId="0" sldId="326"/>
        </pc:sldMkLst>
        <pc:spChg chg="mod">
          <ac:chgData name="楠 陆" userId="bd212e9c8df16be3" providerId="LiveId" clId="{F60D1819-E959-4168-B334-213B5F549DE2}" dt="2018-12-15T00:55:02.318" v="90" actId="113"/>
          <ac:spMkLst>
            <pc:docMk/>
            <pc:sldMk cId="0" sldId="326"/>
            <ac:spMk id="46082" creationId="{8093D739-CE99-4AB4-B550-4D3B0793CC59}"/>
          </ac:spMkLst>
        </pc:spChg>
      </pc:sldChg>
      <pc:sldChg chg="modSp modTransition">
        <pc:chgData name="楠 陆" userId="bd212e9c8df16be3" providerId="LiveId" clId="{F60D1819-E959-4168-B334-213B5F549DE2}" dt="2018-12-15T00:55:11.415" v="91" actId="113"/>
        <pc:sldMkLst>
          <pc:docMk/>
          <pc:sldMk cId="0" sldId="327"/>
        </pc:sldMkLst>
        <pc:spChg chg="mod">
          <ac:chgData name="楠 陆" userId="bd212e9c8df16be3" providerId="LiveId" clId="{F60D1819-E959-4168-B334-213B5F549DE2}" dt="2018-12-15T00:55:11.415" v="91" actId="113"/>
          <ac:spMkLst>
            <pc:docMk/>
            <pc:sldMk cId="0" sldId="327"/>
            <ac:spMk id="48130" creationId="{81DFE56A-400E-4EFC-BA24-98C40481BB06}"/>
          </ac:spMkLst>
        </pc:spChg>
      </pc:sldChg>
      <pc:sldChg chg="modSp modTransition">
        <pc:chgData name="楠 陆" userId="bd212e9c8df16be3" providerId="LiveId" clId="{F60D1819-E959-4168-B334-213B5F549DE2}" dt="2018-12-15T00:42:02.211" v="53"/>
        <pc:sldMkLst>
          <pc:docMk/>
          <pc:sldMk cId="0" sldId="328"/>
        </pc:sldMkLst>
        <pc:spChg chg="mod">
          <ac:chgData name="楠 陆" userId="bd212e9c8df16be3" providerId="LiveId" clId="{F60D1819-E959-4168-B334-213B5F549DE2}" dt="2018-12-14T22:27:40.270" v="39" actId="207"/>
          <ac:spMkLst>
            <pc:docMk/>
            <pc:sldMk cId="0" sldId="328"/>
            <ac:spMk id="50178" creationId="{402BADE1-2EC5-484B-935B-18E9D5564BF9}"/>
          </ac:spMkLst>
        </pc:spChg>
      </pc:sldChg>
      <pc:sldChg chg="modSp modTransition modNotesTx">
        <pc:chgData name="楠 陆" userId="bd212e9c8df16be3" providerId="LiveId" clId="{F60D1819-E959-4168-B334-213B5F549DE2}" dt="2018-12-18T10:51:59.701" v="141" actId="20577"/>
        <pc:sldMkLst>
          <pc:docMk/>
          <pc:sldMk cId="0" sldId="329"/>
        </pc:sldMkLst>
        <pc:spChg chg="mod">
          <ac:chgData name="楠 陆" userId="bd212e9c8df16be3" providerId="LiveId" clId="{F60D1819-E959-4168-B334-213B5F549DE2}" dt="2018-12-14T22:29:48.412" v="46" actId="20577"/>
          <ac:spMkLst>
            <pc:docMk/>
            <pc:sldMk cId="0" sldId="329"/>
            <ac:spMk id="52236" creationId="{34B3429F-CC24-4CCD-B7D5-B83D2A24738F}"/>
          </ac:spMkLst>
        </pc:spChg>
        <pc:spChg chg="mod">
          <ac:chgData name="楠 陆" userId="bd212e9c8df16be3" providerId="LiveId" clId="{F60D1819-E959-4168-B334-213B5F549DE2}" dt="2018-12-14T22:29:32.966" v="43" actId="20577"/>
          <ac:spMkLst>
            <pc:docMk/>
            <pc:sldMk cId="0" sldId="329"/>
            <ac:spMk id="52238" creationId="{E9D72D78-C48B-47D1-8CE8-6F7E441DCD0E}"/>
          </ac:spMkLst>
        </pc:spChg>
        <pc:graphicFrameChg chg="mod">
          <ac:chgData name="楠 陆" userId="bd212e9c8df16be3" providerId="LiveId" clId="{F60D1819-E959-4168-B334-213B5F549DE2}" dt="2018-12-14T22:29:41.736" v="44" actId="1076"/>
          <ac:graphicFrameMkLst>
            <pc:docMk/>
            <pc:sldMk cId="0" sldId="329"/>
            <ac:graphicFrameMk id="52235" creationId="{36047EEB-8309-49C4-85F4-7E07E18119A0}"/>
          </ac:graphicFrameMkLst>
        </pc:graphicFrameChg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30"/>
        </pc:sldMkLst>
      </pc:sldChg>
      <pc:sldChg chg="modTransition">
        <pc:chgData name="楠 陆" userId="bd212e9c8df16be3" providerId="LiveId" clId="{F60D1819-E959-4168-B334-213B5F549DE2}" dt="2018-12-15T00:42:02.211" v="53"/>
        <pc:sldMkLst>
          <pc:docMk/>
          <pc:sldMk cId="0" sldId="331"/>
        </pc:sldMkLst>
      </pc:sldChg>
      <pc:sldChg chg="modSp modTransition">
        <pc:chgData name="楠 陆" userId="bd212e9c8df16be3" providerId="LiveId" clId="{F60D1819-E959-4168-B334-213B5F549DE2}" dt="2018-12-15T00:52:30.818" v="74" actId="14100"/>
        <pc:sldMkLst>
          <pc:docMk/>
          <pc:sldMk cId="3189232844" sldId="332"/>
        </pc:sldMkLst>
        <pc:spChg chg="mod">
          <ac:chgData name="楠 陆" userId="bd212e9c8df16be3" providerId="LiveId" clId="{F60D1819-E959-4168-B334-213B5F549DE2}" dt="2018-12-15T00:52:30.818" v="74" actId="14100"/>
          <ac:spMkLst>
            <pc:docMk/>
            <pc:sldMk cId="3189232844" sldId="332"/>
            <ac:spMk id="2" creationId="{663B67E8-4D96-4BF0-9300-B1420A51FAE3}"/>
          </ac:spMkLst>
        </pc:spChg>
      </pc:sldChg>
      <pc:sldChg chg="addSp modSp modTransition modAnim">
        <pc:chgData name="楠 陆" userId="bd212e9c8df16be3" providerId="LiveId" clId="{F60D1819-E959-4168-B334-213B5F549DE2}" dt="2018-12-16T13:16:37.958" v="130" actId="1035"/>
        <pc:sldMkLst>
          <pc:docMk/>
          <pc:sldMk cId="3712641867" sldId="333"/>
        </pc:sldMkLst>
        <pc:spChg chg="mod">
          <ac:chgData name="楠 陆" userId="bd212e9c8df16be3" providerId="LiveId" clId="{F60D1819-E959-4168-B334-213B5F549DE2}" dt="2018-12-16T13:06:09.863" v="110" actId="2710"/>
          <ac:spMkLst>
            <pc:docMk/>
            <pc:sldMk cId="3712641867" sldId="333"/>
            <ac:spMk id="4" creationId="{90916DB2-0058-4F24-A4AE-CC6AD68B82E9}"/>
          </ac:spMkLst>
        </pc:spChg>
        <pc:picChg chg="add mod">
          <ac:chgData name="楠 陆" userId="bd212e9c8df16be3" providerId="LiveId" clId="{F60D1819-E959-4168-B334-213B5F549DE2}" dt="2018-12-16T13:16:37.958" v="130" actId="1035"/>
          <ac:picMkLst>
            <pc:docMk/>
            <pc:sldMk cId="3712641867" sldId="333"/>
            <ac:picMk id="2" creationId="{FBB97AFE-CB96-4B76-86AB-6BC2C6359DE5}"/>
          </ac:picMkLst>
        </pc:picChg>
        <pc:picChg chg="add mod">
          <ac:chgData name="楠 陆" userId="bd212e9c8df16be3" providerId="LiveId" clId="{F60D1819-E959-4168-B334-213B5F549DE2}" dt="2018-12-16T13:15:58.881" v="122" actId="1076"/>
          <ac:picMkLst>
            <pc:docMk/>
            <pc:sldMk cId="3712641867" sldId="333"/>
            <ac:picMk id="3" creationId="{FD56ADB8-5663-4059-A4BB-F1AAB137F079}"/>
          </ac:picMkLst>
        </pc:picChg>
        <pc:picChg chg="mod">
          <ac:chgData name="楠 陆" userId="bd212e9c8df16be3" providerId="LiveId" clId="{F60D1819-E959-4168-B334-213B5F549DE2}" dt="2018-12-16T13:16:29.262" v="128" actId="1036"/>
          <ac:picMkLst>
            <pc:docMk/>
            <pc:sldMk cId="3712641867" sldId="333"/>
            <ac:picMk id="5" creationId="{AE92E0D2-836E-4523-BFFC-46672E413C5A}"/>
          </ac:picMkLst>
        </pc:picChg>
        <pc:picChg chg="mod">
          <ac:chgData name="楠 陆" userId="bd212e9c8df16be3" providerId="LiveId" clId="{F60D1819-E959-4168-B334-213B5F549DE2}" dt="2018-12-16T13:16:21.983" v="125" actId="1035"/>
          <ac:picMkLst>
            <pc:docMk/>
            <pc:sldMk cId="3712641867" sldId="333"/>
            <ac:picMk id="6" creationId="{E14A8F43-6E97-4C6D-B57A-1CB5DEE4A1B7}"/>
          </ac:picMkLst>
        </pc:picChg>
      </pc:sldChg>
      <pc:sldMasterChg chg="modTransition modSldLayout">
        <pc:chgData name="楠 陆" userId="bd212e9c8df16be3" providerId="LiveId" clId="{F60D1819-E959-4168-B334-213B5F549DE2}" dt="2018-12-15T00:42:02.211" v="53"/>
        <pc:sldMasterMkLst>
          <pc:docMk/>
          <pc:sldMasterMk cId="0" sldId="2147484358"/>
        </pc:sldMasterMkLst>
        <pc:sldLayoutChg chg="modTransition">
          <pc:chgData name="楠 陆" userId="bd212e9c8df16be3" providerId="LiveId" clId="{F60D1819-E959-4168-B334-213B5F549DE2}" dt="2018-12-15T00:42:02.211" v="53"/>
          <pc:sldLayoutMkLst>
            <pc:docMk/>
            <pc:sldMasterMk cId="0" sldId="2147484358"/>
            <pc:sldLayoutMk cId="4024184028" sldId="2147484782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CDEC757-ED0C-448B-97BB-225F96182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46E28B-0DC5-426C-8AFD-6D20658FD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B176DE-E2A0-445A-A07B-98CED7153BCE}" type="datetimeFigureOut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5E6E70-5C75-4110-B8F4-FB3A70AEC5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571C67-7EF7-42EC-BD27-1CEE1B20C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311DE8-E6E0-419C-84B5-D6B316F040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6C574A-3F7F-496E-BD5A-487D809809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BB9507-D2C3-4649-9085-8B65913A59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80750DBC-F318-42B9-8CB5-074ADE19A8A6}" type="datetimeFigureOut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D961FCE-E9EB-4E71-9294-4824C58119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EBAFF4F-718A-4200-BC72-97FEC4DED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CBE88-50F0-41B8-AF9F-63202783F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6881C2-C5AA-4B4D-B2C1-92A9D8ECF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A3E8C68-2FB9-4473-B76B-BC3B9587EF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61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DAC2E71-86C8-46E1-BF0C-6BF3684458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9FA3FE-7E05-460D-8ECE-75D3F32D2229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42DC44E5-1AE7-4235-B968-79ECD3F59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AC79455-0E64-4495-8C3D-962BBFFFE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6D552E2A-96A5-4A13-895A-7F26B62EAA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9548ED-FFAB-4547-8B58-F10573BD3274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5DA9B4D-54A5-475A-9E5D-CB8450463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FF55251-2336-4A90-AD62-3A6DF7526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E9CA6825-96B2-4BD9-B553-ADD048E4C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E4B6C6-DC33-451F-87B5-1724B30F7B2C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79E5AE9-06EA-4E97-A889-4D7F5EBD1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C526BD4-A057-4C71-A814-012755EE9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E657A33-D0B4-4662-B8E5-55190E2FCB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7C08ED-999E-4C61-BC05-CB75738F4105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930DF95-52EC-4234-A968-E134ED6138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AB29CF5-DD44-4E38-847E-EC243DDA1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B724004-DC7A-40F8-9D27-1AC799BC7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022EFA-98BA-4A41-AE52-10CCC3D8EF0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7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BEE022C-48DA-44C3-A4FA-08EDECA54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FE537C2-20E4-43AC-A189-224959A26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6CCD013-6E43-4196-B6EE-8713781174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50983C-0164-427E-BBCE-749D220FF595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8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35AA4B-076C-41CB-B165-ADA110329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2B356B8-694F-424A-8F66-98094840B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3472449-1F28-4F10-BA60-3922AC888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CB9860-1DA7-419E-8379-E7A0036CC031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9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A69B799-121D-40D9-ABF0-A133C7C6F0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8DF0263-BCDD-4694-A097-6CE70BC0F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7DBFFDC-8986-47D7-91FB-FB55B9BF10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F15CF5-9AB9-4A2C-B05C-2E0451A5A5DA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10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6578359-A025-42B1-B5B2-D80F3DFDD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37C5F05-840D-4205-BF8C-94951A643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632ADA5-6932-486E-96CB-D61E3B3BD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F708BB-7FB0-4C6C-BB46-2EAEAF12AA22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F63689B-5C88-425C-88B1-DDC45C028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8D536E6-447E-4D38-B213-4409302CD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21D2C5A1-DCCC-492B-AFB8-C5DAD9B37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365FDC-D025-4FC8-8861-C211ECEA1251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DC13EF4-A00B-4E51-9D16-485F6FD11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DFE8E1-2F7B-42FB-A7D6-7582D531F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179289B-2180-4448-B21A-7CEF7D2C02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4D5863-6AAF-4389-8EDC-F212DE499B8F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13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0E360D7-F0B6-4106-A4A4-C09477B50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83AF2CB-C4AF-4AAF-8517-B7248DB72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349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694E1DF-E19E-49A8-9867-5815698E4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388665-DFF4-4DD2-953F-FE742733C596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14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4C12076-0676-497E-9219-ACD8A57F5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E6AD5FC-8EB6-4AFF-B0CE-0040CE66CF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FDFE7F8-F87D-48A6-B6BB-83040C8458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0302CD-D226-49E5-B063-30DC4404573F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15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4480F38-3361-4D1C-BC17-511D186B82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FD1BEC2-F714-4AE3-B5FF-08B5C490F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播放电话交换</a:t>
            </a:r>
            <a:r>
              <a:rPr lang="en-US" altLang="zh-CN" dirty="0"/>
              <a:t>FLASH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6E1C76F9-775B-48B0-A920-63B04011B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0EC4CE-8FF9-4697-8A5C-C5D56E753BB3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16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FFC50CA-5D77-4A50-B4B1-42212A15B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ADE4492-8A6F-4D21-B796-FD941EB60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播放报文交换</a:t>
            </a:r>
            <a:r>
              <a:rPr lang="en-US" altLang="zh-CN" dirty="0"/>
              <a:t>FLASH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2B86DE5-4D32-487C-A60C-1B87BABFE5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ABFBE0-A80C-47C7-B442-2FB4D4091C81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17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FE4621D-57CB-45F7-A9F7-CD7B3CB8D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7D6CB2D-B4FD-4505-A256-57A3DD588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7EE5103-836A-43F3-B680-2B8CF5E79A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EFFD63-66EF-42A1-9F90-5D8CA309D5BF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18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5AD495C-A4CE-4784-88A1-B24FED17E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6519904-2A7B-4087-AF99-1CE9F11E3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播放</a:t>
            </a:r>
            <a:r>
              <a:rPr lang="en-US" altLang="zh-CN" dirty="0"/>
              <a:t>FLASH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8959B79-6B06-4D10-BC69-E764C38A7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E393AE-C11B-45BE-8FAB-9DE87B3BD78F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19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AD485AF-AC4D-4D2D-A5F9-3DF165747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BEFEE1C-DA33-4A56-876A-2B104A0D4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9A1C6588-3CF3-4D3B-8380-5198D038C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1D9ABA-486E-4A92-8117-E7FC00696EB4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20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B8C204D-DC0B-4A82-9400-A672EBDE87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40870ECB-E7F2-467E-BAA6-BA9AB6EF4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B73C7629-460F-46DA-BAC6-368889750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1CDC55-A3AF-48B2-8BDA-DBEF878466D8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3F6E375-8620-4EB7-824F-B7DD79027E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9572472-9A2F-44EA-B743-612F683F2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239A84CE-4194-442F-89EC-579158940D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6A3D00-EDA5-4FFF-A7FB-B85E345CF451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3F916C2-97B4-4FE6-9684-961450AAA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7A54C93-C204-42F1-AA16-65C9B3C9C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8A7E5E6D-F5B0-4E7C-B936-991E911AF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453BA7-E15E-4F6A-853E-82ADFE82192B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23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24FFC29-1B4D-498F-B667-109369AF6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56810C10-4261-4356-9E08-D41108E1F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B4A09AE-5820-40BA-BE5D-5A41C8E7F3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3C5A3F-95C5-43C4-A0F1-08042CC489E4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24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5688B61-7825-45DB-8D4C-E5E6017DC2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6EF0B28-E1B9-4625-AF47-D63D2E113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播放协议封装</a:t>
            </a:r>
            <a:r>
              <a:rPr lang="en-US" altLang="zh-CN" dirty="0"/>
              <a:t>FLASH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F78856EF-D5EA-4F88-A027-70BE8247DC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CB9D06-C6E8-4E56-943B-9457D34BBEBE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25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E517524-19A8-41F0-B192-9020E0B69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5A770F0-4F86-482C-B0DB-77D9C0BC5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6001B5BB-C7BF-4FCF-9BE9-1C708F337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79882A-CA33-4E34-9133-D17E678BCC61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26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F48BE68-13EF-49A0-BC90-9DAF55311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250DB8D-AA1C-4A07-B96E-2800D793B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>
            <a:extLst>
              <a:ext uri="{FF2B5EF4-FFF2-40B4-BE49-F238E27FC236}">
                <a16:creationId xmlns:a16="http://schemas.microsoft.com/office/drawing/2014/main" id="{4B85EFCC-FB72-482D-9011-7F8007254B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3175"/>
            <a:ext cx="6034088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0">
            <a:extLst>
              <a:ext uri="{FF2B5EF4-FFF2-40B4-BE49-F238E27FC236}">
                <a16:creationId xmlns:a16="http://schemas.microsoft.com/office/drawing/2014/main" id="{9130BC23-3B3E-4822-A526-5B5F3784A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125413"/>
            <a:ext cx="1733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EE1B22D-5788-4C0D-B8AD-D4D04D7C92EB}"/>
              </a:ext>
            </a:extLst>
          </p:cNvPr>
          <p:cNvSpPr/>
          <p:nvPr userDrawn="1"/>
        </p:nvSpPr>
        <p:spPr>
          <a:xfrm>
            <a:off x="2568923" y="-98116"/>
            <a:ext cx="30139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计算机网络</a:t>
            </a:r>
          </a:p>
        </p:txBody>
      </p:sp>
      <p:pic>
        <p:nvPicPr>
          <p:cNvPr id="5" name="图片 13">
            <a:extLst>
              <a:ext uri="{FF2B5EF4-FFF2-40B4-BE49-F238E27FC236}">
                <a16:creationId xmlns:a16="http://schemas.microsoft.com/office/drawing/2014/main" id="{19C6D927-6302-4BA4-95AC-EAF79218E5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657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BB31C3E0-BD10-47C8-A5FD-089A010D4ABA}"/>
              </a:ext>
            </a:extLst>
          </p:cNvPr>
          <p:cNvCxnSpPr>
            <a:cxnSpLocks/>
          </p:cNvCxnSpPr>
          <p:nvPr userDrawn="1"/>
        </p:nvCxnSpPr>
        <p:spPr>
          <a:xfrm>
            <a:off x="250825" y="1268413"/>
            <a:ext cx="849788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8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66B172-84C2-4BB6-8249-403C24F1CB2A}"/>
              </a:ext>
            </a:extLst>
          </p:cNvPr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5C4CC7-E85A-45CC-BCBE-FA62743B4B8D}"/>
              </a:ext>
            </a:extLst>
          </p:cNvPr>
          <p:cNvCxnSpPr>
            <a:cxnSpLocks/>
          </p:cNvCxnSpPr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35B91C-C5E0-41C6-BD3F-5EB4774C11CB}"/>
              </a:ext>
            </a:extLst>
          </p:cNvPr>
          <p:cNvGrpSpPr/>
          <p:nvPr/>
        </p:nvGrpSpPr>
        <p:grpSpPr>
          <a:xfrm>
            <a:off x="1150371" y="1589786"/>
            <a:ext cx="6661989" cy="3927446"/>
            <a:chOff x="971600" y="1628800"/>
            <a:chExt cx="6661989" cy="392744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9C88188-8CB7-49B9-A3FE-4B34927CD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600" y="1628800"/>
              <a:ext cx="3269721" cy="1731864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DE260C9-25E8-4BDC-853A-17B6A3566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406" y="3645026"/>
              <a:ext cx="3331076" cy="191122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D78CFD6-1839-4B12-A098-8F28811F4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6312" y="3645026"/>
              <a:ext cx="3027677" cy="191122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60661E7-805D-49A4-8FB6-0C7EC6D0D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66312" y="1628800"/>
              <a:ext cx="3067277" cy="1731864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EB84BBDD-6DAE-41DF-81F2-B1A70B5B8615}"/>
              </a:ext>
            </a:extLst>
          </p:cNvPr>
          <p:cNvSpPr/>
          <p:nvPr/>
        </p:nvSpPr>
        <p:spPr>
          <a:xfrm>
            <a:off x="1129965" y="836712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accent2">
                    <a:lumMod val="25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为你</a:t>
            </a:r>
            <a:r>
              <a:rPr lang="zh-CN" altLang="zh-CN" sz="1800" dirty="0">
                <a:solidFill>
                  <a:schemeClr val="accent2">
                    <a:lumMod val="25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揭开互联网</a:t>
            </a:r>
            <a:r>
              <a:rPr lang="zh-CN" altLang="en-US" sz="1800" dirty="0">
                <a:solidFill>
                  <a:schemeClr val="accent2">
                    <a:lumMod val="25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solidFill>
                  <a:schemeClr val="accent2">
                    <a:lumMod val="25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神秘面纱</a:t>
            </a:r>
            <a:r>
              <a:rPr lang="zh-CN" altLang="en-US" sz="1800" dirty="0">
                <a:solidFill>
                  <a:schemeClr val="accent2">
                    <a:lumMod val="25000"/>
                  </a:schemeClr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，探索网络世界奥秘！</a:t>
            </a:r>
            <a:endParaRPr lang="zh-CN" altLang="en-US" dirty="0">
              <a:solidFill>
                <a:schemeClr val="accent2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663B67E8-4D96-4BF0-9300-B1420A51FAE3}"/>
              </a:ext>
            </a:extLst>
          </p:cNvPr>
          <p:cNvSpPr txBox="1">
            <a:spLocks/>
          </p:cNvSpPr>
          <p:nvPr/>
        </p:nvSpPr>
        <p:spPr bwMode="auto">
          <a:xfrm>
            <a:off x="1116013" y="908050"/>
            <a:ext cx="4392091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215978"/>
                </a:solidFill>
              </a:rPr>
              <a:t>             </a:t>
            </a:r>
            <a:r>
              <a:rPr lang="zh-CN" altLang="zh-CN" sz="2400" dirty="0">
                <a:solidFill>
                  <a:srgbClr val="215978"/>
                </a:solidFill>
              </a:rPr>
              <a:t>第</a:t>
            </a:r>
            <a:r>
              <a:rPr lang="en-US" altLang="zh-CN" sz="2400" dirty="0">
                <a:solidFill>
                  <a:srgbClr val="215978"/>
                </a:solidFill>
              </a:rPr>
              <a:t>1</a:t>
            </a:r>
            <a:r>
              <a:rPr lang="zh-CN" altLang="zh-CN" sz="2400" dirty="0">
                <a:solidFill>
                  <a:srgbClr val="215978"/>
                </a:solidFill>
              </a:rPr>
              <a:t>章 计算机网络概论</a:t>
            </a:r>
          </a:p>
        </p:txBody>
      </p:sp>
      <p:sp>
        <p:nvSpPr>
          <p:cNvPr id="5123" name="内容占位符 4">
            <a:extLst>
              <a:ext uri="{FF2B5EF4-FFF2-40B4-BE49-F238E27FC236}">
                <a16:creationId xmlns:a16="http://schemas.microsoft.com/office/drawing/2014/main" id="{98A85325-C10F-4255-90E0-B1162312A650}"/>
              </a:ext>
            </a:extLst>
          </p:cNvPr>
          <p:cNvSpPr txBox="1">
            <a:spLocks/>
          </p:cNvSpPr>
          <p:nvPr/>
        </p:nvSpPr>
        <p:spPr bwMode="auto">
          <a:xfrm>
            <a:off x="1403648" y="1989386"/>
            <a:ext cx="6059488" cy="34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一、计算机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网络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的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形成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与特点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二、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网络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技术演变和发展趋势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三、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计算机网络定义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、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分类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、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特点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四、计算机网络组织与结构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五、网络交换技术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六、通信协议与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网络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体系</a:t>
            </a:r>
            <a:r>
              <a:rPr lang="zh-CN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结构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23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内容占位符 4">
            <a:extLst>
              <a:ext uri="{FF2B5EF4-FFF2-40B4-BE49-F238E27FC236}">
                <a16:creationId xmlns:a16="http://schemas.microsoft.com/office/drawing/2014/main" id="{38EA1496-10C2-4B7B-A453-246E3E4E79C9}"/>
              </a:ext>
            </a:extLst>
          </p:cNvPr>
          <p:cNvSpPr txBox="1">
            <a:spLocks/>
          </p:cNvSpPr>
          <p:nvPr/>
        </p:nvSpPr>
        <p:spPr bwMode="auto">
          <a:xfrm>
            <a:off x="1258888" y="765175"/>
            <a:ext cx="65532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一、</a:t>
            </a:r>
            <a:r>
              <a:rPr lang="zh-CN" altLang="zh-CN" sz="2000" dirty="0">
                <a:solidFill>
                  <a:schemeClr val="tx2"/>
                </a:solidFill>
                <a:latin typeface="Calibri" panose="020F0502020204030204" pitchFamily="34" charset="0"/>
              </a:rPr>
              <a:t>计算机网络的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形成</a:t>
            </a:r>
            <a:r>
              <a:rPr lang="zh-CN" altLang="zh-CN" sz="2000" dirty="0">
                <a:solidFill>
                  <a:schemeClr val="tx2"/>
                </a:solidFill>
                <a:latin typeface="Calibri" panose="020F0502020204030204" pitchFamily="34" charset="0"/>
              </a:rPr>
              <a:t>与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特点</a:t>
            </a:r>
            <a:endParaRPr lang="en-US" altLang="zh-CN" sz="240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计算机网络形成（</a:t>
            </a:r>
            <a:r>
              <a:rPr lang="zh-CN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面向终端的计算机通信网</a:t>
            </a:r>
            <a:r>
              <a:rPr lang="zh-CN" altLang="en-US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zh-CN" dirty="0">
              <a:solidFill>
                <a:srgbClr val="00B0F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E3C7669-4DE0-43B6-94A7-C47670CEA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40D0D51-1558-45D2-9611-788A1A4F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70007F32-DC73-4F3D-ACC4-1EDF233F2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7174" name="图片 7">
            <a:extLst>
              <a:ext uri="{FF2B5EF4-FFF2-40B4-BE49-F238E27FC236}">
                <a16:creationId xmlns:a16="http://schemas.microsoft.com/office/drawing/2014/main" id="{82859F50-A569-43FA-9450-0275D8853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420938"/>
            <a:ext cx="6116637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4">
            <a:extLst>
              <a:ext uri="{FF2B5EF4-FFF2-40B4-BE49-F238E27FC236}">
                <a16:creationId xmlns:a16="http://schemas.microsoft.com/office/drawing/2014/main" id="{5B2491E7-24D8-4B68-95A6-7CA3B3AA07D1}"/>
              </a:ext>
            </a:extLst>
          </p:cNvPr>
          <p:cNvSpPr txBox="1">
            <a:spLocks/>
          </p:cNvSpPr>
          <p:nvPr/>
        </p:nvSpPr>
        <p:spPr bwMode="auto">
          <a:xfrm>
            <a:off x="1042988" y="765175"/>
            <a:ext cx="7850187" cy="100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</a:rPr>
              <a:t>一、</a:t>
            </a:r>
            <a:r>
              <a:rPr lang="zh-CN" altLang="zh-CN" dirty="0">
                <a:solidFill>
                  <a:schemeClr val="tx2"/>
                </a:solidFill>
              </a:rPr>
              <a:t>计算机网络的</a:t>
            </a:r>
            <a:r>
              <a:rPr lang="zh-CN" altLang="en-US" dirty="0">
                <a:solidFill>
                  <a:schemeClr val="tx2"/>
                </a:solidFill>
              </a:rPr>
              <a:t>形成</a:t>
            </a:r>
            <a:r>
              <a:rPr lang="zh-CN" altLang="zh-CN" dirty="0">
                <a:solidFill>
                  <a:schemeClr val="tx2"/>
                </a:solidFill>
              </a:rPr>
              <a:t>与</a:t>
            </a:r>
            <a:r>
              <a:rPr lang="zh-CN" altLang="en-US" dirty="0">
                <a:solidFill>
                  <a:schemeClr val="tx2"/>
                </a:solidFill>
              </a:rPr>
              <a:t>特点</a:t>
            </a:r>
            <a:endParaRPr lang="en-US" altLang="zh-CN" dirty="0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Calibri" panose="020F0502020204030204" pitchFamily="34" charset="0"/>
              <a:buNone/>
              <a:defRPr/>
            </a:pPr>
            <a:r>
              <a:rPr lang="en-US" altLang="zh-CN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计算机网络形成（</a:t>
            </a:r>
            <a:r>
              <a:rPr lang="zh-CN" altLang="zh-CN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以主机为中心</a:t>
            </a:r>
            <a:r>
              <a:rPr lang="zh-CN" altLang="en-US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以通信子网为中心</a:t>
            </a:r>
            <a:r>
              <a:rPr lang="zh-CN" altLang="en-US" sz="180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zh-CN" sz="1600" dirty="0">
              <a:solidFill>
                <a:srgbClr val="00B0F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B864607-0EC9-4A42-87FF-0D6820C0D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EBF60639-0C04-408E-840C-8BA162276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C7A29F67-437B-4A22-9864-9A49FDD39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graphicFrame>
        <p:nvGraphicFramePr>
          <p:cNvPr id="9222" name="Object 3">
            <a:extLst>
              <a:ext uri="{FF2B5EF4-FFF2-40B4-BE49-F238E27FC236}">
                <a16:creationId xmlns:a16="http://schemas.microsoft.com/office/drawing/2014/main" id="{76D9D302-BE96-4D75-9E65-A1399DCEE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2205038"/>
          <a:ext cx="7129463" cy="343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4" imgW="5118266" imgH="2462611" progId="Visio.Drawing.11">
                  <p:embed/>
                </p:oleObj>
              </mc:Choice>
              <mc:Fallback>
                <p:oleObj name="Visio" r:id="rId4" imgW="5118266" imgH="2462611" progId="Visio.Drawing.11">
                  <p:embed/>
                  <p:pic>
                    <p:nvPicPr>
                      <p:cNvPr id="9222" name="Object 3">
                        <a:extLst>
                          <a:ext uri="{FF2B5EF4-FFF2-40B4-BE49-F238E27FC236}">
                            <a16:creationId xmlns:a16="http://schemas.microsoft.com/office/drawing/2014/main" id="{76D9D302-BE96-4D75-9E65-A1399DCEE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2205038"/>
                        <a:ext cx="7129463" cy="343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4">
            <a:extLst>
              <a:ext uri="{FF2B5EF4-FFF2-40B4-BE49-F238E27FC236}">
                <a16:creationId xmlns:a16="http://schemas.microsoft.com/office/drawing/2014/main" id="{717B98FA-1E2C-490F-8F36-2AAEE33CFC48}"/>
              </a:ext>
            </a:extLst>
          </p:cNvPr>
          <p:cNvSpPr txBox="1">
            <a:spLocks/>
          </p:cNvSpPr>
          <p:nvPr/>
        </p:nvSpPr>
        <p:spPr bwMode="auto">
          <a:xfrm>
            <a:off x="755650" y="765175"/>
            <a:ext cx="367188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一、</a:t>
            </a:r>
            <a:r>
              <a:rPr lang="zh-CN" altLang="zh-CN" sz="2000" dirty="0">
                <a:solidFill>
                  <a:schemeClr val="tx2"/>
                </a:solidFill>
                <a:latin typeface="Calibri" panose="020F0502020204030204" pitchFamily="34" charset="0"/>
              </a:rPr>
              <a:t>计算机网络的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形成</a:t>
            </a:r>
            <a:r>
              <a:rPr lang="zh-CN" altLang="zh-CN" sz="2000" dirty="0">
                <a:solidFill>
                  <a:schemeClr val="tx2"/>
                </a:solidFill>
                <a:latin typeface="Calibri" panose="020F0502020204030204" pitchFamily="34" charset="0"/>
              </a:rPr>
              <a:t>与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特点</a:t>
            </a:r>
            <a:endParaRPr lang="en-US" altLang="zh-CN" sz="200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lang="zh-CN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计算机网络体系结构的形成</a:t>
            </a:r>
            <a:endParaRPr lang="en-US" altLang="zh-CN" dirty="0">
              <a:solidFill>
                <a:srgbClr val="00B0F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 ARPANET</a:t>
            </a:r>
            <a:r>
              <a:rPr lang="zh-CN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层次模型思想</a:t>
            </a:r>
            <a:endParaRPr lang="en-US" altLang="zh-CN" b="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 IBM</a:t>
            </a:r>
            <a:r>
              <a:rPr lang="zh-CN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系统网络体系结构</a:t>
            </a: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SNA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 ISO</a:t>
            </a:r>
            <a:r>
              <a:rPr lang="zh-CN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开放系统互连参考模型</a:t>
            </a: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OSI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</a:rPr>
              <a:t> 互联网</a:t>
            </a:r>
            <a:r>
              <a:rPr lang="en-US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TCP/IP</a:t>
            </a:r>
            <a:r>
              <a:rPr lang="zh-CN" altLang="zh-CN" b="0" dirty="0">
                <a:solidFill>
                  <a:schemeClr val="tx2"/>
                </a:solidFill>
                <a:latin typeface="宋体" panose="02010600030101010101" pitchFamily="2" charset="-122"/>
              </a:rPr>
              <a:t>参考模型</a:t>
            </a:r>
            <a:endParaRPr lang="en-US" altLang="zh-CN" b="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158CCFC-3BBA-4349-9D9C-4AAF4D21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28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2E9E642B-AD20-41E6-B281-A2BF40C35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28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07BBAA82-3157-49A6-BDA9-C93C704CB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-287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11270" name="图片 5">
            <a:extLst>
              <a:ext uri="{FF2B5EF4-FFF2-40B4-BE49-F238E27FC236}">
                <a16:creationId xmlns:a16="http://schemas.microsoft.com/office/drawing/2014/main" id="{8644134E-AEA5-4895-87D9-D5112314A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1341438"/>
            <a:ext cx="1773238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图片 6">
            <a:extLst>
              <a:ext uri="{FF2B5EF4-FFF2-40B4-BE49-F238E27FC236}">
                <a16:creationId xmlns:a16="http://schemas.microsoft.com/office/drawing/2014/main" id="{9CBB20C4-6033-4B57-873B-1E8B5CD1E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2813050"/>
            <a:ext cx="1635125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图片 7">
            <a:extLst>
              <a:ext uri="{FF2B5EF4-FFF2-40B4-BE49-F238E27FC236}">
                <a16:creationId xmlns:a16="http://schemas.microsoft.com/office/drawing/2014/main" id="{C7F75173-58A4-4005-BF5D-3573682A8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4419600"/>
            <a:ext cx="1871663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图片 8">
            <a:extLst>
              <a:ext uri="{FF2B5EF4-FFF2-40B4-BE49-F238E27FC236}">
                <a16:creationId xmlns:a16="http://schemas.microsoft.com/office/drawing/2014/main" id="{9A7B9741-7869-4A03-A862-99D083409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3829050"/>
            <a:ext cx="1905000" cy="176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4">
            <a:extLst>
              <a:ext uri="{FF2B5EF4-FFF2-40B4-BE49-F238E27FC236}">
                <a16:creationId xmlns:a16="http://schemas.microsoft.com/office/drawing/2014/main" id="{F27C501C-5EDE-4E81-AB5C-2DF61941F969}"/>
              </a:ext>
            </a:extLst>
          </p:cNvPr>
          <p:cNvSpPr txBox="1">
            <a:spLocks/>
          </p:cNvSpPr>
          <p:nvPr/>
        </p:nvSpPr>
        <p:spPr bwMode="auto">
          <a:xfrm>
            <a:off x="251520" y="1412776"/>
            <a:ext cx="4968552" cy="446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b="0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en-US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 </a:t>
            </a:r>
            <a:r>
              <a:rPr lang="zh-CN" altLang="zh-CN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计算机网络发展</a:t>
            </a:r>
            <a:r>
              <a:rPr lang="zh-CN" altLang="en-US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历程</a:t>
            </a:r>
            <a:endParaRPr lang="en-US" altLang="zh-CN" dirty="0">
              <a:solidFill>
                <a:srgbClr val="00B0F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b="0" dirty="0"/>
              <a:t>  </a:t>
            </a:r>
            <a:r>
              <a:rPr lang="zh-CN" altLang="zh-CN" sz="1600" dirty="0">
                <a:solidFill>
                  <a:schemeClr val="tx2"/>
                </a:solidFill>
              </a:rPr>
              <a:t>第</a:t>
            </a:r>
            <a:r>
              <a:rPr lang="en-US" altLang="zh-CN" sz="1600" dirty="0">
                <a:solidFill>
                  <a:schemeClr val="tx2"/>
                </a:solidFill>
              </a:rPr>
              <a:t>1</a:t>
            </a:r>
            <a:r>
              <a:rPr lang="zh-CN" altLang="zh-CN" sz="1600" dirty="0">
                <a:solidFill>
                  <a:schemeClr val="tx2"/>
                </a:solidFill>
              </a:rPr>
              <a:t>阶段：计算机网络技术与理论的准备</a:t>
            </a:r>
            <a:endParaRPr lang="en-US" altLang="zh-CN" sz="16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b="0" dirty="0"/>
              <a:t>        </a:t>
            </a:r>
            <a:r>
              <a:rPr lang="zh-CN" altLang="en-US" sz="1600" b="0" dirty="0">
                <a:solidFill>
                  <a:schemeClr val="tx1"/>
                </a:solidFill>
              </a:rPr>
              <a:t>数据通信技术、分组交换技术</a:t>
            </a:r>
            <a:endParaRPr lang="en-US" altLang="zh-CN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</a:t>
            </a:r>
            <a:r>
              <a:rPr lang="zh-CN" altLang="zh-CN" sz="1600" dirty="0"/>
              <a:t>第</a:t>
            </a:r>
            <a:r>
              <a:rPr lang="en-US" altLang="zh-CN" sz="1600" dirty="0"/>
              <a:t>2</a:t>
            </a:r>
            <a:r>
              <a:rPr lang="zh-CN" altLang="zh-CN" sz="1600" dirty="0"/>
              <a:t>阶段：计算机网络的形成</a:t>
            </a:r>
            <a:endParaRPr lang="en-US" altLang="zh-CN" sz="1600" dirty="0"/>
          </a:p>
          <a:p>
            <a:pPr eaLnBrk="1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en-US" altLang="zh-CN" sz="1600" dirty="0"/>
              <a:t>        </a:t>
            </a:r>
            <a:r>
              <a:rPr lang="en-US" altLang="zh-CN" sz="1600" b="0" dirty="0">
                <a:solidFill>
                  <a:schemeClr val="tx1"/>
                </a:solidFill>
              </a:rPr>
              <a:t>ARPANET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en-US" altLang="zh-CN" sz="1600" b="0" dirty="0">
                <a:solidFill>
                  <a:schemeClr val="tx1"/>
                </a:solidFill>
              </a:rPr>
              <a:t>TCP/IP</a:t>
            </a:r>
            <a:r>
              <a:rPr lang="zh-CN" altLang="en-US" sz="1600" b="0" dirty="0">
                <a:solidFill>
                  <a:schemeClr val="tx1"/>
                </a:solidFill>
              </a:rPr>
              <a:t>、以太网、</a:t>
            </a:r>
            <a:r>
              <a:rPr lang="en-US" altLang="zh-CN" sz="1600" b="0" dirty="0">
                <a:solidFill>
                  <a:schemeClr val="tx1"/>
                </a:solidFill>
              </a:rPr>
              <a:t>SNA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en-US" altLang="zh-CN" sz="1600" b="0" dirty="0">
                <a:solidFill>
                  <a:schemeClr val="tx1"/>
                </a:solidFill>
              </a:rPr>
              <a:t>FDDI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en-US" altLang="zh-CN" sz="1600" b="0" dirty="0">
                <a:solidFill>
                  <a:schemeClr val="tx1"/>
                </a:solidFill>
              </a:rPr>
              <a:t>X.25</a:t>
            </a:r>
            <a:r>
              <a:rPr lang="zh-CN" altLang="en-US" sz="1600" b="0" dirty="0">
                <a:solidFill>
                  <a:schemeClr val="tx1"/>
                </a:solidFill>
              </a:rPr>
              <a:t>等</a:t>
            </a:r>
            <a:endParaRPr lang="zh-CN" altLang="zh-CN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</a:t>
            </a:r>
            <a:r>
              <a:rPr lang="zh-CN" altLang="zh-CN" sz="1600" dirty="0"/>
              <a:t>第</a:t>
            </a:r>
            <a:r>
              <a:rPr lang="en-US" altLang="zh-CN" sz="1600" dirty="0"/>
              <a:t>3</a:t>
            </a:r>
            <a:r>
              <a:rPr lang="zh-CN" altLang="zh-CN" sz="1600" dirty="0"/>
              <a:t>阶段：网络体系结构的研究</a:t>
            </a:r>
            <a:endParaRPr lang="en-US" altLang="zh-CN" sz="1600" dirty="0"/>
          </a:p>
          <a:p>
            <a:pPr eaLnBrk="1" hangingPunct="1">
              <a:lnSpc>
                <a:spcPct val="10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b="0" dirty="0">
                <a:solidFill>
                  <a:schemeClr val="tx2"/>
                </a:solidFill>
              </a:rPr>
              <a:t>        </a:t>
            </a:r>
            <a:r>
              <a:rPr lang="en-US" altLang="zh-CN" sz="1600" b="0" dirty="0">
                <a:solidFill>
                  <a:schemeClr val="tx1"/>
                </a:solidFill>
              </a:rPr>
              <a:t>OSI</a:t>
            </a:r>
            <a:r>
              <a:rPr lang="zh-CN" altLang="zh-CN" sz="1600" b="0" dirty="0">
                <a:solidFill>
                  <a:schemeClr val="tx1"/>
                </a:solidFill>
              </a:rPr>
              <a:t>参考模型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en-US" altLang="zh-CN" sz="1600" b="0" dirty="0">
                <a:solidFill>
                  <a:schemeClr val="tx1"/>
                </a:solidFill>
              </a:rPr>
              <a:t> IPv4</a:t>
            </a:r>
            <a:r>
              <a:rPr lang="zh-CN" altLang="zh-CN" sz="1600" b="0" dirty="0">
                <a:solidFill>
                  <a:schemeClr val="tx1"/>
                </a:solidFill>
              </a:rPr>
              <a:t>协议</a:t>
            </a:r>
            <a:r>
              <a:rPr lang="zh-CN" altLang="en-US" sz="1600" b="0" dirty="0">
                <a:solidFill>
                  <a:schemeClr val="tx1"/>
                </a:solidFill>
              </a:rPr>
              <a:t>体系、</a:t>
            </a:r>
            <a:r>
              <a:rPr lang="en-US" altLang="zh-CN" sz="1600" b="0" dirty="0">
                <a:solidFill>
                  <a:schemeClr val="tx1"/>
                </a:solidFill>
              </a:rPr>
              <a:t>IPv6</a:t>
            </a:r>
            <a:r>
              <a:rPr lang="zh-CN" altLang="en-US" sz="1600" b="0" dirty="0">
                <a:solidFill>
                  <a:schemeClr val="tx1"/>
                </a:solidFill>
              </a:rPr>
              <a:t>协议体系</a:t>
            </a:r>
            <a:endParaRPr lang="en-US" altLang="zh-CN" sz="16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b="0" dirty="0"/>
              <a:t>  </a:t>
            </a:r>
            <a:r>
              <a:rPr lang="zh-CN" altLang="zh-CN" sz="1600" dirty="0"/>
              <a:t>第</a:t>
            </a:r>
            <a:r>
              <a:rPr lang="en-US" altLang="zh-CN" sz="1600" dirty="0"/>
              <a:t>4</a:t>
            </a:r>
            <a:r>
              <a:rPr lang="zh-CN" altLang="zh-CN" sz="1600" dirty="0"/>
              <a:t>阶段：互联网应用、无线网络</a:t>
            </a:r>
            <a:r>
              <a:rPr lang="zh-CN" altLang="en-US" sz="1600" dirty="0"/>
              <a:t>、</a:t>
            </a:r>
            <a:r>
              <a:rPr lang="zh-CN" altLang="zh-CN" sz="1600" dirty="0"/>
              <a:t>网络安全</a:t>
            </a:r>
            <a:endParaRPr lang="en-US" altLang="zh-CN" sz="1600" dirty="0"/>
          </a:p>
          <a:p>
            <a:pPr marL="0" indent="0" eaLnBrk="1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zh-CN" altLang="en-US" sz="1600" b="0" dirty="0">
                <a:solidFill>
                  <a:schemeClr val="tx2"/>
                </a:solidFill>
              </a:rPr>
              <a:t>        </a:t>
            </a:r>
            <a:r>
              <a:rPr lang="zh-CN" altLang="en-US" sz="1600" b="0" dirty="0">
                <a:solidFill>
                  <a:schemeClr val="tx1"/>
                </a:solidFill>
              </a:rPr>
              <a:t>互联网、</a:t>
            </a:r>
            <a:r>
              <a:rPr lang="zh-CN" altLang="zh-CN" sz="1600" b="0" dirty="0">
                <a:solidFill>
                  <a:schemeClr val="tx1"/>
                </a:solidFill>
              </a:rPr>
              <a:t>三网融合</a:t>
            </a:r>
            <a:endParaRPr lang="en-US" altLang="zh-CN" sz="1600" b="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en-US" altLang="zh-CN" sz="1600" b="0" dirty="0">
                <a:solidFill>
                  <a:schemeClr val="tx2"/>
                </a:solidFill>
              </a:rPr>
              <a:t>       </a:t>
            </a:r>
            <a:r>
              <a:rPr lang="zh-CN" altLang="zh-CN" sz="1600" b="0" dirty="0">
                <a:solidFill>
                  <a:schemeClr val="tx1"/>
                </a:solidFill>
              </a:rPr>
              <a:t>无线局域网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zh-CN" altLang="zh-CN" sz="1600" b="0" dirty="0">
                <a:solidFill>
                  <a:schemeClr val="tx1"/>
                </a:solidFill>
              </a:rPr>
              <a:t>无线城域网</a:t>
            </a:r>
            <a:r>
              <a:rPr lang="zh-CN" altLang="en-US" sz="1600" b="0" dirty="0">
                <a:solidFill>
                  <a:schemeClr val="tx1"/>
                </a:solidFill>
              </a:rPr>
              <a:t>、</a:t>
            </a:r>
            <a:r>
              <a:rPr lang="en-US" altLang="zh-CN" sz="1600" b="0" dirty="0">
                <a:solidFill>
                  <a:schemeClr val="tx1"/>
                </a:solidFill>
              </a:rPr>
              <a:t> P2P</a:t>
            </a:r>
            <a:r>
              <a:rPr lang="zh-CN" altLang="en-US" sz="1600" b="0" dirty="0">
                <a:solidFill>
                  <a:schemeClr val="tx1"/>
                </a:solidFill>
              </a:rPr>
              <a:t>、网络安全</a:t>
            </a:r>
            <a:endParaRPr lang="zh-CN" altLang="zh-CN" sz="1600" b="0" dirty="0">
              <a:solidFill>
                <a:schemeClr val="tx1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6D5F3EA-DB1C-4194-A2E8-811C8D2F4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-152400"/>
            <a:ext cx="81168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17F0558-2575-49DD-9D47-59287A80B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-152400"/>
            <a:ext cx="81168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E96D7C3D-F73A-4E1B-8432-CA5FF6479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-152400"/>
            <a:ext cx="81168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82E2A12B-BB9A-4334-AA96-2C1A6E958A1B}"/>
              </a:ext>
            </a:extLst>
          </p:cNvPr>
          <p:cNvSpPr txBox="1">
            <a:spLocks/>
          </p:cNvSpPr>
          <p:nvPr/>
        </p:nvSpPr>
        <p:spPr bwMode="auto">
          <a:xfrm>
            <a:off x="1042988" y="765175"/>
            <a:ext cx="7850187" cy="50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</a:rPr>
              <a:t>一、</a:t>
            </a:r>
            <a:r>
              <a:rPr lang="zh-CN" altLang="zh-CN" dirty="0">
                <a:solidFill>
                  <a:schemeClr val="tx2"/>
                </a:solidFill>
              </a:rPr>
              <a:t>计算机网络的</a:t>
            </a:r>
            <a:r>
              <a:rPr lang="zh-CN" altLang="en-US" dirty="0">
                <a:solidFill>
                  <a:schemeClr val="tx2"/>
                </a:solidFill>
              </a:rPr>
              <a:t>形成</a:t>
            </a:r>
            <a:r>
              <a:rPr lang="zh-CN" altLang="zh-CN" dirty="0">
                <a:solidFill>
                  <a:schemeClr val="tx2"/>
                </a:solidFill>
              </a:rPr>
              <a:t>与</a:t>
            </a:r>
            <a:r>
              <a:rPr lang="zh-CN" altLang="en-US" dirty="0">
                <a:solidFill>
                  <a:schemeClr val="tx2"/>
                </a:solidFill>
              </a:rPr>
              <a:t>特点</a:t>
            </a:r>
            <a:endParaRPr lang="en-US" altLang="zh-CN" dirty="0">
              <a:solidFill>
                <a:schemeClr val="tx2"/>
              </a:solidFill>
            </a:endParaRPr>
          </a:p>
        </p:txBody>
      </p:sp>
      <p:pic>
        <p:nvPicPr>
          <p:cNvPr id="7" name="图片 12">
            <a:extLst>
              <a:ext uri="{FF2B5EF4-FFF2-40B4-BE49-F238E27FC236}">
                <a16:creationId xmlns:a16="http://schemas.microsoft.com/office/drawing/2014/main" id="{62B39208-21E4-4E77-88F7-AE1DFCA34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1562100"/>
            <a:ext cx="29019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6">
            <a:extLst>
              <a:ext uri="{FF2B5EF4-FFF2-40B4-BE49-F238E27FC236}">
                <a16:creationId xmlns:a16="http://schemas.microsoft.com/office/drawing/2014/main" id="{A1D7AA94-51C5-486C-9F21-CAB2F24D6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807329"/>
              </p:ext>
            </p:extLst>
          </p:nvPr>
        </p:nvGraphicFramePr>
        <p:xfrm>
          <a:off x="5235561" y="3861048"/>
          <a:ext cx="3240360" cy="1750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5" imgW="3256667" imgH="1762652" progId="Visio.Drawing.11">
                  <p:embed/>
                </p:oleObj>
              </mc:Choice>
              <mc:Fallback>
                <p:oleObj name="Visio" r:id="rId5" imgW="3256667" imgH="1762652" progId="Visio.Drawing.11">
                  <p:embed/>
                  <p:pic>
                    <p:nvPicPr>
                      <p:cNvPr id="8" name="对象 6">
                        <a:extLst>
                          <a:ext uri="{FF2B5EF4-FFF2-40B4-BE49-F238E27FC236}">
                            <a16:creationId xmlns:a16="http://schemas.microsoft.com/office/drawing/2014/main" id="{A1D7AA94-51C5-486C-9F21-CAB2F24D65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61" y="3861048"/>
                        <a:ext cx="3240360" cy="1750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4">
            <a:extLst>
              <a:ext uri="{FF2B5EF4-FFF2-40B4-BE49-F238E27FC236}">
                <a16:creationId xmlns:a16="http://schemas.microsoft.com/office/drawing/2014/main" id="{92C926C6-9AA9-48E4-ABF6-BA862704A6ED}"/>
              </a:ext>
            </a:extLst>
          </p:cNvPr>
          <p:cNvSpPr txBox="1">
            <a:spLocks/>
          </p:cNvSpPr>
          <p:nvPr/>
        </p:nvSpPr>
        <p:spPr bwMode="auto">
          <a:xfrm>
            <a:off x="1008063" y="1557338"/>
            <a:ext cx="33861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现代网络技术发展三大趋势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B7DE531-8F21-4211-BC74-442F0B248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1B43C54B-DD92-40C1-A64C-7AC705B9D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4A0118D3-6754-4067-9E09-FB3C31F24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CB85698A-A10B-4B72-850E-F00771DEB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5" name="Rectangle 4">
            <a:extLst>
              <a:ext uri="{FF2B5EF4-FFF2-40B4-BE49-F238E27FC236}">
                <a16:creationId xmlns:a16="http://schemas.microsoft.com/office/drawing/2014/main" id="{CEACA700-2873-4794-8460-A69C0598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6" name="Rectangle 2">
            <a:extLst>
              <a:ext uri="{FF2B5EF4-FFF2-40B4-BE49-F238E27FC236}">
                <a16:creationId xmlns:a16="http://schemas.microsoft.com/office/drawing/2014/main" id="{CD2CF333-1D22-47A6-B715-9E88F6524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7" name="Rectangle 4">
            <a:extLst>
              <a:ext uri="{FF2B5EF4-FFF2-40B4-BE49-F238E27FC236}">
                <a16:creationId xmlns:a16="http://schemas.microsoft.com/office/drawing/2014/main" id="{6836EC6A-58FA-429A-84B6-29F875A24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8" name="Rectangle 4">
            <a:extLst>
              <a:ext uri="{FF2B5EF4-FFF2-40B4-BE49-F238E27FC236}">
                <a16:creationId xmlns:a16="http://schemas.microsoft.com/office/drawing/2014/main" id="{9EE8D11C-91A0-4408-9718-D824F981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7419" name="Rectangle 2">
            <a:extLst>
              <a:ext uri="{FF2B5EF4-FFF2-40B4-BE49-F238E27FC236}">
                <a16:creationId xmlns:a16="http://schemas.microsoft.com/office/drawing/2014/main" id="{203157D8-13A8-45E4-80EC-EE3B0469B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306310F0-0C20-4A72-B46B-D2091169CB08}"/>
              </a:ext>
            </a:extLst>
          </p:cNvPr>
          <p:cNvSpPr txBox="1">
            <a:spLocks/>
          </p:cNvSpPr>
          <p:nvPr/>
        </p:nvSpPr>
        <p:spPr bwMode="auto">
          <a:xfrm>
            <a:off x="755650" y="765175"/>
            <a:ext cx="46799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kern="0" dirty="0">
                <a:solidFill>
                  <a:srgbClr val="215978"/>
                </a:solidFill>
              </a:rPr>
              <a:t>    二、</a:t>
            </a:r>
            <a:r>
              <a:rPr lang="zh-CN" altLang="zh-CN" sz="2000" dirty="0"/>
              <a:t>网络</a:t>
            </a:r>
            <a:r>
              <a:rPr lang="zh-CN" altLang="en-US" sz="2000" dirty="0"/>
              <a:t>技术演变和发展趋势</a:t>
            </a:r>
            <a:endParaRPr lang="zh-CN" altLang="zh-CN" sz="20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000" kern="0" dirty="0">
              <a:solidFill>
                <a:srgbClr val="00B0F0"/>
              </a:solidFill>
            </a:endParaRPr>
          </a:p>
        </p:txBody>
      </p:sp>
      <p:pic>
        <p:nvPicPr>
          <p:cNvPr id="17421" name="图片 12">
            <a:extLst>
              <a:ext uri="{FF2B5EF4-FFF2-40B4-BE49-F238E27FC236}">
                <a16:creationId xmlns:a16="http://schemas.microsoft.com/office/drawing/2014/main" id="{1832440A-A3C8-4D9D-BAB2-2E41317FA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49501"/>
            <a:ext cx="3889375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93C0EEF-04B8-41D8-A38B-B9BA9215B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1557338"/>
            <a:ext cx="1912249" cy="11323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B851FD6-A3F7-4FF9-9F50-688265C7A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28" y="2833278"/>
            <a:ext cx="1933002" cy="14401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085D94C-1D3A-4CB5-A3C4-465F812EB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724127" y="4417057"/>
            <a:ext cx="1981885" cy="1172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4">
            <a:extLst>
              <a:ext uri="{FF2B5EF4-FFF2-40B4-BE49-F238E27FC236}">
                <a16:creationId xmlns:a16="http://schemas.microsoft.com/office/drawing/2014/main" id="{894AB04D-7037-4A3A-B161-27584E64E844}"/>
              </a:ext>
            </a:extLst>
          </p:cNvPr>
          <p:cNvSpPr txBox="1">
            <a:spLocks/>
          </p:cNvSpPr>
          <p:nvPr/>
        </p:nvSpPr>
        <p:spPr bwMode="auto">
          <a:xfrm>
            <a:off x="395288" y="836171"/>
            <a:ext cx="8435975" cy="2088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zh-CN" altLang="en-US" sz="2400" b="0" dirty="0">
                <a:solidFill>
                  <a:schemeClr val="tx2"/>
                </a:solidFill>
              </a:rPr>
              <a:t>      </a:t>
            </a:r>
            <a:r>
              <a:rPr lang="zh-CN" altLang="en-US" sz="2400" dirty="0">
                <a:solidFill>
                  <a:schemeClr val="tx2"/>
                </a:solidFill>
              </a:rPr>
              <a:t>三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zh-CN" altLang="zh-CN" dirty="0">
                <a:solidFill>
                  <a:schemeClr val="tx2"/>
                </a:solidFill>
              </a:rPr>
              <a:t>计算机网络的定义</a:t>
            </a:r>
            <a:r>
              <a:rPr lang="zh-CN" altLang="en-US" dirty="0">
                <a:solidFill>
                  <a:schemeClr val="tx2"/>
                </a:solidFill>
              </a:rPr>
              <a:t>、分类、特点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marL="0" indent="534988" eaLnBrk="1" hangingPunct="1">
              <a:lnSpc>
                <a:spcPct val="10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1600" dirty="0">
                <a:solidFill>
                  <a:schemeClr val="tx2"/>
                </a:solidFill>
                <a:latin typeface="宋体" panose="02010600030101010101" pitchFamily="2" charset="-122"/>
              </a:rPr>
              <a:t>计算机网络定义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534988"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将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地理上分散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的、具有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独立工作能力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的多台计算机通过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通信设备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通信线路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连接起来，在配有相应的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网络通信软件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条件下，实现</a:t>
            </a:r>
            <a:r>
              <a:rPr lang="zh-CN" altLang="zh-CN" sz="1600" u="sng" dirty="0">
                <a:solidFill>
                  <a:schemeClr val="tx1"/>
                </a:solidFill>
                <a:latin typeface="宋体" panose="02010600030101010101" pitchFamily="2" charset="-122"/>
              </a:rPr>
              <a:t>数据通信和资源共享</a:t>
            </a:r>
            <a:r>
              <a:rPr lang="zh-CN" altLang="zh-CN" sz="1600" b="0" dirty="0">
                <a:solidFill>
                  <a:schemeClr val="tx1"/>
                </a:solidFill>
                <a:latin typeface="宋体" panose="02010600030101010101" pitchFamily="2" charset="-122"/>
              </a:rPr>
              <a:t>的系统。</a:t>
            </a:r>
            <a:endParaRPr lang="en-US" altLang="zh-CN" sz="16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BF4A82D-538D-428F-B9EA-AD31564AA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71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24A90294-1F60-495F-9BE6-497030E7B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71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51C5D9ED-C303-4850-827F-E1AFEE2BE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71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19462" name="图片 5">
            <a:extLst>
              <a:ext uri="{FF2B5EF4-FFF2-40B4-BE49-F238E27FC236}">
                <a16:creationId xmlns:a16="http://schemas.microsoft.com/office/drawing/2014/main" id="{AFF66AE6-E1A0-4303-B739-68B79B4A9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924175"/>
            <a:ext cx="4792663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矩形 6">
            <a:extLst>
              <a:ext uri="{FF2B5EF4-FFF2-40B4-BE49-F238E27FC236}">
                <a16:creationId xmlns:a16="http://schemas.microsoft.com/office/drawing/2014/main" id="{43D0BF69-E3B4-49CF-9E89-D71AC8AD2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2565400"/>
            <a:ext cx="2682875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zh-CN" altLang="zh-CN" sz="20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主要功能</a:t>
            </a:r>
            <a:endParaRPr lang="en-US" altLang="zh-CN" sz="200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zh-CN" altLang="en-US" sz="1600">
                <a:latin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  <a:r>
              <a:rPr lang="zh-CN" altLang="zh-CN" sz="1600">
                <a:latin typeface="宋体" panose="02010600030101010101" pitchFamily="2" charset="-122"/>
              </a:rPr>
              <a:t>建立数据通信</a:t>
            </a:r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zh-CN" altLang="en-US" sz="1600">
                <a:latin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</a:rPr>
              <a:t>2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  <a:r>
              <a:rPr lang="zh-CN" altLang="zh-CN" sz="1600">
                <a:latin typeface="宋体" panose="02010600030101010101" pitchFamily="2" charset="-122"/>
              </a:rPr>
              <a:t>实现资源共享</a:t>
            </a:r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zh-CN" altLang="en-US" sz="1600">
                <a:latin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</a:rPr>
              <a:t>3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  <a:r>
              <a:rPr lang="zh-CN" altLang="zh-CN" sz="1600">
                <a:latin typeface="宋体" panose="02010600030101010101" pitchFamily="2" charset="-122"/>
              </a:rPr>
              <a:t>增加可靠性</a:t>
            </a:r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zh-CN" altLang="en-US" sz="1600">
                <a:latin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</a:rPr>
              <a:t>4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  <a:r>
              <a:rPr lang="zh-CN" altLang="zh-CN" sz="1600">
                <a:latin typeface="宋体" panose="02010600030101010101" pitchFamily="2" charset="-122"/>
              </a:rPr>
              <a:t>提高系统处理能力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4">
            <a:extLst>
              <a:ext uri="{FF2B5EF4-FFF2-40B4-BE49-F238E27FC236}">
                <a16:creationId xmlns:a16="http://schemas.microsoft.com/office/drawing/2014/main" id="{D4E1DFD3-22B3-48EA-AB21-95F0D964D222}"/>
              </a:ext>
            </a:extLst>
          </p:cNvPr>
          <p:cNvSpPr txBox="1">
            <a:spLocks/>
          </p:cNvSpPr>
          <p:nvPr/>
        </p:nvSpPr>
        <p:spPr bwMode="auto">
          <a:xfrm>
            <a:off x="469900" y="765175"/>
            <a:ext cx="576103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  <a:ea typeface="仿宋" panose="02010609060101010101" pitchFamily="49" charset="-122"/>
              </a:rPr>
              <a:t>三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、</a:t>
            </a:r>
            <a:r>
              <a:rPr lang="zh-CN" altLang="zh-CN" sz="2000" dirty="0">
                <a:solidFill>
                  <a:schemeClr val="tx2"/>
                </a:solidFill>
                <a:latin typeface="Calibri" panose="020F0502020204030204" pitchFamily="34" charset="0"/>
              </a:rPr>
              <a:t>计算机网络</a:t>
            </a:r>
            <a:r>
              <a:rPr lang="zh-CN" altLang="en-US" sz="2000" dirty="0">
                <a:solidFill>
                  <a:schemeClr val="tx2"/>
                </a:solidFill>
                <a:latin typeface="Calibri" panose="020F0502020204030204" pitchFamily="34" charset="0"/>
              </a:rPr>
              <a:t>定义、分类、特点</a:t>
            </a:r>
            <a:endParaRPr lang="en-US" altLang="zh-CN" sz="160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175730-42C8-4A2A-88B7-2261B771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287538F-ECF6-4AC4-AB10-78DB7BA34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02B1D801-525C-49C1-8552-2F2C20A58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grpSp>
        <p:nvGrpSpPr>
          <p:cNvPr id="21510" name="Group 4">
            <a:extLst>
              <a:ext uri="{FF2B5EF4-FFF2-40B4-BE49-F238E27FC236}">
                <a16:creationId xmlns:a16="http://schemas.microsoft.com/office/drawing/2014/main" id="{4DD94902-2303-426E-A133-5DD9441468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9725" y="3887788"/>
            <a:ext cx="5122863" cy="2085975"/>
            <a:chOff x="1621" y="2323"/>
            <a:chExt cx="6491" cy="4014"/>
          </a:xfrm>
        </p:grpSpPr>
        <p:sp>
          <p:nvSpPr>
            <p:cNvPr id="21514" name="AutoShape 5">
              <a:extLst>
                <a:ext uri="{FF2B5EF4-FFF2-40B4-BE49-F238E27FC236}">
                  <a16:creationId xmlns:a16="http://schemas.microsoft.com/office/drawing/2014/main" id="{04E9DF15-6E2E-4FFC-AF18-4DE85EC422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1" y="2323"/>
              <a:ext cx="6491" cy="3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100"/>
            </a:p>
          </p:txBody>
        </p:sp>
        <p:sp>
          <p:nvSpPr>
            <p:cNvPr id="21515" name="Cloud">
              <a:extLst>
                <a:ext uri="{FF2B5EF4-FFF2-40B4-BE49-F238E27FC236}">
                  <a16:creationId xmlns:a16="http://schemas.microsoft.com/office/drawing/2014/main" id="{AC318351-80A5-4265-BA35-A3093F4AD463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496" y="2463"/>
              <a:ext cx="1142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0 w 21600"/>
                <a:gd name="T13" fmla="*/ 3267 h 21600"/>
                <a:gd name="T14" fmla="*/ 17080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CB9DF5F6-C24B-42B4-BE65-58E4B0155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" y="2577"/>
              <a:ext cx="740" cy="309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广域网</a:t>
              </a:r>
              <a:endParaRPr lang="zh-CN" altLang="en-US" sz="1050"/>
            </a:p>
          </p:txBody>
        </p:sp>
        <p:sp>
          <p:nvSpPr>
            <p:cNvPr id="21517" name="Cloud">
              <a:extLst>
                <a:ext uri="{FF2B5EF4-FFF2-40B4-BE49-F238E27FC236}">
                  <a16:creationId xmlns:a16="http://schemas.microsoft.com/office/drawing/2014/main" id="{80471795-7F9D-4DC4-988C-5451A20D1402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3383" y="3165"/>
              <a:ext cx="1142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0 w 21600"/>
                <a:gd name="T13" fmla="*/ 3267 h 21600"/>
                <a:gd name="T14" fmla="*/ 17080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9632C292-0D6E-496F-B66A-D045CA2B1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1" y="3304"/>
              <a:ext cx="650" cy="28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城域网</a:t>
              </a:r>
              <a:endParaRPr lang="zh-CN" altLang="en-US" sz="1050"/>
            </a:p>
          </p:txBody>
        </p:sp>
        <p:sp>
          <p:nvSpPr>
            <p:cNvPr id="21519" name="Cloud">
              <a:extLst>
                <a:ext uri="{FF2B5EF4-FFF2-40B4-BE49-F238E27FC236}">
                  <a16:creationId xmlns:a16="http://schemas.microsoft.com/office/drawing/2014/main" id="{265B3690-C671-4368-80D6-A749CE6536A5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516" y="3165"/>
              <a:ext cx="1141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2 w 21600"/>
                <a:gd name="T13" fmla="*/ 3267 h 21600"/>
                <a:gd name="T14" fmla="*/ 17094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D4AFD773-8522-4153-9149-C8DF77BD6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" y="3304"/>
              <a:ext cx="664" cy="28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 dirty="0">
                  <a:latin typeface="Times New Roman" panose="02020603050405020304" pitchFamily="18" charset="0"/>
                </a:rPr>
                <a:t>城域网</a:t>
              </a:r>
              <a:endParaRPr lang="zh-CN" altLang="en-US" sz="1050" dirty="0"/>
            </a:p>
          </p:txBody>
        </p:sp>
        <p:sp>
          <p:nvSpPr>
            <p:cNvPr id="21521" name="Cloud">
              <a:extLst>
                <a:ext uri="{FF2B5EF4-FFF2-40B4-BE49-F238E27FC236}">
                  <a16:creationId xmlns:a16="http://schemas.microsoft.com/office/drawing/2014/main" id="{CDA4CEFE-0DF5-4EA4-9B57-E60C40647AAF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1992" y="4148"/>
              <a:ext cx="1142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0 w 21600"/>
                <a:gd name="T13" fmla="*/ 3267 h 21600"/>
                <a:gd name="T14" fmla="*/ 17080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D65DD702-0D5A-4462-AFEA-95A56D59E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9" y="4220"/>
              <a:ext cx="768" cy="34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接入网</a:t>
              </a:r>
              <a:endParaRPr lang="zh-CN" altLang="en-US" sz="1050"/>
            </a:p>
          </p:txBody>
        </p:sp>
        <p:sp>
          <p:nvSpPr>
            <p:cNvPr id="21523" name="Line 14">
              <a:extLst>
                <a:ext uri="{FF2B5EF4-FFF2-40B4-BE49-F238E27FC236}">
                  <a16:creationId xmlns:a16="http://schemas.microsoft.com/office/drawing/2014/main" id="{EA87997A-B012-4C1C-81A0-F0F33EB13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7" y="2884"/>
              <a:ext cx="464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Line 15">
              <a:extLst>
                <a:ext uri="{FF2B5EF4-FFF2-40B4-BE49-F238E27FC236}">
                  <a16:creationId xmlns:a16="http://schemas.microsoft.com/office/drawing/2014/main" id="{6EE0FC2E-CF1A-4866-BF9E-0FB80BB29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8" y="2884"/>
              <a:ext cx="37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5" name="Line 16">
              <a:extLst>
                <a:ext uri="{FF2B5EF4-FFF2-40B4-BE49-F238E27FC236}">
                  <a16:creationId xmlns:a16="http://schemas.microsoft.com/office/drawing/2014/main" id="{007377CD-B82E-4D68-9B36-C5B39D66C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9" y="3586"/>
              <a:ext cx="742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6" name="Line 17">
              <a:extLst>
                <a:ext uri="{FF2B5EF4-FFF2-40B4-BE49-F238E27FC236}">
                  <a16:creationId xmlns:a16="http://schemas.microsoft.com/office/drawing/2014/main" id="{90507460-75B7-485A-A32E-DF7F6947A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0" y="3727"/>
              <a:ext cx="93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7" name="Line 18">
              <a:extLst>
                <a:ext uri="{FF2B5EF4-FFF2-40B4-BE49-F238E27FC236}">
                  <a16:creationId xmlns:a16="http://schemas.microsoft.com/office/drawing/2014/main" id="{7733A4B2-15D2-4433-8D2C-B1F53B44E1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9" y="3727"/>
              <a:ext cx="186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8" name="Line 19">
              <a:extLst>
                <a:ext uri="{FF2B5EF4-FFF2-40B4-BE49-F238E27FC236}">
                  <a16:creationId xmlns:a16="http://schemas.microsoft.com/office/drawing/2014/main" id="{AE9E2D21-7A86-4C2B-94E2-1511544BB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8" y="3586"/>
              <a:ext cx="742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9" name="Cloud">
              <a:extLst>
                <a:ext uri="{FF2B5EF4-FFF2-40B4-BE49-F238E27FC236}">
                  <a16:creationId xmlns:a16="http://schemas.microsoft.com/office/drawing/2014/main" id="{7F433097-DF9B-4719-A40C-19045BD3DB92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3754" y="4148"/>
              <a:ext cx="1141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2 w 21600"/>
                <a:gd name="T13" fmla="*/ 3267 h 21600"/>
                <a:gd name="T14" fmla="*/ 17094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FCD90E2E-E9C2-4A42-B98F-3957A1684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" y="4220"/>
              <a:ext cx="650" cy="34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接入网</a:t>
              </a:r>
              <a:endParaRPr lang="zh-CN" altLang="en-US" sz="1050"/>
            </a:p>
          </p:txBody>
        </p:sp>
        <p:sp>
          <p:nvSpPr>
            <p:cNvPr id="21531" name="Cloud">
              <a:extLst>
                <a:ext uri="{FF2B5EF4-FFF2-40B4-BE49-F238E27FC236}">
                  <a16:creationId xmlns:a16="http://schemas.microsoft.com/office/drawing/2014/main" id="{C39721B4-3AD3-417C-AF41-2E763144738B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423" y="4093"/>
              <a:ext cx="1205" cy="6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56 h 21600"/>
                <a:gd name="T14" fmla="*/ 17083 w 21600"/>
                <a:gd name="T15" fmla="*/ 1732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35DF9C4B-633B-4B0C-ABC4-8BF140389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0" y="4220"/>
              <a:ext cx="650" cy="34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接入网</a:t>
              </a:r>
              <a:endParaRPr lang="zh-CN" altLang="en-US" sz="1050"/>
            </a:p>
          </p:txBody>
        </p:sp>
        <p:sp>
          <p:nvSpPr>
            <p:cNvPr id="21533" name="Cloud">
              <a:extLst>
                <a:ext uri="{FF2B5EF4-FFF2-40B4-BE49-F238E27FC236}">
                  <a16:creationId xmlns:a16="http://schemas.microsoft.com/office/drawing/2014/main" id="{2C0B5277-3926-4319-9DB0-B7DCB3DC9EC6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6814" y="4148"/>
              <a:ext cx="1142" cy="5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0 w 21600"/>
                <a:gd name="T13" fmla="*/ 3267 h 21600"/>
                <a:gd name="T14" fmla="*/ 17080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94D0089E-0C5F-4880-BB15-8D94D45A6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0" y="4287"/>
              <a:ext cx="652" cy="28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接入网</a:t>
              </a:r>
              <a:endParaRPr lang="zh-CN" altLang="en-US" sz="1050"/>
            </a:p>
          </p:txBody>
        </p:sp>
        <p:sp>
          <p:nvSpPr>
            <p:cNvPr id="21535" name="Line 26">
              <a:extLst>
                <a:ext uri="{FF2B5EF4-FFF2-40B4-BE49-F238E27FC236}">
                  <a16:creationId xmlns:a16="http://schemas.microsoft.com/office/drawing/2014/main" id="{6D0133F7-EA77-4782-A5F9-BADC1E5CE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" y="4990"/>
              <a:ext cx="185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27">
              <a:extLst>
                <a:ext uri="{FF2B5EF4-FFF2-40B4-BE49-F238E27FC236}">
                  <a16:creationId xmlns:a16="http://schemas.microsoft.com/office/drawing/2014/main" id="{4FE1908E-55A5-44F5-A2A8-B4BB60FC7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499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28">
              <a:extLst>
                <a:ext uri="{FF2B5EF4-FFF2-40B4-BE49-F238E27FC236}">
                  <a16:creationId xmlns:a16="http://schemas.microsoft.com/office/drawing/2014/main" id="{D37D9963-A87D-44DF-B9B4-FDFF8D9AF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4990"/>
              <a:ext cx="1" cy="2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Line 29">
              <a:extLst>
                <a:ext uri="{FF2B5EF4-FFF2-40B4-BE49-F238E27FC236}">
                  <a16:creationId xmlns:a16="http://schemas.microsoft.com/office/drawing/2014/main" id="{A4C28A6B-0DEC-4271-9C4A-7E42D867F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5" y="4990"/>
              <a:ext cx="148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9" name="Line 30">
              <a:extLst>
                <a:ext uri="{FF2B5EF4-FFF2-40B4-BE49-F238E27FC236}">
                  <a16:creationId xmlns:a16="http://schemas.microsoft.com/office/drawing/2014/main" id="{BB883D42-0B93-4F48-BF52-31B26B8EA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9" y="4710"/>
              <a:ext cx="1" cy="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0" name="Line 31">
              <a:extLst>
                <a:ext uri="{FF2B5EF4-FFF2-40B4-BE49-F238E27FC236}">
                  <a16:creationId xmlns:a16="http://schemas.microsoft.com/office/drawing/2014/main" id="{4F2AE7B0-42F6-4C16-8C25-3DAC798BE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4710"/>
              <a:ext cx="0" cy="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41" name="Picture 32">
              <a:extLst>
                <a:ext uri="{FF2B5EF4-FFF2-40B4-BE49-F238E27FC236}">
                  <a16:creationId xmlns:a16="http://schemas.microsoft.com/office/drawing/2014/main" id="{106A87E7-ACB3-41CE-BBF2-2C6B46450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9" y="5131"/>
              <a:ext cx="530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2" name="Picture 33">
              <a:extLst>
                <a:ext uri="{FF2B5EF4-FFF2-40B4-BE49-F238E27FC236}">
                  <a16:creationId xmlns:a16="http://schemas.microsoft.com/office/drawing/2014/main" id="{BA42E4BB-283A-4AF1-9BFA-528A127CF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9" y="5131"/>
              <a:ext cx="530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3" name="Picture 34">
              <a:extLst>
                <a:ext uri="{FF2B5EF4-FFF2-40B4-BE49-F238E27FC236}">
                  <a16:creationId xmlns:a16="http://schemas.microsoft.com/office/drawing/2014/main" id="{5C29AD97-1855-4078-8754-BDC63DF646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7" y="5131"/>
              <a:ext cx="530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4" name="Picture 35">
              <a:extLst>
                <a:ext uri="{FF2B5EF4-FFF2-40B4-BE49-F238E27FC236}">
                  <a16:creationId xmlns:a16="http://schemas.microsoft.com/office/drawing/2014/main" id="{120C7C65-AAAB-4657-87CA-DE07885322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5" y="5131"/>
              <a:ext cx="529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5" name="Line 36">
              <a:extLst>
                <a:ext uri="{FF2B5EF4-FFF2-40B4-BE49-F238E27FC236}">
                  <a16:creationId xmlns:a16="http://schemas.microsoft.com/office/drawing/2014/main" id="{10DD8BF1-16DC-407A-879A-C21C269D1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3" y="4990"/>
              <a:ext cx="0" cy="1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6" name="Line 37">
              <a:extLst>
                <a:ext uri="{FF2B5EF4-FFF2-40B4-BE49-F238E27FC236}">
                  <a16:creationId xmlns:a16="http://schemas.microsoft.com/office/drawing/2014/main" id="{F80C9105-E4AE-4292-8DD4-A0B243DC5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" y="4991"/>
              <a:ext cx="1" cy="1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142D341A-747D-4608-981B-9ADE69F52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" y="5692"/>
              <a:ext cx="3800" cy="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endParaRPr lang="en-US" altLang="zh-CN" sz="1050" dirty="0">
                <a:latin typeface="Times New Roman" panose="02020603050405020304" pitchFamily="18" charset="0"/>
              </a:endParaRPr>
            </a:p>
            <a:p>
              <a:pPr algn="just">
                <a:defRPr/>
              </a:pPr>
              <a:r>
                <a:rPr lang="zh-CN" altLang="en-US" sz="1050" dirty="0">
                  <a:latin typeface="Times New Roman" panose="02020603050405020304" pitchFamily="18" charset="0"/>
                </a:rPr>
                <a:t>广域网、城域网、接入网和局域网的关系</a:t>
              </a:r>
              <a:endParaRPr lang="zh-CN" altLang="en-US" sz="1050" dirty="0"/>
            </a:p>
          </p:txBody>
        </p:sp>
        <p:sp>
          <p:nvSpPr>
            <p:cNvPr id="21548" name="Line 39">
              <a:extLst>
                <a:ext uri="{FF2B5EF4-FFF2-40B4-BE49-F238E27FC236}">
                  <a16:creationId xmlns:a16="http://schemas.microsoft.com/office/drawing/2014/main" id="{BD54BC3B-5C4E-44FD-9618-C4FB7BA59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4" y="4991"/>
              <a:ext cx="1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9" name="Line 40">
              <a:extLst>
                <a:ext uri="{FF2B5EF4-FFF2-40B4-BE49-F238E27FC236}">
                  <a16:creationId xmlns:a16="http://schemas.microsoft.com/office/drawing/2014/main" id="{086EDD88-6CFF-4906-80E5-7EDFB6823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3" y="471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50" name="Picture 41">
              <a:extLst>
                <a:ext uri="{FF2B5EF4-FFF2-40B4-BE49-F238E27FC236}">
                  <a16:creationId xmlns:a16="http://schemas.microsoft.com/office/drawing/2014/main" id="{171B4ABE-643D-4440-9108-A44FD866B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6" y="5131"/>
              <a:ext cx="529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1" name="Picture 42">
              <a:extLst>
                <a:ext uri="{FF2B5EF4-FFF2-40B4-BE49-F238E27FC236}">
                  <a16:creationId xmlns:a16="http://schemas.microsoft.com/office/drawing/2014/main" id="{46208176-80F9-4094-BB3C-15752CFB82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6" y="5131"/>
              <a:ext cx="529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2" name="Line 43">
              <a:extLst>
                <a:ext uri="{FF2B5EF4-FFF2-40B4-BE49-F238E27FC236}">
                  <a16:creationId xmlns:a16="http://schemas.microsoft.com/office/drawing/2014/main" id="{960D7104-636F-4967-BD3D-0780B3056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" y="4991"/>
              <a:ext cx="0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44">
              <a:extLst>
                <a:ext uri="{FF2B5EF4-FFF2-40B4-BE49-F238E27FC236}">
                  <a16:creationId xmlns:a16="http://schemas.microsoft.com/office/drawing/2014/main" id="{2DD87B1F-CF06-4612-B458-EB638A1A6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1" y="4991"/>
              <a:ext cx="0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5AE8E4E1-4938-42B0-9246-7D7B2E325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6" y="5411"/>
              <a:ext cx="92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局域网</a:t>
              </a:r>
              <a:endParaRPr lang="zh-CN" altLang="en-US" sz="1050"/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AA5DC180-A02D-4060-AE68-5DBE2AF8D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3" y="5411"/>
              <a:ext cx="92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接入网</a:t>
              </a:r>
              <a:endParaRPr lang="zh-CN" altLang="en-US" sz="1050"/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B283C6D9-C079-4AEA-BB21-A14A444C8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" y="5411"/>
              <a:ext cx="92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1050">
                  <a:latin typeface="Times New Roman" panose="02020603050405020304" pitchFamily="18" charset="0"/>
                </a:rPr>
                <a:t>企业网</a:t>
              </a:r>
              <a:endParaRPr lang="zh-CN" altLang="en-US" sz="1050"/>
            </a:p>
          </p:txBody>
        </p:sp>
      </p:grpSp>
      <p:sp>
        <p:nvSpPr>
          <p:cNvPr id="21511" name="矩形 49">
            <a:extLst>
              <a:ext uri="{FF2B5EF4-FFF2-40B4-BE49-F238E27FC236}">
                <a16:creationId xmlns:a16="http://schemas.microsoft.com/office/drawing/2014/main" id="{F73EDED0-3056-48A7-A220-625599A11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309688"/>
            <a:ext cx="4338637" cy="230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CN" sz="1600" dirty="0"/>
              <a:t>2. </a:t>
            </a:r>
            <a:r>
              <a:rPr lang="zh-CN" altLang="zh-CN" sz="1600" dirty="0"/>
              <a:t>网络传输技术分类</a:t>
            </a:r>
            <a:endParaRPr lang="en-US" altLang="zh-CN" sz="1600" dirty="0"/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1400" dirty="0"/>
              <a:t>    </a:t>
            </a:r>
            <a:r>
              <a:rPr lang="zh-CN" altLang="zh-CN" sz="1400" dirty="0"/>
              <a:t>广播式网络</a:t>
            </a:r>
            <a:r>
              <a:rPr lang="zh-CN" altLang="en-US" sz="1400" dirty="0"/>
              <a:t>（</a:t>
            </a:r>
            <a:r>
              <a:rPr lang="zh-CN" altLang="zh-CN" sz="1400" dirty="0"/>
              <a:t>共享信道</a:t>
            </a:r>
            <a:r>
              <a:rPr lang="zh-CN" altLang="en-US" sz="1400" dirty="0"/>
              <a:t>、多点接入）</a:t>
            </a:r>
            <a:endParaRPr lang="en-US" altLang="zh-CN" sz="1400" dirty="0"/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1400" dirty="0"/>
              <a:t>    </a:t>
            </a:r>
            <a:r>
              <a:rPr lang="zh-CN" altLang="zh-CN" sz="1400" dirty="0"/>
              <a:t>点对点式网络</a:t>
            </a:r>
            <a:r>
              <a:rPr lang="zh-CN" altLang="en-US" sz="1400" dirty="0"/>
              <a:t>（</a:t>
            </a:r>
            <a:r>
              <a:rPr lang="en-US" altLang="zh-CN" sz="1400" dirty="0"/>
              <a:t>P2P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 eaLnBrk="1" hangingPunct="1">
              <a:lnSpc>
                <a:spcPct val="200000"/>
              </a:lnSpc>
            </a:pPr>
            <a:r>
              <a:rPr lang="en-US" altLang="zh-CN" sz="1600" dirty="0">
                <a:solidFill>
                  <a:schemeClr val="tx2"/>
                </a:solidFill>
              </a:rPr>
              <a:t>3.</a:t>
            </a:r>
            <a:r>
              <a:rPr lang="zh-CN" altLang="en-US" sz="1600" dirty="0">
                <a:solidFill>
                  <a:schemeClr val="tx2"/>
                </a:solidFill>
              </a:rPr>
              <a:t> </a:t>
            </a:r>
            <a:r>
              <a:rPr lang="zh-CN" altLang="zh-CN" sz="1600" dirty="0"/>
              <a:t>网络覆盖的范围分类</a:t>
            </a:r>
            <a:endParaRPr lang="en-US" altLang="zh-CN" sz="1600" dirty="0"/>
          </a:p>
          <a:p>
            <a:pPr eaLnBrk="1" hangingPunct="1">
              <a:lnSpc>
                <a:spcPct val="200000"/>
              </a:lnSpc>
              <a:buFont typeface="Wingdings 2" panose="05020102010507070707" pitchFamily="18" charset="2"/>
              <a:buNone/>
            </a:pPr>
            <a:r>
              <a:rPr lang="en-US" altLang="zh-CN" sz="1400" dirty="0">
                <a:solidFill>
                  <a:schemeClr val="tx2"/>
                </a:solidFill>
              </a:rPr>
              <a:t>    </a:t>
            </a:r>
            <a:r>
              <a:rPr lang="zh-CN" altLang="zh-CN" sz="1400" dirty="0"/>
              <a:t>局域网、城域网</a:t>
            </a:r>
            <a:r>
              <a:rPr lang="zh-CN" altLang="en-US" sz="1400" dirty="0"/>
              <a:t>、</a:t>
            </a:r>
            <a:r>
              <a:rPr lang="zh-CN" altLang="zh-CN" sz="1400" dirty="0"/>
              <a:t>广域网</a:t>
            </a:r>
            <a:r>
              <a:rPr lang="zh-CN" altLang="en-US" sz="1200" dirty="0"/>
              <a:t>（</a:t>
            </a:r>
            <a:r>
              <a:rPr lang="zh-CN" altLang="en-US" sz="1400" dirty="0"/>
              <a:t>技术特征，非规模大小</a:t>
            </a:r>
            <a:r>
              <a:rPr lang="zh-CN" altLang="en-US" sz="1200" dirty="0"/>
              <a:t>）</a:t>
            </a:r>
            <a:endParaRPr lang="en-US" altLang="zh-CN" sz="1400" dirty="0"/>
          </a:p>
        </p:txBody>
      </p:sp>
      <p:pic>
        <p:nvPicPr>
          <p:cNvPr id="21512" name="图片 50">
            <a:extLst>
              <a:ext uri="{FF2B5EF4-FFF2-40B4-BE49-F238E27FC236}">
                <a16:creationId xmlns:a16="http://schemas.microsoft.com/office/drawing/2014/main" id="{FDF8C1CE-4270-41B5-B472-4B6A2AC5E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13" y="1625600"/>
            <a:ext cx="2738437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图片 51">
            <a:extLst>
              <a:ext uri="{FF2B5EF4-FFF2-40B4-BE49-F238E27FC236}">
                <a16:creationId xmlns:a16="http://schemas.microsoft.com/office/drawing/2014/main" id="{F8015B3D-6A69-4E33-8229-EA732CAD1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3244850"/>
            <a:ext cx="2697162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C6620E5-85BA-46D6-897D-EE413F8BD642}"/>
              </a:ext>
            </a:extLst>
          </p:cNvPr>
          <p:cNvSpPr txBox="1"/>
          <p:nvPr/>
        </p:nvSpPr>
        <p:spPr>
          <a:xfrm>
            <a:off x="64289" y="3654502"/>
            <a:ext cx="318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不同运营商对应不同广域网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4">
            <a:extLst>
              <a:ext uri="{FF2B5EF4-FFF2-40B4-BE49-F238E27FC236}">
                <a16:creationId xmlns:a16="http://schemas.microsoft.com/office/drawing/2014/main" id="{FEAA93ED-AB93-4237-88BB-57642C87F3C9}"/>
              </a:ext>
            </a:extLst>
          </p:cNvPr>
          <p:cNvSpPr txBox="1">
            <a:spLocks/>
          </p:cNvSpPr>
          <p:nvPr/>
        </p:nvSpPr>
        <p:spPr bwMode="auto">
          <a:xfrm>
            <a:off x="755650" y="1295400"/>
            <a:ext cx="5475288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/>
              <a:t>1. </a:t>
            </a:r>
            <a:r>
              <a:rPr lang="zh-CN" altLang="zh-CN" sz="1600"/>
              <a:t>计算机网络的</a:t>
            </a:r>
            <a:r>
              <a:rPr lang="zh-CN" altLang="en-US" sz="1600"/>
              <a:t>逻辑</a:t>
            </a:r>
            <a:r>
              <a:rPr lang="zh-CN" altLang="zh-CN" sz="1600"/>
              <a:t>结构</a:t>
            </a:r>
            <a:endParaRPr lang="en-US" altLang="zh-CN" sz="1600"/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400">
                <a:solidFill>
                  <a:schemeClr val="tx2"/>
                </a:solidFill>
                <a:latin typeface="Calibri" panose="020F0502020204030204" pitchFamily="34" charset="0"/>
              </a:rPr>
              <a:t>资源子网：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主机系统、终端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设备、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各种网络软件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、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数据资源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400" b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	                        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负责数据处理，提供网络资源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、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网络服务。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400">
                <a:solidFill>
                  <a:schemeClr val="tx2"/>
                </a:solidFill>
                <a:latin typeface="Calibri" panose="020F0502020204030204" pitchFamily="34" charset="0"/>
              </a:rPr>
              <a:t>通信子网：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路由器、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交换机、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通信线路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400" b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	                        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负责数据传输、路由</a:t>
            </a:r>
            <a:r>
              <a:rPr lang="zh-CN" altLang="en-US" sz="1400" b="0">
                <a:solidFill>
                  <a:schemeClr val="tx2"/>
                </a:solidFill>
                <a:latin typeface="Calibri" panose="020F0502020204030204" pitchFamily="34" charset="0"/>
              </a:rPr>
              <a:t>、</a:t>
            </a:r>
            <a:r>
              <a:rPr lang="zh-CN" altLang="zh-CN" sz="1400" b="0">
                <a:solidFill>
                  <a:schemeClr val="tx2"/>
                </a:solidFill>
                <a:latin typeface="Calibri" panose="020F0502020204030204" pitchFamily="34" charset="0"/>
              </a:rPr>
              <a:t>分组转发等通信处理。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285C5AC-F57E-4B2C-8797-A0A24379B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999E5A62-9069-43A7-AC73-2A8C9C878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AB9A7C4F-51ED-42FD-B80B-0EA552F35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C149B201-A3DF-47FA-B22B-D45159F1E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graphicFrame>
        <p:nvGraphicFramePr>
          <p:cNvPr id="23559" name="Object 1">
            <a:extLst>
              <a:ext uri="{FF2B5EF4-FFF2-40B4-BE49-F238E27FC236}">
                <a16:creationId xmlns:a16="http://schemas.microsoft.com/office/drawing/2014/main" id="{13BAA027-E38B-4BE0-B422-B0E2297D7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8713" y="4076700"/>
          <a:ext cx="3954462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Visio" r:id="rId4" imgW="6046585" imgH="3511037" progId="Visio.Drawing.11">
                  <p:embed/>
                </p:oleObj>
              </mc:Choice>
              <mc:Fallback>
                <p:oleObj name="Visio" r:id="rId4" imgW="6046585" imgH="3511037" progId="Visio.Drawing.11">
                  <p:embed/>
                  <p:pic>
                    <p:nvPicPr>
                      <p:cNvPr id="23559" name="Object 1">
                        <a:extLst>
                          <a:ext uri="{FF2B5EF4-FFF2-40B4-BE49-F238E27FC236}">
                            <a16:creationId xmlns:a16="http://schemas.microsoft.com/office/drawing/2014/main" id="{13BAA027-E38B-4BE0-B422-B0E2297D78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713" y="4076700"/>
                        <a:ext cx="3954462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4">
            <a:extLst>
              <a:ext uri="{FF2B5EF4-FFF2-40B4-BE49-F238E27FC236}">
                <a16:creationId xmlns:a16="http://schemas.microsoft.com/office/drawing/2014/main" id="{B98651A9-923F-4DCB-93E9-F4930328596A}"/>
              </a:ext>
            </a:extLst>
          </p:cNvPr>
          <p:cNvSpPr txBox="1">
            <a:spLocks/>
          </p:cNvSpPr>
          <p:nvPr/>
        </p:nvSpPr>
        <p:spPr bwMode="auto">
          <a:xfrm>
            <a:off x="469900" y="765175"/>
            <a:ext cx="57610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0" dirty="0">
                <a:solidFill>
                  <a:schemeClr val="tx2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000" kern="0" dirty="0">
                <a:solidFill>
                  <a:schemeClr val="tx2"/>
                </a:solidFill>
              </a:rPr>
              <a:t>、</a:t>
            </a:r>
            <a:r>
              <a:rPr lang="zh-CN" altLang="zh-CN" sz="2000" kern="0" dirty="0">
                <a:solidFill>
                  <a:schemeClr val="tx2"/>
                </a:solidFill>
              </a:rPr>
              <a:t>计算机网络</a:t>
            </a:r>
            <a:r>
              <a:rPr lang="zh-CN" altLang="en-US" sz="2000" kern="0" dirty="0">
                <a:solidFill>
                  <a:schemeClr val="tx2"/>
                </a:solidFill>
              </a:rPr>
              <a:t>结构和组成</a:t>
            </a:r>
            <a:endParaRPr lang="en-US" altLang="zh-CN" sz="1600" kern="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C4976EB-FBEA-4F7D-88CA-4971006AA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0CC48B1B-86EE-4E67-B51E-3A08EE38C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3C63DE35-AF88-4268-8581-AEC09ED4D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AB3A997C-70D2-4E50-881A-122E5535D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58DD0656-E298-4596-A2F3-2359D64EC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grpSp>
        <p:nvGrpSpPr>
          <p:cNvPr id="25607" name="组合 1">
            <a:extLst>
              <a:ext uri="{FF2B5EF4-FFF2-40B4-BE49-F238E27FC236}">
                <a16:creationId xmlns:a16="http://schemas.microsoft.com/office/drawing/2014/main" id="{D1665303-71CC-44A6-932F-61F8973921EE}"/>
              </a:ext>
            </a:extLst>
          </p:cNvPr>
          <p:cNvGrpSpPr>
            <a:grpSpLocks/>
          </p:cNvGrpSpPr>
          <p:nvPr/>
        </p:nvGrpSpPr>
        <p:grpSpPr bwMode="auto">
          <a:xfrm>
            <a:off x="4788024" y="1930426"/>
            <a:ext cx="3457575" cy="2232025"/>
            <a:chOff x="755650" y="1557338"/>
            <a:chExt cx="7848600" cy="4144961"/>
          </a:xfrm>
        </p:grpSpPr>
        <p:sp>
          <p:nvSpPr>
            <p:cNvPr id="25610" name="AutoShape 38">
              <a:extLst>
                <a:ext uri="{FF2B5EF4-FFF2-40B4-BE49-F238E27FC236}">
                  <a16:creationId xmlns:a16="http://schemas.microsoft.com/office/drawing/2014/main" id="{5A423B8E-D175-43F0-B1A3-CB87606BD1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5650" y="1557338"/>
              <a:ext cx="7848600" cy="412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200"/>
            </a:p>
          </p:txBody>
        </p:sp>
        <p:pic>
          <p:nvPicPr>
            <p:cNvPr id="25611" name="Picture 39">
              <a:extLst>
                <a:ext uri="{FF2B5EF4-FFF2-40B4-BE49-F238E27FC236}">
                  <a16:creationId xmlns:a16="http://schemas.microsoft.com/office/drawing/2014/main" id="{C1208DF8-9193-4822-9F66-5AAD17C81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775" y="4689475"/>
              <a:ext cx="1077913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2" name="Picture 40">
              <a:extLst>
                <a:ext uri="{FF2B5EF4-FFF2-40B4-BE49-F238E27FC236}">
                  <a16:creationId xmlns:a16="http://schemas.microsoft.com/office/drawing/2014/main" id="{CEACCDE5-DFFB-4AD7-8C6B-54996312F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025" y="4854575"/>
              <a:ext cx="1077913" cy="379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3" name="Picture 41">
              <a:extLst>
                <a:ext uri="{FF2B5EF4-FFF2-40B4-BE49-F238E27FC236}">
                  <a16:creationId xmlns:a16="http://schemas.microsoft.com/office/drawing/2014/main" id="{E60A370F-8069-45AA-A034-2C3E2D0130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475" y="4524375"/>
              <a:ext cx="10795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4" name="Picture 42">
              <a:extLst>
                <a:ext uri="{FF2B5EF4-FFF2-40B4-BE49-F238E27FC236}">
                  <a16:creationId xmlns:a16="http://schemas.microsoft.com/office/drawing/2014/main" id="{F9B17433-1C6E-4270-ADC6-CA203D08CA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1600" y="4689475"/>
              <a:ext cx="10795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5" name="Picture 43">
              <a:extLst>
                <a:ext uri="{FF2B5EF4-FFF2-40B4-BE49-F238E27FC236}">
                  <a16:creationId xmlns:a16="http://schemas.microsoft.com/office/drawing/2014/main" id="{105F7A8F-3BB5-484F-9A66-B637FB1F7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3513" y="4524375"/>
              <a:ext cx="10795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6" name="Picture 44">
              <a:extLst>
                <a:ext uri="{FF2B5EF4-FFF2-40B4-BE49-F238E27FC236}">
                  <a16:creationId xmlns:a16="http://schemas.microsoft.com/office/drawing/2014/main" id="{EC24B7E4-8150-4793-9BE7-F1C9B799D9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5763" y="4689475"/>
              <a:ext cx="10795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7" name="Picture 45">
              <a:extLst>
                <a:ext uri="{FF2B5EF4-FFF2-40B4-BE49-F238E27FC236}">
                  <a16:creationId xmlns:a16="http://schemas.microsoft.com/office/drawing/2014/main" id="{35598D31-6E7F-4800-898B-F54B70332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463" y="4359275"/>
              <a:ext cx="10795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8" name="Picture 46">
              <a:extLst>
                <a:ext uri="{FF2B5EF4-FFF2-40B4-BE49-F238E27FC236}">
                  <a16:creationId xmlns:a16="http://schemas.microsoft.com/office/drawing/2014/main" id="{41947D7B-30CA-4593-BDF0-54F9002BC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0588" y="4524375"/>
              <a:ext cx="1081087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9" name="Line 47">
              <a:extLst>
                <a:ext uri="{FF2B5EF4-FFF2-40B4-BE49-F238E27FC236}">
                  <a16:creationId xmlns:a16="http://schemas.microsoft.com/office/drawing/2014/main" id="{70358E28-96EB-4B6A-BC4C-05F7BF35C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4975" y="2381250"/>
              <a:ext cx="3551238" cy="495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8">
              <a:extLst>
                <a:ext uri="{FF2B5EF4-FFF2-40B4-BE49-F238E27FC236}">
                  <a16:creationId xmlns:a16="http://schemas.microsoft.com/office/drawing/2014/main" id="{14BD3F8C-90A2-41B8-AC7C-BD4236633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725" y="2381250"/>
              <a:ext cx="2108200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9">
              <a:extLst>
                <a:ext uri="{FF2B5EF4-FFF2-40B4-BE49-F238E27FC236}">
                  <a16:creationId xmlns:a16="http://schemas.microsoft.com/office/drawing/2014/main" id="{9A30F537-F37D-48E8-AE59-64DA881DB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475" y="2381250"/>
              <a:ext cx="666750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50">
              <a:extLst>
                <a:ext uri="{FF2B5EF4-FFF2-40B4-BE49-F238E27FC236}">
                  <a16:creationId xmlns:a16="http://schemas.microsoft.com/office/drawing/2014/main" id="{85467705-EA3F-4F86-9C4F-5E9E3A1825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1938" y="2381250"/>
              <a:ext cx="887412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51">
              <a:extLst>
                <a:ext uri="{FF2B5EF4-FFF2-40B4-BE49-F238E27FC236}">
                  <a16:creationId xmlns:a16="http://schemas.microsoft.com/office/drawing/2014/main" id="{24AC4567-F997-4A75-9465-7BCF07D38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5313" y="2381250"/>
              <a:ext cx="3771900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52">
              <a:extLst>
                <a:ext uri="{FF2B5EF4-FFF2-40B4-BE49-F238E27FC236}">
                  <a16:creationId xmlns:a16="http://schemas.microsoft.com/office/drawing/2014/main" id="{C4D6367E-1716-4375-BA24-C546149EF9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9475" y="2381250"/>
              <a:ext cx="2439988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53">
              <a:extLst>
                <a:ext uri="{FF2B5EF4-FFF2-40B4-BE49-F238E27FC236}">
                  <a16:creationId xmlns:a16="http://schemas.microsoft.com/office/drawing/2014/main" id="{80C61EB7-9072-4E31-9A02-2113529D0F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3175" y="2381250"/>
              <a:ext cx="998538" cy="660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54">
              <a:extLst>
                <a:ext uri="{FF2B5EF4-FFF2-40B4-BE49-F238E27FC236}">
                  <a16:creationId xmlns:a16="http://schemas.microsoft.com/office/drawing/2014/main" id="{E839C968-D2E4-4A97-BB26-B8B63CC34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2381250"/>
              <a:ext cx="442912" cy="495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55">
              <a:extLst>
                <a:ext uri="{FF2B5EF4-FFF2-40B4-BE49-F238E27FC236}">
                  <a16:creationId xmlns:a16="http://schemas.microsoft.com/office/drawing/2014/main" id="{C4F02AB1-0585-4775-804F-1E81D80B0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100" y="2052638"/>
              <a:ext cx="2330450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56">
              <a:extLst>
                <a:ext uri="{FF2B5EF4-FFF2-40B4-BE49-F238E27FC236}">
                  <a16:creationId xmlns:a16="http://schemas.microsoft.com/office/drawing/2014/main" id="{12985107-6507-4B7A-84F1-CF1DCCC988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5088" y="3535363"/>
              <a:ext cx="220662" cy="823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57">
              <a:extLst>
                <a:ext uri="{FF2B5EF4-FFF2-40B4-BE49-F238E27FC236}">
                  <a16:creationId xmlns:a16="http://schemas.microsoft.com/office/drawing/2014/main" id="{C316A9E0-F071-467A-884B-6A91EE80AC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1275" y="3700463"/>
              <a:ext cx="333375" cy="9890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58">
              <a:extLst>
                <a:ext uri="{FF2B5EF4-FFF2-40B4-BE49-F238E27FC236}">
                  <a16:creationId xmlns:a16="http://schemas.microsoft.com/office/drawing/2014/main" id="{D246CB77-6922-4CBB-B1D9-FED7F1AC1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4975" y="3702050"/>
              <a:ext cx="333375" cy="822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59">
              <a:extLst>
                <a:ext uri="{FF2B5EF4-FFF2-40B4-BE49-F238E27FC236}">
                  <a16:creationId xmlns:a16="http://schemas.microsoft.com/office/drawing/2014/main" id="{C3BF8BE4-C14F-45F8-A53B-B616A8E6A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27550" y="3702050"/>
              <a:ext cx="333375" cy="987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Text Box 60">
              <a:extLst>
                <a:ext uri="{FF2B5EF4-FFF2-40B4-BE49-F238E27FC236}">
                  <a16:creationId xmlns:a16="http://schemas.microsoft.com/office/drawing/2014/main" id="{520504D3-B461-45D0-B67D-72BDDA026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6213" y="1887538"/>
              <a:ext cx="1220787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zh-CN" altLang="en-US" sz="1100">
                  <a:latin typeface="Times New Roman" panose="02020603050405020304" pitchFamily="18" charset="0"/>
                </a:rPr>
                <a:t>核心层</a:t>
              </a:r>
              <a:endParaRPr lang="zh-CN" altLang="en-US" sz="1100"/>
            </a:p>
          </p:txBody>
        </p:sp>
        <p:sp>
          <p:nvSpPr>
            <p:cNvPr id="25633" name="Text Box 61">
              <a:extLst>
                <a:ext uri="{FF2B5EF4-FFF2-40B4-BE49-F238E27FC236}">
                  <a16:creationId xmlns:a16="http://schemas.microsoft.com/office/drawing/2014/main" id="{086C4158-56EE-49C3-AFB8-2092B86D8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1276" y="5349874"/>
              <a:ext cx="4659314" cy="352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zh-CN" altLang="en-US" sz="1100">
                  <a:latin typeface="Times New Roman" panose="02020603050405020304" pitchFamily="18" charset="0"/>
                </a:rPr>
                <a:t>      典型的三层网络结构示意图</a:t>
              </a:r>
              <a:endParaRPr lang="zh-CN" altLang="en-US" sz="1100"/>
            </a:p>
          </p:txBody>
        </p:sp>
        <p:pic>
          <p:nvPicPr>
            <p:cNvPr id="25634" name="Picture 64">
              <a:extLst>
                <a:ext uri="{FF2B5EF4-FFF2-40B4-BE49-F238E27FC236}">
                  <a16:creationId xmlns:a16="http://schemas.microsoft.com/office/drawing/2014/main" id="{E6623D02-AD09-4EBF-BC95-78FC703D8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1275" y="3041650"/>
              <a:ext cx="693738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25635" name="Picture 65">
              <a:extLst>
                <a:ext uri="{FF2B5EF4-FFF2-40B4-BE49-F238E27FC236}">
                  <a16:creationId xmlns:a16="http://schemas.microsoft.com/office/drawing/2014/main" id="{F1F0AE54-7D6A-4EB3-B1DB-879799B1A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4975" y="3041650"/>
              <a:ext cx="696913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25636" name="Picture 66">
              <a:extLst>
                <a:ext uri="{FF2B5EF4-FFF2-40B4-BE49-F238E27FC236}">
                  <a16:creationId xmlns:a16="http://schemas.microsoft.com/office/drawing/2014/main" id="{8C20849E-551D-48D4-AA6B-A1D11B2F2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8675" y="3041650"/>
              <a:ext cx="696913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25637" name="Picture 67">
              <a:extLst>
                <a:ext uri="{FF2B5EF4-FFF2-40B4-BE49-F238E27FC236}">
                  <a16:creationId xmlns:a16="http://schemas.microsoft.com/office/drawing/2014/main" id="{1BFFDDE3-7762-461C-BFDF-3D09B6EEAB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3963" y="2876550"/>
              <a:ext cx="696912" cy="684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25638" name="Text Box 68">
              <a:extLst>
                <a:ext uri="{FF2B5EF4-FFF2-40B4-BE49-F238E27FC236}">
                  <a16:creationId xmlns:a16="http://schemas.microsoft.com/office/drawing/2014/main" id="{84D3A27B-6EF0-4E30-8FCC-74AD4186D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500" y="3041650"/>
              <a:ext cx="665163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zh-CN" altLang="en-US" sz="1100">
                  <a:latin typeface="Times New Roman" panose="02020603050405020304" pitchFamily="18" charset="0"/>
                </a:rPr>
                <a:t>分布层</a:t>
              </a:r>
              <a:endParaRPr lang="zh-CN" altLang="en-US" sz="1100"/>
            </a:p>
          </p:txBody>
        </p:sp>
        <p:sp>
          <p:nvSpPr>
            <p:cNvPr id="25639" name="Text Box 69">
              <a:extLst>
                <a:ext uri="{FF2B5EF4-FFF2-40B4-BE49-F238E27FC236}">
                  <a16:creationId xmlns:a16="http://schemas.microsoft.com/office/drawing/2014/main" id="{AF11A72C-76C9-478B-A1A2-C9F24761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0250" y="4524375"/>
              <a:ext cx="665163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zh-CN" altLang="en-US" sz="1100">
                  <a:latin typeface="Times New Roman" panose="02020603050405020304" pitchFamily="18" charset="0"/>
                </a:rPr>
                <a:t>访问层</a:t>
              </a:r>
              <a:endParaRPr lang="zh-CN" altLang="en-US" sz="1100"/>
            </a:p>
          </p:txBody>
        </p:sp>
        <p:pic>
          <p:nvPicPr>
            <p:cNvPr id="25640" name="Picture 72">
              <a:extLst>
                <a:ext uri="{FF2B5EF4-FFF2-40B4-BE49-F238E27FC236}">
                  <a16:creationId xmlns:a16="http://schemas.microsoft.com/office/drawing/2014/main" id="{0F6B6E02-56E5-4C39-9936-5994B6EF04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513" y="1628775"/>
              <a:ext cx="863600" cy="768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pic>
          <p:nvPicPr>
            <p:cNvPr id="25641" name="Picture 73">
              <a:extLst>
                <a:ext uri="{FF2B5EF4-FFF2-40B4-BE49-F238E27FC236}">
                  <a16:creationId xmlns:a16="http://schemas.microsoft.com/office/drawing/2014/main" id="{0F0B8D53-7533-415C-A818-6C74EA0052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163" y="1628775"/>
              <a:ext cx="863600" cy="768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C88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</p:grpSp>
      <p:sp>
        <p:nvSpPr>
          <p:cNvPr id="40" name="内容占位符 4">
            <a:extLst>
              <a:ext uri="{FF2B5EF4-FFF2-40B4-BE49-F238E27FC236}">
                <a16:creationId xmlns:a16="http://schemas.microsoft.com/office/drawing/2014/main" id="{BF31AEA8-401C-421B-B622-BC9924862EEB}"/>
              </a:ext>
            </a:extLst>
          </p:cNvPr>
          <p:cNvSpPr txBox="1">
            <a:spLocks/>
          </p:cNvSpPr>
          <p:nvPr/>
        </p:nvSpPr>
        <p:spPr bwMode="auto">
          <a:xfrm>
            <a:off x="469900" y="765175"/>
            <a:ext cx="57610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8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0" dirty="0">
                <a:solidFill>
                  <a:schemeClr val="tx2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000" kern="0" dirty="0">
                <a:solidFill>
                  <a:schemeClr val="tx2"/>
                </a:solidFill>
              </a:rPr>
              <a:t>、</a:t>
            </a:r>
            <a:r>
              <a:rPr lang="zh-CN" altLang="zh-CN" sz="2000" kern="0" dirty="0">
                <a:solidFill>
                  <a:schemeClr val="tx2"/>
                </a:solidFill>
              </a:rPr>
              <a:t>计算机网络</a:t>
            </a:r>
            <a:r>
              <a:rPr lang="zh-CN" altLang="en-US" sz="2000" kern="0" dirty="0">
                <a:solidFill>
                  <a:schemeClr val="tx2"/>
                </a:solidFill>
              </a:rPr>
              <a:t>结构和组成</a:t>
            </a:r>
            <a:endParaRPr lang="en-US" altLang="zh-CN" sz="2000" kern="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23A356A-6AB6-44E8-8229-51CD5EC0352E}"/>
              </a:ext>
            </a:extLst>
          </p:cNvPr>
          <p:cNvSpPr/>
          <p:nvPr/>
        </p:nvSpPr>
        <p:spPr>
          <a:xfrm>
            <a:off x="672049" y="1481915"/>
            <a:ext cx="4027487" cy="26749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50000"/>
              </a:lnSpc>
              <a:defRPr/>
            </a:pPr>
            <a:r>
              <a:rPr lang="en-US" altLang="zh-CN" dirty="0"/>
              <a:t>2. </a:t>
            </a:r>
            <a:r>
              <a:rPr lang="zh-CN" altLang="zh-CN" dirty="0"/>
              <a:t>计算机网络的</a:t>
            </a:r>
            <a:r>
              <a:rPr lang="zh-CN" altLang="en-US" dirty="0"/>
              <a:t>三层组织结构</a:t>
            </a:r>
            <a:endParaRPr lang="en-US" altLang="zh-CN" dirty="0"/>
          </a:p>
          <a:p>
            <a:pPr marL="342900" indent="-342900">
              <a:lnSpc>
                <a:spcPct val="2500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115000"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chemeClr val="tx2"/>
                </a:solidFill>
                <a:latin typeface="+mn-lt"/>
              </a:rPr>
              <a:t>核心层：提供核心三层交换骨干。</a:t>
            </a:r>
            <a:endParaRPr lang="en-US" altLang="zh-CN" sz="1600" dirty="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2500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115000"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chemeClr val="tx2"/>
                </a:solidFill>
                <a:latin typeface="+mn-lt"/>
              </a:rPr>
              <a:t>分布层：提供域间路由、地址汇聚。</a:t>
            </a:r>
            <a:endParaRPr lang="en-US" altLang="zh-CN" sz="1600" dirty="0">
              <a:solidFill>
                <a:schemeClr val="tx2"/>
              </a:solidFill>
              <a:latin typeface="+mn-lt"/>
            </a:endParaRPr>
          </a:p>
          <a:p>
            <a:pPr marL="342900" indent="-342900">
              <a:lnSpc>
                <a:spcPct val="2500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115000"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chemeClr val="tx2"/>
                </a:solidFill>
                <a:latin typeface="+mn-lt"/>
              </a:rPr>
              <a:t>访问层：提供物理网接入和隔离。</a:t>
            </a:r>
            <a:endParaRPr lang="en-US" altLang="zh-CN" sz="160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4">
            <a:extLst>
              <a:ext uri="{FF2B5EF4-FFF2-40B4-BE49-F238E27FC236}">
                <a16:creationId xmlns:a16="http://schemas.microsoft.com/office/drawing/2014/main" id="{130EFF9E-2FA4-4701-99E4-E32202849DB8}"/>
              </a:ext>
            </a:extLst>
          </p:cNvPr>
          <p:cNvSpPr txBox="1">
            <a:spLocks/>
          </p:cNvSpPr>
          <p:nvPr/>
        </p:nvSpPr>
        <p:spPr bwMode="auto">
          <a:xfrm>
            <a:off x="900113" y="1196975"/>
            <a:ext cx="64801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</a:pPr>
            <a:r>
              <a:rPr lang="en-US" altLang="zh-CN" sz="1600" dirty="0">
                <a:latin typeface="Calibri" panose="020F0502020204030204" pitchFamily="34" charset="0"/>
              </a:rPr>
              <a:t>3. </a:t>
            </a:r>
            <a:r>
              <a:rPr lang="zh-CN" altLang="en-US" sz="1600" dirty="0">
                <a:latin typeface="Calibri" panose="020F0502020204030204" pitchFamily="34" charset="0"/>
              </a:rPr>
              <a:t>互联网的组织结构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</a:pPr>
            <a:r>
              <a:rPr lang="zh-CN" altLang="en-US" sz="1600" b="0" dirty="0">
                <a:latin typeface="Calibri" panose="020F0502020204030204" pitchFamily="34" charset="0"/>
              </a:rPr>
              <a:t>网络硬件、软件、协议、存取控制、网络拓扑</a:t>
            </a:r>
            <a:endParaRPr lang="en-US" altLang="zh-CN" sz="1600" dirty="0">
              <a:latin typeface="Calibri" panose="020F050202020403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2A42C0F-A127-4977-84E1-D643AF3F8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6614A519-1776-45FF-89FC-F66E605C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41D742BB-9B4C-444D-AF44-141B6EA7B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F4A9AB00-861A-4F6C-8826-0BBDD851A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7655" name="Rectangle 4">
            <a:extLst>
              <a:ext uri="{FF2B5EF4-FFF2-40B4-BE49-F238E27FC236}">
                <a16:creationId xmlns:a16="http://schemas.microsoft.com/office/drawing/2014/main" id="{1BEFB38D-78CF-4037-9F16-654FF7AE6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863"/>
            <a:ext cx="184150" cy="339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600">
              <a:latin typeface="Goudy Old Style" panose="02020502050305020303" pitchFamily="18" charset="0"/>
            </a:endParaRPr>
          </a:p>
        </p:txBody>
      </p:sp>
      <p:graphicFrame>
        <p:nvGraphicFramePr>
          <p:cNvPr id="27656" name="Object 3">
            <a:extLst>
              <a:ext uri="{FF2B5EF4-FFF2-40B4-BE49-F238E27FC236}">
                <a16:creationId xmlns:a16="http://schemas.microsoft.com/office/drawing/2014/main" id="{CCEA010F-3769-433C-A62D-71A26938D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536825"/>
          <a:ext cx="6121400" cy="262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Visio" r:id="rId4" imgW="7178606" imgH="2482715" progId="Visio.Drawing.11">
                  <p:embed/>
                </p:oleObj>
              </mc:Choice>
              <mc:Fallback>
                <p:oleObj name="Visio" r:id="rId4" imgW="7178606" imgH="2482715" progId="Visio.Drawing.11">
                  <p:embed/>
                  <p:pic>
                    <p:nvPicPr>
                      <p:cNvPr id="27656" name="Object 3">
                        <a:extLst>
                          <a:ext uri="{FF2B5EF4-FFF2-40B4-BE49-F238E27FC236}">
                            <a16:creationId xmlns:a16="http://schemas.microsoft.com/office/drawing/2014/main" id="{CCEA010F-3769-433C-A62D-71A26938D0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536825"/>
                        <a:ext cx="6121400" cy="2620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4">
            <a:extLst>
              <a:ext uri="{FF2B5EF4-FFF2-40B4-BE49-F238E27FC236}">
                <a16:creationId xmlns:a16="http://schemas.microsoft.com/office/drawing/2014/main" id="{3E635F10-520E-4B11-BB58-E78C273C6507}"/>
              </a:ext>
            </a:extLst>
          </p:cNvPr>
          <p:cNvSpPr txBox="1">
            <a:spLocks/>
          </p:cNvSpPr>
          <p:nvPr/>
        </p:nvSpPr>
        <p:spPr bwMode="auto">
          <a:xfrm>
            <a:off x="323850" y="736600"/>
            <a:ext cx="5761038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0" dirty="0">
                <a:solidFill>
                  <a:schemeClr val="tx2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000" kern="0" dirty="0">
                <a:solidFill>
                  <a:schemeClr val="tx2"/>
                </a:solidFill>
              </a:rPr>
              <a:t>、</a:t>
            </a:r>
            <a:r>
              <a:rPr lang="zh-CN" altLang="zh-CN" sz="2000" kern="0" dirty="0">
                <a:solidFill>
                  <a:schemeClr val="tx2"/>
                </a:solidFill>
              </a:rPr>
              <a:t>计算机网络</a:t>
            </a:r>
            <a:r>
              <a:rPr lang="zh-CN" altLang="en-US" sz="2000" kern="0" dirty="0">
                <a:solidFill>
                  <a:schemeClr val="tx2"/>
                </a:solidFill>
              </a:rPr>
              <a:t>结构和组成</a:t>
            </a:r>
            <a:endParaRPr lang="en-US" altLang="zh-CN" sz="1600" kern="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F1A839FA-F10F-4330-BCAD-AFEB8D1A3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137C1E0B-EE7F-4597-9F51-4081BFCFD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92006FC7-54BB-4556-8A54-B0FDCFE95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19BD7D51-0E9C-4A3A-9A17-C994BD5E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91" name="Rectangle 4">
            <a:extLst>
              <a:ext uri="{FF2B5EF4-FFF2-40B4-BE49-F238E27FC236}">
                <a16:creationId xmlns:a16="http://schemas.microsoft.com/office/drawing/2014/main" id="{6E6B2CB4-8087-40A4-9A21-7EAC0094E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92" name="Rectangle 2">
            <a:extLst>
              <a:ext uri="{FF2B5EF4-FFF2-40B4-BE49-F238E27FC236}">
                <a16:creationId xmlns:a16="http://schemas.microsoft.com/office/drawing/2014/main" id="{EB9A253D-0839-4C4B-91A6-8968B2A8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1993" name="Rectangle 4">
            <a:extLst>
              <a:ext uri="{FF2B5EF4-FFF2-40B4-BE49-F238E27FC236}">
                <a16:creationId xmlns:a16="http://schemas.microsoft.com/office/drawing/2014/main" id="{B946434B-1D1A-4892-A4B3-77C73B3A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pic>
        <p:nvPicPr>
          <p:cNvPr id="41994" name="图片 9">
            <a:extLst>
              <a:ext uri="{FF2B5EF4-FFF2-40B4-BE49-F238E27FC236}">
                <a16:creationId xmlns:a16="http://schemas.microsoft.com/office/drawing/2014/main" id="{C27A506D-B3D8-4E29-87E3-877640467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3789363"/>
            <a:ext cx="7180263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3A44E2F-8552-4006-A96D-1B7ADA4DF1E7}"/>
              </a:ext>
            </a:extLst>
          </p:cNvPr>
          <p:cNvSpPr/>
          <p:nvPr/>
        </p:nvSpPr>
        <p:spPr>
          <a:xfrm>
            <a:off x="900113" y="2143249"/>
            <a:ext cx="5184775" cy="1501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zh-CN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组成网络的基本单元结构、类型、特点。</a:t>
            </a:r>
            <a:endParaRPr lang="en-US" altLang="zh-CN" sz="16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反映</a:t>
            </a:r>
            <a:r>
              <a:rPr lang="zh-CN" altLang="zh-CN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结点与通信线路之间的几何关系</a:t>
            </a:r>
            <a:r>
              <a:rPr lang="zh-CN" altLang="en-US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b="0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说明</a:t>
            </a:r>
            <a:r>
              <a:rPr lang="zh-CN" altLang="zh-CN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通信子网的拓扑</a:t>
            </a:r>
            <a:r>
              <a:rPr lang="zh-CN" altLang="en-US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结构</a:t>
            </a:r>
            <a:r>
              <a:rPr lang="zh-CN" altLang="zh-CN" sz="1600" b="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6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202FC7F9-F557-4E29-8D9B-4719E827A9F5}"/>
              </a:ext>
            </a:extLst>
          </p:cNvPr>
          <p:cNvSpPr txBox="1">
            <a:spLocks/>
          </p:cNvSpPr>
          <p:nvPr/>
        </p:nvSpPr>
        <p:spPr bwMode="auto">
          <a:xfrm>
            <a:off x="323850" y="736600"/>
            <a:ext cx="5761038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kern="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0" dirty="0">
                <a:solidFill>
                  <a:schemeClr val="tx2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000" kern="0" dirty="0">
                <a:solidFill>
                  <a:schemeClr val="tx2"/>
                </a:solidFill>
              </a:rPr>
              <a:t>、</a:t>
            </a:r>
            <a:r>
              <a:rPr lang="zh-CN" altLang="zh-CN" sz="2000" kern="0" dirty="0">
                <a:solidFill>
                  <a:schemeClr val="tx2"/>
                </a:solidFill>
              </a:rPr>
              <a:t>计算机网络</a:t>
            </a:r>
            <a:r>
              <a:rPr lang="zh-CN" altLang="en-US" sz="2000" kern="0" dirty="0">
                <a:solidFill>
                  <a:schemeClr val="tx2"/>
                </a:solidFill>
              </a:rPr>
              <a:t>结构和组成</a:t>
            </a:r>
            <a:endParaRPr lang="en-US" altLang="zh-CN" sz="2000" kern="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None/>
              <a:defRPr/>
            </a:pPr>
            <a:r>
              <a:rPr lang="en-US" altLang="zh-CN" sz="1600" dirty="0">
                <a:latin typeface="Calibri" panose="020F0502020204030204" pitchFamily="34" charset="0"/>
              </a:rPr>
              <a:t>             </a:t>
            </a:r>
          </a:p>
          <a:p>
            <a:pPr eaLnBrk="1" hangingPunct="1">
              <a:lnSpc>
                <a:spcPct val="150000"/>
              </a:lnSpc>
              <a:buNone/>
              <a:defRPr/>
            </a:pPr>
            <a:r>
              <a:rPr lang="en-US" altLang="zh-CN" sz="1600" dirty="0">
                <a:latin typeface="Calibri" panose="020F0502020204030204" pitchFamily="34" charset="0"/>
              </a:rPr>
              <a:t>          4. </a:t>
            </a:r>
            <a:r>
              <a:rPr lang="zh-CN" altLang="en-US" sz="1600" dirty="0">
                <a:latin typeface="Calibri" panose="020F0502020204030204" pitchFamily="34" charset="0"/>
              </a:rPr>
              <a:t>计算机</a:t>
            </a:r>
            <a:r>
              <a:rPr lang="zh-CN" altLang="zh-CN" sz="1600" dirty="0">
                <a:latin typeface="Calibri" panose="020F0502020204030204" pitchFamily="34" charset="0"/>
              </a:rPr>
              <a:t>网络</a:t>
            </a:r>
            <a:r>
              <a:rPr lang="zh-CN" altLang="en-US" sz="1600" dirty="0">
                <a:latin typeface="Calibri" panose="020F0502020204030204" pitchFamily="34" charset="0"/>
              </a:rPr>
              <a:t>的拓扑结构</a:t>
            </a:r>
            <a:endParaRPr lang="en-US" altLang="zh-CN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06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4">
            <a:extLst>
              <a:ext uri="{FF2B5EF4-FFF2-40B4-BE49-F238E27FC236}">
                <a16:creationId xmlns:a16="http://schemas.microsoft.com/office/drawing/2014/main" id="{248C7D3A-B754-4289-9C21-781E91F789A9}"/>
              </a:ext>
            </a:extLst>
          </p:cNvPr>
          <p:cNvSpPr txBox="1">
            <a:spLocks/>
          </p:cNvSpPr>
          <p:nvPr/>
        </p:nvSpPr>
        <p:spPr bwMode="auto">
          <a:xfrm>
            <a:off x="1239838" y="636588"/>
            <a:ext cx="2849562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en-US" altLang="zh-CN" sz="2000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2000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 </a:t>
            </a:r>
            <a:r>
              <a:rPr lang="zh-CN" altLang="en-US" b="0" dirty="0">
                <a:solidFill>
                  <a:srgbClr val="215978"/>
                </a:solidFill>
                <a:latin typeface="Calibri" panose="020F0502020204030204" pitchFamily="34" charset="0"/>
              </a:rPr>
              <a:t>电话</a:t>
            </a:r>
            <a:r>
              <a:rPr lang="zh-CN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交换（</a:t>
            </a:r>
            <a:r>
              <a:rPr lang="zh-CN" altLang="en-US" b="0" dirty="0">
                <a:solidFill>
                  <a:srgbClr val="215978"/>
                </a:solidFill>
                <a:latin typeface="Calibri" panose="020F0502020204030204" pitchFamily="34" charset="0"/>
              </a:rPr>
              <a:t>打电话</a:t>
            </a:r>
            <a:r>
              <a:rPr lang="zh-CN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）</a:t>
            </a:r>
            <a:endParaRPr lang="en-US" altLang="zh-CN" b="0" dirty="0">
              <a:solidFill>
                <a:srgbClr val="215978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 </a:t>
            </a:r>
            <a:r>
              <a:rPr lang="zh-CN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报文交换</a:t>
            </a:r>
            <a:r>
              <a:rPr lang="zh-CN" altLang="en-US" b="0" dirty="0">
                <a:solidFill>
                  <a:srgbClr val="215978"/>
                </a:solidFill>
                <a:latin typeface="Calibri" panose="020F0502020204030204" pitchFamily="34" charset="0"/>
              </a:rPr>
              <a:t>（打电报）</a:t>
            </a:r>
            <a:endParaRPr lang="en-US" altLang="zh-CN" b="0" dirty="0">
              <a:solidFill>
                <a:srgbClr val="215978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 </a:t>
            </a:r>
            <a:r>
              <a:rPr lang="zh-CN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分组交换（</a:t>
            </a:r>
            <a:r>
              <a:rPr lang="zh-CN" altLang="en-US" b="0" dirty="0">
                <a:solidFill>
                  <a:srgbClr val="215978"/>
                </a:solidFill>
                <a:latin typeface="Calibri" panose="020F0502020204030204" pitchFamily="34" charset="0"/>
              </a:rPr>
              <a:t>互联网</a:t>
            </a:r>
            <a:r>
              <a:rPr lang="zh-CN" altLang="zh-CN" b="0" dirty="0">
                <a:solidFill>
                  <a:srgbClr val="215978"/>
                </a:solidFill>
                <a:latin typeface="Calibri" panose="020F0502020204030204" pitchFamily="34" charset="0"/>
              </a:rPr>
              <a:t>）</a:t>
            </a:r>
            <a:endParaRPr lang="zh-CN" altLang="zh-CN" sz="1600" b="0" dirty="0">
              <a:solidFill>
                <a:srgbClr val="215978"/>
              </a:solidFill>
              <a:latin typeface="Calibri" panose="020F050202020403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CAD3C66-F162-4057-953F-4B12B3458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D2B0C51-DCD3-48CF-8922-316DEE9F2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C6AE1BA1-60F3-428B-9192-43FA3AC35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C2B17E03-98A4-4EC0-81EB-FE07B24A7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9703" name="Rectangle 4">
            <a:extLst>
              <a:ext uri="{FF2B5EF4-FFF2-40B4-BE49-F238E27FC236}">
                <a16:creationId xmlns:a16="http://schemas.microsoft.com/office/drawing/2014/main" id="{FF5349F4-0851-4D97-8CC7-AC943B01D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513E21-AB99-45E1-84C2-5172102D5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811091"/>
            <a:ext cx="3528392" cy="3754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4">
            <a:extLst>
              <a:ext uri="{FF2B5EF4-FFF2-40B4-BE49-F238E27FC236}">
                <a16:creationId xmlns:a16="http://schemas.microsoft.com/office/drawing/2014/main" id="{7844B1D7-5BB0-4C7D-BA60-9973C8CC9F10}"/>
              </a:ext>
            </a:extLst>
          </p:cNvPr>
          <p:cNvSpPr txBox="1">
            <a:spLocks/>
          </p:cNvSpPr>
          <p:nvPr/>
        </p:nvSpPr>
        <p:spPr bwMode="auto">
          <a:xfrm>
            <a:off x="974725" y="919163"/>
            <a:ext cx="7773988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zh-CN" altLang="zh-CN" sz="2000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dirty="0">
                <a:latin typeface="Calibri" panose="020F0502020204030204" pitchFamily="34" charset="0"/>
              </a:rPr>
              <a:t>   1. </a:t>
            </a:r>
            <a:r>
              <a:rPr lang="zh-CN" altLang="zh-CN" sz="1600" dirty="0">
                <a:latin typeface="Calibri" panose="020F0502020204030204" pitchFamily="34" charset="0"/>
              </a:rPr>
              <a:t>电话交换</a:t>
            </a:r>
            <a:r>
              <a:rPr lang="zh-CN" altLang="en-US" sz="1600" dirty="0">
                <a:latin typeface="Calibri" panose="020F0502020204030204" pitchFamily="34" charset="0"/>
              </a:rPr>
              <a:t>过程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①</a:t>
            </a: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链路建立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：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发送方提出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连接请求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，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完成逐个结点的接续过程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	                           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建立由源站到目的站的传输链路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②</a:t>
            </a: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数据传输：全双工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、实时、有序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传输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③</a:t>
            </a: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链路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拆除：传输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结束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一方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提出终止通信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		          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拆除连接，释放信道资源。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985AAF8-E6C6-470C-B5A7-C46C63048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EAD13A2-B1EF-431F-86C2-728DCDC3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2333D51A-D53B-45D3-BE8C-BA6E3408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97028F89-5759-4EC7-A154-92F72D545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1751" name="Rectangle 4">
            <a:extLst>
              <a:ext uri="{FF2B5EF4-FFF2-40B4-BE49-F238E27FC236}">
                <a16:creationId xmlns:a16="http://schemas.microsoft.com/office/drawing/2014/main" id="{E8514545-ADAA-410B-B3B0-B6CDC64FF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31752" name="Picture 9">
            <a:extLst>
              <a:ext uri="{FF2B5EF4-FFF2-40B4-BE49-F238E27FC236}">
                <a16:creationId xmlns:a16="http://schemas.microsoft.com/office/drawing/2014/main" id="{AF613A62-2CCF-45F2-A619-FB86CB1B5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030663"/>
            <a:ext cx="4465638" cy="1270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4">
            <a:extLst>
              <a:ext uri="{FF2B5EF4-FFF2-40B4-BE49-F238E27FC236}">
                <a16:creationId xmlns:a16="http://schemas.microsoft.com/office/drawing/2014/main" id="{382B2FB5-1D3F-429E-903C-24088DCEB6EE}"/>
              </a:ext>
            </a:extLst>
          </p:cNvPr>
          <p:cNvSpPr txBox="1">
            <a:spLocks/>
          </p:cNvSpPr>
          <p:nvPr/>
        </p:nvSpPr>
        <p:spPr bwMode="auto">
          <a:xfrm>
            <a:off x="742950" y="914400"/>
            <a:ext cx="6781800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zh-CN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dirty="0">
                <a:latin typeface="Calibri" panose="020F0502020204030204" pitchFamily="34" charset="0"/>
              </a:rPr>
              <a:t>     2. </a:t>
            </a:r>
            <a:r>
              <a:rPr lang="zh-CN" altLang="zh-CN" sz="1600" dirty="0">
                <a:latin typeface="Calibri" panose="020F0502020204030204" pitchFamily="34" charset="0"/>
              </a:rPr>
              <a:t>报文交换</a:t>
            </a:r>
            <a:r>
              <a:rPr lang="zh-CN" altLang="en-US" sz="1600" dirty="0">
                <a:latin typeface="Calibri" panose="020F0502020204030204" pitchFamily="34" charset="0"/>
              </a:rPr>
              <a:t>过程（存储转发）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          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结点接收报文后，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存储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报文，根据目的地址</a:t>
            </a:r>
            <a:r>
              <a:rPr lang="zh-CN" altLang="zh-CN" sz="1600" b="0" u="sng" dirty="0">
                <a:solidFill>
                  <a:schemeClr val="tx2"/>
                </a:solidFill>
                <a:latin typeface="Calibri" panose="020F0502020204030204" pitchFamily="34" charset="0"/>
              </a:rPr>
              <a:t>转发</a:t>
            </a:r>
            <a:r>
              <a:rPr lang="zh-CN" altLang="en-US" sz="1600" b="0" u="sng" dirty="0">
                <a:solidFill>
                  <a:schemeClr val="tx2"/>
                </a:solidFill>
                <a:latin typeface="Calibri" panose="020F0502020204030204" pitchFamily="34" charset="0"/>
              </a:rPr>
              <a:t>至</a:t>
            </a:r>
            <a:r>
              <a:rPr lang="zh-CN" altLang="zh-CN" sz="1600" b="0" u="sng" dirty="0">
                <a:solidFill>
                  <a:schemeClr val="tx2"/>
                </a:solidFill>
                <a:latin typeface="Calibri" panose="020F0502020204030204" pitchFamily="34" charset="0"/>
              </a:rPr>
              <a:t>下一个结点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，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             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如此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反复，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直到报文到达目的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地址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  </a:t>
            </a:r>
            <a:r>
              <a:rPr lang="zh-CN" altLang="en-US" sz="1600" dirty="0">
                <a:solidFill>
                  <a:schemeClr val="tx2"/>
                </a:solidFill>
                <a:latin typeface="Calibri" panose="020F0502020204030204" pitchFamily="34" charset="0"/>
              </a:rPr>
              <a:t>特点：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双方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无需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预先建立专用数据通路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     </a:t>
            </a:r>
            <a:r>
              <a:rPr lang="zh-CN" altLang="zh-CN" sz="1600" dirty="0">
                <a:solidFill>
                  <a:schemeClr val="tx2"/>
                </a:solidFill>
                <a:latin typeface="Calibri" panose="020F0502020204030204" pitchFamily="34" charset="0"/>
              </a:rPr>
              <a:t>缺点：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需要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对完整报文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进行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存储</a:t>
            </a: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/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转发，结点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处理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时延较大，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实时性差。</a:t>
            </a:r>
            <a:endParaRPr lang="zh-CN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38568E6-508A-4BA6-8FC5-89766E4D1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27078A6E-389C-4F0D-B5F9-ED955EC62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81CE6461-B3CF-4468-8DFE-72CCC217B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CCC6DA0F-5533-4494-AF1E-2232DBA4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3799" name="Rectangle 4">
            <a:extLst>
              <a:ext uri="{FF2B5EF4-FFF2-40B4-BE49-F238E27FC236}">
                <a16:creationId xmlns:a16="http://schemas.microsoft.com/office/drawing/2014/main" id="{39D4A5EF-97CB-4867-B89F-1D49063F4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33800" name="Picture 9">
            <a:extLst>
              <a:ext uri="{FF2B5EF4-FFF2-40B4-BE49-F238E27FC236}">
                <a16:creationId xmlns:a16="http://schemas.microsoft.com/office/drawing/2014/main" id="{2E12356B-F004-471D-80A8-385B9FF1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789363"/>
            <a:ext cx="4752975" cy="13525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4">
            <a:extLst>
              <a:ext uri="{FF2B5EF4-FFF2-40B4-BE49-F238E27FC236}">
                <a16:creationId xmlns:a16="http://schemas.microsoft.com/office/drawing/2014/main" id="{F9DD4822-9ADD-4962-811A-2E600F1157B7}"/>
              </a:ext>
            </a:extLst>
          </p:cNvPr>
          <p:cNvSpPr txBox="1">
            <a:spLocks/>
          </p:cNvSpPr>
          <p:nvPr/>
        </p:nvSpPr>
        <p:spPr bwMode="auto">
          <a:xfrm>
            <a:off x="900113" y="836613"/>
            <a:ext cx="676751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zh-CN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dirty="0">
                <a:latin typeface="Calibri" panose="020F0502020204030204" pitchFamily="34" charset="0"/>
              </a:rPr>
              <a:t>3. </a:t>
            </a:r>
            <a:r>
              <a:rPr lang="zh-CN" altLang="en-US" sz="1600" dirty="0">
                <a:latin typeface="Calibri" panose="020F0502020204030204" pitchFamily="34" charset="0"/>
              </a:rPr>
              <a:t>分组</a:t>
            </a:r>
            <a:r>
              <a:rPr lang="zh-CN" altLang="zh-CN" sz="1600" dirty="0">
                <a:latin typeface="Calibri" panose="020F0502020204030204" pitchFamily="34" charset="0"/>
              </a:rPr>
              <a:t>交换</a:t>
            </a:r>
            <a:r>
              <a:rPr lang="zh-CN" altLang="en-US" sz="1600" dirty="0">
                <a:latin typeface="Calibri" panose="020F0502020204030204" pitchFamily="34" charset="0"/>
              </a:rPr>
              <a:t>过程（分组寻址</a:t>
            </a:r>
            <a:r>
              <a:rPr lang="en-US" altLang="zh-CN" sz="1600" dirty="0">
                <a:latin typeface="Calibri" panose="020F0502020204030204" pitchFamily="34" charset="0"/>
              </a:rPr>
              <a:t>/</a:t>
            </a:r>
            <a:r>
              <a:rPr lang="zh-CN" altLang="en-US" sz="1600" dirty="0">
                <a:latin typeface="Calibri" panose="020F0502020204030204" pitchFamily="34" charset="0"/>
              </a:rPr>
              <a:t>转发）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报文被划分为分组，每个分组独立寻找转发</a:t>
            </a:r>
            <a:endParaRPr lang="en-US" altLang="zh-CN" sz="14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 采用“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存储</a:t>
            </a:r>
            <a:r>
              <a:rPr lang="en-US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/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转发”交换方式</a:t>
            </a:r>
            <a:endParaRPr lang="en-US" altLang="zh-CN" sz="1400" b="0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C523544-6AA8-493D-9740-EFA19BA2A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CAF5AB87-6E70-419D-8AC6-9CA54595E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8A0724E3-E1B9-448A-ABD2-26FB242E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2E969BBA-65B0-49C9-A409-8B89D3DEA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5847" name="Rectangle 4">
            <a:extLst>
              <a:ext uri="{FF2B5EF4-FFF2-40B4-BE49-F238E27FC236}">
                <a16:creationId xmlns:a16="http://schemas.microsoft.com/office/drawing/2014/main" id="{A6D05400-E51F-4A83-86D0-D6DACE892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5848" name="Rectangle 2">
            <a:extLst>
              <a:ext uri="{FF2B5EF4-FFF2-40B4-BE49-F238E27FC236}">
                <a16:creationId xmlns:a16="http://schemas.microsoft.com/office/drawing/2014/main" id="{EC8D9A4B-2306-4031-B485-21DC43624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graphicFrame>
        <p:nvGraphicFramePr>
          <p:cNvPr id="35849" name="Object 1">
            <a:extLst>
              <a:ext uri="{FF2B5EF4-FFF2-40B4-BE49-F238E27FC236}">
                <a16:creationId xmlns:a16="http://schemas.microsoft.com/office/drawing/2014/main" id="{A01C4345-527A-40F4-BA7E-466F2CC05E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463" y="3068638"/>
          <a:ext cx="88550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Visio" r:id="rId4" imgW="6053274" imgH="1222659" progId="Visio.Drawing.11">
                  <p:embed/>
                </p:oleObj>
              </mc:Choice>
              <mc:Fallback>
                <p:oleObj name="Visio" r:id="rId4" imgW="6053274" imgH="1222659" progId="Visio.Drawing.11">
                  <p:embed/>
                  <p:pic>
                    <p:nvPicPr>
                      <p:cNvPr id="35849" name="Object 1">
                        <a:extLst>
                          <a:ext uri="{FF2B5EF4-FFF2-40B4-BE49-F238E27FC236}">
                            <a16:creationId xmlns:a16="http://schemas.microsoft.com/office/drawing/2014/main" id="{A01C4345-527A-40F4-BA7E-466F2CC05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3068638"/>
                        <a:ext cx="88550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>
            <a:extLst>
              <a:ext uri="{FF2B5EF4-FFF2-40B4-BE49-F238E27FC236}">
                <a16:creationId xmlns:a16="http://schemas.microsoft.com/office/drawing/2014/main" id="{5A4ADAD8-EE89-44E3-9391-1ADCC1A657D7}"/>
              </a:ext>
            </a:extLst>
          </p:cNvPr>
          <p:cNvSpPr txBox="1">
            <a:spLocks/>
          </p:cNvSpPr>
          <p:nvPr/>
        </p:nvSpPr>
        <p:spPr bwMode="auto">
          <a:xfrm>
            <a:off x="827088" y="908050"/>
            <a:ext cx="5832475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b="0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zh-CN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b="0" dirty="0">
                <a:solidFill>
                  <a:srgbClr val="404040"/>
                </a:solidFill>
                <a:latin typeface="Calibri" panose="020F0502020204030204" pitchFamily="34" charset="0"/>
              </a:rPr>
              <a:t>    </a:t>
            </a:r>
            <a:r>
              <a:rPr lang="zh-CN" altLang="zh-CN" sz="1400" dirty="0">
                <a:latin typeface="Calibri" panose="020F0502020204030204" pitchFamily="34" charset="0"/>
              </a:rPr>
              <a:t>分组交换</a:t>
            </a:r>
            <a:r>
              <a:rPr lang="zh-CN" altLang="en-US" sz="1400" dirty="0">
                <a:latin typeface="Calibri" panose="020F0502020204030204" pitchFamily="34" charset="0"/>
              </a:rPr>
              <a:t>方式：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Calibri" panose="020F0502020204030204" pitchFamily="34" charset="0"/>
              </a:rPr>
              <a:t> 数据报交换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     每个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分组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以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“小报文”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形式，用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报文交换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方式各自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单独处理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4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Calibri" panose="020F0502020204030204" pitchFamily="34" charset="0"/>
              </a:rPr>
              <a:t> 虚电路交换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    分组发送之前，通信双方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需要建立逻辑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链路（虚电路）。</a:t>
            </a:r>
            <a:endParaRPr lang="en-US" altLang="zh-CN" sz="14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    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分组沿着事先建立的虚电路传输，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结束后</a:t>
            </a:r>
            <a:r>
              <a:rPr lang="zh-CN" altLang="zh-CN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拆除</a:t>
            </a:r>
            <a:r>
              <a:rPr lang="zh-CN" altLang="en-US" sz="1400" b="0" dirty="0">
                <a:solidFill>
                  <a:schemeClr val="tx2"/>
                </a:solidFill>
                <a:latin typeface="Calibri" panose="020F0502020204030204" pitchFamily="34" charset="0"/>
              </a:rPr>
              <a:t>虚连接。</a:t>
            </a:r>
            <a:endParaRPr lang="en-US" altLang="zh-CN" sz="1400" b="0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DB3CF56-67F2-4C8C-9489-0445B804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1EBD67C1-C5DF-47E5-9A1E-C4007A226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95A220B3-12E0-4D49-97A7-2B70B11C0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46F7F99B-5AB3-436C-8557-CE3C6BD8B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7895" name="Rectangle 4">
            <a:extLst>
              <a:ext uri="{FF2B5EF4-FFF2-40B4-BE49-F238E27FC236}">
                <a16:creationId xmlns:a16="http://schemas.microsoft.com/office/drawing/2014/main" id="{165DC93C-8AA3-4D12-9DDB-A34F729D8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37896" name="Rectangle 2">
            <a:extLst>
              <a:ext uri="{FF2B5EF4-FFF2-40B4-BE49-F238E27FC236}">
                <a16:creationId xmlns:a16="http://schemas.microsoft.com/office/drawing/2014/main" id="{6CBB21ED-0975-4D0D-B478-8839027D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44463"/>
            <a:ext cx="8742362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pic>
        <p:nvPicPr>
          <p:cNvPr id="37897" name="图片 8">
            <a:extLst>
              <a:ext uri="{FF2B5EF4-FFF2-40B4-BE49-F238E27FC236}">
                <a16:creationId xmlns:a16="http://schemas.microsoft.com/office/drawing/2014/main" id="{DECB28A3-2D6D-4250-B1B2-DACB7F11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005263"/>
            <a:ext cx="51069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4">
            <a:extLst>
              <a:ext uri="{FF2B5EF4-FFF2-40B4-BE49-F238E27FC236}">
                <a16:creationId xmlns:a16="http://schemas.microsoft.com/office/drawing/2014/main" id="{1EF93A9C-3F3A-4088-8DBF-32DEA97D8461}"/>
              </a:ext>
            </a:extLst>
          </p:cNvPr>
          <p:cNvSpPr txBox="1">
            <a:spLocks/>
          </p:cNvSpPr>
          <p:nvPr/>
        </p:nvSpPr>
        <p:spPr bwMode="auto">
          <a:xfrm>
            <a:off x="1058863" y="908050"/>
            <a:ext cx="70262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</a:rPr>
              <a:t>五、</a:t>
            </a:r>
            <a:r>
              <a:rPr lang="zh-CN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网络交换技术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sz="1400" dirty="0">
                <a:latin typeface="Calibri" panose="020F0502020204030204" pitchFamily="34" charset="0"/>
              </a:rPr>
              <a:t>三种</a:t>
            </a:r>
            <a:r>
              <a:rPr lang="zh-CN" altLang="zh-CN" sz="1400" dirty="0">
                <a:latin typeface="Calibri" panose="020F0502020204030204" pitchFamily="34" charset="0"/>
              </a:rPr>
              <a:t>交换技术</a:t>
            </a:r>
            <a:r>
              <a:rPr lang="zh-CN" altLang="en-US" sz="1400" dirty="0">
                <a:latin typeface="Calibri" panose="020F0502020204030204" pitchFamily="34" charset="0"/>
              </a:rPr>
              <a:t>对比：</a:t>
            </a:r>
            <a:endParaRPr lang="en-US" altLang="zh-CN" sz="1400" dirty="0">
              <a:latin typeface="Calibri" panose="020F050202020403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5656F69-158C-421F-838A-B1755B454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768167BA-63BA-4624-A9AF-B2CAAA8A9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96E16518-FFC0-4BB5-8E76-897D27BBE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AAC9D5EB-CBDC-44DA-ACAE-596177284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3" name="Rectangle 4">
            <a:extLst>
              <a:ext uri="{FF2B5EF4-FFF2-40B4-BE49-F238E27FC236}">
                <a16:creationId xmlns:a16="http://schemas.microsoft.com/office/drawing/2014/main" id="{AF7E1897-E82B-4234-BE1D-4BFF53815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4" name="Rectangle 2">
            <a:extLst>
              <a:ext uri="{FF2B5EF4-FFF2-40B4-BE49-F238E27FC236}">
                <a16:creationId xmlns:a16="http://schemas.microsoft.com/office/drawing/2014/main" id="{B7121F9E-1357-4C64-881B-B805DEFA8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39945" name="Rectangle 4">
            <a:extLst>
              <a:ext uri="{FF2B5EF4-FFF2-40B4-BE49-F238E27FC236}">
                <a16:creationId xmlns:a16="http://schemas.microsoft.com/office/drawing/2014/main" id="{4403CF3B-09A3-4F4D-BB70-B1A4B20F0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aphicFrame>
        <p:nvGraphicFramePr>
          <p:cNvPr id="39946" name="Object 3">
            <a:extLst>
              <a:ext uri="{FF2B5EF4-FFF2-40B4-BE49-F238E27FC236}">
                <a16:creationId xmlns:a16="http://schemas.microsoft.com/office/drawing/2014/main" id="{5A1DBE52-03C4-42F1-848E-A7A61C830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916113"/>
          <a:ext cx="7056437" cy="383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Visio" r:id="rId4" imgW="7417268" imgH="4102694" progId="Visio.Drawing.11">
                  <p:embed/>
                </p:oleObj>
              </mc:Choice>
              <mc:Fallback>
                <p:oleObj name="Visio" r:id="rId4" imgW="7417268" imgH="4102694" progId="Visio.Drawing.11">
                  <p:embed/>
                  <p:pic>
                    <p:nvPicPr>
                      <p:cNvPr id="39946" name="Object 3">
                        <a:extLst>
                          <a:ext uri="{FF2B5EF4-FFF2-40B4-BE49-F238E27FC236}">
                            <a16:creationId xmlns:a16="http://schemas.microsoft.com/office/drawing/2014/main" id="{5A1DBE52-03C4-42F1-848E-A7A61C830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16113"/>
                        <a:ext cx="7056437" cy="383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4">
            <a:extLst>
              <a:ext uri="{FF2B5EF4-FFF2-40B4-BE49-F238E27FC236}">
                <a16:creationId xmlns:a16="http://schemas.microsoft.com/office/drawing/2014/main" id="{AE9AE61F-22DD-44BB-8A1A-36216046FD89}"/>
              </a:ext>
            </a:extLst>
          </p:cNvPr>
          <p:cNvSpPr txBox="1">
            <a:spLocks/>
          </p:cNvSpPr>
          <p:nvPr/>
        </p:nvSpPr>
        <p:spPr bwMode="auto">
          <a:xfrm>
            <a:off x="467544" y="817563"/>
            <a:ext cx="6275164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dirty="0">
                <a:solidFill>
                  <a:srgbClr val="215978"/>
                </a:solidFill>
                <a:latin typeface="Calibri" panose="020F0502020204030204" pitchFamily="34" charset="0"/>
              </a:rPr>
              <a:t>六、网络体系结构与网络协议</a:t>
            </a:r>
            <a:endParaRPr lang="en-US" altLang="zh-CN" sz="1600" dirty="0">
              <a:solidFill>
                <a:srgbClr val="215978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b="0" dirty="0">
                <a:solidFill>
                  <a:srgbClr val="215978"/>
                </a:solidFill>
                <a:latin typeface="Calibri" panose="020F0502020204030204" pitchFamily="34" charset="0"/>
              </a:rPr>
              <a:t>     1. </a:t>
            </a:r>
            <a:r>
              <a:rPr lang="zh-CN" altLang="zh-CN" sz="1600" dirty="0">
                <a:latin typeface="Calibri" panose="020F0502020204030204" pitchFamily="34" charset="0"/>
              </a:rPr>
              <a:t>网络协议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1600" b="0" dirty="0">
                <a:solidFill>
                  <a:srgbClr val="215978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统一的信息交换规则，规定信息格式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，规定如何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发送和接收信息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1600" b="0" dirty="0">
                <a:solidFill>
                  <a:srgbClr val="215978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协议三要素：语法、语义、时序。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 b="0" dirty="0">
                <a:solidFill>
                  <a:srgbClr val="215978"/>
                </a:solidFill>
                <a:latin typeface="Calibri" panose="020F0502020204030204" pitchFamily="34" charset="0"/>
              </a:rPr>
              <a:t>     2. </a:t>
            </a:r>
            <a:r>
              <a:rPr lang="zh-CN" altLang="zh-CN" sz="1600" dirty="0">
                <a:latin typeface="Calibri" panose="020F0502020204030204" pitchFamily="34" charset="0"/>
              </a:rPr>
              <a:t>协议分层</a:t>
            </a:r>
            <a:r>
              <a:rPr lang="zh-CN" altLang="en-US" sz="1600" dirty="0">
                <a:latin typeface="Calibri" panose="020F0502020204030204" pitchFamily="34" charset="0"/>
              </a:rPr>
              <a:t>思想</a:t>
            </a:r>
            <a:endParaRPr lang="en-US" altLang="zh-CN" sz="16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将网络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系统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功能分解为功能层，用协议规定功能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（要做什么）。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对等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功能层之间采用</a:t>
            </a:r>
            <a:r>
              <a:rPr lang="zh-CN" altLang="zh-CN" sz="1600" u="sng" dirty="0">
                <a:solidFill>
                  <a:schemeClr val="tx2"/>
                </a:solidFill>
                <a:latin typeface="Calibri" panose="020F0502020204030204" pitchFamily="34" charset="0"/>
              </a:rPr>
              <a:t>协议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进行约束（协议数据单元、协议格式）。</a:t>
            </a:r>
            <a:endParaRPr lang="en-US" altLang="zh-CN" sz="1600" b="0" dirty="0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 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相邻功能层之间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采用</a:t>
            </a:r>
            <a:r>
              <a:rPr lang="zh-CN" altLang="zh-CN" sz="1600" u="sng" dirty="0">
                <a:solidFill>
                  <a:schemeClr val="tx2"/>
                </a:solidFill>
                <a:latin typeface="Calibri" panose="020F0502020204030204" pitchFamily="34" charset="0"/>
              </a:rPr>
              <a:t>接口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进行</a:t>
            </a:r>
            <a:r>
              <a:rPr lang="zh-CN" altLang="en-US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交互（接口标准、使用服务）</a:t>
            </a:r>
            <a:r>
              <a:rPr lang="zh-CN" altLang="zh-CN" sz="1600" b="0" dirty="0">
                <a:solidFill>
                  <a:schemeClr val="tx2"/>
                </a:solidFill>
                <a:latin typeface="Calibri" panose="020F0502020204030204" pitchFamily="34" charset="0"/>
              </a:rPr>
              <a:t>。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1C6CB7C-B6A4-45EF-9B25-EAB2727D7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1FBBA81C-85BA-4837-810A-DE052B685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1D42E715-8937-47E6-A9E6-5BB721666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3127AA0B-AC15-4F95-9B41-9C967D283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39" name="Rectangle 4">
            <a:extLst>
              <a:ext uri="{FF2B5EF4-FFF2-40B4-BE49-F238E27FC236}">
                <a16:creationId xmlns:a16="http://schemas.microsoft.com/office/drawing/2014/main" id="{9E479A9F-F9D1-4A39-B18E-D0A25077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40" name="Rectangle 2">
            <a:extLst>
              <a:ext uri="{FF2B5EF4-FFF2-40B4-BE49-F238E27FC236}">
                <a16:creationId xmlns:a16="http://schemas.microsoft.com/office/drawing/2014/main" id="{8F64A772-3EBE-4FB5-924D-94C5E65E4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41" name="Rectangle 4">
            <a:extLst>
              <a:ext uri="{FF2B5EF4-FFF2-40B4-BE49-F238E27FC236}">
                <a16:creationId xmlns:a16="http://schemas.microsoft.com/office/drawing/2014/main" id="{6A3623AF-3A6F-450E-8E78-96A5BE46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4042" name="Rectangle 4">
            <a:extLst>
              <a:ext uri="{FF2B5EF4-FFF2-40B4-BE49-F238E27FC236}">
                <a16:creationId xmlns:a16="http://schemas.microsoft.com/office/drawing/2014/main" id="{46DC1741-1E5F-42A4-B1C3-77EF63723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813"/>
            <a:ext cx="184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E63097-9F38-41BD-B6C2-4FD672C24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5" y="1556792"/>
            <a:ext cx="1908695" cy="19442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A255260-A0F3-4FB4-B552-6C907360F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708" y="3573016"/>
            <a:ext cx="2142641" cy="1584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4">
            <a:extLst>
              <a:ext uri="{FF2B5EF4-FFF2-40B4-BE49-F238E27FC236}">
                <a16:creationId xmlns:a16="http://schemas.microsoft.com/office/drawing/2014/main" id="{8093D739-CE99-4AB4-B550-4D3B0793CC59}"/>
              </a:ext>
            </a:extLst>
          </p:cNvPr>
          <p:cNvSpPr txBox="1">
            <a:spLocks/>
          </p:cNvSpPr>
          <p:nvPr/>
        </p:nvSpPr>
        <p:spPr bwMode="auto">
          <a:xfrm>
            <a:off x="1042988" y="819150"/>
            <a:ext cx="56165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zh-CN" altLang="en-US" dirty="0">
                <a:solidFill>
                  <a:srgbClr val="215978"/>
                </a:solidFill>
                <a:latin typeface="Calibri" panose="020F0502020204030204" pitchFamily="34" charset="0"/>
              </a:rPr>
              <a:t>六、</a:t>
            </a:r>
            <a:r>
              <a:rPr lang="zh-CN" altLang="zh-CN" dirty="0">
                <a:solidFill>
                  <a:srgbClr val="215978"/>
                </a:solidFill>
                <a:latin typeface="Calibri" panose="020F0502020204030204" pitchFamily="34" charset="0"/>
              </a:rPr>
              <a:t>网络</a:t>
            </a:r>
            <a:r>
              <a:rPr lang="zh-CN" altLang="en-US" dirty="0">
                <a:solidFill>
                  <a:srgbClr val="215978"/>
                </a:solidFill>
                <a:latin typeface="Calibri" panose="020F0502020204030204" pitchFamily="34" charset="0"/>
              </a:rPr>
              <a:t>协议与网络体系结构</a:t>
            </a:r>
            <a:endParaRPr lang="en-US" altLang="zh-CN" dirty="0">
              <a:solidFill>
                <a:srgbClr val="215978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zh-CN" sz="1400" dirty="0">
                <a:latin typeface="Calibri" panose="020F0502020204030204" pitchFamily="34" charset="0"/>
              </a:rPr>
              <a:t>协议分层</a:t>
            </a:r>
            <a:r>
              <a:rPr lang="zh-CN" altLang="en-US" sz="1400" dirty="0">
                <a:latin typeface="Calibri" panose="020F0502020204030204" pitchFamily="34" charset="0"/>
              </a:rPr>
              <a:t>与体系结构（邮政系统案例）</a:t>
            </a:r>
            <a:endParaRPr lang="zh-CN" altLang="zh-CN" sz="1400" dirty="0">
              <a:latin typeface="Calibri" panose="020F050202020403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929D42E-3F13-46EF-BADB-8FDF39B98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067D1D87-0B3F-4E68-BA54-99ADE280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F0232BDB-5C58-4B3E-849C-40E53E0EB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4F32BA27-F1D4-42A1-B0A8-3DADA6830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7" name="Rectangle 4">
            <a:extLst>
              <a:ext uri="{FF2B5EF4-FFF2-40B4-BE49-F238E27FC236}">
                <a16:creationId xmlns:a16="http://schemas.microsoft.com/office/drawing/2014/main" id="{1BCCE89C-36D2-41CD-A3E6-D2266C9F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8" name="Rectangle 2">
            <a:extLst>
              <a:ext uri="{FF2B5EF4-FFF2-40B4-BE49-F238E27FC236}">
                <a16:creationId xmlns:a16="http://schemas.microsoft.com/office/drawing/2014/main" id="{ADB9A976-F9DC-4127-BBA1-302B34450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89" name="Rectangle 4">
            <a:extLst>
              <a:ext uri="{FF2B5EF4-FFF2-40B4-BE49-F238E27FC236}">
                <a16:creationId xmlns:a16="http://schemas.microsoft.com/office/drawing/2014/main" id="{CC03FA55-1F6E-4814-8EEE-4A7896C7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6090" name="Rectangle 4">
            <a:extLst>
              <a:ext uri="{FF2B5EF4-FFF2-40B4-BE49-F238E27FC236}">
                <a16:creationId xmlns:a16="http://schemas.microsoft.com/office/drawing/2014/main" id="{746C480F-538D-496E-B0F9-BCD4D9813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58788"/>
            <a:ext cx="1841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pSp>
        <p:nvGrpSpPr>
          <p:cNvPr id="46091" name="Group 2">
            <a:extLst>
              <a:ext uri="{FF2B5EF4-FFF2-40B4-BE49-F238E27FC236}">
                <a16:creationId xmlns:a16="http://schemas.microsoft.com/office/drawing/2014/main" id="{363BF5FF-8B06-4A0D-9817-DDA9FAE3514B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276475"/>
            <a:ext cx="6697662" cy="3095625"/>
            <a:chOff x="4743" y="2257"/>
            <a:chExt cx="5565" cy="3443"/>
          </a:xfrm>
        </p:grpSpPr>
        <p:grpSp>
          <p:nvGrpSpPr>
            <p:cNvPr id="46092" name="Group 3">
              <a:extLst>
                <a:ext uri="{FF2B5EF4-FFF2-40B4-BE49-F238E27FC236}">
                  <a16:creationId xmlns:a16="http://schemas.microsoft.com/office/drawing/2014/main" id="{D94B1237-138E-4486-9FF8-B2BD77A4D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3" y="2257"/>
              <a:ext cx="5565" cy="3443"/>
              <a:chOff x="3792" y="1959"/>
              <a:chExt cx="5565" cy="3443"/>
            </a:xfrm>
          </p:grpSpPr>
          <p:sp>
            <p:nvSpPr>
              <p:cNvPr id="46097" name="Text Box 4">
                <a:extLst>
                  <a:ext uri="{FF2B5EF4-FFF2-40B4-BE49-F238E27FC236}">
                    <a16:creationId xmlns:a16="http://schemas.microsoft.com/office/drawing/2014/main" id="{5F3FE4D9-577D-4E6E-82A3-C607D0CA8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5" y="2285"/>
                <a:ext cx="1050" cy="52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用户</a:t>
                </a:r>
                <a:endParaRPr lang="zh-CN" altLang="en-US" sz="11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（写信人）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098" name="Text Box 5">
                <a:extLst>
                  <a:ext uri="{FF2B5EF4-FFF2-40B4-BE49-F238E27FC236}">
                    <a16:creationId xmlns:a16="http://schemas.microsoft.com/office/drawing/2014/main" id="{10DF6EFD-63A4-4848-A81B-EEED6BAB2D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52" y="2285"/>
                <a:ext cx="1050" cy="51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用户</a:t>
                </a:r>
                <a:endParaRPr lang="zh-CN" altLang="en-US" sz="11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（收信人）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099" name="Text Box 6">
                <a:extLst>
                  <a:ext uri="{FF2B5EF4-FFF2-40B4-BE49-F238E27FC236}">
                    <a16:creationId xmlns:a16="http://schemas.microsoft.com/office/drawing/2014/main" id="{390B8BD5-72AC-4FDD-A999-2C1266AB0C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2" y="3062"/>
                <a:ext cx="1050" cy="51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7200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邮政局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100" name="Text Box 7">
                <a:extLst>
                  <a:ext uri="{FF2B5EF4-FFF2-40B4-BE49-F238E27FC236}">
                    <a16:creationId xmlns:a16="http://schemas.microsoft.com/office/drawing/2014/main" id="{18312536-0F19-40E9-88EB-7D46D4F0AB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52" y="3020"/>
                <a:ext cx="1050" cy="50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7200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邮政局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101" name="Text Box 8">
                <a:extLst>
                  <a:ext uri="{FF2B5EF4-FFF2-40B4-BE49-F238E27FC236}">
                    <a16:creationId xmlns:a16="http://schemas.microsoft.com/office/drawing/2014/main" id="{3EA3AEAE-9C52-4E5F-AEFB-1242D64663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2" y="3842"/>
                <a:ext cx="1050" cy="51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7200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运输部门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102" name="Text Box 9">
                <a:extLst>
                  <a:ext uri="{FF2B5EF4-FFF2-40B4-BE49-F238E27FC236}">
                    <a16:creationId xmlns:a16="http://schemas.microsoft.com/office/drawing/2014/main" id="{E093D5F6-C4BF-480E-AAD9-A809014664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52" y="3842"/>
                <a:ext cx="1050" cy="51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7200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solidFill>
                      <a:schemeClr val="bg1"/>
                    </a:solidFill>
                    <a:latin typeface="Calibri" panose="020F0502020204030204" pitchFamily="34" charset="0"/>
                  </a:rPr>
                  <a:t>运输部门</a:t>
                </a:r>
                <a:endParaRPr lang="zh-CN" altLang="zh-CN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6103" name="Line 10">
                <a:extLst>
                  <a:ext uri="{FF2B5EF4-FFF2-40B4-BE49-F238E27FC236}">
                    <a16:creationId xmlns:a16="http://schemas.microsoft.com/office/drawing/2014/main" id="{19796EEC-4BCD-466B-8644-3395346DA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92" y="2594"/>
                <a:ext cx="12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4" name="Line 11">
                <a:extLst>
                  <a:ext uri="{FF2B5EF4-FFF2-40B4-BE49-F238E27FC236}">
                    <a16:creationId xmlns:a16="http://schemas.microsoft.com/office/drawing/2014/main" id="{5AEB256E-C871-48D4-89B4-297FC6043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92" y="3374"/>
                <a:ext cx="12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5" name="Line 12">
                <a:extLst>
                  <a:ext uri="{FF2B5EF4-FFF2-40B4-BE49-F238E27FC236}">
                    <a16:creationId xmlns:a16="http://schemas.microsoft.com/office/drawing/2014/main" id="{49D08DC8-876D-49EA-A5CB-896B271A4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92" y="4154"/>
                <a:ext cx="12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6" name="Freeform 13">
                <a:extLst>
                  <a:ext uri="{FF2B5EF4-FFF2-40B4-BE49-F238E27FC236}">
                    <a16:creationId xmlns:a16="http://schemas.microsoft.com/office/drawing/2014/main" id="{196C0E10-747B-4CE2-9FE4-CFB6CB01E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7" y="4346"/>
                <a:ext cx="2310" cy="312"/>
              </a:xfrm>
              <a:custGeom>
                <a:avLst/>
                <a:gdLst>
                  <a:gd name="T0" fmla="*/ 0 w 2835"/>
                  <a:gd name="T1" fmla="*/ 0 h 312"/>
                  <a:gd name="T2" fmla="*/ 0 w 2835"/>
                  <a:gd name="T3" fmla="*/ 312 h 312"/>
                  <a:gd name="T4" fmla="*/ 161 w 2835"/>
                  <a:gd name="T5" fmla="*/ 312 h 312"/>
                  <a:gd name="T6" fmla="*/ 161 w 2835"/>
                  <a:gd name="T7" fmla="*/ 0 h 3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35"/>
                  <a:gd name="T13" fmla="*/ 0 h 312"/>
                  <a:gd name="T14" fmla="*/ 2835 w 2835"/>
                  <a:gd name="T15" fmla="*/ 312 h 3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35" h="312">
                    <a:moveTo>
                      <a:pt x="0" y="0"/>
                    </a:moveTo>
                    <a:lnTo>
                      <a:pt x="0" y="312"/>
                    </a:lnTo>
                    <a:lnTo>
                      <a:pt x="2835" y="312"/>
                    </a:lnTo>
                    <a:lnTo>
                      <a:pt x="2835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7" name="Text Box 14">
                <a:extLst>
                  <a:ext uri="{FF2B5EF4-FFF2-40B4-BE49-F238E27FC236}">
                    <a16:creationId xmlns:a16="http://schemas.microsoft.com/office/drawing/2014/main" id="{BEF34B79-49B2-4941-AB36-80C3F124EE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2" y="2369"/>
                <a:ext cx="84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用户子系统</a:t>
                </a:r>
                <a:endParaRPr lang="zh-CN" altLang="zh-CN" sz="1100"/>
              </a:p>
            </p:txBody>
          </p:sp>
          <p:sp>
            <p:nvSpPr>
              <p:cNvPr id="46108" name="Text Box 15">
                <a:extLst>
                  <a:ext uri="{FF2B5EF4-FFF2-40B4-BE49-F238E27FC236}">
                    <a16:creationId xmlns:a16="http://schemas.microsoft.com/office/drawing/2014/main" id="{43320F07-C2DE-46A0-AAE2-B69A3CC2BF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2" y="3122"/>
                <a:ext cx="84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邮政子系统</a:t>
                </a:r>
                <a:endParaRPr lang="zh-CN" altLang="zh-CN" sz="1100"/>
              </a:p>
            </p:txBody>
          </p:sp>
          <p:sp>
            <p:nvSpPr>
              <p:cNvPr id="46109" name="Text Box 16">
                <a:extLst>
                  <a:ext uri="{FF2B5EF4-FFF2-40B4-BE49-F238E27FC236}">
                    <a16:creationId xmlns:a16="http://schemas.microsoft.com/office/drawing/2014/main" id="{276BFFD3-7887-4D24-8964-4738D0098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2" y="3938"/>
                <a:ext cx="84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运输子系统</a:t>
                </a:r>
                <a:endParaRPr lang="zh-CN" altLang="zh-CN" sz="1100"/>
              </a:p>
            </p:txBody>
          </p:sp>
          <p:sp>
            <p:nvSpPr>
              <p:cNvPr id="46110" name="Text Box 17">
                <a:extLst>
                  <a:ext uri="{FF2B5EF4-FFF2-40B4-BE49-F238E27FC236}">
                    <a16:creationId xmlns:a16="http://schemas.microsoft.com/office/drawing/2014/main" id="{63BA09FA-8713-4ADA-A1DA-CC42D7757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2" y="2337"/>
                <a:ext cx="84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用户间约定</a:t>
                </a:r>
                <a:endParaRPr lang="zh-CN" altLang="zh-CN" sz="1100"/>
              </a:p>
            </p:txBody>
          </p:sp>
          <p:sp>
            <p:nvSpPr>
              <p:cNvPr id="46111" name="Text Box 18">
                <a:extLst>
                  <a:ext uri="{FF2B5EF4-FFF2-40B4-BE49-F238E27FC236}">
                    <a16:creationId xmlns:a16="http://schemas.microsoft.com/office/drawing/2014/main" id="{1738FA75-9C44-4F7E-A925-1D522C3A6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2" y="3122"/>
                <a:ext cx="84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邮局间约定</a:t>
                </a:r>
                <a:endParaRPr lang="zh-CN" altLang="zh-CN" sz="1100"/>
              </a:p>
            </p:txBody>
          </p:sp>
          <p:sp>
            <p:nvSpPr>
              <p:cNvPr id="46112" name="Text Box 19">
                <a:extLst>
                  <a:ext uri="{FF2B5EF4-FFF2-40B4-BE49-F238E27FC236}">
                    <a16:creationId xmlns:a16="http://schemas.microsoft.com/office/drawing/2014/main" id="{11F0F6D6-B561-4473-ADA8-964F97794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7" y="3905"/>
                <a:ext cx="105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运输部门间约定</a:t>
                </a:r>
                <a:endParaRPr lang="zh-CN" altLang="zh-CN" sz="1100"/>
              </a:p>
            </p:txBody>
          </p:sp>
          <p:sp>
            <p:nvSpPr>
              <p:cNvPr id="46113" name="Text Box 20">
                <a:extLst>
                  <a:ext uri="{FF2B5EF4-FFF2-40B4-BE49-F238E27FC236}">
                    <a16:creationId xmlns:a16="http://schemas.microsoft.com/office/drawing/2014/main" id="{F7574F17-99FA-4D1C-A98B-B080336E55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594"/>
                <a:ext cx="105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用户</a:t>
                </a:r>
                <a:r>
                  <a:rPr lang="en-US" altLang="zh-CN" sz="1100">
                    <a:latin typeface="Calibri" panose="020F0502020204030204" pitchFamily="34" charset="0"/>
                  </a:rPr>
                  <a:t>/</a:t>
                </a:r>
                <a:r>
                  <a:rPr lang="zh-CN" altLang="en-US" sz="1100">
                    <a:latin typeface="Calibri" panose="020F0502020204030204" pitchFamily="34" charset="0"/>
                  </a:rPr>
                  <a:t>邮局</a:t>
                </a:r>
                <a:endParaRPr lang="zh-CN" altLang="en-US" sz="11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约定</a:t>
                </a:r>
                <a:endParaRPr lang="zh-CN" altLang="zh-CN" sz="1100"/>
              </a:p>
            </p:txBody>
          </p:sp>
          <p:sp>
            <p:nvSpPr>
              <p:cNvPr id="46114" name="Text Box 21">
                <a:extLst>
                  <a:ext uri="{FF2B5EF4-FFF2-40B4-BE49-F238E27FC236}">
                    <a16:creationId xmlns:a16="http://schemas.microsoft.com/office/drawing/2014/main" id="{D6CA6EE6-949C-4A03-BFD5-119D1227AA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2" y="3374"/>
                <a:ext cx="945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邮局</a:t>
                </a:r>
                <a:r>
                  <a:rPr lang="en-US" altLang="zh-CN" sz="1100">
                    <a:latin typeface="Calibri" panose="020F0502020204030204" pitchFamily="34" charset="0"/>
                  </a:rPr>
                  <a:t>/</a:t>
                </a:r>
                <a:r>
                  <a:rPr lang="zh-CN" altLang="en-US" sz="1100">
                    <a:latin typeface="Calibri" panose="020F0502020204030204" pitchFamily="34" charset="0"/>
                  </a:rPr>
                  <a:t>运输</a:t>
                </a:r>
                <a:endParaRPr lang="zh-CN" altLang="en-US" sz="1100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部门约定</a:t>
                </a:r>
                <a:endParaRPr lang="zh-CN" altLang="zh-CN" sz="1100"/>
              </a:p>
            </p:txBody>
          </p:sp>
          <p:sp>
            <p:nvSpPr>
              <p:cNvPr id="46115" name="Text Box 22">
                <a:extLst>
                  <a:ext uri="{FF2B5EF4-FFF2-40B4-BE49-F238E27FC236}">
                    <a16:creationId xmlns:a16="http://schemas.microsoft.com/office/drawing/2014/main" id="{5DF45D94-F2FE-46AF-A449-2394D8C0C4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7" y="1959"/>
                <a:ext cx="420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甲地</a:t>
                </a:r>
                <a:endParaRPr lang="zh-CN" altLang="zh-CN" sz="1100"/>
              </a:p>
            </p:txBody>
          </p:sp>
          <p:sp>
            <p:nvSpPr>
              <p:cNvPr id="46116" name="Text Box 23">
                <a:extLst>
                  <a:ext uri="{FF2B5EF4-FFF2-40B4-BE49-F238E27FC236}">
                    <a16:creationId xmlns:a16="http://schemas.microsoft.com/office/drawing/2014/main" id="{8DBB94FD-A95A-4CA3-BC68-364AC800C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7" y="1959"/>
                <a:ext cx="420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100">
                    <a:latin typeface="Calibri" panose="020F0502020204030204" pitchFamily="34" charset="0"/>
                  </a:rPr>
                  <a:t>乙地</a:t>
                </a:r>
                <a:endParaRPr lang="zh-CN" altLang="zh-CN" sz="1100"/>
              </a:p>
            </p:txBody>
          </p:sp>
          <p:sp>
            <p:nvSpPr>
              <p:cNvPr id="46117" name="Line 24">
                <a:extLst>
                  <a:ext uri="{FF2B5EF4-FFF2-40B4-BE49-F238E27FC236}">
                    <a16:creationId xmlns:a16="http://schemas.microsoft.com/office/drawing/2014/main" id="{B61FB43C-36B6-4937-B624-0A032A5E5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52" y="4550"/>
                <a:ext cx="11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8" name="Text Box 25">
                <a:extLst>
                  <a:ext uri="{FF2B5EF4-FFF2-40B4-BE49-F238E27FC236}">
                    <a16:creationId xmlns:a16="http://schemas.microsoft.com/office/drawing/2014/main" id="{0320D23C-99DD-41A8-8A52-EA4949B227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" y="4934"/>
                <a:ext cx="54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400">
                    <a:latin typeface="Calibri" panose="020F0502020204030204" pitchFamily="34" charset="0"/>
                  </a:rPr>
                  <a:t> </a:t>
                </a:r>
                <a:r>
                  <a:rPr lang="zh-CN" altLang="en-US" sz="1400">
                    <a:latin typeface="Calibri" panose="020F0502020204030204" pitchFamily="34" charset="0"/>
                  </a:rPr>
                  <a:t>邮政系统分层模型</a:t>
                </a:r>
                <a:endParaRPr lang="zh-CN" altLang="zh-CN" sz="1400"/>
              </a:p>
            </p:txBody>
          </p:sp>
          <p:sp>
            <p:nvSpPr>
              <p:cNvPr id="46119" name="AutoShape 26">
                <a:extLst>
                  <a:ext uri="{FF2B5EF4-FFF2-40B4-BE49-F238E27FC236}">
                    <a16:creationId xmlns:a16="http://schemas.microsoft.com/office/drawing/2014/main" id="{9838095B-E07D-4D58-B3C8-84487A534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2516"/>
                <a:ext cx="102" cy="624"/>
              </a:xfrm>
              <a:prstGeom prst="leftBrace">
                <a:avLst>
                  <a:gd name="adj1" fmla="val 5098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100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6120" name="AutoShape 27">
                <a:extLst>
                  <a:ext uri="{FF2B5EF4-FFF2-40B4-BE49-F238E27FC236}">
                    <a16:creationId xmlns:a16="http://schemas.microsoft.com/office/drawing/2014/main" id="{32CF1835-A695-4A5E-9E25-175D99311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3374"/>
                <a:ext cx="102" cy="624"/>
              </a:xfrm>
              <a:prstGeom prst="leftBrace">
                <a:avLst>
                  <a:gd name="adj1" fmla="val 5098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100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6121" name="AutoShape 28">
                <a:extLst>
                  <a:ext uri="{FF2B5EF4-FFF2-40B4-BE49-F238E27FC236}">
                    <a16:creationId xmlns:a16="http://schemas.microsoft.com/office/drawing/2014/main" id="{171119CF-477A-4E54-8665-7F7F70A2CE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250" y="2498"/>
                <a:ext cx="102" cy="624"/>
              </a:xfrm>
              <a:prstGeom prst="leftBrace">
                <a:avLst>
                  <a:gd name="adj1" fmla="val 5098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100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6122" name="AutoShape 29">
                <a:extLst>
                  <a:ext uri="{FF2B5EF4-FFF2-40B4-BE49-F238E27FC236}">
                    <a16:creationId xmlns:a16="http://schemas.microsoft.com/office/drawing/2014/main" id="{FCF72EDC-717F-4DC7-9864-98B2DAEBAE6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250" y="3374"/>
                <a:ext cx="102" cy="624"/>
              </a:xfrm>
              <a:prstGeom prst="leftBrace">
                <a:avLst>
                  <a:gd name="adj1" fmla="val 5098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100">
                  <a:latin typeface="Goudy Old Style" panose="02020502050305020303" pitchFamily="18" charset="0"/>
                </a:endParaRPr>
              </a:p>
            </p:txBody>
          </p:sp>
        </p:grpSp>
        <p:cxnSp>
          <p:nvCxnSpPr>
            <p:cNvPr id="46093" name="AutoShape 30">
              <a:extLst>
                <a:ext uri="{FF2B5EF4-FFF2-40B4-BE49-F238E27FC236}">
                  <a16:creationId xmlns:a16="http://schemas.microsoft.com/office/drawing/2014/main" id="{1C633A42-6ED5-4DB4-947D-E12B680D1F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18" y="3105"/>
              <a:ext cx="0" cy="2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4" name="AutoShape 31">
              <a:extLst>
                <a:ext uri="{FF2B5EF4-FFF2-40B4-BE49-F238E27FC236}">
                  <a16:creationId xmlns:a16="http://schemas.microsoft.com/office/drawing/2014/main" id="{EC4DFC40-41AB-4487-A2F3-722CDC7109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11" y="3904"/>
              <a:ext cx="0" cy="2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5" name="AutoShape 32">
              <a:extLst>
                <a:ext uri="{FF2B5EF4-FFF2-40B4-BE49-F238E27FC236}">
                  <a16:creationId xmlns:a16="http://schemas.microsoft.com/office/drawing/2014/main" id="{C8D22F49-8227-4A5F-8D27-9857AEEC2F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28" y="3105"/>
              <a:ext cx="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6" name="AutoShape 33">
              <a:extLst>
                <a:ext uri="{FF2B5EF4-FFF2-40B4-BE49-F238E27FC236}">
                  <a16:creationId xmlns:a16="http://schemas.microsoft.com/office/drawing/2014/main" id="{6289BA7C-824E-48E1-A602-DB8FE2DBF9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34" y="3891"/>
              <a:ext cx="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4">
            <a:extLst>
              <a:ext uri="{FF2B5EF4-FFF2-40B4-BE49-F238E27FC236}">
                <a16:creationId xmlns:a16="http://schemas.microsoft.com/office/drawing/2014/main" id="{81DFE56A-400E-4EFC-BA24-98C40481BB06}"/>
              </a:ext>
            </a:extLst>
          </p:cNvPr>
          <p:cNvSpPr txBox="1">
            <a:spLocks/>
          </p:cNvSpPr>
          <p:nvPr/>
        </p:nvSpPr>
        <p:spPr bwMode="auto">
          <a:xfrm>
            <a:off x="755650" y="785813"/>
            <a:ext cx="46799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</a:pPr>
            <a:r>
              <a:rPr lang="zh-CN" altLang="en-US" dirty="0">
                <a:solidFill>
                  <a:srgbClr val="215978"/>
                </a:solidFill>
                <a:latin typeface="Calibri" panose="020F0502020204030204" pitchFamily="34" charset="0"/>
              </a:rPr>
              <a:t>    六、</a:t>
            </a:r>
            <a:r>
              <a:rPr lang="zh-CN" altLang="zh-CN" dirty="0">
                <a:solidFill>
                  <a:srgbClr val="215978"/>
                </a:solidFill>
                <a:latin typeface="Calibri" panose="020F0502020204030204" pitchFamily="34" charset="0"/>
              </a:rPr>
              <a:t>网络</a:t>
            </a:r>
            <a:r>
              <a:rPr lang="zh-CN" altLang="en-US" dirty="0">
                <a:solidFill>
                  <a:srgbClr val="215978"/>
                </a:solidFill>
                <a:latin typeface="Calibri" panose="020F0502020204030204" pitchFamily="34" charset="0"/>
              </a:rPr>
              <a:t>协议与网络体系结构</a:t>
            </a:r>
            <a:endParaRPr lang="en-US" altLang="zh-CN" dirty="0">
              <a:solidFill>
                <a:srgbClr val="00B0F0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dirty="0">
                <a:latin typeface="Calibri" panose="020F0502020204030204" pitchFamily="34" charset="0"/>
              </a:rPr>
              <a:t>3. </a:t>
            </a:r>
            <a:r>
              <a:rPr lang="zh-CN" altLang="en-US" sz="1600" dirty="0">
                <a:latin typeface="Calibri" panose="020F0502020204030204" pitchFamily="34" charset="0"/>
              </a:rPr>
              <a:t>建立网络体系结构必要性</a:t>
            </a:r>
            <a:endParaRPr lang="en-US" altLang="zh-CN" sz="1600" dirty="0">
              <a:latin typeface="Calibri" panose="020F050202020403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B824EFB-3BBD-40E3-84D9-7A5250A43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44B55BF-DAE0-4FD4-A931-8406AAE4A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9D71AF9F-7CC2-4A0B-9BBE-56203E7AB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5C7B6362-793D-4DA0-BCB1-CE3EBD018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5" name="Rectangle 4">
            <a:extLst>
              <a:ext uri="{FF2B5EF4-FFF2-40B4-BE49-F238E27FC236}">
                <a16:creationId xmlns:a16="http://schemas.microsoft.com/office/drawing/2014/main" id="{19DC61DD-CF85-415E-8C1C-0E0180633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6" name="Rectangle 2">
            <a:extLst>
              <a:ext uri="{FF2B5EF4-FFF2-40B4-BE49-F238E27FC236}">
                <a16:creationId xmlns:a16="http://schemas.microsoft.com/office/drawing/2014/main" id="{D6E35A36-7A8B-41A2-88E1-93B49A14B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7" name="Rectangle 4">
            <a:extLst>
              <a:ext uri="{FF2B5EF4-FFF2-40B4-BE49-F238E27FC236}">
                <a16:creationId xmlns:a16="http://schemas.microsoft.com/office/drawing/2014/main" id="{659637F5-A259-485A-AAF1-A191931D9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8" name="Rectangle 4">
            <a:extLst>
              <a:ext uri="{FF2B5EF4-FFF2-40B4-BE49-F238E27FC236}">
                <a16:creationId xmlns:a16="http://schemas.microsoft.com/office/drawing/2014/main" id="{91273B8E-23AF-447E-A57E-7932226C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48139" name="矩形 52">
            <a:extLst>
              <a:ext uri="{FF2B5EF4-FFF2-40B4-BE49-F238E27FC236}">
                <a16:creationId xmlns:a16="http://schemas.microsoft.com/office/drawing/2014/main" id="{BD1FFC14-319C-4AD1-9DBD-53F6A1720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1773238"/>
            <a:ext cx="5546725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 u="sng">
                <a:solidFill>
                  <a:schemeClr val="tx2"/>
                </a:solidFill>
              </a:rPr>
              <a:t>解决通信问题：</a:t>
            </a:r>
            <a:r>
              <a:rPr lang="zh-CN" altLang="en-US" sz="1400">
                <a:solidFill>
                  <a:schemeClr val="tx2"/>
                </a:solidFill>
              </a:rPr>
              <a:t>信号、差错、寻址、交换、接口等系列问题。</a:t>
            </a:r>
            <a:endParaRPr lang="en-US" altLang="zh-CN" sz="140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 u="sng">
                <a:solidFill>
                  <a:schemeClr val="tx2"/>
                </a:solidFill>
              </a:rPr>
              <a:t>简化复杂问题</a:t>
            </a:r>
            <a:r>
              <a:rPr lang="zh-CN" altLang="en-US" sz="1400">
                <a:solidFill>
                  <a:schemeClr val="tx2"/>
                </a:solidFill>
              </a:rPr>
              <a:t>：设计、实现，抽象结构模型。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 u="sng">
                <a:solidFill>
                  <a:schemeClr val="tx2"/>
                </a:solidFill>
              </a:rPr>
              <a:t>层次化模型</a:t>
            </a:r>
            <a:r>
              <a:rPr lang="zh-CN" altLang="en-US" sz="1400">
                <a:solidFill>
                  <a:schemeClr val="tx2"/>
                </a:solidFill>
              </a:rPr>
              <a:t>：化整为零，分而治之、各个击破。 </a:t>
            </a: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6C6C1C53-27AC-405D-887D-B3CE93E7AF65}"/>
              </a:ext>
            </a:extLst>
          </p:cNvPr>
          <p:cNvSpPr txBox="1">
            <a:spLocks/>
          </p:cNvSpPr>
          <p:nvPr/>
        </p:nvSpPr>
        <p:spPr bwMode="auto">
          <a:xfrm>
            <a:off x="819150" y="3357563"/>
            <a:ext cx="2528888" cy="62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CN" sz="1600" kern="0" dirty="0">
                <a:solidFill>
                  <a:schemeClr val="tx1"/>
                </a:solidFill>
              </a:rPr>
              <a:t>4. </a:t>
            </a:r>
            <a:r>
              <a:rPr lang="zh-CN" altLang="en-US" sz="1600" kern="0" dirty="0">
                <a:solidFill>
                  <a:schemeClr val="tx1"/>
                </a:solidFill>
              </a:rPr>
              <a:t>分层结构依据原则</a:t>
            </a:r>
            <a:endParaRPr lang="en-US" altLang="zh-CN" sz="1600" kern="0" dirty="0">
              <a:solidFill>
                <a:schemeClr val="tx1"/>
              </a:solidFill>
            </a:endParaRPr>
          </a:p>
        </p:txBody>
      </p:sp>
      <p:sp>
        <p:nvSpPr>
          <p:cNvPr id="48141" name="矩形 2">
            <a:extLst>
              <a:ext uri="{FF2B5EF4-FFF2-40B4-BE49-F238E27FC236}">
                <a16:creationId xmlns:a16="http://schemas.microsoft.com/office/drawing/2014/main" id="{28B20CB4-A019-40A5-BF5E-922C16585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89363"/>
            <a:ext cx="3384550" cy="173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2"/>
                </a:solidFill>
                <a:latin typeface="宋体" panose="02010600030101010101" pitchFamily="2" charset="-122"/>
              </a:rPr>
              <a:t>明确规定每层实现的功能和服务。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2"/>
                </a:solidFill>
                <a:latin typeface="宋体" panose="02010600030101010101" pitchFamily="2" charset="-122"/>
              </a:rPr>
              <a:t>每层功能选择有利于标准化。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2"/>
                </a:solidFill>
                <a:latin typeface="宋体" panose="02010600030101010101" pitchFamily="2" charset="-122"/>
              </a:rPr>
              <a:t>层次划分不依赖于具体系统。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2"/>
                </a:solidFill>
                <a:latin typeface="宋体" panose="02010600030101010101" pitchFamily="2" charset="-122"/>
              </a:rPr>
              <a:t>高层使用下层提供的服务接口。</a:t>
            </a:r>
          </a:p>
        </p:txBody>
      </p:sp>
      <p:pic>
        <p:nvPicPr>
          <p:cNvPr id="48142" name="图片 13">
            <a:extLst>
              <a:ext uri="{FF2B5EF4-FFF2-40B4-BE49-F238E27FC236}">
                <a16:creationId xmlns:a16="http://schemas.microsoft.com/office/drawing/2014/main" id="{1CB99D6C-6729-408B-A8E7-89D8B92D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3363913"/>
            <a:ext cx="4121150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4">
            <a:extLst>
              <a:ext uri="{FF2B5EF4-FFF2-40B4-BE49-F238E27FC236}">
                <a16:creationId xmlns:a16="http://schemas.microsoft.com/office/drawing/2014/main" id="{402BADE1-2EC5-484B-935B-18E9D5564BF9}"/>
              </a:ext>
            </a:extLst>
          </p:cNvPr>
          <p:cNvSpPr txBox="1">
            <a:spLocks/>
          </p:cNvSpPr>
          <p:nvPr/>
        </p:nvSpPr>
        <p:spPr bwMode="auto">
          <a:xfrm>
            <a:off x="900113" y="1393825"/>
            <a:ext cx="352742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chemeClr val="tx2"/>
                </a:solidFill>
                <a:latin typeface="Calibri" panose="020F0502020204030204" pitchFamily="34" charset="0"/>
              </a:rPr>
              <a:t>5. </a:t>
            </a:r>
            <a:r>
              <a:rPr lang="zh-CN" altLang="en-US" sz="1600" dirty="0">
                <a:solidFill>
                  <a:schemeClr val="tx2"/>
                </a:solidFill>
                <a:latin typeface="Calibri" panose="020F0502020204030204" pitchFamily="34" charset="0"/>
              </a:rPr>
              <a:t>原理性的网络体系结构</a:t>
            </a:r>
            <a:endParaRPr lang="en-US" altLang="zh-CN" sz="1600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D6926F9-F3D1-4E7A-8EB3-87B818922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7F2F2F13-5F83-4747-BBD0-637583C2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620427AD-DD05-46E9-8EB9-F922023A4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B7BC09A5-DBCE-4683-8343-16F79E5E7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3" name="Rectangle 4">
            <a:extLst>
              <a:ext uri="{FF2B5EF4-FFF2-40B4-BE49-F238E27FC236}">
                <a16:creationId xmlns:a16="http://schemas.microsoft.com/office/drawing/2014/main" id="{E0FC9BC9-1279-44F2-80D7-48214F87B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4" name="Rectangle 2">
            <a:extLst>
              <a:ext uri="{FF2B5EF4-FFF2-40B4-BE49-F238E27FC236}">
                <a16:creationId xmlns:a16="http://schemas.microsoft.com/office/drawing/2014/main" id="{179AF28B-EBDD-43E9-8F7A-993DB875B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5" name="Rectangle 4">
            <a:extLst>
              <a:ext uri="{FF2B5EF4-FFF2-40B4-BE49-F238E27FC236}">
                <a16:creationId xmlns:a16="http://schemas.microsoft.com/office/drawing/2014/main" id="{B1DCE6B6-94E2-4559-B03C-39A159664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0186" name="Rectangle 4">
            <a:extLst>
              <a:ext uri="{FF2B5EF4-FFF2-40B4-BE49-F238E27FC236}">
                <a16:creationId xmlns:a16="http://schemas.microsoft.com/office/drawing/2014/main" id="{38392D6A-55E0-4479-8730-7267FDFE9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pSp>
        <p:nvGrpSpPr>
          <p:cNvPr id="50187" name="Group 2">
            <a:extLst>
              <a:ext uri="{FF2B5EF4-FFF2-40B4-BE49-F238E27FC236}">
                <a16:creationId xmlns:a16="http://schemas.microsoft.com/office/drawing/2014/main" id="{C6635E56-0DD1-4CF7-AC00-4DB0005EC412}"/>
              </a:ext>
            </a:extLst>
          </p:cNvPr>
          <p:cNvGrpSpPr>
            <a:grpSpLocks/>
          </p:cNvGrpSpPr>
          <p:nvPr/>
        </p:nvGrpSpPr>
        <p:grpSpPr bwMode="auto">
          <a:xfrm>
            <a:off x="5868863" y="2036763"/>
            <a:ext cx="3095625" cy="3527425"/>
            <a:chOff x="6837" y="11486"/>
            <a:chExt cx="3150" cy="3120"/>
          </a:xfrm>
        </p:grpSpPr>
        <p:grpSp>
          <p:nvGrpSpPr>
            <p:cNvPr id="50190" name="Group 3">
              <a:extLst>
                <a:ext uri="{FF2B5EF4-FFF2-40B4-BE49-F238E27FC236}">
                  <a16:creationId xmlns:a16="http://schemas.microsoft.com/office/drawing/2014/main" id="{B72A1704-4376-4313-A64B-EB7337159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7" y="11486"/>
              <a:ext cx="1575" cy="2496"/>
              <a:chOff x="3372" y="2126"/>
              <a:chExt cx="1575" cy="2496"/>
            </a:xfrm>
          </p:grpSpPr>
          <p:sp>
            <p:nvSpPr>
              <p:cNvPr id="15" name="Text Box 4">
                <a:extLst>
                  <a:ext uri="{FF2B5EF4-FFF2-40B4-BE49-F238E27FC236}">
                    <a16:creationId xmlns:a16="http://schemas.microsoft.com/office/drawing/2014/main" id="{9DED30D0-9A80-4A60-859B-B31EA6B6B0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2" y="2126"/>
                <a:ext cx="1470" cy="249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76200" prstMaterial="legacyMatte">
                <a:bevelT w="13500" h="13500" prst="angle"/>
                <a:bevelB w="13500" h="13500" prst="angle"/>
                <a:extrusionClr>
                  <a:srgbClr val="C0C0C0"/>
                </a:extrusionClr>
                <a:contourClr>
                  <a:srgbClr val="FFFFFF"/>
                </a:contourClr>
              </a:sp3d>
            </p:spPr>
            <p:txBody>
              <a:bodyPr>
                <a:flatTx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250000"/>
                  </a:lnSpc>
                  <a:defRPr/>
                </a:pPr>
                <a:r>
                  <a:rPr lang="zh-CN" altLang="en-US" sz="1400" dirty="0">
                    <a:latin typeface="Calibri" panose="020F0502020204030204" pitchFamily="34" charset="0"/>
                  </a:rPr>
                  <a:t>应用层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250000"/>
                  </a:lnSpc>
                  <a:defRPr/>
                </a:pPr>
                <a:r>
                  <a:rPr lang="zh-CN" altLang="en-US" sz="1400" dirty="0">
                    <a:latin typeface="Calibri" panose="020F0502020204030204" pitchFamily="34" charset="0"/>
                  </a:rPr>
                  <a:t>传输层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250000"/>
                  </a:lnSpc>
                  <a:defRPr/>
                </a:pPr>
                <a:r>
                  <a:rPr lang="zh-CN" altLang="en-US" sz="1400" dirty="0">
                    <a:latin typeface="Calibri" panose="020F0502020204030204" pitchFamily="34" charset="0"/>
                  </a:rPr>
                  <a:t>网络层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250000"/>
                  </a:lnSpc>
                  <a:defRPr/>
                </a:pPr>
                <a:r>
                  <a:rPr lang="zh-CN" altLang="en-US" sz="1400" dirty="0">
                    <a:latin typeface="Calibri" panose="020F0502020204030204" pitchFamily="34" charset="0"/>
                  </a:rPr>
                  <a:t>数据链路层</a:t>
                </a:r>
                <a:endParaRPr lang="zh-CN" altLang="en-US" sz="1400" dirty="0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250000"/>
                  </a:lnSpc>
                  <a:defRPr/>
                </a:pPr>
                <a:r>
                  <a:rPr lang="zh-CN" altLang="en-US" sz="1400" dirty="0">
                    <a:latin typeface="Calibri" panose="020F0502020204030204" pitchFamily="34" charset="0"/>
                  </a:rPr>
                  <a:t>物理层</a:t>
                </a:r>
                <a:endParaRPr lang="zh-CN" altLang="zh-CN" sz="1400" dirty="0"/>
              </a:p>
            </p:txBody>
          </p:sp>
          <p:sp>
            <p:nvSpPr>
              <p:cNvPr id="50194" name="Freeform 5">
                <a:extLst>
                  <a:ext uri="{FF2B5EF4-FFF2-40B4-BE49-F238E27FC236}">
                    <a16:creationId xmlns:a16="http://schemas.microsoft.com/office/drawing/2014/main" id="{18502067-48A6-4360-BB52-678769788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529"/>
                <a:ext cx="1575" cy="156"/>
              </a:xfrm>
              <a:custGeom>
                <a:avLst/>
                <a:gdLst>
                  <a:gd name="T0" fmla="*/ 0 w 1575"/>
                  <a:gd name="T1" fmla="*/ 156 h 156"/>
                  <a:gd name="T2" fmla="*/ 1470 w 1575"/>
                  <a:gd name="T3" fmla="*/ 156 h 156"/>
                  <a:gd name="T4" fmla="*/ 1575 w 1575"/>
                  <a:gd name="T5" fmla="*/ 0 h 156"/>
                  <a:gd name="T6" fmla="*/ 0 60000 65536"/>
                  <a:gd name="T7" fmla="*/ 0 60000 65536"/>
                  <a:gd name="T8" fmla="*/ 0 60000 65536"/>
                  <a:gd name="T9" fmla="*/ 0 w 1575"/>
                  <a:gd name="T10" fmla="*/ 0 h 156"/>
                  <a:gd name="T11" fmla="*/ 1575 w 1575"/>
                  <a:gd name="T12" fmla="*/ 156 h 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5" h="156">
                    <a:moveTo>
                      <a:pt x="0" y="156"/>
                    </a:moveTo>
                    <a:lnTo>
                      <a:pt x="1470" y="156"/>
                    </a:lnTo>
                    <a:lnTo>
                      <a:pt x="1575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5" name="Freeform 6">
                <a:extLst>
                  <a:ext uri="{FF2B5EF4-FFF2-40B4-BE49-F238E27FC236}">
                    <a16:creationId xmlns:a16="http://schemas.microsoft.com/office/drawing/2014/main" id="{FB938302-50BF-48A2-8D50-241BE1847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2984"/>
                <a:ext cx="1575" cy="156"/>
              </a:xfrm>
              <a:custGeom>
                <a:avLst/>
                <a:gdLst>
                  <a:gd name="T0" fmla="*/ 0 w 1575"/>
                  <a:gd name="T1" fmla="*/ 156 h 156"/>
                  <a:gd name="T2" fmla="*/ 1470 w 1575"/>
                  <a:gd name="T3" fmla="*/ 156 h 156"/>
                  <a:gd name="T4" fmla="*/ 1575 w 1575"/>
                  <a:gd name="T5" fmla="*/ 0 h 156"/>
                  <a:gd name="T6" fmla="*/ 0 60000 65536"/>
                  <a:gd name="T7" fmla="*/ 0 60000 65536"/>
                  <a:gd name="T8" fmla="*/ 0 60000 65536"/>
                  <a:gd name="T9" fmla="*/ 0 w 1575"/>
                  <a:gd name="T10" fmla="*/ 0 h 156"/>
                  <a:gd name="T11" fmla="*/ 1575 w 1575"/>
                  <a:gd name="T12" fmla="*/ 156 h 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5" h="156">
                    <a:moveTo>
                      <a:pt x="0" y="156"/>
                    </a:moveTo>
                    <a:lnTo>
                      <a:pt x="1470" y="156"/>
                    </a:lnTo>
                    <a:lnTo>
                      <a:pt x="1575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6" name="Freeform 7">
                <a:extLst>
                  <a:ext uri="{FF2B5EF4-FFF2-40B4-BE49-F238E27FC236}">
                    <a16:creationId xmlns:a16="http://schemas.microsoft.com/office/drawing/2014/main" id="{3601615D-E45E-462A-9C8C-7D9D228A5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3465"/>
                <a:ext cx="1575" cy="156"/>
              </a:xfrm>
              <a:custGeom>
                <a:avLst/>
                <a:gdLst>
                  <a:gd name="T0" fmla="*/ 0 w 1575"/>
                  <a:gd name="T1" fmla="*/ 156 h 156"/>
                  <a:gd name="T2" fmla="*/ 1470 w 1575"/>
                  <a:gd name="T3" fmla="*/ 156 h 156"/>
                  <a:gd name="T4" fmla="*/ 1575 w 1575"/>
                  <a:gd name="T5" fmla="*/ 0 h 156"/>
                  <a:gd name="T6" fmla="*/ 0 60000 65536"/>
                  <a:gd name="T7" fmla="*/ 0 60000 65536"/>
                  <a:gd name="T8" fmla="*/ 0 60000 65536"/>
                  <a:gd name="T9" fmla="*/ 0 w 1575"/>
                  <a:gd name="T10" fmla="*/ 0 h 156"/>
                  <a:gd name="T11" fmla="*/ 1575 w 1575"/>
                  <a:gd name="T12" fmla="*/ 156 h 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5" h="156">
                    <a:moveTo>
                      <a:pt x="0" y="156"/>
                    </a:moveTo>
                    <a:lnTo>
                      <a:pt x="1470" y="156"/>
                    </a:lnTo>
                    <a:lnTo>
                      <a:pt x="1575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7" name="Freeform 8">
                <a:extLst>
                  <a:ext uri="{FF2B5EF4-FFF2-40B4-BE49-F238E27FC236}">
                    <a16:creationId xmlns:a16="http://schemas.microsoft.com/office/drawing/2014/main" id="{CC034EDB-04CE-4A77-A5EE-632C150CC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2" y="3920"/>
                <a:ext cx="1575" cy="156"/>
              </a:xfrm>
              <a:custGeom>
                <a:avLst/>
                <a:gdLst>
                  <a:gd name="T0" fmla="*/ 0 w 1575"/>
                  <a:gd name="T1" fmla="*/ 156 h 156"/>
                  <a:gd name="T2" fmla="*/ 1470 w 1575"/>
                  <a:gd name="T3" fmla="*/ 156 h 156"/>
                  <a:gd name="T4" fmla="*/ 1575 w 1575"/>
                  <a:gd name="T5" fmla="*/ 0 h 156"/>
                  <a:gd name="T6" fmla="*/ 0 60000 65536"/>
                  <a:gd name="T7" fmla="*/ 0 60000 65536"/>
                  <a:gd name="T8" fmla="*/ 0 60000 65536"/>
                  <a:gd name="T9" fmla="*/ 0 w 1575"/>
                  <a:gd name="T10" fmla="*/ 0 h 156"/>
                  <a:gd name="T11" fmla="*/ 1575 w 1575"/>
                  <a:gd name="T12" fmla="*/ 156 h 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5" h="156">
                    <a:moveTo>
                      <a:pt x="0" y="156"/>
                    </a:moveTo>
                    <a:lnTo>
                      <a:pt x="1470" y="156"/>
                    </a:lnTo>
                    <a:lnTo>
                      <a:pt x="1575" y="0"/>
                    </a:lnTo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191" name="Text Box 9">
              <a:extLst>
                <a:ext uri="{FF2B5EF4-FFF2-40B4-BE49-F238E27FC236}">
                  <a16:creationId xmlns:a16="http://schemas.microsoft.com/office/drawing/2014/main" id="{4459D230-1E61-4B18-8517-CB988D3C8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2" y="11552"/>
              <a:ext cx="210" cy="2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250000"/>
                </a:lnSpc>
              </a:pPr>
              <a:r>
                <a:rPr lang="en-US" altLang="zh-CN" sz="1400">
                  <a:latin typeface="Calibri" panose="020F0502020204030204" pitchFamily="34" charset="0"/>
                </a:rPr>
                <a:t>5</a:t>
              </a:r>
            </a:p>
            <a:p>
              <a:pPr algn="r" eaLnBrk="1" hangingPunct="1">
                <a:lnSpc>
                  <a:spcPct val="250000"/>
                </a:lnSpc>
              </a:pPr>
              <a:r>
                <a:rPr lang="en-US" altLang="zh-CN" sz="1400">
                  <a:latin typeface="Calibri" panose="020F0502020204030204" pitchFamily="34" charset="0"/>
                </a:rPr>
                <a:t>4</a:t>
              </a:r>
            </a:p>
            <a:p>
              <a:pPr algn="r" eaLnBrk="1" hangingPunct="1">
                <a:lnSpc>
                  <a:spcPct val="250000"/>
                </a:lnSpc>
              </a:pPr>
              <a:r>
                <a:rPr lang="en-US" altLang="zh-CN" sz="1400">
                  <a:latin typeface="Calibri" panose="020F0502020204030204" pitchFamily="34" charset="0"/>
                </a:rPr>
                <a:t>3</a:t>
              </a:r>
            </a:p>
            <a:p>
              <a:pPr algn="r" eaLnBrk="1" hangingPunct="1">
                <a:lnSpc>
                  <a:spcPct val="250000"/>
                </a:lnSpc>
              </a:pPr>
              <a:r>
                <a:rPr lang="en-US" altLang="zh-CN" sz="1400">
                  <a:latin typeface="Calibri" panose="020F0502020204030204" pitchFamily="34" charset="0"/>
                </a:rPr>
                <a:t>2</a:t>
              </a:r>
            </a:p>
            <a:p>
              <a:pPr algn="r" eaLnBrk="1" hangingPunct="1">
                <a:lnSpc>
                  <a:spcPct val="250000"/>
                </a:lnSpc>
              </a:pPr>
              <a:r>
                <a:rPr lang="en-US" altLang="zh-CN" sz="1400">
                  <a:latin typeface="Calibri" panose="020F0502020204030204" pitchFamily="34" charset="0"/>
                </a:rPr>
                <a:t>1</a:t>
              </a:r>
              <a:endParaRPr lang="zh-CN" altLang="zh-CN" sz="1400"/>
            </a:p>
          </p:txBody>
        </p:sp>
        <p:sp>
          <p:nvSpPr>
            <p:cNvPr id="50192" name="Text Box 10">
              <a:extLst>
                <a:ext uri="{FF2B5EF4-FFF2-40B4-BE49-F238E27FC236}">
                  <a16:creationId xmlns:a16="http://schemas.microsoft.com/office/drawing/2014/main" id="{86F8D3A0-69ED-4EB3-9900-4FAE69F42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" y="13983"/>
              <a:ext cx="3150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>
                  <a:latin typeface="Calibri" panose="020F0502020204030204" pitchFamily="34" charset="0"/>
                </a:rPr>
                <a:t> </a:t>
              </a:r>
            </a:p>
            <a:p>
              <a:pPr algn="ctr" eaLnBrk="1" hangingPunct="1"/>
              <a:r>
                <a:rPr lang="zh-CN" altLang="en-US" sz="1400">
                  <a:solidFill>
                    <a:schemeClr val="tx2"/>
                  </a:solidFill>
                  <a:latin typeface="Calibri" panose="020F0502020204030204" pitchFamily="34" charset="0"/>
                </a:rPr>
                <a:t>原理性的网络体系结构</a:t>
              </a:r>
              <a:endParaRPr lang="zh-CN" altLang="zh-CN" sz="1400">
                <a:solidFill>
                  <a:schemeClr val="tx2"/>
                </a:solidFill>
              </a:endParaRPr>
            </a:p>
          </p:txBody>
        </p:sp>
      </p:grpSp>
      <p:sp>
        <p:nvSpPr>
          <p:cNvPr id="50188" name="矩形 52">
            <a:extLst>
              <a:ext uri="{FF2B5EF4-FFF2-40B4-BE49-F238E27FC236}">
                <a16:creationId xmlns:a16="http://schemas.microsoft.com/office/drawing/2014/main" id="{821B016F-5695-414F-832A-3D6652C85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59" y="1844824"/>
            <a:ext cx="5412109" cy="246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物理层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：规定物理接口，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比特流透明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传输。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数据链路层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：实现逻辑链路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上无差错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数据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帧传输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网络层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：实现网络分组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传输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，解决寻址、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路由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、转发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传输层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：实现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进程之间可靠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无差错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的端到端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通信。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应用层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：根据应用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进程通信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要求，</a:t>
            </a:r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满足用户的需要。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869E6CA1-10D4-45ED-9EF6-4C7799291F48}"/>
              </a:ext>
            </a:extLst>
          </p:cNvPr>
          <p:cNvSpPr txBox="1">
            <a:spLocks/>
          </p:cNvSpPr>
          <p:nvPr/>
        </p:nvSpPr>
        <p:spPr bwMode="auto">
          <a:xfrm>
            <a:off x="755650" y="836613"/>
            <a:ext cx="46799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kern="0" dirty="0">
                <a:solidFill>
                  <a:srgbClr val="215978"/>
                </a:solidFill>
              </a:rPr>
              <a:t>    六、</a:t>
            </a:r>
            <a:r>
              <a:rPr lang="zh-CN" altLang="zh-CN" sz="1800" kern="0" dirty="0">
                <a:solidFill>
                  <a:srgbClr val="215978"/>
                </a:solidFill>
              </a:rPr>
              <a:t>网络</a:t>
            </a:r>
            <a:r>
              <a:rPr lang="zh-CN" altLang="en-US" sz="1800" kern="0" dirty="0">
                <a:solidFill>
                  <a:srgbClr val="215978"/>
                </a:solidFill>
              </a:rPr>
              <a:t>协议与网络体系结构</a:t>
            </a:r>
            <a:endParaRPr lang="en-US" altLang="zh-CN" sz="1800" kern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1920B13-0F09-495B-BFA3-3F49F65C7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44AF5760-3FF6-4DE9-A690-4AA8227CA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A424C70F-A386-472E-A0A7-3BEAE20D1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29" name="Rectangle 2">
            <a:extLst>
              <a:ext uri="{FF2B5EF4-FFF2-40B4-BE49-F238E27FC236}">
                <a16:creationId xmlns:a16="http://schemas.microsoft.com/office/drawing/2014/main" id="{6AA8F406-F144-452A-8455-4A3BDCAE6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434D3360-E36A-4599-92BB-E996AA2C8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31" name="Rectangle 2">
            <a:extLst>
              <a:ext uri="{FF2B5EF4-FFF2-40B4-BE49-F238E27FC236}">
                <a16:creationId xmlns:a16="http://schemas.microsoft.com/office/drawing/2014/main" id="{6898409B-E826-40A4-A242-CF4C6B3EA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32" name="Rectangle 4">
            <a:extLst>
              <a:ext uri="{FF2B5EF4-FFF2-40B4-BE49-F238E27FC236}">
                <a16:creationId xmlns:a16="http://schemas.microsoft.com/office/drawing/2014/main" id="{CFE72BDB-201A-4477-8C53-43670278A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33" name="Rectangle 4">
            <a:extLst>
              <a:ext uri="{FF2B5EF4-FFF2-40B4-BE49-F238E27FC236}">
                <a16:creationId xmlns:a16="http://schemas.microsoft.com/office/drawing/2014/main" id="{A58C0DA9-D98E-4490-9DAA-EB57C399D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2234" name="Rectangle 2">
            <a:extLst>
              <a:ext uri="{FF2B5EF4-FFF2-40B4-BE49-F238E27FC236}">
                <a16:creationId xmlns:a16="http://schemas.microsoft.com/office/drawing/2014/main" id="{C1C21781-D7E0-4F42-BE41-F30CD8380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aphicFrame>
        <p:nvGraphicFramePr>
          <p:cNvPr id="52235" name="Object 1">
            <a:extLst>
              <a:ext uri="{FF2B5EF4-FFF2-40B4-BE49-F238E27FC236}">
                <a16:creationId xmlns:a16="http://schemas.microsoft.com/office/drawing/2014/main" id="{36047EEB-8309-49C4-85F4-7E07E1811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236164"/>
              </p:ext>
            </p:extLst>
          </p:nvPr>
        </p:nvGraphicFramePr>
        <p:xfrm>
          <a:off x="1714500" y="1593056"/>
          <a:ext cx="5715000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Visio" r:id="rId4" imgW="4381630" imgH="3078324" progId="Visio.Drawing.11">
                  <p:embed/>
                </p:oleObj>
              </mc:Choice>
              <mc:Fallback>
                <p:oleObj name="Visio" r:id="rId4" imgW="4381630" imgH="3078324" progId="Visio.Drawing.11">
                  <p:embed/>
                  <p:pic>
                    <p:nvPicPr>
                      <p:cNvPr id="52235" name="Object 1">
                        <a:extLst>
                          <a:ext uri="{FF2B5EF4-FFF2-40B4-BE49-F238E27FC236}">
                            <a16:creationId xmlns:a16="http://schemas.microsoft.com/office/drawing/2014/main" id="{36047EEB-8309-49C4-85F4-7E07E1811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593056"/>
                        <a:ext cx="5715000" cy="367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矩形 1">
            <a:extLst>
              <a:ext uri="{FF2B5EF4-FFF2-40B4-BE49-F238E27FC236}">
                <a16:creationId xmlns:a16="http://schemas.microsoft.com/office/drawing/2014/main" id="{34B3429F-CC24-4CCD-B7D5-B83D2A24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306546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dirty="0">
                <a:solidFill>
                  <a:schemeClr val="tx2"/>
                </a:solidFill>
              </a:rPr>
              <a:t>解</a:t>
            </a:r>
            <a:endParaRPr lang="en-US" altLang="zh-CN" sz="1400" dirty="0">
              <a:solidFill>
                <a:schemeClr val="tx2"/>
              </a:solidFill>
            </a:endParaRPr>
          </a:p>
          <a:p>
            <a:r>
              <a:rPr lang="zh-CN" altLang="en-US" sz="1400" dirty="0">
                <a:solidFill>
                  <a:schemeClr val="tx2"/>
                </a:solidFill>
              </a:rPr>
              <a:t>封</a:t>
            </a:r>
            <a:endParaRPr lang="en-US" altLang="zh-CN" sz="1400" dirty="0">
              <a:solidFill>
                <a:schemeClr val="tx2"/>
              </a:solidFill>
            </a:endParaRPr>
          </a:p>
        </p:txBody>
      </p:sp>
      <p:sp>
        <p:nvSpPr>
          <p:cNvPr id="52237" name="矩形 13">
            <a:extLst>
              <a:ext uri="{FF2B5EF4-FFF2-40B4-BE49-F238E27FC236}">
                <a16:creationId xmlns:a16="http://schemas.microsoft.com/office/drawing/2014/main" id="{51826F0B-7DBE-4EE4-8722-A2A5EA6B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314325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>
                  <a:schemeClr val="tx2"/>
                </a:solidFill>
              </a:rPr>
              <a:t>封</a:t>
            </a:r>
            <a:endParaRPr lang="en-US" altLang="zh-CN" sz="1400">
              <a:solidFill>
                <a:schemeClr val="tx2"/>
              </a:solidFill>
            </a:endParaRPr>
          </a:p>
          <a:p>
            <a:r>
              <a:rPr lang="zh-CN" altLang="en-US" sz="1400">
                <a:solidFill>
                  <a:schemeClr val="tx2"/>
                </a:solidFill>
              </a:rPr>
              <a:t>装</a:t>
            </a:r>
          </a:p>
        </p:txBody>
      </p:sp>
      <p:sp>
        <p:nvSpPr>
          <p:cNvPr id="52238" name="矩形 2">
            <a:extLst>
              <a:ext uri="{FF2B5EF4-FFF2-40B4-BE49-F238E27FC236}">
                <a16:creationId xmlns:a16="http://schemas.microsoft.com/office/drawing/2014/main" id="{E9D72D78-C48B-47D1-8CE8-6F7E441DC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00663"/>
            <a:ext cx="82089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2"/>
                </a:solidFill>
              </a:rPr>
              <a:t>封装：   上一层协议数据单元添加头部信息，形成新的协议数据单元。</a:t>
            </a:r>
            <a:endParaRPr lang="en-US" altLang="zh-CN" sz="1400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2"/>
                </a:solidFill>
              </a:rPr>
              <a:t>解封：   剥离相邻下一层传递的协议数据单元头部后，交给相邻上层。</a:t>
            </a:r>
          </a:p>
        </p:txBody>
      </p:sp>
      <p:sp>
        <p:nvSpPr>
          <p:cNvPr id="15" name="内容占位符 4">
            <a:extLst>
              <a:ext uri="{FF2B5EF4-FFF2-40B4-BE49-F238E27FC236}">
                <a16:creationId xmlns:a16="http://schemas.microsoft.com/office/drawing/2014/main" id="{DA9F11C1-321B-4E90-A621-5BEE15D41F32}"/>
              </a:ext>
            </a:extLst>
          </p:cNvPr>
          <p:cNvSpPr txBox="1">
            <a:spLocks/>
          </p:cNvSpPr>
          <p:nvPr/>
        </p:nvSpPr>
        <p:spPr bwMode="auto">
          <a:xfrm>
            <a:off x="755650" y="836613"/>
            <a:ext cx="46799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kern="0" dirty="0">
                <a:solidFill>
                  <a:srgbClr val="215978"/>
                </a:solidFill>
              </a:rPr>
              <a:t>    六、</a:t>
            </a:r>
            <a:r>
              <a:rPr lang="zh-CN" altLang="zh-CN" sz="1800" kern="0" dirty="0">
                <a:solidFill>
                  <a:srgbClr val="215978"/>
                </a:solidFill>
              </a:rPr>
              <a:t>网络</a:t>
            </a:r>
            <a:r>
              <a:rPr lang="zh-CN" altLang="en-US" sz="1800" kern="0" dirty="0">
                <a:solidFill>
                  <a:srgbClr val="215978"/>
                </a:solidFill>
              </a:rPr>
              <a:t>协议与网络体系结构</a:t>
            </a:r>
            <a:endParaRPr lang="en-US" altLang="zh-CN" sz="1800" kern="0" dirty="0">
              <a:solidFill>
                <a:srgbClr val="00B0F0"/>
              </a:solidFill>
            </a:endParaRPr>
          </a:p>
        </p:txBody>
      </p:sp>
      <p:sp>
        <p:nvSpPr>
          <p:cNvPr id="52240" name="内容占位符 4">
            <a:extLst>
              <a:ext uri="{FF2B5EF4-FFF2-40B4-BE49-F238E27FC236}">
                <a16:creationId xmlns:a16="http://schemas.microsoft.com/office/drawing/2014/main" id="{F9048D2B-D6FA-4274-83A4-A40333C97624}"/>
              </a:ext>
            </a:extLst>
          </p:cNvPr>
          <p:cNvSpPr txBox="1">
            <a:spLocks/>
          </p:cNvSpPr>
          <p:nvPr/>
        </p:nvSpPr>
        <p:spPr bwMode="auto">
          <a:xfrm>
            <a:off x="971550" y="1311275"/>
            <a:ext cx="35290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</a:pPr>
            <a:r>
              <a:rPr lang="en-US" altLang="zh-CN" sz="1600">
                <a:latin typeface="Calibri" panose="020F0502020204030204" pitchFamily="34" charset="0"/>
              </a:rPr>
              <a:t>6. </a:t>
            </a:r>
            <a:r>
              <a:rPr lang="zh-CN" altLang="en-US" sz="1600">
                <a:latin typeface="Calibri" panose="020F0502020204030204" pitchFamily="34" charset="0"/>
              </a:rPr>
              <a:t>封装协议数据单元</a:t>
            </a:r>
            <a:endParaRPr lang="en-US" altLang="zh-CN" sz="1600">
              <a:latin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内容占位符 4">
            <a:extLst>
              <a:ext uri="{FF2B5EF4-FFF2-40B4-BE49-F238E27FC236}">
                <a16:creationId xmlns:a16="http://schemas.microsoft.com/office/drawing/2014/main" id="{9F7C65D2-EB2E-40C4-93F0-DC0AE26C50C2}"/>
              </a:ext>
            </a:extLst>
          </p:cNvPr>
          <p:cNvSpPr txBox="1">
            <a:spLocks/>
          </p:cNvSpPr>
          <p:nvPr/>
        </p:nvSpPr>
        <p:spPr bwMode="auto">
          <a:xfrm>
            <a:off x="971550" y="1385888"/>
            <a:ext cx="468153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>
                <a:latin typeface="Calibri" panose="020F0502020204030204" pitchFamily="34" charset="0"/>
              </a:rPr>
              <a:t>7. </a:t>
            </a:r>
            <a:r>
              <a:rPr lang="zh-CN" altLang="en-US" sz="1600">
                <a:latin typeface="Calibri" panose="020F0502020204030204" pitchFamily="34" charset="0"/>
              </a:rPr>
              <a:t>两大网络体系结构</a:t>
            </a:r>
            <a:endParaRPr lang="zh-CN" altLang="zh-CN" sz="1600">
              <a:latin typeface="Calibri" panose="020F050202020403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1C2DCD2-5D8A-4C25-B687-2211986FE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C94D1EA5-A100-4639-A8EF-D30975525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ADC1E216-4919-4F2B-9165-6885F262B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78" name="Rectangle 2">
            <a:extLst>
              <a:ext uri="{FF2B5EF4-FFF2-40B4-BE49-F238E27FC236}">
                <a16:creationId xmlns:a16="http://schemas.microsoft.com/office/drawing/2014/main" id="{2C1F84F4-D9FA-40A3-A301-49671913A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79" name="Rectangle 4">
            <a:extLst>
              <a:ext uri="{FF2B5EF4-FFF2-40B4-BE49-F238E27FC236}">
                <a16:creationId xmlns:a16="http://schemas.microsoft.com/office/drawing/2014/main" id="{AE1C3827-C54D-4E04-8B4B-E50031E11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80" name="Rectangle 2">
            <a:extLst>
              <a:ext uri="{FF2B5EF4-FFF2-40B4-BE49-F238E27FC236}">
                <a16:creationId xmlns:a16="http://schemas.microsoft.com/office/drawing/2014/main" id="{ECD05480-C932-4376-8E4F-F8DE66184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81" name="Rectangle 4">
            <a:extLst>
              <a:ext uri="{FF2B5EF4-FFF2-40B4-BE49-F238E27FC236}">
                <a16:creationId xmlns:a16="http://schemas.microsoft.com/office/drawing/2014/main" id="{2844AD7D-59EC-469A-BB2E-9D0E47458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82" name="Rectangle 4">
            <a:extLst>
              <a:ext uri="{FF2B5EF4-FFF2-40B4-BE49-F238E27FC236}">
                <a16:creationId xmlns:a16="http://schemas.microsoft.com/office/drawing/2014/main" id="{85BEFF47-1741-42E1-9AB6-DF62542BF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4283" name="Rectangle 2">
            <a:extLst>
              <a:ext uri="{FF2B5EF4-FFF2-40B4-BE49-F238E27FC236}">
                <a16:creationId xmlns:a16="http://schemas.microsoft.com/office/drawing/2014/main" id="{1119E9E8-58ED-4A28-B8D7-865DB2580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pSp>
        <p:nvGrpSpPr>
          <p:cNvPr id="54284" name="Group 3">
            <a:extLst>
              <a:ext uri="{FF2B5EF4-FFF2-40B4-BE49-F238E27FC236}">
                <a16:creationId xmlns:a16="http://schemas.microsoft.com/office/drawing/2014/main" id="{EDF4FD46-4DA6-488C-83EA-12DFAF0CA261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901825"/>
            <a:ext cx="4964113" cy="3975100"/>
            <a:chOff x="5265" y="11359"/>
            <a:chExt cx="5355" cy="4082"/>
          </a:xfrm>
        </p:grpSpPr>
        <p:grpSp>
          <p:nvGrpSpPr>
            <p:cNvPr id="54290" name="Group 4">
              <a:extLst>
                <a:ext uri="{FF2B5EF4-FFF2-40B4-BE49-F238E27FC236}">
                  <a16:creationId xmlns:a16="http://schemas.microsoft.com/office/drawing/2014/main" id="{2FB7BED7-4931-46D9-96FC-4DC16F41D4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5" y="11359"/>
              <a:ext cx="5355" cy="4082"/>
              <a:chOff x="3162" y="1788"/>
              <a:chExt cx="5355" cy="4082"/>
            </a:xfrm>
          </p:grpSpPr>
          <p:grpSp>
            <p:nvGrpSpPr>
              <p:cNvPr id="54296" name="Group 5">
                <a:extLst>
                  <a:ext uri="{FF2B5EF4-FFF2-40B4-BE49-F238E27FC236}">
                    <a16:creationId xmlns:a16="http://schemas.microsoft.com/office/drawing/2014/main" id="{5B326EC3-3E8D-486E-A45F-E9C58D996F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7" y="2126"/>
                <a:ext cx="1890" cy="2964"/>
                <a:chOff x="3687" y="2126"/>
                <a:chExt cx="1890" cy="2964"/>
              </a:xfrm>
            </p:grpSpPr>
            <p:grpSp>
              <p:nvGrpSpPr>
                <p:cNvPr id="54307" name="Group 6">
                  <a:extLst>
                    <a:ext uri="{FF2B5EF4-FFF2-40B4-BE49-F238E27FC236}">
                      <a16:creationId xmlns:a16="http://schemas.microsoft.com/office/drawing/2014/main" id="{81288760-A668-4D2A-9F4D-2435B6EE6E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7" y="2126"/>
                  <a:ext cx="1890" cy="2964"/>
                  <a:chOff x="3687" y="2126"/>
                  <a:chExt cx="1890" cy="2964"/>
                </a:xfrm>
              </p:grpSpPr>
              <p:sp>
                <p:nvSpPr>
                  <p:cNvPr id="38" name="AutoShape 7">
                    <a:extLst>
                      <a:ext uri="{FF2B5EF4-FFF2-40B4-BE49-F238E27FC236}">
                        <a16:creationId xmlns:a16="http://schemas.microsoft.com/office/drawing/2014/main" id="{90F9298C-FDF2-4FE6-99DF-3DAED1EB0F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8" y="2125"/>
                    <a:ext cx="1889" cy="2965"/>
                  </a:xfrm>
                  <a:prstGeom prst="cube">
                    <a:avLst>
                      <a:gd name="adj" fmla="val 6718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defRPr/>
                    </a:pPr>
                    <a:endParaRPr lang="zh-CN" altLang="en-US" sz="1400">
                      <a:solidFill>
                        <a:schemeClr val="bg1"/>
                      </a:solidFill>
                      <a:latin typeface="Goudy Old Style" panose="02020502050305020303" pitchFamily="18" charset="0"/>
                    </a:endParaRPr>
                  </a:p>
                </p:txBody>
              </p:sp>
              <p:sp>
                <p:nvSpPr>
                  <p:cNvPr id="39" name="Text Box 8">
                    <a:extLst>
                      <a:ext uri="{FF2B5EF4-FFF2-40B4-BE49-F238E27FC236}">
                        <a16:creationId xmlns:a16="http://schemas.microsoft.com/office/drawing/2014/main" id="{20772DA2-1036-4A13-987A-EF2B2149026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94" y="2267"/>
                    <a:ext cx="1528" cy="2491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7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应用层</a:t>
                    </a:r>
                    <a:endParaRPr lang="zh-CN" altLang="en-US" sz="140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6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表示层</a:t>
                    </a:r>
                    <a:endParaRPr lang="zh-CN" altLang="en-US" sz="140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5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会话层</a:t>
                    </a:r>
                    <a:endParaRPr lang="zh-CN" altLang="en-US" sz="140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4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传输层</a:t>
                    </a:r>
                    <a:endParaRPr lang="zh-CN" altLang="en-US" sz="140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3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网络层</a:t>
                    </a:r>
                    <a:endParaRPr lang="zh-CN" altLang="en-US" sz="140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buFont typeface="Calibri" pitchFamily="34" charset="0"/>
                      <a:buChar char="2"/>
                      <a:defRPr/>
                    </a:pP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   </a:t>
                    </a:r>
                    <a:r>
                      <a:rPr lang="zh-CN" altLang="en-US" sz="1200" kern="0" dirty="0">
                        <a:latin typeface="Calibri" pitchFamily="34" charset="0"/>
                        <a:cs typeface="宋体" pitchFamily="2" charset="-122"/>
                      </a:rPr>
                      <a:t>数据链路层</a:t>
                    </a:r>
                    <a:endParaRPr lang="zh-CN" altLang="en-US" sz="1400" kern="0" dirty="0">
                      <a:latin typeface="Times New Roman" pitchFamily="18" charset="0"/>
                      <a:cs typeface="宋体" pitchFamily="2" charset="-122"/>
                    </a:endParaRPr>
                  </a:p>
                  <a:p>
                    <a:pPr algn="just" eaLnBrk="1" hangingPunct="1">
                      <a:lnSpc>
                        <a:spcPts val="3000"/>
                      </a:lnSpc>
                      <a:defRPr/>
                    </a:pPr>
                    <a:r>
                      <a:rPr lang="en-US" altLang="zh-CN" sz="1400" dirty="0">
                        <a:latin typeface="Calibri" pitchFamily="34" charset="0"/>
                        <a:cs typeface="宋体" pitchFamily="2" charset="-122"/>
                      </a:rPr>
                      <a:t>1   </a:t>
                    </a:r>
                    <a:r>
                      <a:rPr lang="zh-CN" altLang="en-US" sz="1400" dirty="0">
                        <a:latin typeface="Calibri" pitchFamily="34" charset="0"/>
                        <a:cs typeface="宋体" pitchFamily="2" charset="-122"/>
                      </a:rPr>
                      <a:t>物理层</a:t>
                    </a:r>
                    <a:endParaRPr lang="zh-CN" sz="1400" dirty="0">
                      <a:cs typeface="宋体" pitchFamily="2" charset="-122"/>
                    </a:endParaRPr>
                  </a:p>
                </p:txBody>
              </p:sp>
            </p:grpSp>
            <p:grpSp>
              <p:nvGrpSpPr>
                <p:cNvPr id="54308" name="Group 9">
                  <a:extLst>
                    <a:ext uri="{FF2B5EF4-FFF2-40B4-BE49-F238E27FC236}">
                      <a16:creationId xmlns:a16="http://schemas.microsoft.com/office/drawing/2014/main" id="{9BF581BF-676F-45A8-A627-B74D90F56C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7" y="2594"/>
                  <a:ext cx="1890" cy="1989"/>
                  <a:chOff x="3687" y="2594"/>
                  <a:chExt cx="1890" cy="1989"/>
                </a:xfrm>
              </p:grpSpPr>
              <p:sp>
                <p:nvSpPr>
                  <p:cNvPr id="54309" name="Freeform 10">
                    <a:extLst>
                      <a:ext uri="{FF2B5EF4-FFF2-40B4-BE49-F238E27FC236}">
                        <a16:creationId xmlns:a16="http://schemas.microsoft.com/office/drawing/2014/main" id="{45366F18-9AF6-4FFE-B620-9DE72837D8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2594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0" name="Freeform 11">
                    <a:extLst>
                      <a:ext uri="{FF2B5EF4-FFF2-40B4-BE49-F238E27FC236}">
                        <a16:creationId xmlns:a16="http://schemas.microsoft.com/office/drawing/2014/main" id="{3659D68E-052D-4425-ABCD-F75398F769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2984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1" name="Freeform 12">
                    <a:extLst>
                      <a:ext uri="{FF2B5EF4-FFF2-40B4-BE49-F238E27FC236}">
                        <a16:creationId xmlns:a16="http://schemas.microsoft.com/office/drawing/2014/main" id="{910E35CA-50B7-4AE3-9933-BF28589C47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3322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2" name="Freeform 13">
                    <a:extLst>
                      <a:ext uri="{FF2B5EF4-FFF2-40B4-BE49-F238E27FC236}">
                        <a16:creationId xmlns:a16="http://schemas.microsoft.com/office/drawing/2014/main" id="{AE89E957-AEF1-4711-A224-886DDA79CC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3686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3" name="Freeform 14">
                    <a:extLst>
                      <a:ext uri="{FF2B5EF4-FFF2-40B4-BE49-F238E27FC236}">
                        <a16:creationId xmlns:a16="http://schemas.microsoft.com/office/drawing/2014/main" id="{8CD8816F-3AF1-40D4-A799-5FB6C86D32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4050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4" name="Freeform 15">
                    <a:extLst>
                      <a:ext uri="{FF2B5EF4-FFF2-40B4-BE49-F238E27FC236}">
                        <a16:creationId xmlns:a16="http://schemas.microsoft.com/office/drawing/2014/main" id="{4E841523-2807-44E0-B1B9-5D8DECD41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87" y="4427"/>
                    <a:ext cx="1890" cy="156"/>
                  </a:xfrm>
                  <a:custGeom>
                    <a:avLst/>
                    <a:gdLst>
                      <a:gd name="T0" fmla="*/ 0 w 1890"/>
                      <a:gd name="T1" fmla="*/ 156 h 156"/>
                      <a:gd name="T2" fmla="*/ 1785 w 1890"/>
                      <a:gd name="T3" fmla="*/ 156 h 156"/>
                      <a:gd name="T4" fmla="*/ 1890 w 1890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890"/>
                      <a:gd name="T10" fmla="*/ 0 h 156"/>
                      <a:gd name="T11" fmla="*/ 1890 w 1890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0" h="156">
                        <a:moveTo>
                          <a:pt x="0" y="156"/>
                        </a:moveTo>
                        <a:lnTo>
                          <a:pt x="1785" y="156"/>
                        </a:lnTo>
                        <a:lnTo>
                          <a:pt x="189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4297" name="Group 16">
                <a:extLst>
                  <a:ext uri="{FF2B5EF4-FFF2-40B4-BE49-F238E27FC236}">
                    <a16:creationId xmlns:a16="http://schemas.microsoft.com/office/drawing/2014/main" id="{204FBC16-E33A-4817-9AD5-9B51FF5F85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84" y="2126"/>
                <a:ext cx="2008" cy="2964"/>
                <a:chOff x="5984" y="2126"/>
                <a:chExt cx="2008" cy="2964"/>
              </a:xfrm>
            </p:grpSpPr>
            <p:sp>
              <p:nvSpPr>
                <p:cNvPr id="54301" name="AutoShape 17">
                  <a:extLst>
                    <a:ext uri="{FF2B5EF4-FFF2-40B4-BE49-F238E27FC236}">
                      <a16:creationId xmlns:a16="http://schemas.microsoft.com/office/drawing/2014/main" id="{96AA0C98-5804-4DCA-8ED0-182D13568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97" y="2126"/>
                  <a:ext cx="1995" cy="2964"/>
                </a:xfrm>
                <a:prstGeom prst="cube">
                  <a:avLst>
                    <a:gd name="adj" fmla="val 6718"/>
                  </a:avLst>
                </a:prstGeom>
                <a:solidFill>
                  <a:schemeClr val="accent1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400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54302" name="Text Box 18">
                  <a:extLst>
                    <a:ext uri="{FF2B5EF4-FFF2-40B4-BE49-F238E27FC236}">
                      <a16:creationId xmlns:a16="http://schemas.microsoft.com/office/drawing/2014/main" id="{B9936CAA-884F-40CC-9525-37E3C7C93D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2" y="2382"/>
                  <a:ext cx="1660" cy="249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50000"/>
                    </a:lnSpc>
                  </a:pPr>
                  <a:r>
                    <a:rPr lang="zh-CN" altLang="en-US" sz="1200">
                      <a:latin typeface="Calibri" panose="020F0502020204030204" pitchFamily="34" charset="0"/>
                    </a:rPr>
                    <a:t>应用层</a:t>
                  </a:r>
                  <a:endParaRPr lang="zh-CN" altLang="en-US" sz="1200">
                    <a:latin typeface="Times New Roman" panose="02020603050405020304" pitchFamily="18" charset="0"/>
                  </a:endParaRPr>
                </a:p>
                <a:p>
                  <a:pPr algn="ctr" eaLnBrk="1" hangingPunct="1">
                    <a:lnSpc>
                      <a:spcPct val="150000"/>
                    </a:lnSpc>
                  </a:pPr>
                  <a:r>
                    <a:rPr lang="en-US" altLang="zh-CN" sz="1200">
                      <a:latin typeface="Calibri" panose="020F0502020204030204" pitchFamily="34" charset="0"/>
                    </a:rPr>
                    <a:t>(HTTP,DNS,SNMP</a:t>
                  </a:r>
                </a:p>
                <a:p>
                  <a:pPr algn="ctr" eaLnBrk="1" hangingPunct="1">
                    <a:lnSpc>
                      <a:spcPct val="150000"/>
                    </a:lnSpc>
                  </a:pPr>
                  <a:r>
                    <a:rPr lang="en-US" altLang="zh-CN" sz="1200">
                      <a:latin typeface="Calibri" panose="020F0502020204030204" pitchFamily="34" charset="0"/>
                    </a:rPr>
                    <a:t>TELNET,FTP,SMTP)</a:t>
                  </a:r>
                </a:p>
                <a:p>
                  <a:pPr algn="ctr" eaLnBrk="1" hangingPunct="1">
                    <a:lnSpc>
                      <a:spcPct val="150000"/>
                    </a:lnSpc>
                  </a:pPr>
                  <a:endParaRPr lang="en-US" altLang="zh-CN" sz="1000">
                    <a:latin typeface="Calibri" panose="020F0502020204030204" pitchFamily="34" charset="0"/>
                  </a:endParaRPr>
                </a:p>
                <a:p>
                  <a:pPr algn="ctr" eaLnBrk="1" hangingPunct="1">
                    <a:lnSpc>
                      <a:spcPct val="200000"/>
                    </a:lnSpc>
                  </a:pPr>
                  <a:r>
                    <a:rPr lang="zh-CN" altLang="en-US" sz="1200">
                      <a:latin typeface="Calibri" panose="020F0502020204030204" pitchFamily="34" charset="0"/>
                    </a:rPr>
                    <a:t>传输层</a:t>
                  </a:r>
                  <a:r>
                    <a:rPr lang="en-US" altLang="zh-CN" sz="1200">
                      <a:latin typeface="Calibri" panose="020F0502020204030204" pitchFamily="34" charset="0"/>
                    </a:rPr>
                    <a:t>TCP,UDP</a:t>
                  </a:r>
                </a:p>
                <a:p>
                  <a:pPr eaLnBrk="1" hangingPunct="1">
                    <a:lnSpc>
                      <a:spcPct val="200000"/>
                    </a:lnSpc>
                  </a:pPr>
                  <a:r>
                    <a:rPr lang="zh-CN" altLang="en-US" sz="1200">
                      <a:latin typeface="Calibri" panose="020F0502020204030204" pitchFamily="34" charset="0"/>
                    </a:rPr>
                    <a:t>        网络互连层</a:t>
                  </a:r>
                  <a:r>
                    <a:rPr lang="en-US" altLang="zh-CN" sz="1200">
                      <a:latin typeface="Calibri" panose="020F0502020204030204" pitchFamily="34" charset="0"/>
                    </a:rPr>
                    <a:t>IP</a:t>
                  </a:r>
                </a:p>
                <a:p>
                  <a:pPr eaLnBrk="1" hangingPunct="1"/>
                  <a:endParaRPr lang="en-US" altLang="zh-CN" sz="1200">
                    <a:latin typeface="Calibri" panose="020F0502020204030204" pitchFamily="34" charset="0"/>
                  </a:endParaRPr>
                </a:p>
                <a:p>
                  <a:pPr eaLnBrk="1" hangingPunct="1">
                    <a:lnSpc>
                      <a:spcPct val="200000"/>
                    </a:lnSpc>
                  </a:pPr>
                  <a:r>
                    <a:rPr lang="zh-CN" altLang="en-US" sz="1200">
                      <a:latin typeface="Calibri" panose="020F0502020204030204" pitchFamily="34" charset="0"/>
                    </a:rPr>
                    <a:t>        网络接口层</a:t>
                  </a:r>
                  <a:endParaRPr lang="zh-CN" altLang="zh-CN" sz="1200"/>
                </a:p>
              </p:txBody>
            </p:sp>
            <p:grpSp>
              <p:nvGrpSpPr>
                <p:cNvPr id="54303" name="Group 19">
                  <a:extLst>
                    <a:ext uri="{FF2B5EF4-FFF2-40B4-BE49-F238E27FC236}">
                      <a16:creationId xmlns:a16="http://schemas.microsoft.com/office/drawing/2014/main" id="{411F7979-F04B-43A1-A4F9-2C688CD844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84" y="3309"/>
                  <a:ext cx="1995" cy="910"/>
                  <a:chOff x="5997" y="3309"/>
                  <a:chExt cx="1995" cy="910"/>
                </a:xfrm>
              </p:grpSpPr>
              <p:sp>
                <p:nvSpPr>
                  <p:cNvPr id="54304" name="Freeform 20">
                    <a:extLst>
                      <a:ext uri="{FF2B5EF4-FFF2-40B4-BE49-F238E27FC236}">
                        <a16:creationId xmlns:a16="http://schemas.microsoft.com/office/drawing/2014/main" id="{65ABE483-06B1-4458-BF25-B4FE9B6E1B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97" y="3309"/>
                    <a:ext cx="1995" cy="156"/>
                  </a:xfrm>
                  <a:custGeom>
                    <a:avLst/>
                    <a:gdLst>
                      <a:gd name="T0" fmla="*/ 0 w 1995"/>
                      <a:gd name="T1" fmla="*/ 156 h 156"/>
                      <a:gd name="T2" fmla="*/ 1890 w 1995"/>
                      <a:gd name="T3" fmla="*/ 156 h 156"/>
                      <a:gd name="T4" fmla="*/ 1995 w 1995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995"/>
                      <a:gd name="T10" fmla="*/ 0 h 156"/>
                      <a:gd name="T11" fmla="*/ 1995 w 1995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995" h="156">
                        <a:moveTo>
                          <a:pt x="0" y="156"/>
                        </a:moveTo>
                        <a:lnTo>
                          <a:pt x="1890" y="156"/>
                        </a:lnTo>
                        <a:lnTo>
                          <a:pt x="1995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05" name="Freeform 21">
                    <a:extLst>
                      <a:ext uri="{FF2B5EF4-FFF2-40B4-BE49-F238E27FC236}">
                        <a16:creationId xmlns:a16="http://schemas.microsoft.com/office/drawing/2014/main" id="{EFE55574-005E-4304-ADDD-4830EA2A13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97" y="3699"/>
                    <a:ext cx="1995" cy="156"/>
                  </a:xfrm>
                  <a:custGeom>
                    <a:avLst/>
                    <a:gdLst>
                      <a:gd name="T0" fmla="*/ 0 w 1995"/>
                      <a:gd name="T1" fmla="*/ 156 h 156"/>
                      <a:gd name="T2" fmla="*/ 1890 w 1995"/>
                      <a:gd name="T3" fmla="*/ 156 h 156"/>
                      <a:gd name="T4" fmla="*/ 1995 w 1995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995"/>
                      <a:gd name="T10" fmla="*/ 0 h 156"/>
                      <a:gd name="T11" fmla="*/ 1995 w 1995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995" h="156">
                        <a:moveTo>
                          <a:pt x="0" y="156"/>
                        </a:moveTo>
                        <a:lnTo>
                          <a:pt x="1890" y="156"/>
                        </a:lnTo>
                        <a:lnTo>
                          <a:pt x="1995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06" name="Freeform 22">
                    <a:extLst>
                      <a:ext uri="{FF2B5EF4-FFF2-40B4-BE49-F238E27FC236}">
                        <a16:creationId xmlns:a16="http://schemas.microsoft.com/office/drawing/2014/main" id="{4A2487EF-0636-4E64-B12D-7600030C7A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97" y="4063"/>
                    <a:ext cx="1995" cy="156"/>
                  </a:xfrm>
                  <a:custGeom>
                    <a:avLst/>
                    <a:gdLst>
                      <a:gd name="T0" fmla="*/ 0 w 1995"/>
                      <a:gd name="T1" fmla="*/ 156 h 156"/>
                      <a:gd name="T2" fmla="*/ 1890 w 1995"/>
                      <a:gd name="T3" fmla="*/ 156 h 156"/>
                      <a:gd name="T4" fmla="*/ 1995 w 1995"/>
                      <a:gd name="T5" fmla="*/ 0 h 156"/>
                      <a:gd name="T6" fmla="*/ 0 60000 65536"/>
                      <a:gd name="T7" fmla="*/ 0 60000 65536"/>
                      <a:gd name="T8" fmla="*/ 0 60000 65536"/>
                      <a:gd name="T9" fmla="*/ 0 w 1995"/>
                      <a:gd name="T10" fmla="*/ 0 h 156"/>
                      <a:gd name="T11" fmla="*/ 1995 w 1995"/>
                      <a:gd name="T12" fmla="*/ 156 h 1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995" h="156">
                        <a:moveTo>
                          <a:pt x="0" y="156"/>
                        </a:moveTo>
                        <a:lnTo>
                          <a:pt x="1890" y="156"/>
                        </a:lnTo>
                        <a:lnTo>
                          <a:pt x="1995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4298" name="Text Box 23">
                <a:extLst>
                  <a:ext uri="{FF2B5EF4-FFF2-40B4-BE49-F238E27FC236}">
                    <a16:creationId xmlns:a16="http://schemas.microsoft.com/office/drawing/2014/main" id="{6CD19035-8545-42D2-879B-BE526A6548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7" y="1788"/>
                <a:ext cx="735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400">
                    <a:latin typeface="Calibri" panose="020F0502020204030204" pitchFamily="34" charset="0"/>
                  </a:rPr>
                  <a:t>TCP/IP</a:t>
                </a:r>
                <a:endParaRPr lang="zh-CN" altLang="zh-CN" sz="1400"/>
              </a:p>
            </p:txBody>
          </p:sp>
          <p:sp>
            <p:nvSpPr>
              <p:cNvPr id="54299" name="Text Box 24">
                <a:extLst>
                  <a:ext uri="{FF2B5EF4-FFF2-40B4-BE49-F238E27FC236}">
                    <a16:creationId xmlns:a16="http://schemas.microsoft.com/office/drawing/2014/main" id="{26527DE9-0DFA-4413-9733-82C0C7FA5C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7" y="1788"/>
                <a:ext cx="923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400">
                    <a:latin typeface="Calibri" panose="020F0502020204030204" pitchFamily="34" charset="0"/>
                  </a:rPr>
                  <a:t>ISO-OSI</a:t>
                </a:r>
                <a:endParaRPr lang="zh-CN" altLang="zh-CN" sz="1400"/>
              </a:p>
            </p:txBody>
          </p:sp>
          <p:sp>
            <p:nvSpPr>
              <p:cNvPr id="54300" name="Text Box 25">
                <a:extLst>
                  <a:ext uri="{FF2B5EF4-FFF2-40B4-BE49-F238E27FC236}">
                    <a16:creationId xmlns:a16="http://schemas.microsoft.com/office/drawing/2014/main" id="{534B05D8-06D1-4F3B-9C45-9EF34CDC6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5402"/>
                <a:ext cx="5355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400">
                    <a:latin typeface="Calibri" panose="020F0502020204030204" pitchFamily="34" charset="0"/>
                  </a:rPr>
                  <a:t>TCP/IP</a:t>
                </a:r>
                <a:r>
                  <a:rPr lang="zh-CN" altLang="en-US" sz="1400">
                    <a:latin typeface="Calibri" panose="020F0502020204030204" pitchFamily="34" charset="0"/>
                  </a:rPr>
                  <a:t>与</a:t>
                </a:r>
                <a:r>
                  <a:rPr lang="en-US" altLang="zh-CN" sz="1400">
                    <a:latin typeface="Calibri" panose="020F0502020204030204" pitchFamily="34" charset="0"/>
                  </a:rPr>
                  <a:t>ISO-OSI</a:t>
                </a:r>
                <a:r>
                  <a:rPr lang="zh-CN" altLang="en-US" sz="1400">
                    <a:latin typeface="Calibri" panose="020F0502020204030204" pitchFamily="34" charset="0"/>
                  </a:rPr>
                  <a:t>体系结构对比</a:t>
                </a:r>
                <a:endParaRPr lang="zh-CN" altLang="zh-CN" sz="1400"/>
              </a:p>
            </p:txBody>
          </p:sp>
        </p:grpSp>
        <p:cxnSp>
          <p:nvCxnSpPr>
            <p:cNvPr id="54291" name="AutoShape 26">
              <a:extLst>
                <a:ext uri="{FF2B5EF4-FFF2-40B4-BE49-F238E27FC236}">
                  <a16:creationId xmlns:a16="http://schemas.microsoft.com/office/drawing/2014/main" id="{B00FC628-4158-4B6E-B748-4112AF60C7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86" y="13787"/>
              <a:ext cx="5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292" name="AutoShape 27">
              <a:extLst>
                <a:ext uri="{FF2B5EF4-FFF2-40B4-BE49-F238E27FC236}">
                  <a16:creationId xmlns:a16="http://schemas.microsoft.com/office/drawing/2014/main" id="{4029008A-C408-470F-B2CA-B30968D092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9" y="13416"/>
              <a:ext cx="5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293" name="AutoShape 28">
              <a:extLst>
                <a:ext uri="{FF2B5EF4-FFF2-40B4-BE49-F238E27FC236}">
                  <a16:creationId xmlns:a16="http://schemas.microsoft.com/office/drawing/2014/main" id="{4E5ED7FF-5A35-4A6C-86E1-127A3447B2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92" y="14651"/>
              <a:ext cx="5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294" name="AutoShape 29">
              <a:extLst>
                <a:ext uri="{FF2B5EF4-FFF2-40B4-BE49-F238E27FC236}">
                  <a16:creationId xmlns:a16="http://schemas.microsoft.com/office/drawing/2014/main" id="{AE88AECE-20DC-460B-AF32-95D1B1D267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9" y="13026"/>
              <a:ext cx="5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295" name="AutoShape 30">
              <a:extLst>
                <a:ext uri="{FF2B5EF4-FFF2-40B4-BE49-F238E27FC236}">
                  <a16:creationId xmlns:a16="http://schemas.microsoft.com/office/drawing/2014/main" id="{9D4E95EB-711A-4B54-8C9E-9387981EF5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9" y="11830"/>
              <a:ext cx="52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4285" name="矩形 2">
            <a:extLst>
              <a:ext uri="{FF2B5EF4-FFF2-40B4-BE49-F238E27FC236}">
                <a16:creationId xmlns:a16="http://schemas.microsoft.com/office/drawing/2014/main" id="{D5C10DE6-07C6-4779-82B3-6F80D70D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4365625"/>
            <a:ext cx="3421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chemeClr val="tx2"/>
                </a:solidFill>
              </a:rPr>
              <a:t>物理网接口协议：</a:t>
            </a:r>
            <a:r>
              <a:rPr lang="en-US" altLang="zh-CN" sz="1200">
                <a:solidFill>
                  <a:schemeClr val="tx2"/>
                </a:solidFill>
              </a:rPr>
              <a:t>Ethernet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ISDN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X.25</a:t>
            </a:r>
            <a:r>
              <a:rPr lang="zh-CN" altLang="en-US" sz="1200">
                <a:solidFill>
                  <a:schemeClr val="tx2"/>
                </a:solidFill>
              </a:rPr>
              <a:t>等</a:t>
            </a:r>
          </a:p>
        </p:txBody>
      </p:sp>
      <p:sp>
        <p:nvSpPr>
          <p:cNvPr id="54286" name="矩形 3">
            <a:extLst>
              <a:ext uri="{FF2B5EF4-FFF2-40B4-BE49-F238E27FC236}">
                <a16:creationId xmlns:a16="http://schemas.microsoft.com/office/drawing/2014/main" id="{B3B5F53B-73F6-4375-9372-39F82D15A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3860800"/>
            <a:ext cx="29162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solidFill>
                  <a:schemeClr val="tx2"/>
                </a:solidFill>
              </a:rPr>
              <a:t>4</a:t>
            </a:r>
            <a:r>
              <a:rPr lang="zh-CN" altLang="en-US" sz="1200">
                <a:solidFill>
                  <a:schemeClr val="tx2"/>
                </a:solidFill>
              </a:rPr>
              <a:t>个重要协议：</a:t>
            </a:r>
            <a:r>
              <a:rPr lang="en-US" altLang="zh-CN" sz="1200">
                <a:solidFill>
                  <a:schemeClr val="tx2"/>
                </a:solidFill>
              </a:rPr>
              <a:t>IP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ARP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RARP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ICMP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54287" name="矩形 4">
            <a:extLst>
              <a:ext uri="{FF2B5EF4-FFF2-40B4-BE49-F238E27FC236}">
                <a16:creationId xmlns:a16="http://schemas.microsoft.com/office/drawing/2014/main" id="{A011FDC8-BFB3-41C2-9DA8-528B48B7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3511550"/>
            <a:ext cx="19780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solidFill>
                  <a:schemeClr val="tx2"/>
                </a:solidFill>
              </a:rPr>
              <a:t>2</a:t>
            </a:r>
            <a:r>
              <a:rPr lang="zh-CN" altLang="en-US" sz="1200">
                <a:solidFill>
                  <a:schemeClr val="tx2"/>
                </a:solidFill>
              </a:rPr>
              <a:t>个重要协议：</a:t>
            </a:r>
            <a:r>
              <a:rPr lang="en-US" altLang="zh-CN" sz="1200">
                <a:solidFill>
                  <a:schemeClr val="tx2"/>
                </a:solidFill>
              </a:rPr>
              <a:t>TCP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UDP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54288" name="矩形 5">
            <a:extLst>
              <a:ext uri="{FF2B5EF4-FFF2-40B4-BE49-F238E27FC236}">
                <a16:creationId xmlns:a16="http://schemas.microsoft.com/office/drawing/2014/main" id="{AAF2A612-A40B-4E67-A447-46E176D8B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565400"/>
            <a:ext cx="37449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2"/>
                </a:solidFill>
              </a:rPr>
              <a:t>网络应用协议：</a:t>
            </a:r>
            <a:r>
              <a:rPr lang="en-US" altLang="zh-CN" sz="1200">
                <a:solidFill>
                  <a:schemeClr val="tx2"/>
                </a:solidFill>
              </a:rPr>
              <a:t>FTP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HTTP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SMTP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TELNET</a:t>
            </a:r>
            <a:r>
              <a:rPr lang="zh-CN" altLang="en-US" sz="1200">
                <a:solidFill>
                  <a:schemeClr val="tx2"/>
                </a:solidFill>
              </a:rPr>
              <a:t>等</a:t>
            </a:r>
            <a:endParaRPr lang="en-US" altLang="zh-CN" sz="120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2"/>
                </a:solidFill>
              </a:rPr>
              <a:t>应用支撑协议：</a:t>
            </a:r>
            <a:r>
              <a:rPr lang="en-US" altLang="zh-CN" sz="1200">
                <a:solidFill>
                  <a:schemeClr val="tx2"/>
                </a:solidFill>
              </a:rPr>
              <a:t>DNS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DHCP</a:t>
            </a:r>
            <a:r>
              <a:rPr lang="zh-CN" altLang="en-US" sz="1200">
                <a:solidFill>
                  <a:schemeClr val="tx2"/>
                </a:solidFill>
              </a:rPr>
              <a:t>、</a:t>
            </a:r>
            <a:r>
              <a:rPr lang="en-US" altLang="zh-CN" sz="1200">
                <a:solidFill>
                  <a:schemeClr val="tx2"/>
                </a:solidFill>
              </a:rPr>
              <a:t>SNMP</a:t>
            </a:r>
            <a:r>
              <a:rPr lang="zh-CN" altLang="en-US" sz="1200">
                <a:solidFill>
                  <a:schemeClr val="tx2"/>
                </a:solidFill>
              </a:rPr>
              <a:t>等</a:t>
            </a:r>
          </a:p>
        </p:txBody>
      </p:sp>
      <p:sp>
        <p:nvSpPr>
          <p:cNvPr id="44" name="内容占位符 4">
            <a:extLst>
              <a:ext uri="{FF2B5EF4-FFF2-40B4-BE49-F238E27FC236}">
                <a16:creationId xmlns:a16="http://schemas.microsoft.com/office/drawing/2014/main" id="{2655711F-5DB6-4AD9-90EC-65106C402FC5}"/>
              </a:ext>
            </a:extLst>
          </p:cNvPr>
          <p:cNvSpPr txBox="1">
            <a:spLocks/>
          </p:cNvSpPr>
          <p:nvPr/>
        </p:nvSpPr>
        <p:spPr bwMode="auto">
          <a:xfrm>
            <a:off x="755650" y="836613"/>
            <a:ext cx="46799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kern="0" dirty="0">
                <a:solidFill>
                  <a:srgbClr val="215978"/>
                </a:solidFill>
              </a:rPr>
              <a:t>    六、</a:t>
            </a:r>
            <a:r>
              <a:rPr lang="zh-CN" altLang="zh-CN" sz="1800" kern="0" dirty="0">
                <a:solidFill>
                  <a:srgbClr val="215978"/>
                </a:solidFill>
              </a:rPr>
              <a:t>网络</a:t>
            </a:r>
            <a:r>
              <a:rPr lang="zh-CN" altLang="en-US" sz="1800" kern="0" dirty="0">
                <a:solidFill>
                  <a:srgbClr val="215978"/>
                </a:solidFill>
              </a:rPr>
              <a:t>协议与网络体系结构</a:t>
            </a:r>
            <a:endParaRPr lang="en-US" altLang="zh-CN" sz="1800" kern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内容占位符 4">
            <a:extLst>
              <a:ext uri="{FF2B5EF4-FFF2-40B4-BE49-F238E27FC236}">
                <a16:creationId xmlns:a16="http://schemas.microsoft.com/office/drawing/2014/main" id="{517CFC40-F9F1-4F00-B83B-848F993897F7}"/>
              </a:ext>
            </a:extLst>
          </p:cNvPr>
          <p:cNvSpPr txBox="1">
            <a:spLocks/>
          </p:cNvSpPr>
          <p:nvPr/>
        </p:nvSpPr>
        <p:spPr bwMode="auto">
          <a:xfrm>
            <a:off x="1008063" y="1412875"/>
            <a:ext cx="3386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600">
                <a:latin typeface="Calibri" panose="020F0502020204030204" pitchFamily="34" charset="0"/>
              </a:rPr>
              <a:t>8. TCP/I</a:t>
            </a:r>
            <a:r>
              <a:rPr lang="zh-CN" altLang="en-US" sz="1600">
                <a:latin typeface="Calibri" panose="020F0502020204030204" pitchFamily="34" charset="0"/>
              </a:rPr>
              <a:t>协议模型</a:t>
            </a:r>
            <a:endParaRPr lang="zh-CN" altLang="zh-CN" sz="1600">
              <a:latin typeface="Calibri" panose="020F050202020403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B7149C1-0877-4EB2-8986-2C66D3A16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C63D9EC3-B789-4EA4-B5E3-0352BC692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15F06CCB-BCA2-4465-BADB-C1893F67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379E5B12-96E4-4BF8-9DBA-5BE44DCD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7" name="Rectangle 4">
            <a:extLst>
              <a:ext uri="{FF2B5EF4-FFF2-40B4-BE49-F238E27FC236}">
                <a16:creationId xmlns:a16="http://schemas.microsoft.com/office/drawing/2014/main" id="{5EC0F780-4FEF-40EF-8126-F1625B137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8" name="Rectangle 2">
            <a:extLst>
              <a:ext uri="{FF2B5EF4-FFF2-40B4-BE49-F238E27FC236}">
                <a16:creationId xmlns:a16="http://schemas.microsoft.com/office/drawing/2014/main" id="{170388AE-D5FE-4214-B959-F4EB2534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29" name="Rectangle 4">
            <a:extLst>
              <a:ext uri="{FF2B5EF4-FFF2-40B4-BE49-F238E27FC236}">
                <a16:creationId xmlns:a16="http://schemas.microsoft.com/office/drawing/2014/main" id="{E5668FD1-2739-48EB-95E4-4E9D08E2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30" name="Rectangle 4">
            <a:extLst>
              <a:ext uri="{FF2B5EF4-FFF2-40B4-BE49-F238E27FC236}">
                <a16:creationId xmlns:a16="http://schemas.microsoft.com/office/drawing/2014/main" id="{A2D1E8D9-0A09-42ED-BC83-CD7651D7F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sp>
        <p:nvSpPr>
          <p:cNvPr id="56331" name="Rectangle 2">
            <a:extLst>
              <a:ext uri="{FF2B5EF4-FFF2-40B4-BE49-F238E27FC236}">
                <a16:creationId xmlns:a16="http://schemas.microsoft.com/office/drawing/2014/main" id="{58706B59-8EE4-423E-AFFF-E4FBF78F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988"/>
            <a:ext cx="184150" cy="30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latin typeface="Goudy Old Style" panose="02020502050305020303" pitchFamily="18" charset="0"/>
            </a:endParaRPr>
          </a:p>
        </p:txBody>
      </p:sp>
      <p:grpSp>
        <p:nvGrpSpPr>
          <p:cNvPr id="56332" name="Group 4">
            <a:extLst>
              <a:ext uri="{FF2B5EF4-FFF2-40B4-BE49-F238E27FC236}">
                <a16:creationId xmlns:a16="http://schemas.microsoft.com/office/drawing/2014/main" id="{46A6E40F-6045-41D1-BBAB-F85A99A52D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1050" y="1844675"/>
            <a:ext cx="5400675" cy="2808288"/>
            <a:chOff x="4388" y="6765"/>
            <a:chExt cx="3442" cy="2447"/>
          </a:xfrm>
        </p:grpSpPr>
        <p:sp>
          <p:nvSpPr>
            <p:cNvPr id="56335" name="AutoShape 5">
              <a:extLst>
                <a:ext uri="{FF2B5EF4-FFF2-40B4-BE49-F238E27FC236}">
                  <a16:creationId xmlns:a16="http://schemas.microsoft.com/office/drawing/2014/main" id="{677C0455-8D08-414A-8BD1-72A601CE6A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88" y="6765"/>
              <a:ext cx="3442" cy="2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56336" name="Text Box 6">
              <a:extLst>
                <a:ext uri="{FF2B5EF4-FFF2-40B4-BE49-F238E27FC236}">
                  <a16:creationId xmlns:a16="http://schemas.microsoft.com/office/drawing/2014/main" id="{160992F6-A301-4F1A-B66D-AE4C65DCF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3" y="6765"/>
              <a:ext cx="93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spcBef>
                  <a:spcPts val="388"/>
                </a:spcBef>
                <a:spcAft>
                  <a:spcPts val="388"/>
                </a:spcAft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应用层</a:t>
              </a:r>
            </a:p>
          </p:txBody>
        </p:sp>
        <p:sp>
          <p:nvSpPr>
            <p:cNvPr id="56337" name="Text Box 7">
              <a:extLst>
                <a:ext uri="{FF2B5EF4-FFF2-40B4-BE49-F238E27FC236}">
                  <a16:creationId xmlns:a16="http://schemas.microsoft.com/office/drawing/2014/main" id="{9C1F944E-692A-4A87-8EB4-869BBE3F0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3" y="7173"/>
              <a:ext cx="93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spcBef>
                  <a:spcPts val="388"/>
                </a:spcBef>
                <a:spcAft>
                  <a:spcPts val="388"/>
                </a:spcAft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传输层</a:t>
              </a:r>
            </a:p>
          </p:txBody>
        </p:sp>
        <p:sp>
          <p:nvSpPr>
            <p:cNvPr id="56338" name="Text Box 8">
              <a:extLst>
                <a:ext uri="{FF2B5EF4-FFF2-40B4-BE49-F238E27FC236}">
                  <a16:creationId xmlns:a16="http://schemas.microsoft.com/office/drawing/2014/main" id="{429DC112-7E4F-4B78-9274-29294C4E1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3" y="7581"/>
              <a:ext cx="937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spcBef>
                  <a:spcPts val="388"/>
                </a:spcBef>
                <a:spcAft>
                  <a:spcPts val="388"/>
                </a:spcAft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网络层</a:t>
              </a:r>
            </a:p>
          </p:txBody>
        </p:sp>
        <p:sp>
          <p:nvSpPr>
            <p:cNvPr id="56339" name="Text Box 9">
              <a:extLst>
                <a:ext uri="{FF2B5EF4-FFF2-40B4-BE49-F238E27FC236}">
                  <a16:creationId xmlns:a16="http://schemas.microsoft.com/office/drawing/2014/main" id="{79334385-9D5F-47EB-B65B-29C394D0C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3" y="7989"/>
              <a:ext cx="93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spcBef>
                  <a:spcPts val="388"/>
                </a:spcBef>
                <a:spcAft>
                  <a:spcPts val="388"/>
                </a:spcAft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网络接口层</a:t>
              </a:r>
            </a:p>
          </p:txBody>
        </p:sp>
        <p:sp>
          <p:nvSpPr>
            <p:cNvPr id="56340" name="Text Box 10">
              <a:extLst>
                <a:ext uri="{FF2B5EF4-FFF2-40B4-BE49-F238E27FC236}">
                  <a16:creationId xmlns:a16="http://schemas.microsoft.com/office/drawing/2014/main" id="{E19CCEF4-D538-4ED7-8727-390D95034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6922"/>
              <a:ext cx="316" cy="2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2200"/>
                </a:lnSpc>
                <a:spcBef>
                  <a:spcPts val="388"/>
                </a:spcBef>
                <a:spcAft>
                  <a:spcPts val="388"/>
                </a:spcAft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1.</a:t>
              </a:r>
            </a:p>
            <a:p>
              <a:pPr algn="ctr">
                <a:lnSpc>
                  <a:spcPts val="2200"/>
                </a:lnSpc>
                <a:spcBef>
                  <a:spcPts val="775"/>
                </a:spcBef>
                <a:spcAft>
                  <a:spcPts val="388"/>
                </a:spcAft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2.</a:t>
              </a:r>
            </a:p>
            <a:p>
              <a:pPr algn="ctr">
                <a:lnSpc>
                  <a:spcPts val="2200"/>
                </a:lnSpc>
                <a:spcBef>
                  <a:spcPts val="775"/>
                </a:spcBef>
                <a:spcAft>
                  <a:spcPts val="388"/>
                </a:spcAft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3.</a:t>
              </a:r>
            </a:p>
            <a:p>
              <a:pPr algn="ctr">
                <a:lnSpc>
                  <a:spcPts val="2200"/>
                </a:lnSpc>
                <a:spcBef>
                  <a:spcPts val="775"/>
                </a:spcBef>
                <a:spcAft>
                  <a:spcPts val="388"/>
                </a:spcAft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4.</a:t>
              </a:r>
            </a:p>
          </p:txBody>
        </p:sp>
        <p:sp>
          <p:nvSpPr>
            <p:cNvPr id="56341" name="Text Box 11">
              <a:extLst>
                <a:ext uri="{FF2B5EF4-FFF2-40B4-BE49-F238E27FC236}">
                  <a16:creationId xmlns:a16="http://schemas.microsoft.com/office/drawing/2014/main" id="{0FD54258-F3B3-43EE-946D-E18CE7DA0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1" y="8627"/>
              <a:ext cx="2503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          TCP/IP</a:t>
              </a: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协议数据封装</a:t>
              </a:r>
              <a:endParaRPr lang="zh-CN" altLang="en-US" sz="1200">
                <a:solidFill>
                  <a:schemeClr val="tx2"/>
                </a:solidFill>
              </a:endParaRPr>
            </a:p>
          </p:txBody>
        </p:sp>
        <p:sp>
          <p:nvSpPr>
            <p:cNvPr id="56342" name="Text Box 12">
              <a:extLst>
                <a:ext uri="{FF2B5EF4-FFF2-40B4-BE49-F238E27FC236}">
                  <a16:creationId xmlns:a16="http://schemas.microsoft.com/office/drawing/2014/main" id="{CEEAA8FD-6B9B-4670-952A-E6C2DF972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6765"/>
              <a:ext cx="1877" cy="4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08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1200">
                <a:solidFill>
                  <a:schemeClr val="tx2"/>
                </a:solidFill>
              </a:endParaRPr>
            </a:p>
          </p:txBody>
        </p:sp>
        <p:sp>
          <p:nvSpPr>
            <p:cNvPr id="56343" name="Text Box 13">
              <a:extLst>
                <a:ext uri="{FF2B5EF4-FFF2-40B4-BE49-F238E27FC236}">
                  <a16:creationId xmlns:a16="http://schemas.microsoft.com/office/drawing/2014/main" id="{5DC041AE-C690-4F25-A042-350508AC9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7177"/>
              <a:ext cx="1881" cy="40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08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1200">
                <a:solidFill>
                  <a:schemeClr val="tx2"/>
                </a:solidFill>
              </a:endParaRPr>
            </a:p>
          </p:txBody>
        </p:sp>
        <p:sp>
          <p:nvSpPr>
            <p:cNvPr id="56344" name="Text Box 14">
              <a:extLst>
                <a:ext uri="{FF2B5EF4-FFF2-40B4-BE49-F238E27FC236}">
                  <a16:creationId xmlns:a16="http://schemas.microsoft.com/office/drawing/2014/main" id="{A074CD71-2058-4ACF-BC8E-C4AFAEA3D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7583"/>
              <a:ext cx="1880" cy="4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08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1200">
                <a:solidFill>
                  <a:schemeClr val="tx2"/>
                </a:solidFill>
              </a:endParaRPr>
            </a:p>
          </p:txBody>
        </p:sp>
        <p:sp>
          <p:nvSpPr>
            <p:cNvPr id="56345" name="Text Box 15">
              <a:extLst>
                <a:ext uri="{FF2B5EF4-FFF2-40B4-BE49-F238E27FC236}">
                  <a16:creationId xmlns:a16="http://schemas.microsoft.com/office/drawing/2014/main" id="{EED825AF-E3FA-42D6-9D74-262D97461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7988"/>
              <a:ext cx="1878" cy="40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1200">
                <a:solidFill>
                  <a:schemeClr val="tx2"/>
                </a:solidFill>
              </a:endParaRPr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55EF7902-7EFC-4865-AAD9-D0C49FE7C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" y="8049"/>
              <a:ext cx="314" cy="2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TCP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56347" name="Text Box 17">
              <a:extLst>
                <a:ext uri="{FF2B5EF4-FFF2-40B4-BE49-F238E27FC236}">
                  <a16:creationId xmlns:a16="http://schemas.microsoft.com/office/drawing/2014/main" id="{DAD7419B-A334-4A27-BC06-5F4C40862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3" y="8049"/>
              <a:ext cx="359" cy="2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数据</a:t>
              </a:r>
              <a:endParaRPr lang="zh-CN" altLang="en-US" sz="1200">
                <a:solidFill>
                  <a:schemeClr val="tx2"/>
                </a:solidFill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BE145E44-5D21-4486-BE10-F99EB1A95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7" y="8049"/>
              <a:ext cx="312" cy="27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IP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27" name="Text Box 19">
              <a:extLst>
                <a:ext uri="{FF2B5EF4-FFF2-40B4-BE49-F238E27FC236}">
                  <a16:creationId xmlns:a16="http://schemas.microsoft.com/office/drawing/2014/main" id="{6035F2D4-1357-4396-9B52-EA8468137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" y="8049"/>
              <a:ext cx="313" cy="271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LH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7769DC4F-75A3-4F41-8C75-1389B4181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9" y="8049"/>
              <a:ext cx="296" cy="271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LT</a:t>
              </a:r>
              <a:endParaRPr lang="en-US" altLang="zh-CN" sz="1200">
                <a:solidFill>
                  <a:schemeClr val="tx2"/>
                </a:solidFill>
              </a:endParaRP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04414D0E-7616-4E5D-8ECD-ED997F41C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" y="7643"/>
              <a:ext cx="305" cy="2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TCP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56352" name="Text Box 22">
              <a:extLst>
                <a:ext uri="{FF2B5EF4-FFF2-40B4-BE49-F238E27FC236}">
                  <a16:creationId xmlns:a16="http://schemas.microsoft.com/office/drawing/2014/main" id="{46837090-49DC-445F-9C43-D0DDF3F04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7" y="7643"/>
              <a:ext cx="292" cy="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数据</a:t>
              </a:r>
              <a:endParaRPr lang="zh-CN" altLang="en-US" sz="1200">
                <a:solidFill>
                  <a:schemeClr val="tx2"/>
                </a:solidFill>
              </a:endParaRP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47100893-975D-4123-84CD-20D7A838D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7" y="7643"/>
              <a:ext cx="313" cy="27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IP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32" name="Text Box 24">
              <a:extLst>
                <a:ext uri="{FF2B5EF4-FFF2-40B4-BE49-F238E27FC236}">
                  <a16:creationId xmlns:a16="http://schemas.microsoft.com/office/drawing/2014/main" id="{35881DAE-4D4C-4391-8C96-AB702BAC4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" y="7231"/>
              <a:ext cx="313" cy="2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  <a:defRPr/>
              </a:pP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TCP</a:t>
              </a:r>
              <a:endParaRPr lang="en-US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56355" name="Text Box 25">
              <a:extLst>
                <a:ext uri="{FF2B5EF4-FFF2-40B4-BE49-F238E27FC236}">
                  <a16:creationId xmlns:a16="http://schemas.microsoft.com/office/drawing/2014/main" id="{D2130CA1-13B2-4000-83A7-DBA513AF6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4" y="7231"/>
              <a:ext cx="292" cy="2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数据</a:t>
              </a:r>
              <a:endParaRPr lang="zh-CN" altLang="en-US" sz="1200">
                <a:solidFill>
                  <a:schemeClr val="tx2"/>
                </a:solidFill>
              </a:endParaRPr>
            </a:p>
          </p:txBody>
        </p:sp>
        <p:sp>
          <p:nvSpPr>
            <p:cNvPr id="56356" name="Text Box 26">
              <a:extLst>
                <a:ext uri="{FF2B5EF4-FFF2-40B4-BE49-F238E27FC236}">
                  <a16:creationId xmlns:a16="http://schemas.microsoft.com/office/drawing/2014/main" id="{2C6F1D45-0339-47E1-957E-D30DFB844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8" y="6839"/>
              <a:ext cx="293" cy="2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rPr>
                <a:t>数据</a:t>
              </a:r>
              <a:endParaRPr lang="zh-CN" altLang="en-US" sz="1200">
                <a:solidFill>
                  <a:schemeClr val="tx2"/>
                </a:solidFill>
              </a:endParaRPr>
            </a:p>
          </p:txBody>
        </p:sp>
        <p:sp>
          <p:nvSpPr>
            <p:cNvPr id="56357" name="Line 27">
              <a:extLst>
                <a:ext uri="{FF2B5EF4-FFF2-40B4-BE49-F238E27FC236}">
                  <a16:creationId xmlns:a16="http://schemas.microsoft.com/office/drawing/2014/main" id="{953D724E-31F5-4DD7-8D33-E4C83C7E2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5" y="8396"/>
              <a:ext cx="0" cy="1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CFE3790B-DE45-453C-B506-BD83428CEFD8}"/>
              </a:ext>
            </a:extLst>
          </p:cNvPr>
          <p:cNvSpPr/>
          <p:nvPr/>
        </p:nvSpPr>
        <p:spPr>
          <a:xfrm>
            <a:off x="971550" y="4292600"/>
            <a:ext cx="7021513" cy="1666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2"/>
                </a:solidFill>
              </a:rPr>
              <a:t>主要特点：</a:t>
            </a:r>
            <a:endParaRPr lang="en-US" altLang="zh-CN" sz="1400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tx2"/>
                </a:solidFill>
              </a:rPr>
              <a:t>在互联网应用层提供丰富的网络应用服务（</a:t>
            </a:r>
            <a:r>
              <a:rPr lang="en-US" altLang="zh-CN" sz="1400" dirty="0">
                <a:solidFill>
                  <a:schemeClr val="tx2"/>
                </a:solidFill>
              </a:rPr>
              <a:t>C/S</a:t>
            </a:r>
            <a:r>
              <a:rPr lang="zh-CN" altLang="en-US" sz="1400" dirty="0">
                <a:solidFill>
                  <a:schemeClr val="tx2"/>
                </a:solidFill>
              </a:rPr>
              <a:t>、</a:t>
            </a:r>
            <a:r>
              <a:rPr lang="en-US" altLang="zh-CN" sz="1400" dirty="0">
                <a:solidFill>
                  <a:schemeClr val="tx2"/>
                </a:solidFill>
              </a:rPr>
              <a:t>P2P</a:t>
            </a:r>
            <a:r>
              <a:rPr lang="zh-CN" altLang="en-US" sz="1400" dirty="0">
                <a:solidFill>
                  <a:schemeClr val="tx2"/>
                </a:solidFill>
              </a:rPr>
              <a:t>）</a:t>
            </a:r>
            <a:endParaRPr lang="en-US" altLang="zh-CN" sz="1400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tx2"/>
                </a:solidFill>
              </a:rPr>
              <a:t>在传输层支持面向连接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r>
              <a:rPr lang="zh-CN" altLang="en-US" sz="1400" dirty="0">
                <a:solidFill>
                  <a:schemeClr val="tx2"/>
                </a:solidFill>
              </a:rPr>
              <a:t>可靠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r>
              <a:rPr lang="zh-CN" altLang="en-US" sz="1400" dirty="0">
                <a:solidFill>
                  <a:schemeClr val="tx2"/>
                </a:solidFill>
              </a:rPr>
              <a:t>无差错服务（</a:t>
            </a:r>
            <a:r>
              <a:rPr lang="en-US" altLang="zh-CN" sz="1400" dirty="0">
                <a:solidFill>
                  <a:schemeClr val="tx2"/>
                </a:solidFill>
              </a:rPr>
              <a:t>TCP</a:t>
            </a:r>
            <a:r>
              <a:rPr lang="zh-CN" altLang="en-US" sz="1400" dirty="0">
                <a:solidFill>
                  <a:schemeClr val="tx2"/>
                </a:solidFill>
              </a:rPr>
              <a:t>）和无连接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r>
              <a:rPr lang="zh-CN" altLang="en-US" sz="1400" dirty="0">
                <a:solidFill>
                  <a:schemeClr val="tx2"/>
                </a:solidFill>
              </a:rPr>
              <a:t>快速</a:t>
            </a:r>
            <a:r>
              <a:rPr lang="en-US" altLang="zh-CN" sz="1400" dirty="0">
                <a:solidFill>
                  <a:schemeClr val="tx2"/>
                </a:solidFill>
              </a:rPr>
              <a:t>/</a:t>
            </a:r>
            <a:r>
              <a:rPr lang="zh-CN" altLang="en-US" sz="1400" dirty="0">
                <a:solidFill>
                  <a:schemeClr val="tx2"/>
                </a:solidFill>
              </a:rPr>
              <a:t>高效服务（</a:t>
            </a:r>
            <a:r>
              <a:rPr lang="en-US" altLang="zh-CN" sz="1400" dirty="0">
                <a:solidFill>
                  <a:schemeClr val="tx2"/>
                </a:solidFill>
              </a:rPr>
              <a:t>UDP</a:t>
            </a:r>
            <a:r>
              <a:rPr lang="zh-CN" altLang="en-US" sz="1400" dirty="0">
                <a:solidFill>
                  <a:schemeClr val="tx2"/>
                </a:solidFill>
              </a:rPr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tx2"/>
                </a:solidFill>
              </a:rPr>
              <a:t>较少的协议层次，实现简单、高效</a:t>
            </a:r>
            <a:endParaRPr lang="en-US" altLang="zh-CN" sz="1400" dirty="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chemeClr val="tx2"/>
                </a:solidFill>
              </a:rPr>
              <a:t>实现多种异构网的互连问题，网际协议</a:t>
            </a:r>
            <a:r>
              <a:rPr lang="en-US" altLang="zh-CN" sz="1400" dirty="0">
                <a:solidFill>
                  <a:schemeClr val="tx2"/>
                </a:solidFill>
              </a:rPr>
              <a:t>IP</a:t>
            </a:r>
            <a:r>
              <a:rPr lang="zh-CN" altLang="en-US" sz="1400" dirty="0">
                <a:solidFill>
                  <a:schemeClr val="tx2"/>
                </a:solidFill>
              </a:rPr>
              <a:t>为互联网核心</a:t>
            </a:r>
          </a:p>
        </p:txBody>
      </p:sp>
      <p:sp>
        <p:nvSpPr>
          <p:cNvPr id="37" name="内容占位符 4">
            <a:extLst>
              <a:ext uri="{FF2B5EF4-FFF2-40B4-BE49-F238E27FC236}">
                <a16:creationId xmlns:a16="http://schemas.microsoft.com/office/drawing/2014/main" id="{83E5FA73-F671-4DB6-95E4-C3F1219B6A2F}"/>
              </a:ext>
            </a:extLst>
          </p:cNvPr>
          <p:cNvSpPr txBox="1">
            <a:spLocks/>
          </p:cNvSpPr>
          <p:nvPr/>
        </p:nvSpPr>
        <p:spPr bwMode="auto">
          <a:xfrm>
            <a:off x="755650" y="836613"/>
            <a:ext cx="467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kern="0" dirty="0">
                <a:solidFill>
                  <a:srgbClr val="215978"/>
                </a:solidFill>
              </a:rPr>
              <a:t>    六、</a:t>
            </a:r>
            <a:r>
              <a:rPr lang="zh-CN" altLang="zh-CN" sz="1800" kern="0" dirty="0">
                <a:solidFill>
                  <a:srgbClr val="215978"/>
                </a:solidFill>
              </a:rPr>
              <a:t>网络</a:t>
            </a:r>
            <a:r>
              <a:rPr lang="zh-CN" altLang="en-US" sz="1800" kern="0" dirty="0">
                <a:solidFill>
                  <a:srgbClr val="215978"/>
                </a:solidFill>
              </a:rPr>
              <a:t>协议与网络体系结构</a:t>
            </a:r>
            <a:endParaRPr lang="en-US" altLang="zh-CN" sz="1800" kern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</TotalTime>
  <Words>1542</Words>
  <Application>Microsoft Office PowerPoint</Application>
  <PresentationFormat>全屏显示(4:3)</PresentationFormat>
  <Paragraphs>265</Paragraphs>
  <Slides>26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等线</vt:lpstr>
      <vt:lpstr>仿宋</vt:lpstr>
      <vt:lpstr>隶书</vt:lpstr>
      <vt:lpstr>宋体</vt:lpstr>
      <vt:lpstr>Arial</vt:lpstr>
      <vt:lpstr>Calibri</vt:lpstr>
      <vt:lpstr>Calibri Light</vt:lpstr>
      <vt:lpstr>Goudy Old Style</vt:lpstr>
      <vt:lpstr>Times New Roman</vt:lpstr>
      <vt:lpstr>Wingdings</vt:lpstr>
      <vt:lpstr>Wingdings 2</vt:lpstr>
      <vt:lpstr>回顾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Lenovo</dc:creator>
  <cp:lastModifiedBy>王锦鸿</cp:lastModifiedBy>
  <cp:revision>1013</cp:revision>
  <dcterms:created xsi:type="dcterms:W3CDTF">2014-05-03T04:50:23Z</dcterms:created>
  <dcterms:modified xsi:type="dcterms:W3CDTF">2024-03-04T07:40:51Z</dcterms:modified>
</cp:coreProperties>
</file>