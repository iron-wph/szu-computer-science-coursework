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51"/>
  </p:notesMasterIdLst>
  <p:sldIdLst>
    <p:sldId id="256" r:id="rId2"/>
    <p:sldId id="260" r:id="rId3"/>
    <p:sldId id="295" r:id="rId4"/>
    <p:sldId id="296" r:id="rId5"/>
    <p:sldId id="300" r:id="rId6"/>
    <p:sldId id="293" r:id="rId7"/>
    <p:sldId id="294" r:id="rId8"/>
    <p:sldId id="308" r:id="rId9"/>
    <p:sldId id="319" r:id="rId10"/>
    <p:sldId id="316" r:id="rId11"/>
    <p:sldId id="321" r:id="rId12"/>
    <p:sldId id="322" r:id="rId13"/>
    <p:sldId id="324" r:id="rId14"/>
    <p:sldId id="325" r:id="rId15"/>
    <p:sldId id="317" r:id="rId16"/>
    <p:sldId id="326" r:id="rId17"/>
    <p:sldId id="327" r:id="rId18"/>
    <p:sldId id="311" r:id="rId19"/>
    <p:sldId id="314" r:id="rId20"/>
    <p:sldId id="310" r:id="rId21"/>
    <p:sldId id="268" r:id="rId22"/>
    <p:sldId id="261" r:id="rId23"/>
    <p:sldId id="262" r:id="rId24"/>
    <p:sldId id="272" r:id="rId25"/>
    <p:sldId id="273" r:id="rId26"/>
    <p:sldId id="275" r:id="rId27"/>
    <p:sldId id="276" r:id="rId28"/>
    <p:sldId id="280" r:id="rId29"/>
    <p:sldId id="281" r:id="rId30"/>
    <p:sldId id="282" r:id="rId31"/>
    <p:sldId id="283" r:id="rId32"/>
    <p:sldId id="278" r:id="rId33"/>
    <p:sldId id="286" r:id="rId34"/>
    <p:sldId id="285" r:id="rId35"/>
    <p:sldId id="287" r:id="rId36"/>
    <p:sldId id="288" r:id="rId37"/>
    <p:sldId id="289" r:id="rId38"/>
    <p:sldId id="291" r:id="rId39"/>
    <p:sldId id="290" r:id="rId40"/>
    <p:sldId id="292" r:id="rId41"/>
    <p:sldId id="297" r:id="rId42"/>
    <p:sldId id="301" r:id="rId43"/>
    <p:sldId id="298" r:id="rId44"/>
    <p:sldId id="302" r:id="rId45"/>
    <p:sldId id="303" r:id="rId46"/>
    <p:sldId id="304" r:id="rId47"/>
    <p:sldId id="306" r:id="rId48"/>
    <p:sldId id="305" r:id="rId49"/>
    <p:sldId id="328" r:id="rId5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2EBE2"/>
    <a:srgbClr val="950041"/>
    <a:srgbClr val="9400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761" autoAdjust="0"/>
    <p:restoredTop sz="78454" autoAdjust="0"/>
  </p:normalViewPr>
  <p:slideViewPr>
    <p:cSldViewPr snapToGrid="0" showGuides="1">
      <p:cViewPr>
        <p:scale>
          <a:sx n="75" d="100"/>
          <a:sy n="75" d="100"/>
        </p:scale>
        <p:origin x="1424" y="15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悦成 廖" userId="4052b5d20d250b41" providerId="LiveId" clId="{9B9029BB-19DD-583E-A073-1C9671A138C1}"/>
    <pc:docChg chg="undo custSel modSld">
      <pc:chgData name="悦成 廖" userId="4052b5d20d250b41" providerId="LiveId" clId="{9B9029BB-19DD-583E-A073-1C9671A138C1}" dt="2025-12-10T14:03:00.954" v="511" actId="207"/>
      <pc:docMkLst>
        <pc:docMk/>
      </pc:docMkLst>
      <pc:sldChg chg="addSp modSp mod">
        <pc:chgData name="悦成 廖" userId="4052b5d20d250b41" providerId="LiveId" clId="{9B9029BB-19DD-583E-A073-1C9671A138C1}" dt="2025-12-10T13:39:01.264" v="16" actId="14100"/>
        <pc:sldMkLst>
          <pc:docMk/>
          <pc:sldMk cId="0" sldId="261"/>
        </pc:sldMkLst>
        <pc:spChg chg="mod">
          <ac:chgData name="悦成 廖" userId="4052b5d20d250b41" providerId="LiveId" clId="{9B9029BB-19DD-583E-A073-1C9671A138C1}" dt="2025-12-10T13:38:43.485" v="12"/>
          <ac:spMkLst>
            <pc:docMk/>
            <pc:sldMk cId="0" sldId="261"/>
            <ac:spMk id="12" creationId="{2F75CB9F-6DAF-8E1C-E10B-B1B1E1BC1793}"/>
          </ac:spMkLst>
        </pc:spChg>
        <pc:spChg chg="mod">
          <ac:chgData name="悦成 廖" userId="4052b5d20d250b41" providerId="LiveId" clId="{9B9029BB-19DD-583E-A073-1C9671A138C1}" dt="2025-12-10T13:38:43.485" v="12"/>
          <ac:spMkLst>
            <pc:docMk/>
            <pc:sldMk cId="0" sldId="261"/>
            <ac:spMk id="13" creationId="{CEE5ED3A-94B2-1983-837A-E76BD10155CE}"/>
          </ac:spMkLst>
        </pc:spChg>
        <pc:spChg chg="mod">
          <ac:chgData name="悦成 廖" userId="4052b5d20d250b41" providerId="LiveId" clId="{9B9029BB-19DD-583E-A073-1C9671A138C1}" dt="2025-12-10T13:39:01.264" v="16" actId="14100"/>
          <ac:spMkLst>
            <pc:docMk/>
            <pc:sldMk cId="0" sldId="261"/>
            <ac:spMk id="14" creationId="{FC3FB93C-A144-8B6B-E3C8-5E27BB534524}"/>
          </ac:spMkLst>
        </pc:spChg>
        <pc:grpChg chg="add mod">
          <ac:chgData name="悦成 廖" userId="4052b5d20d250b41" providerId="LiveId" clId="{9B9029BB-19DD-583E-A073-1C9671A138C1}" dt="2025-12-10T13:38:55.364" v="15" actId="1076"/>
          <ac:grpSpMkLst>
            <pc:docMk/>
            <pc:sldMk cId="0" sldId="261"/>
            <ac:grpSpMk id="6" creationId="{AD5D62D8-3EE3-B4FB-5087-AD777B3577AD}"/>
          </ac:grpSpMkLst>
        </pc:grpChg>
        <pc:grpChg chg="mod">
          <ac:chgData name="悦成 廖" userId="4052b5d20d250b41" providerId="LiveId" clId="{9B9029BB-19DD-583E-A073-1C9671A138C1}" dt="2025-12-10T13:38:43.485" v="12"/>
          <ac:grpSpMkLst>
            <pc:docMk/>
            <pc:sldMk cId="0" sldId="261"/>
            <ac:grpSpMk id="7" creationId="{FBCBE3F9-0A17-96B4-0BD7-C61C42B1EC29}"/>
          </ac:grpSpMkLst>
        </pc:grpChg>
      </pc:sldChg>
      <pc:sldChg chg="addSp delSp modSp mod">
        <pc:chgData name="悦成 廖" userId="4052b5d20d250b41" providerId="LiveId" clId="{9B9029BB-19DD-583E-A073-1C9671A138C1}" dt="2025-12-10T13:43:04.865" v="124" actId="20577"/>
        <pc:sldMkLst>
          <pc:docMk/>
          <pc:sldMk cId="0" sldId="262"/>
        </pc:sldMkLst>
        <pc:spChg chg="mod">
          <ac:chgData name="悦成 廖" userId="4052b5d20d250b41" providerId="LiveId" clId="{9B9029BB-19DD-583E-A073-1C9671A138C1}" dt="2025-12-10T13:42:04.915" v="96" actId="1076"/>
          <ac:spMkLst>
            <pc:docMk/>
            <pc:sldMk cId="0" sldId="262"/>
            <ac:spMk id="12" creationId="{2AD2C8BF-7095-8E61-51BC-06C8A861AD0E}"/>
          </ac:spMkLst>
        </pc:spChg>
        <pc:spChg chg="mod">
          <ac:chgData name="悦成 廖" userId="4052b5d20d250b41" providerId="LiveId" clId="{9B9029BB-19DD-583E-A073-1C9671A138C1}" dt="2025-12-10T13:42:09.344" v="99" actId="1076"/>
          <ac:spMkLst>
            <pc:docMk/>
            <pc:sldMk cId="0" sldId="262"/>
            <ac:spMk id="13" creationId="{D3D8B8C1-5C1C-6664-4C6A-3B8EEAFA4CF9}"/>
          </ac:spMkLst>
        </pc:spChg>
        <pc:spChg chg="mod">
          <ac:chgData name="悦成 廖" userId="4052b5d20d250b41" providerId="LiveId" clId="{9B9029BB-19DD-583E-A073-1C9671A138C1}" dt="2025-12-10T13:43:04.865" v="124" actId="20577"/>
          <ac:spMkLst>
            <pc:docMk/>
            <pc:sldMk cId="0" sldId="262"/>
            <ac:spMk id="14" creationId="{AA1F773E-96D3-7241-83CE-B6564F96779B}"/>
          </ac:spMkLst>
        </pc:spChg>
        <pc:spChg chg="del">
          <ac:chgData name="悦成 廖" userId="4052b5d20d250b41" providerId="LiveId" clId="{9B9029BB-19DD-583E-A073-1C9671A138C1}" dt="2025-12-10T13:42:52.571" v="120" actId="478"/>
          <ac:spMkLst>
            <pc:docMk/>
            <pc:sldMk cId="0" sldId="262"/>
            <ac:spMk id="15" creationId="{E55BD422-547D-4E5A-F731-2E57238B79FF}"/>
          </ac:spMkLst>
        </pc:spChg>
        <pc:spChg chg="del">
          <ac:chgData name="悦成 廖" userId="4052b5d20d250b41" providerId="LiveId" clId="{9B9029BB-19DD-583E-A073-1C9671A138C1}" dt="2025-12-10T13:42:51.568" v="119" actId="478"/>
          <ac:spMkLst>
            <pc:docMk/>
            <pc:sldMk cId="0" sldId="262"/>
            <ac:spMk id="19" creationId="{9043AD6E-C547-4699-0FDB-E32855EA49B5}"/>
          </ac:spMkLst>
        </pc:spChg>
        <pc:spChg chg="mod">
          <ac:chgData name="悦成 廖" userId="4052b5d20d250b41" providerId="LiveId" clId="{9B9029BB-19DD-583E-A073-1C9671A138C1}" dt="2025-12-10T13:42:43.987" v="117"/>
          <ac:spMkLst>
            <pc:docMk/>
            <pc:sldMk cId="0" sldId="262"/>
            <ac:spMk id="20" creationId="{9CE2AEF7-B2CD-3C6C-C26E-8683405976CC}"/>
          </ac:spMkLst>
        </pc:spChg>
        <pc:spChg chg="mod">
          <ac:chgData name="悦成 廖" userId="4052b5d20d250b41" providerId="LiveId" clId="{9B9029BB-19DD-583E-A073-1C9671A138C1}" dt="2025-12-10T13:42:49.664" v="118" actId="14100"/>
          <ac:spMkLst>
            <pc:docMk/>
            <pc:sldMk cId="0" sldId="262"/>
            <ac:spMk id="21" creationId="{5F7FFA40-2C14-1C54-84DF-E52C62554989}"/>
          </ac:spMkLst>
        </pc:spChg>
        <pc:spChg chg="mod">
          <ac:chgData name="悦成 廖" userId="4052b5d20d250b41" providerId="LiveId" clId="{9B9029BB-19DD-583E-A073-1C9671A138C1}" dt="2025-12-10T13:42:43.987" v="117"/>
          <ac:spMkLst>
            <pc:docMk/>
            <pc:sldMk cId="0" sldId="262"/>
            <ac:spMk id="22" creationId="{A303E687-7E20-30CF-016E-3E5F4A50901B}"/>
          </ac:spMkLst>
        </pc:spChg>
        <pc:grpChg chg="add mod">
          <ac:chgData name="悦成 廖" userId="4052b5d20d250b41" providerId="LiveId" clId="{9B9029BB-19DD-583E-A073-1C9671A138C1}" dt="2025-12-10T13:42:57.300" v="122" actId="14100"/>
          <ac:grpSpMkLst>
            <pc:docMk/>
            <pc:sldMk cId="0" sldId="262"/>
            <ac:grpSpMk id="7" creationId="{DA14FFB4-AECE-05F3-17B0-DBC142F63700}"/>
          </ac:grpSpMkLst>
        </pc:grpChg>
        <pc:grpChg chg="mod">
          <ac:chgData name="悦成 廖" userId="4052b5d20d250b41" providerId="LiveId" clId="{9B9029BB-19DD-583E-A073-1C9671A138C1}" dt="2025-12-10T13:42:43.987" v="117"/>
          <ac:grpSpMkLst>
            <pc:docMk/>
            <pc:sldMk cId="0" sldId="262"/>
            <ac:grpSpMk id="11" creationId="{CDCDB945-BFAA-D8CB-6932-309689C7EC8D}"/>
          </ac:grpSpMkLst>
        </pc:grpChg>
        <pc:grpChg chg="mod">
          <ac:chgData name="悦成 廖" userId="4052b5d20d250b41" providerId="LiveId" clId="{9B9029BB-19DD-583E-A073-1C9671A138C1}" dt="2025-12-10T13:42:43.987" v="117"/>
          <ac:grpSpMkLst>
            <pc:docMk/>
            <pc:sldMk cId="0" sldId="262"/>
            <ac:grpSpMk id="16" creationId="{BD8EACF3-4797-07CF-5BDC-CD4E82019A47}"/>
          </ac:grpSpMkLst>
        </pc:grpChg>
        <pc:picChg chg="add mod">
          <ac:chgData name="悦成 廖" userId="4052b5d20d250b41" providerId="LiveId" clId="{9B9029BB-19DD-583E-A073-1C9671A138C1}" dt="2025-12-10T13:42:10.465" v="100" actId="1076"/>
          <ac:picMkLst>
            <pc:docMk/>
            <pc:sldMk cId="0" sldId="262"/>
            <ac:picMk id="2" creationId="{E190F11F-7E0B-82D3-7453-A762892DBD3E}"/>
          </ac:picMkLst>
        </pc:picChg>
        <pc:picChg chg="mod">
          <ac:chgData name="悦成 廖" userId="4052b5d20d250b41" providerId="LiveId" clId="{9B9029BB-19DD-583E-A073-1C9671A138C1}" dt="2025-12-10T13:42:05.877" v="97" actId="1076"/>
          <ac:picMkLst>
            <pc:docMk/>
            <pc:sldMk cId="0" sldId="262"/>
            <ac:picMk id="8" creationId="{1041068C-6C56-AB0F-14B3-CEC0C9A2B6B6}"/>
          </ac:picMkLst>
        </pc:picChg>
        <pc:picChg chg="mod">
          <ac:chgData name="悦成 廖" userId="4052b5d20d250b41" providerId="LiveId" clId="{9B9029BB-19DD-583E-A073-1C9671A138C1}" dt="2025-12-10T13:42:06.981" v="98" actId="1076"/>
          <ac:picMkLst>
            <pc:docMk/>
            <pc:sldMk cId="0" sldId="262"/>
            <ac:picMk id="10" creationId="{C404CEFB-9A0B-B20F-C50D-C801DBB7E115}"/>
          </ac:picMkLst>
        </pc:picChg>
      </pc:sldChg>
      <pc:sldChg chg="addSp delSp modSp mod">
        <pc:chgData name="悦成 廖" userId="4052b5d20d250b41" providerId="LiveId" clId="{9B9029BB-19DD-583E-A073-1C9671A138C1}" dt="2025-12-10T13:40:54.936" v="86" actId="208"/>
        <pc:sldMkLst>
          <pc:docMk/>
          <pc:sldMk cId="1794134308" sldId="271"/>
        </pc:sldMkLst>
        <pc:spChg chg="mod">
          <ac:chgData name="悦成 廖" userId="4052b5d20d250b41" providerId="LiveId" clId="{9B9029BB-19DD-583E-A073-1C9671A138C1}" dt="2025-12-10T13:39:56.245" v="75" actId="20577"/>
          <ac:spMkLst>
            <pc:docMk/>
            <pc:sldMk cId="1794134308" sldId="271"/>
            <ac:spMk id="11" creationId="{D4974D4B-9A49-4ED1-900D-FFCEDACF38CA}"/>
          </ac:spMkLst>
        </pc:spChg>
        <pc:spChg chg="mod">
          <ac:chgData name="悦成 廖" userId="4052b5d20d250b41" providerId="LiveId" clId="{9B9029BB-19DD-583E-A073-1C9671A138C1}" dt="2025-12-10T13:40:54.936" v="86" actId="208"/>
          <ac:spMkLst>
            <pc:docMk/>
            <pc:sldMk cId="1794134308" sldId="271"/>
            <ac:spMk id="14" creationId="{19242EC9-B3B9-FDFC-CF9C-6CB4593CAA69}"/>
          </ac:spMkLst>
        </pc:spChg>
        <pc:spChg chg="mod">
          <ac:chgData name="悦成 廖" userId="4052b5d20d250b41" providerId="LiveId" clId="{9B9029BB-19DD-583E-A073-1C9671A138C1}" dt="2025-12-10T13:40:08.632" v="79" actId="14100"/>
          <ac:spMkLst>
            <pc:docMk/>
            <pc:sldMk cId="1794134308" sldId="271"/>
            <ac:spMk id="37" creationId="{F1C88741-9B09-1D24-1830-80045F6D7953}"/>
          </ac:spMkLst>
        </pc:spChg>
        <pc:spChg chg="mod">
          <ac:chgData name="悦成 廖" userId="4052b5d20d250b41" providerId="LiveId" clId="{9B9029BB-19DD-583E-A073-1C9671A138C1}" dt="2025-12-10T13:39:50.663" v="74"/>
          <ac:spMkLst>
            <pc:docMk/>
            <pc:sldMk cId="1794134308" sldId="271"/>
            <ac:spMk id="38" creationId="{48F519E4-A583-7DE4-25A6-5E2B42C05989}"/>
          </ac:spMkLst>
        </pc:spChg>
        <pc:spChg chg="del mod">
          <ac:chgData name="悦成 廖" userId="4052b5d20d250b41" providerId="LiveId" clId="{9B9029BB-19DD-583E-A073-1C9671A138C1}" dt="2025-12-10T13:40:00.164" v="77" actId="478"/>
          <ac:spMkLst>
            <pc:docMk/>
            <pc:sldMk cId="1794134308" sldId="271"/>
            <ac:spMk id="65" creationId="{93CA3AB0-EA94-9D5E-2009-A1A4F4CE33FD}"/>
          </ac:spMkLst>
        </pc:spChg>
        <pc:grpChg chg="add mod">
          <ac:chgData name="悦成 廖" userId="4052b5d20d250b41" providerId="LiveId" clId="{9B9029BB-19DD-583E-A073-1C9671A138C1}" dt="2025-12-10T13:40:12.869" v="80" actId="1076"/>
          <ac:grpSpMkLst>
            <pc:docMk/>
            <pc:sldMk cId="1794134308" sldId="271"/>
            <ac:grpSpMk id="8" creationId="{1DA1B581-F2C3-37DC-D1C2-02FBF1AD0641}"/>
          </ac:grpSpMkLst>
        </pc:grpChg>
        <pc:grpChg chg="mod">
          <ac:chgData name="悦成 廖" userId="4052b5d20d250b41" providerId="LiveId" clId="{9B9029BB-19DD-583E-A073-1C9671A138C1}" dt="2025-12-10T13:39:50.663" v="74"/>
          <ac:grpSpMkLst>
            <pc:docMk/>
            <pc:sldMk cId="1794134308" sldId="271"/>
            <ac:grpSpMk id="10" creationId="{F208E8BC-AD00-A753-BCF0-322D7B90A5F5}"/>
          </ac:grpSpMkLst>
        </pc:grpChg>
        <pc:picChg chg="mod">
          <ac:chgData name="悦成 廖" userId="4052b5d20d250b41" providerId="LiveId" clId="{9B9029BB-19DD-583E-A073-1C9671A138C1}" dt="2025-12-10T13:40:39.330" v="84"/>
          <ac:picMkLst>
            <pc:docMk/>
            <pc:sldMk cId="1794134308" sldId="271"/>
            <ac:picMk id="57" creationId="{44CB775B-FD85-EDED-5683-2CCDACE848B2}"/>
          </ac:picMkLst>
        </pc:picChg>
        <pc:picChg chg="mod">
          <ac:chgData name="悦成 廖" userId="4052b5d20d250b41" providerId="LiveId" clId="{9B9029BB-19DD-583E-A073-1C9671A138C1}" dt="2025-12-10T13:40:46.670" v="85"/>
          <ac:picMkLst>
            <pc:docMk/>
            <pc:sldMk cId="1794134308" sldId="271"/>
            <ac:picMk id="59" creationId="{39C6524C-4299-4E6D-991F-28CF52300386}"/>
          </ac:picMkLst>
        </pc:picChg>
      </pc:sldChg>
      <pc:sldChg chg="addSp delSp modSp mod">
        <pc:chgData name="悦成 廖" userId="4052b5d20d250b41" providerId="LiveId" clId="{9B9029BB-19DD-583E-A073-1C9671A138C1}" dt="2025-12-10T13:43:40.274" v="129" actId="14100"/>
        <pc:sldMkLst>
          <pc:docMk/>
          <pc:sldMk cId="3550136092" sldId="272"/>
        </pc:sldMkLst>
        <pc:spChg chg="del">
          <ac:chgData name="悦成 廖" userId="4052b5d20d250b41" providerId="LiveId" clId="{9B9029BB-19DD-583E-A073-1C9671A138C1}" dt="2025-12-10T13:43:34.368" v="127" actId="478"/>
          <ac:spMkLst>
            <pc:docMk/>
            <pc:sldMk cId="3550136092" sldId="272"/>
            <ac:spMk id="7" creationId="{49652912-26B5-7ADF-4FE2-B626025E1686}"/>
          </ac:spMkLst>
        </pc:spChg>
        <pc:spChg chg="mod">
          <ac:chgData name="悦成 廖" userId="4052b5d20d250b41" providerId="LiveId" clId="{9B9029BB-19DD-583E-A073-1C9671A138C1}" dt="2025-12-10T13:43:31.819" v="126"/>
          <ac:spMkLst>
            <pc:docMk/>
            <pc:sldMk cId="3550136092" sldId="272"/>
            <ac:spMk id="14" creationId="{073B4B06-8FD2-FC76-B0B4-BA9E0C17F42E}"/>
          </ac:spMkLst>
        </pc:spChg>
        <pc:spChg chg="mod">
          <ac:chgData name="悦成 廖" userId="4052b5d20d250b41" providerId="LiveId" clId="{9B9029BB-19DD-583E-A073-1C9671A138C1}" dt="2025-12-10T13:43:31.819" v="126"/>
          <ac:spMkLst>
            <pc:docMk/>
            <pc:sldMk cId="3550136092" sldId="272"/>
            <ac:spMk id="16" creationId="{E6DB759B-9022-2F87-EE11-6BDFE7737364}"/>
          </ac:spMkLst>
        </pc:spChg>
        <pc:spChg chg="mod">
          <ac:chgData name="悦成 廖" userId="4052b5d20d250b41" providerId="LiveId" clId="{9B9029BB-19DD-583E-A073-1C9671A138C1}" dt="2025-12-10T13:43:40.274" v="129" actId="14100"/>
          <ac:spMkLst>
            <pc:docMk/>
            <pc:sldMk cId="3550136092" sldId="272"/>
            <ac:spMk id="19" creationId="{26C14F38-D041-D937-B9C3-D86FBF5027F2}"/>
          </ac:spMkLst>
        </pc:spChg>
        <pc:spChg chg="mod">
          <ac:chgData name="悦成 廖" userId="4052b5d20d250b41" providerId="LiveId" clId="{9B9029BB-19DD-583E-A073-1C9671A138C1}" dt="2025-12-10T13:43:31.819" v="126"/>
          <ac:spMkLst>
            <pc:docMk/>
            <pc:sldMk cId="3550136092" sldId="272"/>
            <ac:spMk id="20" creationId="{AFA81AF5-77FD-154B-8890-772E047D5553}"/>
          </ac:spMkLst>
        </pc:spChg>
        <pc:grpChg chg="add mod">
          <ac:chgData name="悦成 廖" userId="4052b5d20d250b41" providerId="LiveId" clId="{9B9029BB-19DD-583E-A073-1C9671A138C1}" dt="2025-12-10T13:43:36.601" v="128" actId="1076"/>
          <ac:grpSpMkLst>
            <pc:docMk/>
            <pc:sldMk cId="3550136092" sldId="272"/>
            <ac:grpSpMk id="6" creationId="{DDF42659-5666-7231-55C4-4CDDC7BB3E60}"/>
          </ac:grpSpMkLst>
        </pc:grpChg>
        <pc:grpChg chg="mod">
          <ac:chgData name="悦成 廖" userId="4052b5d20d250b41" providerId="LiveId" clId="{9B9029BB-19DD-583E-A073-1C9671A138C1}" dt="2025-12-10T13:43:31.819" v="126"/>
          <ac:grpSpMkLst>
            <pc:docMk/>
            <pc:sldMk cId="3550136092" sldId="272"/>
            <ac:grpSpMk id="8" creationId="{B85464C5-8257-8368-50DC-4CE084AA7AFC}"/>
          </ac:grpSpMkLst>
        </pc:grpChg>
        <pc:grpChg chg="mod">
          <ac:chgData name="悦成 廖" userId="4052b5d20d250b41" providerId="LiveId" clId="{9B9029BB-19DD-583E-A073-1C9671A138C1}" dt="2025-12-10T13:43:31.819" v="126"/>
          <ac:grpSpMkLst>
            <pc:docMk/>
            <pc:sldMk cId="3550136092" sldId="272"/>
            <ac:grpSpMk id="15" creationId="{C18C1756-B1A2-066A-17DC-76473C7515A3}"/>
          </ac:grpSpMkLst>
        </pc:grpChg>
      </pc:sldChg>
      <pc:sldChg chg="addSp delSp modSp mod modNotesTx">
        <pc:chgData name="悦成 廖" userId="4052b5d20d250b41" providerId="LiveId" clId="{9B9029BB-19DD-583E-A073-1C9671A138C1}" dt="2025-12-10T13:45:54.660" v="184" actId="20577"/>
        <pc:sldMkLst>
          <pc:docMk/>
          <pc:sldMk cId="3758043357" sldId="276"/>
        </pc:sldMkLst>
        <pc:spChg chg="del">
          <ac:chgData name="悦成 廖" userId="4052b5d20d250b41" providerId="LiveId" clId="{9B9029BB-19DD-583E-A073-1C9671A138C1}" dt="2025-12-10T13:45:23.512" v="147" actId="478"/>
          <ac:spMkLst>
            <pc:docMk/>
            <pc:sldMk cId="3758043357" sldId="276"/>
            <ac:spMk id="10" creationId="{BBEEBE12-ED7E-3912-5ABA-B2133B9982D2}"/>
          </ac:spMkLst>
        </pc:spChg>
        <pc:spChg chg="del">
          <ac:chgData name="悦成 廖" userId="4052b5d20d250b41" providerId="LiveId" clId="{9B9029BB-19DD-583E-A073-1C9671A138C1}" dt="2025-12-10T13:45:22.575" v="146" actId="478"/>
          <ac:spMkLst>
            <pc:docMk/>
            <pc:sldMk cId="3758043357" sldId="276"/>
            <ac:spMk id="11" creationId="{006ABAC2-19C4-47AB-50E2-695C2D633D93}"/>
          </ac:spMkLst>
        </pc:spChg>
        <pc:spChg chg="mod">
          <ac:chgData name="悦成 廖" userId="4052b5d20d250b41" providerId="LiveId" clId="{9B9029BB-19DD-583E-A073-1C9671A138C1}" dt="2025-12-10T13:45:29.952" v="152" actId="20577"/>
          <ac:spMkLst>
            <pc:docMk/>
            <pc:sldMk cId="3758043357" sldId="276"/>
            <ac:spMk id="13" creationId="{300C1C16-0E3C-D44D-26AE-D70DCA1561F5}"/>
          </ac:spMkLst>
        </pc:spChg>
        <pc:spChg chg="mod">
          <ac:chgData name="悦成 廖" userId="4052b5d20d250b41" providerId="LiveId" clId="{9B9029BB-19DD-583E-A073-1C9671A138C1}" dt="2025-12-10T13:45:18.199" v="144"/>
          <ac:spMkLst>
            <pc:docMk/>
            <pc:sldMk cId="3758043357" sldId="276"/>
            <ac:spMk id="15" creationId="{5C10BF71-A9AF-4630-1EB2-64CFA7F0CE2F}"/>
          </ac:spMkLst>
        </pc:spChg>
        <pc:spChg chg="mod">
          <ac:chgData name="悦成 廖" userId="4052b5d20d250b41" providerId="LiveId" clId="{9B9029BB-19DD-583E-A073-1C9671A138C1}" dt="2025-12-10T13:45:18.199" v="144"/>
          <ac:spMkLst>
            <pc:docMk/>
            <pc:sldMk cId="3758043357" sldId="276"/>
            <ac:spMk id="16" creationId="{0A968CB0-5B30-ED2E-6CCD-E72147C381C9}"/>
          </ac:spMkLst>
        </pc:spChg>
        <pc:spChg chg="mod">
          <ac:chgData name="悦成 廖" userId="4052b5d20d250b41" providerId="LiveId" clId="{9B9029BB-19DD-583E-A073-1C9671A138C1}" dt="2025-12-10T13:45:18.199" v="144"/>
          <ac:spMkLst>
            <pc:docMk/>
            <pc:sldMk cId="3758043357" sldId="276"/>
            <ac:spMk id="17" creationId="{E307B3C8-E80A-645A-CB54-DAD6239E2CD8}"/>
          </ac:spMkLst>
        </pc:spChg>
        <pc:spChg chg="add del">
          <ac:chgData name="悦成 廖" userId="4052b5d20d250b41" providerId="LiveId" clId="{9B9029BB-19DD-583E-A073-1C9671A138C1}" dt="2025-12-10T13:44:52.237" v="133" actId="22"/>
          <ac:spMkLst>
            <pc:docMk/>
            <pc:sldMk cId="3758043357" sldId="276"/>
            <ac:spMk id="19" creationId="{00BEC85A-B71A-4CDA-DF3C-A800E84A6AF2}"/>
          </ac:spMkLst>
        </pc:spChg>
        <pc:spChg chg="del">
          <ac:chgData name="悦成 廖" userId="4052b5d20d250b41" providerId="LiveId" clId="{9B9029BB-19DD-583E-A073-1C9671A138C1}" dt="2025-12-10T13:45:24.426" v="148" actId="478"/>
          <ac:spMkLst>
            <pc:docMk/>
            <pc:sldMk cId="3758043357" sldId="276"/>
            <ac:spMk id="48" creationId="{6868291F-1678-1014-47AA-0F6910DBB073}"/>
          </ac:spMkLst>
        </pc:spChg>
        <pc:grpChg chg="add mod">
          <ac:chgData name="悦成 廖" userId="4052b5d20d250b41" providerId="LiveId" clId="{9B9029BB-19DD-583E-A073-1C9671A138C1}" dt="2025-12-10T13:45:26.577" v="149" actId="1076"/>
          <ac:grpSpMkLst>
            <pc:docMk/>
            <pc:sldMk cId="3758043357" sldId="276"/>
            <ac:grpSpMk id="7" creationId="{DAE2D7A5-915D-E0C1-A5AF-CE2FDF7CDA66}"/>
          </ac:grpSpMkLst>
        </pc:grpChg>
        <pc:grpChg chg="mod">
          <ac:chgData name="悦成 廖" userId="4052b5d20d250b41" providerId="LiveId" clId="{9B9029BB-19DD-583E-A073-1C9671A138C1}" dt="2025-12-10T13:45:18.199" v="144"/>
          <ac:grpSpMkLst>
            <pc:docMk/>
            <pc:sldMk cId="3758043357" sldId="276"/>
            <ac:grpSpMk id="8" creationId="{1721438A-64B9-49B6-F2BD-5FBD5D13019C}"/>
          </ac:grpSpMkLst>
        </pc:grpChg>
        <pc:grpChg chg="mod">
          <ac:chgData name="悦成 廖" userId="4052b5d20d250b41" providerId="LiveId" clId="{9B9029BB-19DD-583E-A073-1C9671A138C1}" dt="2025-12-10T13:45:18.199" v="144"/>
          <ac:grpSpMkLst>
            <pc:docMk/>
            <pc:sldMk cId="3758043357" sldId="276"/>
            <ac:grpSpMk id="14" creationId="{E144858E-9564-AD2D-182E-8F0C878A3399}"/>
          </ac:grpSpMkLst>
        </pc:grpChg>
      </pc:sldChg>
      <pc:sldChg chg="addSp delSp modSp mod">
        <pc:chgData name="悦成 廖" userId="4052b5d20d250b41" providerId="LiveId" clId="{9B9029BB-19DD-583E-A073-1C9671A138C1}" dt="2025-12-10T13:46:44.826" v="191"/>
        <pc:sldMkLst>
          <pc:docMk/>
          <pc:sldMk cId="1861650894" sldId="277"/>
        </pc:sldMkLst>
        <pc:spChg chg="mod">
          <ac:chgData name="悦成 廖" userId="4052b5d20d250b41" providerId="LiveId" clId="{9B9029BB-19DD-583E-A073-1C9671A138C1}" dt="2025-12-10T13:46:25.262" v="187"/>
          <ac:spMkLst>
            <pc:docMk/>
            <pc:sldMk cId="1861650894" sldId="277"/>
            <ac:spMk id="22" creationId="{FC66F245-2C61-A322-2DD9-17FA42221820}"/>
          </ac:spMkLst>
        </pc:spChg>
        <pc:spChg chg="mod">
          <ac:chgData name="悦成 廖" userId="4052b5d20d250b41" providerId="LiveId" clId="{9B9029BB-19DD-583E-A073-1C9671A138C1}" dt="2025-12-10T13:46:25.262" v="187"/>
          <ac:spMkLst>
            <pc:docMk/>
            <pc:sldMk cId="1861650894" sldId="277"/>
            <ac:spMk id="25" creationId="{4FB1051B-2914-C905-E48F-84A0355971EB}"/>
          </ac:spMkLst>
        </pc:spChg>
        <pc:spChg chg="mod">
          <ac:chgData name="悦成 廖" userId="4052b5d20d250b41" providerId="LiveId" clId="{9B9029BB-19DD-583E-A073-1C9671A138C1}" dt="2025-12-10T13:46:28.949" v="188" actId="14100"/>
          <ac:spMkLst>
            <pc:docMk/>
            <pc:sldMk cId="1861650894" sldId="277"/>
            <ac:spMk id="26" creationId="{7C11A3CE-0161-353A-FA1E-7127D9B9FB26}"/>
          </ac:spMkLst>
        </pc:spChg>
        <pc:spChg chg="mod">
          <ac:chgData name="悦成 廖" userId="4052b5d20d250b41" providerId="LiveId" clId="{9B9029BB-19DD-583E-A073-1C9671A138C1}" dt="2025-12-10T13:46:44.826" v="191"/>
          <ac:spMkLst>
            <pc:docMk/>
            <pc:sldMk cId="1861650894" sldId="277"/>
            <ac:spMk id="27" creationId="{5B8ED604-B655-FB6F-17BC-035542214580}"/>
          </ac:spMkLst>
        </pc:spChg>
        <pc:spChg chg="del">
          <ac:chgData name="悦成 廖" userId="4052b5d20d250b41" providerId="LiveId" clId="{9B9029BB-19DD-583E-A073-1C9671A138C1}" dt="2025-12-10T13:46:31.616" v="189" actId="478"/>
          <ac:spMkLst>
            <pc:docMk/>
            <pc:sldMk cId="1861650894" sldId="277"/>
            <ac:spMk id="65" creationId="{1772DA35-EE5E-D6E0-125B-AF2891C587C2}"/>
          </ac:spMkLst>
        </pc:spChg>
        <pc:grpChg chg="add mod">
          <ac:chgData name="悦成 廖" userId="4052b5d20d250b41" providerId="LiveId" clId="{9B9029BB-19DD-583E-A073-1C9671A138C1}" dt="2025-12-10T13:46:34.686" v="190" actId="1076"/>
          <ac:grpSpMkLst>
            <pc:docMk/>
            <pc:sldMk cId="1861650894" sldId="277"/>
            <ac:grpSpMk id="10" creationId="{E307956A-0062-34D4-13DA-AE74E1836085}"/>
          </ac:grpSpMkLst>
        </pc:grpChg>
        <pc:grpChg chg="mod">
          <ac:chgData name="悦成 廖" userId="4052b5d20d250b41" providerId="LiveId" clId="{9B9029BB-19DD-583E-A073-1C9671A138C1}" dt="2025-12-10T13:46:25.262" v="187"/>
          <ac:grpSpMkLst>
            <pc:docMk/>
            <pc:sldMk cId="1861650894" sldId="277"/>
            <ac:grpSpMk id="21" creationId="{11C37117-7EF2-3C94-64C4-C9DFE935F6A7}"/>
          </ac:grpSpMkLst>
        </pc:grpChg>
        <pc:grpChg chg="mod">
          <ac:chgData name="悦成 廖" userId="4052b5d20d250b41" providerId="LiveId" clId="{9B9029BB-19DD-583E-A073-1C9671A138C1}" dt="2025-12-10T13:46:25.262" v="187"/>
          <ac:grpSpMkLst>
            <pc:docMk/>
            <pc:sldMk cId="1861650894" sldId="277"/>
            <ac:grpSpMk id="24" creationId="{109B91AE-14BA-B346-3201-0238CF921F74}"/>
          </ac:grpSpMkLst>
        </pc:grpChg>
      </pc:sldChg>
      <pc:sldChg chg="addSp delSp modSp mod">
        <pc:chgData name="悦成 廖" userId="4052b5d20d250b41" providerId="LiveId" clId="{9B9029BB-19DD-583E-A073-1C9671A138C1}" dt="2025-12-10T13:50:59.875" v="302" actId="1076"/>
        <pc:sldMkLst>
          <pc:docMk/>
          <pc:sldMk cId="3003885778" sldId="278"/>
        </pc:sldMkLst>
        <pc:spChg chg="mod">
          <ac:chgData name="悦成 廖" userId="4052b5d20d250b41" providerId="LiveId" clId="{9B9029BB-19DD-583E-A073-1C9671A138C1}" dt="2025-12-10T13:50:35.282" v="281"/>
          <ac:spMkLst>
            <pc:docMk/>
            <pc:sldMk cId="3003885778" sldId="278"/>
            <ac:spMk id="24" creationId="{614F114A-6E2C-467E-6D96-675491CFE3E7}"/>
          </ac:spMkLst>
        </pc:spChg>
        <pc:spChg chg="mod">
          <ac:chgData name="悦成 廖" userId="4052b5d20d250b41" providerId="LiveId" clId="{9B9029BB-19DD-583E-A073-1C9671A138C1}" dt="2025-12-10T13:50:35.282" v="281"/>
          <ac:spMkLst>
            <pc:docMk/>
            <pc:sldMk cId="3003885778" sldId="278"/>
            <ac:spMk id="26" creationId="{4768B363-EA6C-2FEB-2E77-C801ECC1FE10}"/>
          </ac:spMkLst>
        </pc:spChg>
        <pc:spChg chg="mod">
          <ac:chgData name="悦成 廖" userId="4052b5d20d250b41" providerId="LiveId" clId="{9B9029BB-19DD-583E-A073-1C9671A138C1}" dt="2025-12-10T13:50:57.237" v="301" actId="1076"/>
          <ac:spMkLst>
            <pc:docMk/>
            <pc:sldMk cId="3003885778" sldId="278"/>
            <ac:spMk id="27" creationId="{38B00A81-F284-C209-371E-422096BC7DF7}"/>
          </ac:spMkLst>
        </pc:spChg>
        <pc:spChg chg="mod">
          <ac:chgData name="悦成 廖" userId="4052b5d20d250b41" providerId="LiveId" clId="{9B9029BB-19DD-583E-A073-1C9671A138C1}" dt="2025-12-10T13:50:56.504" v="299" actId="20577"/>
          <ac:spMkLst>
            <pc:docMk/>
            <pc:sldMk cId="3003885778" sldId="278"/>
            <ac:spMk id="28" creationId="{1DB84F45-31AD-7C94-3577-1C4218B06344}"/>
          </ac:spMkLst>
        </pc:spChg>
        <pc:spChg chg="del">
          <ac:chgData name="悦成 廖" userId="4052b5d20d250b41" providerId="LiveId" clId="{9B9029BB-19DD-583E-A073-1C9671A138C1}" dt="2025-12-10T13:50:44.687" v="293" actId="478"/>
          <ac:spMkLst>
            <pc:docMk/>
            <pc:sldMk cId="3003885778" sldId="278"/>
            <ac:spMk id="65" creationId="{C4F668D8-B9D4-7C6A-4FC1-B828AF6B4BF7}"/>
          </ac:spMkLst>
        </pc:spChg>
        <pc:grpChg chg="add mod">
          <ac:chgData name="悦成 廖" userId="4052b5d20d250b41" providerId="LiveId" clId="{9B9029BB-19DD-583E-A073-1C9671A138C1}" dt="2025-12-10T13:50:59.875" v="302" actId="1076"/>
          <ac:grpSpMkLst>
            <pc:docMk/>
            <pc:sldMk cId="3003885778" sldId="278"/>
            <ac:grpSpMk id="21" creationId="{1EF56B20-F162-CD49-1389-EBE1662DDD24}"/>
          </ac:grpSpMkLst>
        </pc:grpChg>
        <pc:grpChg chg="mod">
          <ac:chgData name="悦成 廖" userId="4052b5d20d250b41" providerId="LiveId" clId="{9B9029BB-19DD-583E-A073-1C9671A138C1}" dt="2025-12-10T13:50:35.282" v="281"/>
          <ac:grpSpMkLst>
            <pc:docMk/>
            <pc:sldMk cId="3003885778" sldId="278"/>
            <ac:grpSpMk id="22" creationId="{A85DD778-44C1-C6E4-2DDB-987DED044592}"/>
          </ac:grpSpMkLst>
        </pc:grpChg>
        <pc:grpChg chg="mod">
          <ac:chgData name="悦成 廖" userId="4052b5d20d250b41" providerId="LiveId" clId="{9B9029BB-19DD-583E-A073-1C9671A138C1}" dt="2025-12-10T13:50:35.282" v="281"/>
          <ac:grpSpMkLst>
            <pc:docMk/>
            <pc:sldMk cId="3003885778" sldId="278"/>
            <ac:grpSpMk id="25" creationId="{D8FE9E1B-FA9E-2EAE-58B1-ABD0474A9581}"/>
          </ac:grpSpMkLst>
        </pc:grpChg>
      </pc:sldChg>
      <pc:sldChg chg="addSp delSp modSp mod">
        <pc:chgData name="悦成 廖" userId="4052b5d20d250b41" providerId="LiveId" clId="{9B9029BB-19DD-583E-A073-1C9671A138C1}" dt="2025-12-10T13:48:44.104" v="249" actId="1076"/>
        <pc:sldMkLst>
          <pc:docMk/>
          <pc:sldMk cId="1208186098" sldId="280"/>
        </pc:sldMkLst>
        <pc:spChg chg="mod">
          <ac:chgData name="悦成 廖" userId="4052b5d20d250b41" providerId="LiveId" clId="{9B9029BB-19DD-583E-A073-1C9671A138C1}" dt="2025-12-10T13:48:30.958" v="231"/>
          <ac:spMkLst>
            <pc:docMk/>
            <pc:sldMk cId="1208186098" sldId="280"/>
            <ac:spMk id="8" creationId="{53FF9B77-AD01-FBD0-33E2-84EBE79F3098}"/>
          </ac:spMkLst>
        </pc:spChg>
        <pc:spChg chg="mod">
          <ac:chgData name="悦成 廖" userId="4052b5d20d250b41" providerId="LiveId" clId="{9B9029BB-19DD-583E-A073-1C9671A138C1}" dt="2025-12-10T13:47:53.018" v="192"/>
          <ac:spMkLst>
            <pc:docMk/>
            <pc:sldMk cId="1208186098" sldId="280"/>
            <ac:spMk id="12" creationId="{C9851CF3-B627-9D18-7F43-58A0171625D4}"/>
          </ac:spMkLst>
        </pc:spChg>
        <pc:spChg chg="mod">
          <ac:chgData name="悦成 廖" userId="4052b5d20d250b41" providerId="LiveId" clId="{9B9029BB-19DD-583E-A073-1C9671A138C1}" dt="2025-12-10T13:48:36.743" v="233" actId="14100"/>
          <ac:spMkLst>
            <pc:docMk/>
            <pc:sldMk cId="1208186098" sldId="280"/>
            <ac:spMk id="13" creationId="{BAA1BE51-6F09-0D75-56C1-9108E8EA45F0}"/>
          </ac:spMkLst>
        </pc:spChg>
        <pc:spChg chg="mod">
          <ac:chgData name="悦成 廖" userId="4052b5d20d250b41" providerId="LiveId" clId="{9B9029BB-19DD-583E-A073-1C9671A138C1}" dt="2025-12-10T13:48:41.643" v="248" actId="20577"/>
          <ac:spMkLst>
            <pc:docMk/>
            <pc:sldMk cId="1208186098" sldId="280"/>
            <ac:spMk id="14" creationId="{0F91F3A5-7D28-32AC-228C-FC15132F1E80}"/>
          </ac:spMkLst>
        </pc:spChg>
        <pc:spChg chg="add del">
          <ac:chgData name="悦成 廖" userId="4052b5d20d250b41" providerId="LiveId" clId="{9B9029BB-19DD-583E-A073-1C9671A138C1}" dt="2025-12-10T13:48:33.038" v="232" actId="478"/>
          <ac:spMkLst>
            <pc:docMk/>
            <pc:sldMk cId="1208186098" sldId="280"/>
            <ac:spMk id="22" creationId="{D971C021-67D6-BD91-883B-EBE530DB6CF5}"/>
          </ac:spMkLst>
        </pc:spChg>
        <pc:grpChg chg="add mod">
          <ac:chgData name="悦成 廖" userId="4052b5d20d250b41" providerId="LiveId" clId="{9B9029BB-19DD-583E-A073-1C9671A138C1}" dt="2025-12-10T13:48:44.104" v="249" actId="1076"/>
          <ac:grpSpMkLst>
            <pc:docMk/>
            <pc:sldMk cId="1208186098" sldId="280"/>
            <ac:grpSpMk id="6" creationId="{D85F8147-17DC-B474-1B0E-DA668C0D0D00}"/>
          </ac:grpSpMkLst>
        </pc:grpChg>
        <pc:grpChg chg="mod">
          <ac:chgData name="悦成 廖" userId="4052b5d20d250b41" providerId="LiveId" clId="{9B9029BB-19DD-583E-A073-1C9671A138C1}" dt="2025-12-10T13:47:53.018" v="192"/>
          <ac:grpSpMkLst>
            <pc:docMk/>
            <pc:sldMk cId="1208186098" sldId="280"/>
            <ac:grpSpMk id="7" creationId="{A2C27F13-93A7-441A-740A-8451A4B72920}"/>
          </ac:grpSpMkLst>
        </pc:grpChg>
        <pc:grpChg chg="mod">
          <ac:chgData name="悦成 廖" userId="4052b5d20d250b41" providerId="LiveId" clId="{9B9029BB-19DD-583E-A073-1C9671A138C1}" dt="2025-12-10T13:47:53.018" v="192"/>
          <ac:grpSpMkLst>
            <pc:docMk/>
            <pc:sldMk cId="1208186098" sldId="280"/>
            <ac:grpSpMk id="11" creationId="{ADDBE6A5-BF08-16C4-E6CD-CFAA2CCADFD4}"/>
          </ac:grpSpMkLst>
        </pc:grpChg>
      </pc:sldChg>
      <pc:sldChg chg="modSp mod">
        <pc:chgData name="悦成 廖" userId="4052b5d20d250b41" providerId="LiveId" clId="{9B9029BB-19DD-583E-A073-1C9671A138C1}" dt="2025-12-10T13:49:25.145" v="251" actId="1076"/>
        <pc:sldMkLst>
          <pc:docMk/>
          <pc:sldMk cId="4197526977" sldId="282"/>
        </pc:sldMkLst>
        <pc:picChg chg="mod">
          <ac:chgData name="悦成 廖" userId="4052b5d20d250b41" providerId="LiveId" clId="{9B9029BB-19DD-583E-A073-1C9671A138C1}" dt="2025-12-10T13:49:25.145" v="251" actId="1076"/>
          <ac:picMkLst>
            <pc:docMk/>
            <pc:sldMk cId="4197526977" sldId="282"/>
            <ac:picMk id="8" creationId="{019A1C8F-B8CE-653E-74B6-D069CE44C3DB}"/>
          </ac:picMkLst>
        </pc:picChg>
      </pc:sldChg>
      <pc:sldChg chg="addSp delSp modSp mod">
        <pc:chgData name="悦成 廖" userId="4052b5d20d250b41" providerId="LiveId" clId="{9B9029BB-19DD-583E-A073-1C9671A138C1}" dt="2025-12-10T13:50:19.004" v="279" actId="1076"/>
        <pc:sldMkLst>
          <pc:docMk/>
          <pc:sldMk cId="1225211693" sldId="283"/>
        </pc:sldMkLst>
        <pc:spChg chg="del">
          <ac:chgData name="悦成 廖" userId="4052b5d20d250b41" providerId="LiveId" clId="{9B9029BB-19DD-583E-A073-1C9671A138C1}" dt="2025-12-10T13:50:15.452" v="278" actId="478"/>
          <ac:spMkLst>
            <pc:docMk/>
            <pc:sldMk cId="1225211693" sldId="283"/>
            <ac:spMk id="7" creationId="{C7D30E81-B925-12BE-8ACF-693996C6C05B}"/>
          </ac:spMkLst>
        </pc:spChg>
        <pc:spChg chg="mod">
          <ac:chgData name="悦成 廖" userId="4052b5d20d250b41" providerId="LiveId" clId="{9B9029BB-19DD-583E-A073-1C9671A138C1}" dt="2025-12-10T13:50:03.252" v="253"/>
          <ac:spMkLst>
            <pc:docMk/>
            <pc:sldMk cId="1225211693" sldId="283"/>
            <ac:spMk id="11" creationId="{6C59986C-B360-4F2C-6B8F-0C8FCDF34F25}"/>
          </ac:spMkLst>
        </pc:spChg>
        <pc:spChg chg="mod">
          <ac:chgData name="悦成 廖" userId="4052b5d20d250b41" providerId="LiveId" clId="{9B9029BB-19DD-583E-A073-1C9671A138C1}" dt="2025-12-10T13:50:03.252" v="253"/>
          <ac:spMkLst>
            <pc:docMk/>
            <pc:sldMk cId="1225211693" sldId="283"/>
            <ac:spMk id="13" creationId="{77B03D0D-DB7D-6352-0B44-DB7EF56624C6}"/>
          </ac:spMkLst>
        </pc:spChg>
        <pc:spChg chg="mod">
          <ac:chgData name="悦成 廖" userId="4052b5d20d250b41" providerId="LiveId" clId="{9B9029BB-19DD-583E-A073-1C9671A138C1}" dt="2025-12-10T13:50:03.252" v="253"/>
          <ac:spMkLst>
            <pc:docMk/>
            <pc:sldMk cId="1225211693" sldId="283"/>
            <ac:spMk id="14" creationId="{11929564-43FE-C34D-790E-5A1E9EFF0883}"/>
          </ac:spMkLst>
        </pc:spChg>
        <pc:spChg chg="mod">
          <ac:chgData name="悦成 廖" userId="4052b5d20d250b41" providerId="LiveId" clId="{9B9029BB-19DD-583E-A073-1C9671A138C1}" dt="2025-12-10T13:50:11.709" v="277" actId="20577"/>
          <ac:spMkLst>
            <pc:docMk/>
            <pc:sldMk cId="1225211693" sldId="283"/>
            <ac:spMk id="15" creationId="{8EB83F9E-CE50-7D05-79FE-430CC24BC21F}"/>
          </ac:spMkLst>
        </pc:spChg>
        <pc:grpChg chg="add mod">
          <ac:chgData name="悦成 廖" userId="4052b5d20d250b41" providerId="LiveId" clId="{9B9029BB-19DD-583E-A073-1C9671A138C1}" dt="2025-12-10T13:50:19.004" v="279" actId="1076"/>
          <ac:grpSpMkLst>
            <pc:docMk/>
            <pc:sldMk cId="1225211693" sldId="283"/>
            <ac:grpSpMk id="8" creationId="{E4E46C81-552A-8FD5-F542-E5121B5A0FB1}"/>
          </ac:grpSpMkLst>
        </pc:grpChg>
        <pc:grpChg chg="mod">
          <ac:chgData name="悦成 廖" userId="4052b5d20d250b41" providerId="LiveId" clId="{9B9029BB-19DD-583E-A073-1C9671A138C1}" dt="2025-12-10T13:50:03.252" v="253"/>
          <ac:grpSpMkLst>
            <pc:docMk/>
            <pc:sldMk cId="1225211693" sldId="283"/>
            <ac:grpSpMk id="10" creationId="{DF2C0B9B-08BB-F4B7-2095-CF7CF4D2D17A}"/>
          </ac:grpSpMkLst>
        </pc:grpChg>
        <pc:grpChg chg="mod">
          <ac:chgData name="悦成 廖" userId="4052b5d20d250b41" providerId="LiveId" clId="{9B9029BB-19DD-583E-A073-1C9671A138C1}" dt="2025-12-10T13:50:03.252" v="253"/>
          <ac:grpSpMkLst>
            <pc:docMk/>
            <pc:sldMk cId="1225211693" sldId="283"/>
            <ac:grpSpMk id="12" creationId="{66A84EF8-AF11-E35E-5126-DE0361A4524C}"/>
          </ac:grpSpMkLst>
        </pc:grpChg>
      </pc:sldChg>
      <pc:sldChg chg="modSp mod modNotesTx">
        <pc:chgData name="悦成 廖" userId="4052b5d20d250b41" providerId="LiveId" clId="{9B9029BB-19DD-583E-A073-1C9671A138C1}" dt="2025-12-10T13:58:53.823" v="439" actId="20577"/>
        <pc:sldMkLst>
          <pc:docMk/>
          <pc:sldMk cId="537663447" sldId="285"/>
        </pc:sldMkLst>
        <pc:spChg chg="mod">
          <ac:chgData name="悦成 廖" userId="4052b5d20d250b41" providerId="LiveId" clId="{9B9029BB-19DD-583E-A073-1C9671A138C1}" dt="2025-12-10T13:52:44.352" v="318" actId="207"/>
          <ac:spMkLst>
            <pc:docMk/>
            <pc:sldMk cId="537663447" sldId="285"/>
            <ac:spMk id="15" creationId="{2775FBAE-C666-60C4-67D2-8A2750909491}"/>
          </ac:spMkLst>
        </pc:spChg>
        <pc:picChg chg="mod">
          <ac:chgData name="悦成 廖" userId="4052b5d20d250b41" providerId="LiveId" clId="{9B9029BB-19DD-583E-A073-1C9671A138C1}" dt="2025-12-10T13:52:49.747" v="319" actId="1076"/>
          <ac:picMkLst>
            <pc:docMk/>
            <pc:sldMk cId="537663447" sldId="285"/>
            <ac:picMk id="12" creationId="{9BB3E700-0343-DEA0-F634-7D0BFD02D60E}"/>
          </ac:picMkLst>
        </pc:picChg>
      </pc:sldChg>
      <pc:sldChg chg="addSp delSp modSp mod">
        <pc:chgData name="悦成 廖" userId="4052b5d20d250b41" providerId="LiveId" clId="{9B9029BB-19DD-583E-A073-1C9671A138C1}" dt="2025-12-10T13:52:00.378" v="313" actId="20577"/>
        <pc:sldMkLst>
          <pc:docMk/>
          <pc:sldMk cId="4141414947" sldId="286"/>
        </pc:sldMkLst>
        <pc:spChg chg="mod">
          <ac:chgData name="悦成 廖" userId="4052b5d20d250b41" providerId="LiveId" clId="{9B9029BB-19DD-583E-A073-1C9671A138C1}" dt="2025-12-10T13:52:00.378" v="313" actId="20577"/>
          <ac:spMkLst>
            <pc:docMk/>
            <pc:sldMk cId="4141414947" sldId="286"/>
            <ac:spMk id="8" creationId="{C8F58756-7EA1-907E-F70A-BA2B85EA7349}"/>
          </ac:spMkLst>
        </pc:spChg>
        <pc:spChg chg="del mod">
          <ac:chgData name="悦成 廖" userId="4052b5d20d250b41" providerId="LiveId" clId="{9B9029BB-19DD-583E-A073-1C9671A138C1}" dt="2025-12-10T13:51:47.037" v="308" actId="478"/>
          <ac:spMkLst>
            <pc:docMk/>
            <pc:sldMk cId="4141414947" sldId="286"/>
            <ac:spMk id="10" creationId="{4F10D946-145E-A55D-E1BF-909E3CF860A6}"/>
          </ac:spMkLst>
        </pc:spChg>
        <pc:spChg chg="mod">
          <ac:chgData name="悦成 廖" userId="4052b5d20d250b41" providerId="LiveId" clId="{9B9029BB-19DD-583E-A073-1C9671A138C1}" dt="2025-12-10T13:51:42.428" v="306"/>
          <ac:spMkLst>
            <pc:docMk/>
            <pc:sldMk cId="4141414947" sldId="286"/>
            <ac:spMk id="13" creationId="{9FD8F941-3AD2-B638-52F3-BD73A72E1580}"/>
          </ac:spMkLst>
        </pc:spChg>
        <pc:spChg chg="mod">
          <ac:chgData name="悦成 廖" userId="4052b5d20d250b41" providerId="LiveId" clId="{9B9029BB-19DD-583E-A073-1C9671A138C1}" dt="2025-12-10T13:51:45.040" v="307" actId="14100"/>
          <ac:spMkLst>
            <pc:docMk/>
            <pc:sldMk cId="4141414947" sldId="286"/>
            <ac:spMk id="14" creationId="{7C56B064-BDDA-CC72-F3A1-D540F4BEA3BB}"/>
          </ac:spMkLst>
        </pc:spChg>
        <pc:spChg chg="mod">
          <ac:chgData name="悦成 廖" userId="4052b5d20d250b41" providerId="LiveId" clId="{9B9029BB-19DD-583E-A073-1C9671A138C1}" dt="2025-12-10T13:51:42.428" v="306"/>
          <ac:spMkLst>
            <pc:docMk/>
            <pc:sldMk cId="4141414947" sldId="286"/>
            <ac:spMk id="15" creationId="{6FC6EBFE-C78B-47B3-30A7-80BC52EDBA0A}"/>
          </ac:spMkLst>
        </pc:spChg>
        <pc:grpChg chg="add mod">
          <ac:chgData name="悦成 廖" userId="4052b5d20d250b41" providerId="LiveId" clId="{9B9029BB-19DD-583E-A073-1C9671A138C1}" dt="2025-12-10T13:51:49.857" v="309" actId="1076"/>
          <ac:grpSpMkLst>
            <pc:docMk/>
            <pc:sldMk cId="4141414947" sldId="286"/>
            <ac:grpSpMk id="6" creationId="{42A25F82-C802-2871-FDDE-18F110554544}"/>
          </ac:grpSpMkLst>
        </pc:grpChg>
        <pc:grpChg chg="mod">
          <ac:chgData name="悦成 廖" userId="4052b5d20d250b41" providerId="LiveId" clId="{9B9029BB-19DD-583E-A073-1C9671A138C1}" dt="2025-12-10T13:51:42.428" v="306"/>
          <ac:grpSpMkLst>
            <pc:docMk/>
            <pc:sldMk cId="4141414947" sldId="286"/>
            <ac:grpSpMk id="7" creationId="{971010A6-76B4-291F-2578-FAE4928C5C56}"/>
          </ac:grpSpMkLst>
        </pc:grpChg>
        <pc:grpChg chg="mod">
          <ac:chgData name="悦成 廖" userId="4052b5d20d250b41" providerId="LiveId" clId="{9B9029BB-19DD-583E-A073-1C9671A138C1}" dt="2025-12-10T13:51:42.428" v="306"/>
          <ac:grpSpMkLst>
            <pc:docMk/>
            <pc:sldMk cId="4141414947" sldId="286"/>
            <ac:grpSpMk id="12" creationId="{21023E5D-33E8-05FC-05EA-276F636A0A19}"/>
          </ac:grpSpMkLst>
        </pc:grpChg>
      </pc:sldChg>
      <pc:sldChg chg="modSp mod">
        <pc:chgData name="悦成 廖" userId="4052b5d20d250b41" providerId="LiveId" clId="{9B9029BB-19DD-583E-A073-1C9671A138C1}" dt="2025-12-10T13:53:44.045" v="320" actId="1076"/>
        <pc:sldMkLst>
          <pc:docMk/>
          <pc:sldMk cId="158179421" sldId="287"/>
        </pc:sldMkLst>
        <pc:picChg chg="mod">
          <ac:chgData name="悦成 廖" userId="4052b5d20d250b41" providerId="LiveId" clId="{9B9029BB-19DD-583E-A073-1C9671A138C1}" dt="2025-12-10T13:53:44.045" v="320" actId="1076"/>
          <ac:picMkLst>
            <pc:docMk/>
            <pc:sldMk cId="158179421" sldId="287"/>
            <ac:picMk id="12" creationId="{5F346EC9-DC8F-13B9-84CA-7CF333D4213F}"/>
          </ac:picMkLst>
        </pc:picChg>
      </pc:sldChg>
      <pc:sldChg chg="addSp delSp modSp mod">
        <pc:chgData name="悦成 廖" userId="4052b5d20d250b41" providerId="LiveId" clId="{9B9029BB-19DD-583E-A073-1C9671A138C1}" dt="2025-12-10T14:00:24.951" v="486" actId="20577"/>
        <pc:sldMkLst>
          <pc:docMk/>
          <pc:sldMk cId="646452255" sldId="289"/>
        </pc:sldMkLst>
        <pc:spChg chg="mod">
          <ac:chgData name="悦成 廖" userId="4052b5d20d250b41" providerId="LiveId" clId="{9B9029BB-19DD-583E-A073-1C9671A138C1}" dt="2025-12-10T14:00:04.160" v="442" actId="14100"/>
          <ac:spMkLst>
            <pc:docMk/>
            <pc:sldMk cId="646452255" sldId="289"/>
            <ac:spMk id="10" creationId="{D7D42213-6EEE-27BE-A6A9-EAB5218839EE}"/>
          </ac:spMkLst>
        </pc:spChg>
        <pc:spChg chg="mod">
          <ac:chgData name="悦成 廖" userId="4052b5d20d250b41" providerId="LiveId" clId="{9B9029BB-19DD-583E-A073-1C9671A138C1}" dt="2025-12-10T14:00:01.522" v="441"/>
          <ac:spMkLst>
            <pc:docMk/>
            <pc:sldMk cId="646452255" sldId="289"/>
            <ac:spMk id="11" creationId="{87D5DBF8-CE35-3541-B399-228F48B3E45D}"/>
          </ac:spMkLst>
        </pc:spChg>
        <pc:spChg chg="mod">
          <ac:chgData name="悦成 廖" userId="4052b5d20d250b41" providerId="LiveId" clId="{9B9029BB-19DD-583E-A073-1C9671A138C1}" dt="2025-12-10T14:00:24.951" v="486" actId="20577"/>
          <ac:spMkLst>
            <pc:docMk/>
            <pc:sldMk cId="646452255" sldId="289"/>
            <ac:spMk id="12" creationId="{0C2A44DB-6C0F-94D7-713A-037D0B7C172F}"/>
          </ac:spMkLst>
        </pc:spChg>
        <pc:spChg chg="del">
          <ac:chgData name="悦成 廖" userId="4052b5d20d250b41" providerId="LiveId" clId="{9B9029BB-19DD-583E-A073-1C9671A138C1}" dt="2025-12-10T14:00:11.847" v="459" actId="478"/>
          <ac:spMkLst>
            <pc:docMk/>
            <pc:sldMk cId="646452255" sldId="289"/>
            <ac:spMk id="13" creationId="{5C814C73-11C6-FA2A-48C3-83F3E0157E03}"/>
          </ac:spMkLst>
        </pc:spChg>
        <pc:grpChg chg="add mod">
          <ac:chgData name="悦成 廖" userId="4052b5d20d250b41" providerId="LiveId" clId="{9B9029BB-19DD-583E-A073-1C9671A138C1}" dt="2025-12-10T14:00:14.311" v="460" actId="1076"/>
          <ac:grpSpMkLst>
            <pc:docMk/>
            <pc:sldMk cId="646452255" sldId="289"/>
            <ac:grpSpMk id="6" creationId="{0D43E8C4-84B6-35D1-8A0A-838E3C43449E}"/>
          </ac:grpSpMkLst>
        </pc:grpChg>
        <pc:grpChg chg="mod">
          <ac:chgData name="悦成 廖" userId="4052b5d20d250b41" providerId="LiveId" clId="{9B9029BB-19DD-583E-A073-1C9671A138C1}" dt="2025-12-10T14:00:01.522" v="441"/>
          <ac:grpSpMkLst>
            <pc:docMk/>
            <pc:sldMk cId="646452255" sldId="289"/>
            <ac:grpSpMk id="8" creationId="{B972EA7F-16B3-ADF0-6ED3-118DCB821002}"/>
          </ac:grpSpMkLst>
        </pc:grpChg>
      </pc:sldChg>
      <pc:sldChg chg="addSp delSp modSp mod delAnim">
        <pc:chgData name="悦成 廖" userId="4052b5d20d250b41" providerId="LiveId" clId="{9B9029BB-19DD-583E-A073-1C9671A138C1}" dt="2025-12-10T14:02:50.794" v="509" actId="20577"/>
        <pc:sldMkLst>
          <pc:docMk/>
          <pc:sldMk cId="1047392105" sldId="290"/>
        </pc:sldMkLst>
        <pc:spChg chg="del">
          <ac:chgData name="悦成 廖" userId="4052b5d20d250b41" providerId="LiveId" clId="{9B9029BB-19DD-583E-A073-1C9671A138C1}" dt="2025-12-10T14:02:43.352" v="492" actId="478"/>
          <ac:spMkLst>
            <pc:docMk/>
            <pc:sldMk cId="1047392105" sldId="290"/>
            <ac:spMk id="12" creationId="{E487F454-B731-F0D4-8CDE-A26581FC6351}"/>
          </ac:spMkLst>
        </pc:spChg>
        <pc:spChg chg="mod">
          <ac:chgData name="悦成 廖" userId="4052b5d20d250b41" providerId="LiveId" clId="{9B9029BB-19DD-583E-A073-1C9671A138C1}" dt="2025-12-10T14:02:33.721" v="490"/>
          <ac:spMkLst>
            <pc:docMk/>
            <pc:sldMk cId="1047392105" sldId="290"/>
            <ac:spMk id="13" creationId="{FBF6D812-0B6C-5798-194F-1130ACEACCCA}"/>
          </ac:spMkLst>
        </pc:spChg>
        <pc:spChg chg="mod">
          <ac:chgData name="悦成 廖" userId="4052b5d20d250b41" providerId="LiveId" clId="{9B9029BB-19DD-583E-A073-1C9671A138C1}" dt="2025-12-10T14:02:41.557" v="491" actId="14100"/>
          <ac:spMkLst>
            <pc:docMk/>
            <pc:sldMk cId="1047392105" sldId="290"/>
            <ac:spMk id="15" creationId="{B3EBA023-5A1A-F7FA-5227-FA67FBFDF222}"/>
          </ac:spMkLst>
        </pc:spChg>
        <pc:spChg chg="mod">
          <ac:chgData name="悦成 廖" userId="4052b5d20d250b41" providerId="LiveId" clId="{9B9029BB-19DD-583E-A073-1C9671A138C1}" dt="2025-12-10T14:02:50.794" v="509" actId="20577"/>
          <ac:spMkLst>
            <pc:docMk/>
            <pc:sldMk cId="1047392105" sldId="290"/>
            <ac:spMk id="16" creationId="{C3795425-A2A1-58CD-8BA1-51C8E560DA7D}"/>
          </ac:spMkLst>
        </pc:spChg>
        <pc:grpChg chg="add mod">
          <ac:chgData name="悦成 廖" userId="4052b5d20d250b41" providerId="LiveId" clId="{9B9029BB-19DD-583E-A073-1C9671A138C1}" dt="2025-12-10T14:02:45.593" v="493" actId="1076"/>
          <ac:grpSpMkLst>
            <pc:docMk/>
            <pc:sldMk cId="1047392105" sldId="290"/>
            <ac:grpSpMk id="7" creationId="{DD941ECE-2A8D-23BB-7478-9208B6537E81}"/>
          </ac:grpSpMkLst>
        </pc:grpChg>
        <pc:grpChg chg="mod">
          <ac:chgData name="悦成 廖" userId="4052b5d20d250b41" providerId="LiveId" clId="{9B9029BB-19DD-583E-A073-1C9671A138C1}" dt="2025-12-10T14:02:33.721" v="490"/>
          <ac:grpSpMkLst>
            <pc:docMk/>
            <pc:sldMk cId="1047392105" sldId="290"/>
            <ac:grpSpMk id="11" creationId="{93167C43-F4BB-0495-D516-645FD71158C2}"/>
          </ac:grpSpMkLst>
        </pc:grpChg>
      </pc:sldChg>
      <pc:sldChg chg="modSp mod">
        <pc:chgData name="悦成 廖" userId="4052b5d20d250b41" providerId="LiveId" clId="{9B9029BB-19DD-583E-A073-1C9671A138C1}" dt="2025-12-10T14:03:00.954" v="511" actId="207"/>
        <pc:sldMkLst>
          <pc:docMk/>
          <pc:sldMk cId="2413624134" sldId="292"/>
        </pc:sldMkLst>
        <pc:spChg chg="mod">
          <ac:chgData name="悦成 廖" userId="4052b5d20d250b41" providerId="LiveId" clId="{9B9029BB-19DD-583E-A073-1C9671A138C1}" dt="2025-12-10T14:03:00.954" v="511" actId="207"/>
          <ac:spMkLst>
            <pc:docMk/>
            <pc:sldMk cId="2413624134" sldId="292"/>
            <ac:spMk id="13" creationId="{CB1D36AB-3BD7-D573-CA33-55B70BE2E6ED}"/>
          </ac:spMkLst>
        </pc:spChg>
      </pc:sldChg>
      <pc:sldChg chg="modSp mod">
        <pc:chgData name="悦成 廖" userId="4052b5d20d250b41" providerId="LiveId" clId="{9B9029BB-19DD-583E-A073-1C9671A138C1}" dt="2025-12-10T13:37:49.757" v="2" actId="947"/>
        <pc:sldMkLst>
          <pc:docMk/>
          <pc:sldMk cId="4161308238" sldId="294"/>
        </pc:sldMkLst>
        <pc:graphicFrameChg chg="modGraphic">
          <ac:chgData name="悦成 廖" userId="4052b5d20d250b41" providerId="LiveId" clId="{9B9029BB-19DD-583E-A073-1C9671A138C1}" dt="2025-12-10T13:37:49.757" v="2" actId="947"/>
          <ac:graphicFrameMkLst>
            <pc:docMk/>
            <pc:sldMk cId="4161308238" sldId="294"/>
            <ac:graphicFrameMk id="6" creationId="{47D33A6D-9360-FC38-5F5D-93BDB03EA0AC}"/>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pitchFamily="34" charset="-122"/>
                <a:ea typeface="微软雅黑" panose="020B0503020204020204" pitchFamily="34" charset="-122"/>
              </a:defRPr>
            </a:lvl1pPr>
          </a:lstStyle>
          <a:p>
            <a:endParaRPr kumimoji="1"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pitchFamily="34" charset="-122"/>
                <a:ea typeface="微软雅黑" panose="020B0503020204020204" pitchFamily="34" charset="-122"/>
              </a:defRPr>
            </a:lvl1pPr>
          </a:lstStyle>
          <a:p>
            <a:fld id="{32F7180D-8F1E-A942-AEDC-2FB9A07DFA29}" type="datetimeFigureOut">
              <a:rPr kumimoji="1" lang="zh-CN" altLang="en-US" smtClean="0"/>
              <a:pPr/>
              <a:t>2025/12/12</a:t>
            </a:fld>
            <a:endParaRPr kumimoji="1"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pitchFamily="34" charset="-122"/>
                <a:ea typeface="微软雅黑" panose="020B0503020204020204" pitchFamily="34" charset="-122"/>
              </a:defRPr>
            </a:lvl1pPr>
          </a:lstStyle>
          <a:p>
            <a:endParaRPr kumimoji="1"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pitchFamily="34" charset="-122"/>
                <a:ea typeface="微软雅黑" panose="020B0503020204020204" pitchFamily="34" charset="-122"/>
              </a:defRPr>
            </a:lvl1pPr>
          </a:lstStyle>
          <a:p>
            <a:fld id="{763F3BF6-438B-1E4E-8C94-3069826C3153}" type="slidenum">
              <a:rPr kumimoji="1" lang="zh-CN" altLang="en-US" smtClean="0"/>
              <a:pPr/>
              <a:t>‹#›</a:t>
            </a:fld>
            <a:endParaRPr kumimoji="1" lang="zh-CN" altLang="en-US" dirty="0"/>
          </a:p>
        </p:txBody>
      </p:sp>
    </p:spTree>
    <p:extLst>
      <p:ext uri="{BB962C8B-B14F-4D97-AF65-F5344CB8AC3E}">
        <p14:creationId xmlns:p14="http://schemas.microsoft.com/office/powerpoint/2010/main" val="32399201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63F3BF6-438B-1E4E-8C94-3069826C3153}" type="slidenum">
              <a:rPr kumimoji="1" lang="zh-CN" altLang="en-US" smtClean="0"/>
              <a:pPr/>
              <a:t>4</a:t>
            </a:fld>
            <a:endParaRPr kumimoji="1" lang="zh-CN" altLang="en-US" dirty="0"/>
          </a:p>
        </p:txBody>
      </p:sp>
    </p:spTree>
    <p:extLst>
      <p:ext uri="{BB962C8B-B14F-4D97-AF65-F5344CB8AC3E}">
        <p14:creationId xmlns:p14="http://schemas.microsoft.com/office/powerpoint/2010/main" val="19489349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63F3BF6-438B-1E4E-8C94-3069826C3153}" type="slidenum">
              <a:rPr kumimoji="1" lang="zh-CN" altLang="en-US" smtClean="0"/>
              <a:pPr/>
              <a:t>7</a:t>
            </a:fld>
            <a:endParaRPr kumimoji="1" lang="zh-CN" altLang="en-US" dirty="0"/>
          </a:p>
        </p:txBody>
      </p:sp>
    </p:spTree>
    <p:extLst>
      <p:ext uri="{BB962C8B-B14F-4D97-AF65-F5344CB8AC3E}">
        <p14:creationId xmlns:p14="http://schemas.microsoft.com/office/powerpoint/2010/main" val="16335780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FBA91BF-EF0B-499B-9B34-9284B3E9F957}" type="slidenum">
              <a:rPr lang="zh-CN" altLang="en-US" smtClean="0"/>
              <a:t>8</a:t>
            </a:fld>
            <a:endParaRPr lang="zh-CN" altLang="en-US"/>
          </a:p>
        </p:txBody>
      </p:sp>
    </p:spTree>
    <p:extLst>
      <p:ext uri="{BB962C8B-B14F-4D97-AF65-F5344CB8AC3E}">
        <p14:creationId xmlns:p14="http://schemas.microsoft.com/office/powerpoint/2010/main" val="23399813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具体的硬件实现：</a:t>
            </a:r>
            <a:endParaRPr lang="en-US" altLang="zh-CN" dirty="0"/>
          </a:p>
          <a:p>
            <a:r>
              <a:rPr lang="zh-CN" altLang="en-US" dirty="0"/>
              <a:t>整个戒指主要包含戒身、顶部底部</a:t>
            </a:r>
            <a:r>
              <a:rPr lang="en-US" altLang="zh-CN" dirty="0"/>
              <a:t>PCB</a:t>
            </a:r>
            <a:r>
              <a:rPr lang="zh-CN" altLang="en-US" dirty="0"/>
              <a:t>；</a:t>
            </a:r>
            <a:endParaRPr lang="en-US" altLang="zh-CN" dirty="0"/>
          </a:p>
          <a:p>
            <a:r>
              <a:rPr lang="zh-CN" altLang="en-US" dirty="0"/>
              <a:t>戒身使用</a:t>
            </a:r>
            <a:r>
              <a:rPr lang="zh-CN" altLang="en-US" b="0" i="0" dirty="0">
                <a:effectLst/>
                <a:latin typeface="Inter"/>
              </a:rPr>
              <a:t> </a:t>
            </a:r>
            <a:r>
              <a:rPr lang="en-US" altLang="zh-CN" b="0" i="0" dirty="0">
                <a:effectLst/>
                <a:latin typeface="Inter"/>
              </a:rPr>
              <a:t>3D </a:t>
            </a:r>
            <a:r>
              <a:rPr lang="zh-CN" altLang="en-US" b="0" i="0" dirty="0">
                <a:effectLst/>
                <a:latin typeface="Inter"/>
              </a:rPr>
              <a:t>打印外壳包着 </a:t>
            </a:r>
            <a:r>
              <a:rPr lang="en-US" altLang="zh-CN" b="0" i="0" dirty="0">
                <a:effectLst/>
                <a:latin typeface="Inter"/>
              </a:rPr>
              <a:t>FPCB</a:t>
            </a:r>
            <a:r>
              <a:rPr lang="zh-CN" altLang="en-US" b="0" i="0" dirty="0">
                <a:effectLst/>
                <a:latin typeface="Inter"/>
              </a:rPr>
              <a:t>，</a:t>
            </a:r>
            <a:r>
              <a:rPr lang="en-US" altLang="zh-CN" b="0" i="0" dirty="0">
                <a:effectLst/>
                <a:latin typeface="Inter"/>
              </a:rPr>
              <a:t>FPCB </a:t>
            </a:r>
            <a:r>
              <a:rPr lang="zh-CN" altLang="en-US" b="0" i="0" dirty="0">
                <a:effectLst/>
                <a:latin typeface="Inter"/>
              </a:rPr>
              <a:t>上就是扬声器和麦克风；</a:t>
            </a:r>
            <a:endParaRPr lang="en-US" altLang="zh-CN" b="0" i="0" dirty="0">
              <a:effectLst/>
              <a:latin typeface="Inter"/>
            </a:endParaRPr>
          </a:p>
          <a:p>
            <a:r>
              <a:rPr lang="zh-CN" altLang="en-US" b="0" i="0" dirty="0">
                <a:effectLst/>
                <a:latin typeface="Inter"/>
              </a:rPr>
              <a:t>顶部 </a:t>
            </a:r>
            <a:r>
              <a:rPr lang="en-US" altLang="zh-CN" b="0" i="0" dirty="0">
                <a:effectLst/>
                <a:latin typeface="Inter"/>
              </a:rPr>
              <a:t>PCB</a:t>
            </a:r>
            <a:r>
              <a:rPr lang="zh-CN" altLang="en-US" b="0" i="0" dirty="0">
                <a:effectLst/>
                <a:latin typeface="Inter"/>
              </a:rPr>
              <a:t>带有</a:t>
            </a:r>
            <a:r>
              <a:rPr lang="en-US" altLang="zh-CN" b="0" i="0" dirty="0">
                <a:effectLst/>
                <a:latin typeface="Inter"/>
              </a:rPr>
              <a:t>24mw</a:t>
            </a:r>
            <a:r>
              <a:rPr lang="zh-CN" altLang="en-US" b="0" i="0" dirty="0">
                <a:effectLst/>
                <a:latin typeface="Inter"/>
              </a:rPr>
              <a:t>低功耗的 </a:t>
            </a:r>
            <a:r>
              <a:rPr lang="en-US" altLang="zh-CN" b="0" i="0" dirty="0">
                <a:effectLst/>
                <a:latin typeface="Inter"/>
              </a:rPr>
              <a:t>MCU</a:t>
            </a:r>
            <a:r>
              <a:rPr lang="zh-CN" altLang="en-US" b="0" i="0" dirty="0">
                <a:effectLst/>
                <a:latin typeface="Inter"/>
              </a:rPr>
              <a:t>，底部</a:t>
            </a:r>
            <a:r>
              <a:rPr lang="en-US" altLang="zh-CN" b="0" i="0" dirty="0">
                <a:effectLst/>
                <a:latin typeface="Inter"/>
              </a:rPr>
              <a:t>PCB</a:t>
            </a:r>
            <a:r>
              <a:rPr lang="zh-CN" altLang="en-US" b="0" i="0" dirty="0">
                <a:effectLst/>
                <a:latin typeface="Inter"/>
              </a:rPr>
              <a:t>包含放大器、稳压器部件；</a:t>
            </a:r>
            <a:endParaRPr lang="en-US" altLang="zh-CN" b="0" i="0" dirty="0">
              <a:effectLst/>
              <a:latin typeface="Inter"/>
            </a:endParaRPr>
          </a:p>
          <a:p>
            <a:r>
              <a:rPr lang="zh-CN" altLang="en-US" b="0" i="0" dirty="0">
                <a:effectLst/>
                <a:latin typeface="Inter"/>
              </a:rPr>
              <a:t>具体的细节方面，戒指使用的扬声器发 </a:t>
            </a:r>
            <a:r>
              <a:rPr lang="en-US" altLang="zh-CN" b="0" i="0" dirty="0">
                <a:effectLst/>
                <a:latin typeface="Inter"/>
              </a:rPr>
              <a:t>20-24KHz </a:t>
            </a:r>
            <a:r>
              <a:rPr lang="zh-CN" altLang="en-US" b="0" i="0" dirty="0">
                <a:effectLst/>
                <a:latin typeface="Inter"/>
              </a:rPr>
              <a:t>的不可闻声波，每周期</a:t>
            </a:r>
            <a:r>
              <a:rPr lang="en-US" altLang="zh-CN" b="0" i="0" dirty="0">
                <a:effectLst/>
                <a:latin typeface="Inter"/>
              </a:rPr>
              <a:t>600 </a:t>
            </a:r>
            <a:r>
              <a:rPr lang="zh-CN" altLang="en-US" b="0" i="0" dirty="0">
                <a:effectLst/>
                <a:latin typeface="Inter"/>
              </a:rPr>
              <a:t>个样本；麦克风用 </a:t>
            </a:r>
            <a:r>
              <a:rPr lang="en-US" altLang="zh-CN" b="0" i="0" dirty="0">
                <a:effectLst/>
                <a:latin typeface="Inter"/>
              </a:rPr>
              <a:t>50KHz </a:t>
            </a:r>
            <a:r>
              <a:rPr lang="zh-CN" altLang="en-US" b="0" i="0" dirty="0">
                <a:effectLst/>
                <a:latin typeface="Inter"/>
              </a:rPr>
              <a:t>采杨</a:t>
            </a:r>
            <a:r>
              <a:rPr lang="en-US" altLang="zh-CN" b="0" i="0" dirty="0">
                <a:effectLst/>
                <a:latin typeface="Inter"/>
              </a:rPr>
              <a:t>16 </a:t>
            </a:r>
            <a:r>
              <a:rPr lang="zh-CN" altLang="en-US" b="0" i="0" dirty="0">
                <a:effectLst/>
                <a:latin typeface="Inter"/>
              </a:rPr>
              <a:t>位信号，再通过蓝牙以 </a:t>
            </a:r>
            <a:r>
              <a:rPr lang="en-US" altLang="zh-CN" b="0" i="0" dirty="0">
                <a:effectLst/>
                <a:latin typeface="Inter"/>
              </a:rPr>
              <a:t>800Kbps </a:t>
            </a:r>
            <a:r>
              <a:rPr lang="zh-CN" altLang="en-US" b="0" i="0" dirty="0">
                <a:effectLst/>
                <a:latin typeface="Inter"/>
              </a:rPr>
              <a:t>进行传输</a:t>
            </a:r>
            <a:endParaRPr lang="en-US" altLang="zh-CN" b="0" i="0" dirty="0">
              <a:effectLst/>
              <a:latin typeface="Inter"/>
            </a:endParaRPr>
          </a:p>
          <a:p>
            <a:r>
              <a:rPr lang="zh-CN" altLang="en-US" b="0" i="0" dirty="0">
                <a:effectLst/>
                <a:latin typeface="Inter"/>
              </a:rPr>
              <a:t>硬件成本仅</a:t>
            </a:r>
            <a:r>
              <a:rPr lang="en-US" altLang="zh-CN" b="0" i="0" dirty="0">
                <a:effectLst/>
                <a:latin typeface="Inter"/>
              </a:rPr>
              <a:t>30$</a:t>
            </a:r>
            <a:r>
              <a:rPr lang="zh-CN" altLang="en-US" b="0" i="0" dirty="0">
                <a:effectLst/>
                <a:latin typeface="Inter"/>
              </a:rPr>
              <a:t>、功耗</a:t>
            </a:r>
            <a:r>
              <a:rPr lang="en-US" altLang="zh-CN" b="0" i="0" dirty="0">
                <a:effectLst/>
                <a:latin typeface="Inter"/>
              </a:rPr>
              <a:t>148mW</a:t>
            </a:r>
            <a:r>
              <a:rPr lang="zh-CN" altLang="en-US" b="0" i="0" dirty="0">
                <a:effectLst/>
                <a:latin typeface="Inter"/>
              </a:rPr>
              <a:t>的低成本低功耗的戒指</a:t>
            </a:r>
            <a:endParaRPr lang="en-US" altLang="zh-CN" b="0" i="0" dirty="0">
              <a:effectLst/>
              <a:latin typeface="Inter"/>
            </a:endParaRPr>
          </a:p>
          <a:p>
            <a:endParaRPr lang="en-US" altLang="zh-CN" b="0" i="0" dirty="0">
              <a:effectLst/>
              <a:latin typeface="Inter"/>
            </a:endParaRPr>
          </a:p>
          <a:p>
            <a:endParaRPr lang="zh-CN" altLang="en-US" dirty="0"/>
          </a:p>
        </p:txBody>
      </p:sp>
      <p:sp>
        <p:nvSpPr>
          <p:cNvPr id="4" name="灯片编号占位符 3"/>
          <p:cNvSpPr>
            <a:spLocks noGrp="1"/>
          </p:cNvSpPr>
          <p:nvPr>
            <p:ph type="sldNum" sz="quarter" idx="5"/>
          </p:nvPr>
        </p:nvSpPr>
        <p:spPr/>
        <p:txBody>
          <a:bodyPr/>
          <a:lstStyle/>
          <a:p>
            <a:fld id="{763F3BF6-438B-1E4E-8C94-3069826C3153}" type="slidenum">
              <a:rPr kumimoji="1" lang="zh-CN" altLang="en-US" smtClean="0"/>
              <a:pPr/>
              <a:t>9</a:t>
            </a:fld>
            <a:endParaRPr kumimoji="1" lang="zh-CN" altLang="en-US" dirty="0"/>
          </a:p>
        </p:txBody>
      </p:sp>
    </p:spTree>
    <p:extLst>
      <p:ext uri="{BB962C8B-B14F-4D97-AF65-F5344CB8AC3E}">
        <p14:creationId xmlns:p14="http://schemas.microsoft.com/office/powerpoint/2010/main" val="42223658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Ring-a-Pose</a:t>
            </a:r>
            <a:r>
              <a:rPr lang="zh-CN" altLang="en-US" dirty="0"/>
              <a:t>采用</a:t>
            </a:r>
            <a:r>
              <a:rPr lang="zh-CN" altLang="en-US" b="1" dirty="0"/>
              <a:t>主动声学传感技术</a:t>
            </a:r>
            <a:r>
              <a:rPr lang="zh-CN" altLang="en-US" dirty="0"/>
              <a:t>追踪连续手部姿态。</a:t>
            </a:r>
            <a:r>
              <a:rPr lang="zh-CN" altLang="en-US" b="1" dirty="0"/>
              <a:t>戒指发射人耳听不到的声波，经周围手指和手掌反射、折射后，形成独特模式被麦克风接收。</a:t>
            </a:r>
            <a:r>
              <a:rPr lang="zh-CN" altLang="en-US" dirty="0"/>
              <a:t>不同的手部几何形状会产生</a:t>
            </a:r>
            <a:r>
              <a:rPr lang="zh-CN" altLang="en-US" b="1" dirty="0"/>
              <a:t>不同的反射信号（即回声）</a:t>
            </a:r>
            <a:r>
              <a:rPr lang="zh-CN" altLang="en-US" dirty="0"/>
              <a:t>，以此重建手部姿态。</a:t>
            </a:r>
          </a:p>
          <a:p>
            <a:endParaRPr lang="en-US" altLang="zh-CN" dirty="0"/>
          </a:p>
          <a:p>
            <a:r>
              <a:rPr lang="zh-CN" altLang="en-US" b="0" i="0" dirty="0">
                <a:effectLst/>
                <a:latin typeface="Inter"/>
              </a:rPr>
              <a:t>核心用的是 </a:t>
            </a:r>
            <a:r>
              <a:rPr lang="en-US" altLang="zh-CN" b="0" i="0" dirty="0">
                <a:effectLst/>
                <a:latin typeface="Inter"/>
              </a:rPr>
              <a:t>C-FMCW </a:t>
            </a:r>
            <a:r>
              <a:rPr lang="zh-CN" altLang="en-US" b="0" i="0" dirty="0">
                <a:effectLst/>
                <a:latin typeface="Inter"/>
              </a:rPr>
              <a:t>方法，</a:t>
            </a:r>
            <a:r>
              <a:rPr lang="en-US" altLang="zh-CN" sz="1200" i="1" dirty="0">
                <a:latin typeface="+mj-ea"/>
                <a:ea typeface="+mj-ea"/>
              </a:rPr>
              <a:t>C</a:t>
            </a:r>
            <a:r>
              <a:rPr lang="zh-CN" altLang="en-US" sz="1200" i="1" dirty="0">
                <a:latin typeface="+mj-ea"/>
                <a:ea typeface="+mj-ea"/>
              </a:rPr>
              <a:t>为声速，</a:t>
            </a:r>
            <a:r>
              <a:rPr lang="en-US" altLang="zh-CN" sz="1200" i="1" dirty="0">
                <a:latin typeface="+mj-ea"/>
                <a:ea typeface="+mj-ea"/>
              </a:rPr>
              <a:t> Lag</a:t>
            </a:r>
            <a:r>
              <a:rPr lang="zh-CN" altLang="en-US" sz="1200" i="1" dirty="0">
                <a:latin typeface="+mj-ea"/>
                <a:ea typeface="+mj-ea"/>
              </a:rPr>
              <a:t>为样本便宜数；理论上</a:t>
            </a:r>
            <a:r>
              <a:rPr lang="zh-CN" altLang="en-US" b="1" dirty="0">
                <a:latin typeface="+mj-ea"/>
                <a:ea typeface="+mj-ea"/>
              </a:rPr>
              <a:t>当目标静止或慢速移动时，</a:t>
            </a:r>
            <a:r>
              <a:rPr lang="zh-CN" altLang="en-US" b="0" i="0" dirty="0">
                <a:effectLst/>
                <a:latin typeface="Inter"/>
              </a:rPr>
              <a:t> </a:t>
            </a:r>
            <a:r>
              <a:rPr lang="en-US" altLang="zh-CN" b="0" i="0" dirty="0">
                <a:effectLst/>
                <a:latin typeface="Inter"/>
              </a:rPr>
              <a:t>C-FMCW </a:t>
            </a:r>
            <a:r>
              <a:rPr lang="zh-CN" altLang="en-US" b="0" i="0" dirty="0">
                <a:effectLst/>
                <a:latin typeface="Inter"/>
              </a:rPr>
              <a:t>的分辨率为</a:t>
            </a:r>
            <a:r>
              <a:rPr lang="en-US" altLang="zh-CN" b="0" i="0" dirty="0">
                <a:effectLst/>
                <a:latin typeface="Inter"/>
              </a:rPr>
              <a:t>3.43mm</a:t>
            </a:r>
            <a:r>
              <a:rPr lang="zh-CN" altLang="en-US" b="0" i="0" dirty="0">
                <a:effectLst/>
                <a:latin typeface="Inter"/>
              </a:rPr>
              <a:t>；当目标运动时，可得此式，</a:t>
            </a:r>
            <a:r>
              <a:rPr lang="zh-CN" altLang="en-US" b="1" dirty="0">
                <a:latin typeface="+mj-ea"/>
                <a:ea typeface="+mj-ea"/>
              </a:rPr>
              <a:t>结合手部关节运动速度和男性中指平均长度，换算出速度仅 </a:t>
            </a:r>
            <a:r>
              <a:rPr lang="en-US" altLang="zh-CN" b="1" dirty="0">
                <a:latin typeface="+mj-ea"/>
                <a:ea typeface="+mj-ea"/>
              </a:rPr>
              <a:t>0.018-0.59m/s</a:t>
            </a:r>
            <a:r>
              <a:rPr lang="zh-CN" altLang="en-US" b="1" dirty="0">
                <a:latin typeface="+mj-ea"/>
                <a:ea typeface="+mj-ea"/>
              </a:rPr>
              <a:t>，远低于声速，所以手指运动</a:t>
            </a:r>
            <a:r>
              <a:rPr lang="zh-CN" altLang="en-US" b="0" i="0" dirty="0">
                <a:effectLst/>
                <a:latin typeface="Inter"/>
              </a:rPr>
              <a:t>对分辨率影响特别小</a:t>
            </a:r>
            <a:r>
              <a:rPr lang="en-US" altLang="zh-CN" b="0" i="0" dirty="0">
                <a:effectLst/>
                <a:latin typeface="Inter"/>
              </a:rPr>
              <a:t>/</a:t>
            </a:r>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采用</a:t>
            </a:r>
            <a:r>
              <a:rPr lang="en-US" altLang="zh-CN" dirty="0"/>
              <a:t>C-FMCW</a:t>
            </a:r>
            <a:r>
              <a:rPr lang="zh-CN" altLang="en-US" dirty="0"/>
              <a:t>方法生成回声轮廓，计算得到的回声轮廓包含连续的时空反射强度，如图，平时的</a:t>
            </a:r>
            <a:r>
              <a:rPr lang="zh-CN" altLang="en-US" sz="1200" b="1" i="0" dirty="0">
                <a:solidFill>
                  <a:srgbClr val="FF0000"/>
                </a:solidFill>
                <a:effectLst/>
                <a:latin typeface="+mj-ea"/>
                <a:ea typeface="+mj-ea"/>
              </a:rPr>
              <a:t>轮廓无明显“模糊 </a:t>
            </a:r>
            <a:r>
              <a:rPr lang="en-US" altLang="zh-CN" sz="1200" b="1" i="0" dirty="0">
                <a:solidFill>
                  <a:srgbClr val="FF0000"/>
                </a:solidFill>
                <a:effectLst/>
                <a:latin typeface="+mj-ea"/>
                <a:ea typeface="+mj-ea"/>
              </a:rPr>
              <a:t>/ </a:t>
            </a:r>
            <a:r>
              <a:rPr lang="zh-CN" altLang="en-US" sz="1200" b="1" i="0" dirty="0">
                <a:solidFill>
                  <a:srgbClr val="FF0000"/>
                </a:solidFill>
                <a:effectLst/>
                <a:latin typeface="+mj-ea"/>
                <a:ea typeface="+mj-ea"/>
              </a:rPr>
              <a:t>断裂”</a:t>
            </a:r>
            <a:r>
              <a:rPr lang="en-US" altLang="zh-CN" sz="1200" b="1" i="0" dirty="0">
                <a:solidFill>
                  <a:srgbClr val="FF0000"/>
                </a:solidFill>
                <a:effectLst/>
                <a:latin typeface="+mj-ea"/>
                <a:ea typeface="+mj-ea"/>
              </a:rPr>
              <a:t>, </a:t>
            </a:r>
            <a:r>
              <a:rPr lang="zh-CN" altLang="en-US" sz="1200" b="1" i="0" dirty="0">
                <a:solidFill>
                  <a:srgbClr val="FF0000"/>
                </a:solidFill>
                <a:effectLst/>
                <a:latin typeface="+mj-ea"/>
                <a:ea typeface="+mj-ea"/>
              </a:rPr>
              <a:t>变化区域</a:t>
            </a:r>
            <a:r>
              <a:rPr lang="en-US" altLang="zh-CN" sz="1200" b="1" i="0" dirty="0">
                <a:solidFill>
                  <a:srgbClr val="FF0000"/>
                </a:solidFill>
                <a:effectLst/>
                <a:latin typeface="+mj-ea"/>
                <a:ea typeface="+mj-ea"/>
              </a:rPr>
              <a:t>(</a:t>
            </a:r>
            <a:r>
              <a:rPr lang="zh-CN" altLang="en-US" sz="1200" b="1" i="0" dirty="0">
                <a:solidFill>
                  <a:srgbClr val="FF0000"/>
                </a:solidFill>
                <a:effectLst/>
                <a:latin typeface="+mj-ea"/>
                <a:ea typeface="+mj-ea"/>
              </a:rPr>
              <a:t>彩色纹理</a:t>
            </a:r>
            <a:r>
              <a:rPr lang="en-US" altLang="zh-CN" sz="1200" b="1" i="0" dirty="0">
                <a:solidFill>
                  <a:srgbClr val="FF0000"/>
                </a:solidFill>
                <a:effectLst/>
                <a:latin typeface="+mj-ea"/>
                <a:ea typeface="+mj-ea"/>
              </a:rPr>
              <a:t>)</a:t>
            </a:r>
            <a:r>
              <a:rPr lang="zh-CN" altLang="en-US" sz="1200" b="1" i="0" dirty="0">
                <a:solidFill>
                  <a:srgbClr val="FF0000"/>
                </a:solidFill>
                <a:effectLst/>
                <a:latin typeface="+mj-ea"/>
                <a:ea typeface="+mj-ea"/>
              </a:rPr>
              <a:t>只出现在手势切换的瞬间</a:t>
            </a:r>
            <a:endParaRPr lang="zh-CN" altLang="en-US" sz="1200" b="1" dirty="0">
              <a:solidFill>
                <a:srgbClr val="FF0000"/>
              </a:solidFill>
              <a:latin typeface="+mj-ea"/>
              <a:ea typeface="+mj-ea"/>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因此，</a:t>
            </a:r>
            <a:r>
              <a:rPr lang="en-US" altLang="zh-CN" sz="1200" b="1" dirty="0">
                <a:latin typeface="+mj-ea"/>
                <a:ea typeface="+mj-ea"/>
              </a:rPr>
              <a:t>C-FMCW</a:t>
            </a:r>
            <a:r>
              <a:rPr lang="zh-CN" altLang="en-US" sz="1200" b="1" dirty="0">
                <a:latin typeface="+mj-ea"/>
                <a:ea typeface="+mj-ea"/>
              </a:rPr>
              <a:t>的空间分辨率高，且手指运动对传感分辨率的影响极小，为</a:t>
            </a:r>
            <a:r>
              <a:rPr lang="en-US" altLang="zh-CN" sz="1200" b="1" dirty="0">
                <a:latin typeface="+mj-ea"/>
                <a:ea typeface="+mj-ea"/>
              </a:rPr>
              <a:t>Ring-a-Pose</a:t>
            </a:r>
            <a:r>
              <a:rPr lang="zh-CN" altLang="en-US" sz="1200" b="1" dirty="0">
                <a:latin typeface="+mj-ea"/>
                <a:ea typeface="+mj-ea"/>
              </a:rPr>
              <a:t>捕捉几何形状提供了支持</a:t>
            </a:r>
            <a:endParaRPr lang="zh-CN" alt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DFBA91BF-EF0B-499B-9B34-9284B3E9F957}" type="slidenum">
              <a:rPr lang="zh-CN" altLang="en-US" smtClean="0"/>
              <a:t>10</a:t>
            </a:fld>
            <a:endParaRPr lang="zh-CN" altLang="en-US"/>
          </a:p>
        </p:txBody>
      </p:sp>
    </p:spTree>
    <p:extLst>
      <p:ext uri="{BB962C8B-B14F-4D97-AF65-F5344CB8AC3E}">
        <p14:creationId xmlns:p14="http://schemas.microsoft.com/office/powerpoint/2010/main" val="9500107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effectLst/>
                <a:latin typeface="Inter"/>
              </a:rPr>
              <a:t>回声帧的计算</a:t>
            </a:r>
            <a:endParaRPr lang="en-US" altLang="zh-CN" b="0" i="0" dirty="0">
              <a:effectLst/>
              <a:latin typeface="Inter"/>
            </a:endParaRPr>
          </a:p>
          <a:p>
            <a:r>
              <a:rPr lang="zh-CN" altLang="en-US" b="0" i="0" dirty="0">
                <a:effectLst/>
                <a:latin typeface="Inter"/>
              </a:rPr>
              <a:t>首先戒指发射 </a:t>
            </a:r>
            <a:r>
              <a:rPr lang="en-US" altLang="zh-CN" b="0" i="0" dirty="0">
                <a:effectLst/>
                <a:latin typeface="Inter"/>
              </a:rPr>
              <a:t>FMCW </a:t>
            </a:r>
            <a:r>
              <a:rPr lang="zh-CN" altLang="en-US" b="0" i="0" dirty="0">
                <a:effectLst/>
                <a:latin typeface="Inter"/>
              </a:rPr>
              <a:t>信号，麦克风收反射信号经过</a:t>
            </a:r>
            <a:r>
              <a:rPr lang="en-US" altLang="zh-CN" b="0" i="0" dirty="0">
                <a:effectLst/>
                <a:latin typeface="Inter"/>
              </a:rPr>
              <a:t>5 </a:t>
            </a:r>
            <a:r>
              <a:rPr lang="zh-CN" altLang="en-US" b="0" i="0" dirty="0">
                <a:effectLst/>
                <a:latin typeface="Inter"/>
              </a:rPr>
              <a:t>阶带通滤波，保持与发射信号频率一致；然后与发射信号做互相关运算，</a:t>
            </a:r>
            <a:r>
              <a:rPr lang="zh-CN" altLang="en-US" b="0" i="0" dirty="0">
                <a:solidFill>
                  <a:srgbClr val="000000"/>
                </a:solidFill>
                <a:effectLst/>
                <a:latin typeface="Arial" panose="020B0604020202020204" pitchFamily="34" charset="0"/>
              </a:rPr>
              <a:t>得到不同反射时间的信号强度；</a:t>
            </a:r>
            <a:endParaRPr lang="en-US" altLang="zh-CN" b="0" i="0" dirty="0">
              <a:solidFill>
                <a:srgbClr val="000000"/>
              </a:solidFill>
              <a:effectLst/>
              <a:latin typeface="Arial" panose="020B0604020202020204" pitchFamily="34" charset="0"/>
            </a:endParaRPr>
          </a:p>
          <a:p>
            <a:endParaRPr lang="en-US" altLang="zh-CN" b="0" i="0" dirty="0">
              <a:solidFill>
                <a:srgbClr val="000000"/>
              </a:solidFill>
              <a:effectLst/>
              <a:latin typeface="Arial" panose="020B0604020202020204" pitchFamily="34" charset="0"/>
            </a:endParaRPr>
          </a:p>
          <a:p>
            <a:r>
              <a:rPr lang="zh-CN" altLang="en-US" b="0" i="0" dirty="0">
                <a:solidFill>
                  <a:srgbClr val="000000"/>
                </a:solidFill>
                <a:effectLst/>
                <a:latin typeface="Arial" panose="020B0604020202020204" pitchFamily="34" charset="0"/>
              </a:rPr>
              <a:t>然后寻找</a:t>
            </a:r>
            <a:r>
              <a:rPr lang="zh-CN" altLang="en-US" sz="1200" b="1" i="1" dirty="0">
                <a:solidFill>
                  <a:srgbClr val="FF0000"/>
                </a:solidFill>
                <a:latin typeface="Arial" panose="020B0604020202020204" pitchFamily="34" charset="0"/>
              </a:rPr>
              <a:t>代表扬声器 </a:t>
            </a:r>
            <a:r>
              <a:rPr lang="en-US" altLang="zh-CN" sz="1200" b="1" i="1" dirty="0">
                <a:solidFill>
                  <a:srgbClr val="FF0000"/>
                </a:solidFill>
                <a:latin typeface="Arial" panose="020B0604020202020204" pitchFamily="34" charset="0"/>
              </a:rPr>
              <a:t>- </a:t>
            </a:r>
            <a:r>
              <a:rPr lang="zh-CN" altLang="en-US" sz="1200" b="1" i="1" dirty="0">
                <a:solidFill>
                  <a:srgbClr val="FF0000"/>
                </a:solidFill>
                <a:latin typeface="Arial" panose="020B0604020202020204" pitchFamily="34" charset="0"/>
              </a:rPr>
              <a:t>麦克风直接路径即最强相关性</a:t>
            </a:r>
            <a:r>
              <a:rPr lang="en-US" altLang="zh-CN" sz="1200" b="1" i="1" dirty="0">
                <a:solidFill>
                  <a:srgbClr val="FF0000"/>
                </a:solidFill>
                <a:latin typeface="Arial" panose="020B0604020202020204" pitchFamily="34" charset="0"/>
              </a:rPr>
              <a:t>t0 </a:t>
            </a:r>
            <a:r>
              <a:rPr lang="zh-CN" altLang="en-US" sz="1200" b="1" i="1" dirty="0">
                <a:solidFill>
                  <a:srgbClr val="FF0000"/>
                </a:solidFill>
                <a:latin typeface="Arial" panose="020B0604020202020204" pitchFamily="34" charset="0"/>
              </a:rPr>
              <a:t>，并以其作为基准，</a:t>
            </a:r>
            <a:r>
              <a:rPr lang="zh-CN" altLang="en-US" b="0" i="0" dirty="0">
                <a:solidFill>
                  <a:srgbClr val="000000"/>
                </a:solidFill>
                <a:effectLst/>
                <a:latin typeface="Arial" panose="020B0604020202020204" pitchFamily="34" charset="0"/>
              </a:rPr>
              <a:t>结合声速将</a:t>
            </a:r>
            <a:r>
              <a:rPr lang="zh-CN" altLang="en-US" b="1" i="0" dirty="0">
                <a:solidFill>
                  <a:srgbClr val="000000"/>
                </a:solidFill>
                <a:effectLst/>
                <a:latin typeface="Arial" panose="020B0604020202020204" pitchFamily="34" charset="0"/>
              </a:rPr>
              <a:t>时间域映射为距离域；</a:t>
            </a:r>
            <a:endParaRPr lang="en-US" altLang="zh-CN" b="1" i="0" dirty="0">
              <a:solidFill>
                <a:srgbClr val="000000"/>
              </a:solidFill>
              <a:effectLst/>
              <a:latin typeface="Arial" panose="020B0604020202020204" pitchFamily="34" charset="0"/>
            </a:endParaRPr>
          </a:p>
          <a:p>
            <a:endParaRPr lang="en-US" altLang="zh-CN" b="1" i="0" dirty="0">
              <a:solidFill>
                <a:srgbClr val="000000"/>
              </a:solidFill>
              <a:effectLst/>
              <a:latin typeface="Arial" panose="020B0604020202020204" pitchFamily="34" charset="0"/>
            </a:endParaRPr>
          </a:p>
          <a:p>
            <a:r>
              <a:rPr lang="zh-CN" altLang="en-US" b="0" i="0" dirty="0">
                <a:effectLst/>
                <a:latin typeface="Inter"/>
              </a:rPr>
              <a:t>得到回声帧：</a:t>
            </a:r>
            <a:r>
              <a:rPr lang="en-US" altLang="zh-CN" b="0" i="0" dirty="0">
                <a:effectLst/>
                <a:latin typeface="Inter"/>
              </a:rPr>
              <a:t>1 </a:t>
            </a:r>
            <a:r>
              <a:rPr lang="zh-CN" altLang="en-US" b="0" i="0" dirty="0">
                <a:effectLst/>
                <a:latin typeface="Inter"/>
              </a:rPr>
              <a:t>像素宽对应 </a:t>
            </a:r>
            <a:r>
              <a:rPr lang="en-US" altLang="zh-CN" b="0" i="0" dirty="0">
                <a:effectLst/>
                <a:latin typeface="Inter"/>
              </a:rPr>
              <a:t>12 </a:t>
            </a:r>
            <a:r>
              <a:rPr lang="zh-CN" altLang="en-US" b="0" i="0" dirty="0">
                <a:effectLst/>
                <a:latin typeface="Inter"/>
              </a:rPr>
              <a:t>毫秒周期，</a:t>
            </a:r>
            <a:r>
              <a:rPr lang="en-US" altLang="zh-CN" b="0" i="0" dirty="0">
                <a:effectLst/>
                <a:latin typeface="Inter"/>
              </a:rPr>
              <a:t>600 </a:t>
            </a:r>
            <a:r>
              <a:rPr lang="zh-CN" altLang="en-US" b="0" i="0" dirty="0">
                <a:effectLst/>
                <a:latin typeface="Inter"/>
              </a:rPr>
              <a:t>像素长对应 </a:t>
            </a:r>
            <a:r>
              <a:rPr lang="en-US" altLang="zh-CN" b="0" i="0" dirty="0">
                <a:effectLst/>
                <a:latin typeface="Inter"/>
              </a:rPr>
              <a:t>2.06 </a:t>
            </a:r>
            <a:r>
              <a:rPr lang="zh-CN" altLang="en-US" b="0" i="0" dirty="0">
                <a:effectLst/>
                <a:latin typeface="Inter"/>
              </a:rPr>
              <a:t>米的传感范围。只截从 </a:t>
            </a:r>
            <a:r>
              <a:rPr lang="en-US" altLang="zh-CN" b="0" i="0" dirty="0">
                <a:effectLst/>
                <a:latin typeface="Inter"/>
              </a:rPr>
              <a:t>t0 </a:t>
            </a:r>
            <a:r>
              <a:rPr lang="zh-CN" altLang="en-US" b="0" i="0" dirty="0">
                <a:effectLst/>
                <a:latin typeface="Inter"/>
              </a:rPr>
              <a:t>开始的 </a:t>
            </a:r>
            <a:r>
              <a:rPr lang="en-US" altLang="zh-CN" b="0" i="0" dirty="0">
                <a:effectLst/>
                <a:latin typeface="Inter"/>
              </a:rPr>
              <a:t>54 </a:t>
            </a:r>
            <a:r>
              <a:rPr lang="zh-CN" altLang="en-US" b="0" i="0" dirty="0">
                <a:effectLst/>
                <a:latin typeface="Inter"/>
              </a:rPr>
              <a:t>个像素（对应 </a:t>
            </a:r>
            <a:r>
              <a:rPr lang="en-US" altLang="zh-CN" b="0" i="0" dirty="0">
                <a:effectLst/>
                <a:latin typeface="Inter"/>
              </a:rPr>
              <a:t>18.52 </a:t>
            </a:r>
            <a:r>
              <a:rPr lang="zh-CN" altLang="en-US" b="0" i="0" dirty="0">
                <a:effectLst/>
                <a:latin typeface="Inter"/>
              </a:rPr>
              <a:t>厘米），刚好覆盖整只手，还能排除环境反射的干扰。</a:t>
            </a:r>
            <a:endParaRPr lang="zh-CN" altLang="en-US" dirty="0"/>
          </a:p>
        </p:txBody>
      </p:sp>
      <p:sp>
        <p:nvSpPr>
          <p:cNvPr id="4" name="灯片编号占位符 3"/>
          <p:cNvSpPr>
            <a:spLocks noGrp="1"/>
          </p:cNvSpPr>
          <p:nvPr>
            <p:ph type="sldNum" sz="quarter" idx="5"/>
          </p:nvPr>
        </p:nvSpPr>
        <p:spPr/>
        <p:txBody>
          <a:bodyPr/>
          <a:lstStyle/>
          <a:p>
            <a:fld id="{763F3BF6-438B-1E4E-8C94-3069826C3153}" type="slidenum">
              <a:rPr kumimoji="1" lang="zh-CN" altLang="en-US" smtClean="0"/>
              <a:pPr/>
              <a:t>11</a:t>
            </a:fld>
            <a:endParaRPr kumimoji="1" lang="zh-CN" altLang="en-US" dirty="0"/>
          </a:p>
        </p:txBody>
      </p:sp>
    </p:spTree>
    <p:extLst>
      <p:ext uri="{BB962C8B-B14F-4D97-AF65-F5344CB8AC3E}">
        <p14:creationId xmlns:p14="http://schemas.microsoft.com/office/powerpoint/2010/main" val="29975286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latin typeface="+mj-ea"/>
                <a:ea typeface="+mj-ea"/>
              </a:rPr>
              <a:t>原始和差分回声轮廓计算</a:t>
            </a:r>
          </a:p>
          <a:p>
            <a:endParaRPr lang="en-US" altLang="zh-CN" dirty="0"/>
          </a:p>
          <a:p>
            <a:r>
              <a:rPr lang="zh-CN" altLang="en-US" b="0" i="0" dirty="0">
                <a:effectLst/>
                <a:latin typeface="Inter"/>
              </a:rPr>
              <a:t>首先，分为原始回声轮廓和差分回声轮廓；</a:t>
            </a:r>
            <a:endParaRPr lang="en-US" altLang="zh-CN" b="0" i="0" dirty="0">
              <a:effectLst/>
              <a:latin typeface="Inter"/>
            </a:endParaRPr>
          </a:p>
          <a:p>
            <a:r>
              <a:rPr lang="zh-CN" altLang="en-US" b="0" i="0" dirty="0">
                <a:effectLst/>
                <a:latin typeface="Inter"/>
              </a:rPr>
              <a:t>原始回声轮廓，把之前得到的回声帧，沿着时间轴堆起来，用于捕捉</a:t>
            </a:r>
            <a:r>
              <a:rPr lang="zh-CN" altLang="en-US" b="0" dirty="0">
                <a:effectLst/>
              </a:rPr>
              <a:t>静态手部姿态；</a:t>
            </a:r>
            <a:endParaRPr lang="en-US" altLang="zh-CN" b="0"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effectLst/>
                <a:latin typeface="Inter"/>
              </a:rPr>
              <a:t>原始回声轮廓，</a:t>
            </a:r>
            <a:r>
              <a:rPr lang="zh-CN" altLang="en-US" b="0" dirty="0">
                <a:effectLst/>
              </a:rPr>
              <a:t>当前回声帧 </a:t>
            </a:r>
            <a:r>
              <a:rPr lang="en-US" altLang="zh-CN" b="0" dirty="0">
                <a:effectLst/>
              </a:rPr>
              <a:t>- </a:t>
            </a:r>
            <a:r>
              <a:rPr lang="zh-CN" altLang="en-US" b="0" dirty="0">
                <a:effectLst/>
              </a:rPr>
              <a:t>前一个回声帧，主要是放大回声帧间的变化，捕捉手部姿态运动</a:t>
            </a:r>
          </a:p>
          <a:p>
            <a:endParaRPr lang="zh-CN" altLang="en-US" dirty="0"/>
          </a:p>
        </p:txBody>
      </p:sp>
      <p:sp>
        <p:nvSpPr>
          <p:cNvPr id="4" name="灯片编号占位符 3"/>
          <p:cNvSpPr>
            <a:spLocks noGrp="1"/>
          </p:cNvSpPr>
          <p:nvPr>
            <p:ph type="sldNum" sz="quarter" idx="5"/>
          </p:nvPr>
        </p:nvSpPr>
        <p:spPr/>
        <p:txBody>
          <a:bodyPr/>
          <a:lstStyle/>
          <a:p>
            <a:fld id="{763F3BF6-438B-1E4E-8C94-3069826C3153}" type="slidenum">
              <a:rPr kumimoji="1" lang="zh-CN" altLang="en-US" smtClean="0"/>
              <a:pPr/>
              <a:t>12</a:t>
            </a:fld>
            <a:endParaRPr kumimoji="1" lang="zh-CN" altLang="en-US" dirty="0"/>
          </a:p>
        </p:txBody>
      </p:sp>
    </p:spTree>
    <p:extLst>
      <p:ext uri="{BB962C8B-B14F-4D97-AF65-F5344CB8AC3E}">
        <p14:creationId xmlns:p14="http://schemas.microsoft.com/office/powerpoint/2010/main" val="6246445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对于“</a:t>
            </a:r>
            <a:r>
              <a:rPr lang="en-US" altLang="zh-CN" dirty="0"/>
              <a:t>ASL5”</a:t>
            </a:r>
            <a:r>
              <a:rPr lang="zh-CN" altLang="en-US" dirty="0"/>
              <a:t> （手掌平放）姿态，除内部球体外几乎没有反射；“</a:t>
            </a:r>
            <a:r>
              <a:rPr lang="en-US" altLang="zh-CN" dirty="0"/>
              <a:t>ASL8”</a:t>
            </a:r>
            <a:r>
              <a:rPr lang="zh-CN" altLang="en-US" dirty="0"/>
              <a:t>和“</a:t>
            </a:r>
            <a:r>
              <a:rPr lang="en-US" altLang="zh-CN" dirty="0" err="1"/>
              <a:t>MBent</a:t>
            </a:r>
            <a:r>
              <a:rPr lang="en-US" altLang="zh-CN" dirty="0"/>
              <a:t>”</a:t>
            </a:r>
            <a:r>
              <a:rPr lang="zh-CN" altLang="en-US" dirty="0"/>
              <a:t>是两种相似的手部姿态，仅拇指姿态不同，虽然回声帧在视觉上相似，但深度学习模型能够区分。</a:t>
            </a:r>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i="1" dirty="0">
                <a:solidFill>
                  <a:srgbClr val="FF0000"/>
                </a:solidFill>
              </a:rPr>
              <a:t>对于戒指大多被遮挡的姿态，差分回声轮廓都有很强的反射，但拇指和小指位置的细微差异导致回声帧不同。</a:t>
            </a:r>
            <a:endParaRPr lang="en-US" altLang="zh-CN" sz="1200" b="1" i="1" dirty="0">
              <a:solidFill>
                <a:srgbClr val="FF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1" i="1" dirty="0">
              <a:solidFill>
                <a:srgbClr val="FF0000"/>
              </a:solidFill>
            </a:endParaRPr>
          </a:p>
          <a:p>
            <a:r>
              <a:rPr lang="zh-CN" altLang="en-US" sz="1200" b="1" i="1" dirty="0">
                <a:solidFill>
                  <a:srgbClr val="FF0000"/>
                </a:solidFill>
              </a:rPr>
              <a:t>因此，</a:t>
            </a:r>
            <a:r>
              <a:rPr lang="en-US" altLang="zh-CN" sz="1200" b="1" i="1" dirty="0">
                <a:solidFill>
                  <a:srgbClr val="FF0000"/>
                </a:solidFill>
              </a:rPr>
              <a:t>Ring-a-pose</a:t>
            </a:r>
            <a:r>
              <a:rPr lang="zh-CN" altLang="en-US" sz="1200" b="1" i="1" dirty="0">
                <a:solidFill>
                  <a:srgbClr val="FF0000"/>
                </a:solidFill>
              </a:rPr>
              <a:t>具有</a:t>
            </a:r>
            <a:r>
              <a:rPr lang="zh-CN" altLang="en-US" b="1" i="0" dirty="0">
                <a:solidFill>
                  <a:srgbClr val="000000"/>
                </a:solidFill>
                <a:effectLst/>
                <a:latin typeface="Arial" panose="020B0604020202020204" pitchFamily="34" charset="0"/>
              </a:rPr>
              <a:t>抗遮挡性</a:t>
            </a:r>
            <a:r>
              <a:rPr lang="zh-CN" altLang="en-US" b="0" i="0" dirty="0">
                <a:solidFill>
                  <a:srgbClr val="000000"/>
                </a:solidFill>
                <a:effectLst/>
                <a:latin typeface="Arial" panose="020B0604020202020204" pitchFamily="34" charset="0"/>
              </a:rPr>
              <a:t>：</a:t>
            </a:r>
            <a:r>
              <a:rPr lang="zh-CN" altLang="en-US" sz="1200" dirty="0"/>
              <a:t>戒指的独特佩戴位置可将手部几何遮挡转化为有用且可重复的信息</a:t>
            </a:r>
            <a:endParaRPr lang="zh-CN" altLang="en-US" dirty="0"/>
          </a:p>
          <a:p>
            <a:pPr algn="l"/>
            <a:r>
              <a:rPr lang="zh-CN" altLang="en-US" b="1" i="0" dirty="0">
                <a:solidFill>
                  <a:srgbClr val="000000"/>
                </a:solidFill>
                <a:effectLst/>
                <a:latin typeface="Arial" panose="020B0604020202020204" pitchFamily="34" charset="0"/>
              </a:rPr>
              <a:t>用户无关性</a:t>
            </a:r>
            <a:r>
              <a:rPr lang="zh-CN" altLang="en-US" b="0" i="0" dirty="0">
                <a:solidFill>
                  <a:srgbClr val="000000"/>
                </a:solidFill>
                <a:effectLst/>
                <a:latin typeface="Arial" panose="020B0604020202020204" pitchFamily="34" charset="0"/>
              </a:rPr>
              <a:t>：依赖手部解剖结构的回声，不同用户相同姿态的回声轮廓相似，无需大量个性化训练。</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200" b="1" i="1" dirty="0">
              <a:solidFill>
                <a:srgbClr val="FF0000"/>
              </a:solidFill>
            </a:endParaRPr>
          </a:p>
          <a:p>
            <a:endParaRPr lang="en-US" altLang="zh-CN" dirty="0"/>
          </a:p>
        </p:txBody>
      </p:sp>
      <p:sp>
        <p:nvSpPr>
          <p:cNvPr id="4" name="灯片编号占位符 3"/>
          <p:cNvSpPr>
            <a:spLocks noGrp="1"/>
          </p:cNvSpPr>
          <p:nvPr>
            <p:ph type="sldNum" sz="quarter" idx="5"/>
          </p:nvPr>
        </p:nvSpPr>
        <p:spPr/>
        <p:txBody>
          <a:bodyPr/>
          <a:lstStyle/>
          <a:p>
            <a:fld id="{DFBA91BF-EF0B-499B-9B34-9284B3E9F957}" type="slidenum">
              <a:rPr lang="zh-CN" altLang="en-US" smtClean="0"/>
              <a:t>13</a:t>
            </a:fld>
            <a:endParaRPr lang="zh-CN" altLang="en-US"/>
          </a:p>
        </p:txBody>
      </p:sp>
    </p:spTree>
    <p:extLst>
      <p:ext uri="{BB962C8B-B14F-4D97-AF65-F5344CB8AC3E}">
        <p14:creationId xmlns:p14="http://schemas.microsoft.com/office/powerpoint/2010/main" val="3156833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solidFill>
                  <a:schemeClr val="bg1"/>
                </a:solidFill>
                <a:latin typeface="微软雅黑" panose="020B0503020204020204" pitchFamily="34" charset="-122"/>
                <a:ea typeface="微软雅黑" panose="020B0503020204020204" pitchFamily="34" charset="-122"/>
              </a:rPr>
              <a:t>深度学习流程</a:t>
            </a:r>
            <a:endParaRPr lang="en-US" altLang="zh-CN" sz="1200" b="1" dirty="0">
              <a:solidFill>
                <a:schemeClr val="bg1"/>
              </a:solidFill>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effectLst/>
                <a:latin typeface="Inter"/>
              </a:rPr>
              <a:t>为什么使用</a:t>
            </a:r>
            <a:r>
              <a:rPr lang="en-US" altLang="zh-CN" b="0" i="0" dirty="0" err="1">
                <a:effectLst/>
                <a:latin typeface="Inter"/>
              </a:rPr>
              <a:t>mediapipe</a:t>
            </a:r>
            <a:r>
              <a:rPr lang="en-US" altLang="zh-CN" b="0" i="0" dirty="0">
                <a:effectLst/>
                <a:latin typeface="Inter"/>
              </a:rPr>
              <a:t>? </a:t>
            </a:r>
            <a:r>
              <a:rPr lang="zh-CN" altLang="en-US" b="0" i="0" dirty="0">
                <a:effectLst/>
                <a:latin typeface="Inter"/>
              </a:rPr>
              <a:t>因为深度相机方法可能追不到遮挡的关节，标记点方法又会改变手的形状，而 </a:t>
            </a:r>
            <a:r>
              <a:rPr lang="en-US" altLang="zh-CN" b="0" i="0" dirty="0" err="1">
                <a:effectLst/>
                <a:latin typeface="Inter"/>
              </a:rPr>
              <a:t>MediaPipe</a:t>
            </a:r>
            <a:r>
              <a:rPr lang="en-US" altLang="zh-CN" b="0" i="0" dirty="0">
                <a:effectLst/>
                <a:latin typeface="Inter"/>
              </a:rPr>
              <a:t> </a:t>
            </a:r>
            <a:r>
              <a:rPr lang="zh-CN" altLang="en-US" b="0" i="0" dirty="0">
                <a:effectLst/>
                <a:latin typeface="Inter"/>
              </a:rPr>
              <a:t>在同光照下结果稳定，还能追踪遮挡的关节。</a:t>
            </a:r>
            <a:endParaRPr lang="en-US" altLang="zh-CN" b="0" i="0" dirty="0">
              <a:effectLst/>
              <a:latin typeface="Inter"/>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200" b="1" dirty="0">
              <a:solidFill>
                <a:schemeClr val="bg1"/>
              </a:solidFill>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首先是</a:t>
            </a:r>
            <a:r>
              <a:rPr lang="zh-CN" altLang="en-US" sz="1200" b="1" dirty="0">
                <a:latin typeface="+mj-ea"/>
                <a:ea typeface="+mj-ea"/>
              </a:rPr>
              <a:t>手部姿态真值获取，使用</a:t>
            </a:r>
            <a:r>
              <a:rPr lang="zh-CN" altLang="en-US" b="0" i="0" dirty="0">
                <a:effectLst/>
                <a:latin typeface="Inter"/>
              </a:rPr>
              <a:t> </a:t>
            </a:r>
            <a:r>
              <a:rPr lang="en-US" altLang="zh-CN" b="0" i="0" dirty="0" err="1">
                <a:effectLst/>
                <a:latin typeface="Inter"/>
              </a:rPr>
              <a:t>MediaPipe</a:t>
            </a:r>
            <a:r>
              <a:rPr lang="en-US" altLang="zh-CN" b="0" i="0" dirty="0">
                <a:effectLst/>
                <a:latin typeface="Inter"/>
              </a:rPr>
              <a:t> Hands </a:t>
            </a:r>
            <a:r>
              <a:rPr lang="zh-CN" altLang="en-US" b="0" i="0" dirty="0">
                <a:effectLst/>
                <a:latin typeface="Inter"/>
              </a:rPr>
              <a:t>来拿 </a:t>
            </a:r>
            <a:r>
              <a:rPr lang="en-US" altLang="zh-CN" b="0" i="0" dirty="0">
                <a:effectLst/>
                <a:latin typeface="Inter"/>
              </a:rPr>
              <a:t>21 </a:t>
            </a:r>
            <a:r>
              <a:rPr lang="zh-CN" altLang="en-US" b="0" i="0" dirty="0">
                <a:effectLst/>
                <a:latin typeface="Inter"/>
              </a:rPr>
              <a:t>个关键点的 </a:t>
            </a:r>
            <a:r>
              <a:rPr lang="en-US" altLang="zh-CN" b="0" i="0" dirty="0">
                <a:effectLst/>
                <a:latin typeface="Inter"/>
              </a:rPr>
              <a:t>3D </a:t>
            </a:r>
            <a:r>
              <a:rPr lang="zh-CN" altLang="en-US" b="0" i="0" dirty="0">
                <a:effectLst/>
                <a:latin typeface="Inter"/>
              </a:rPr>
              <a:t>坐标，再把其他 </a:t>
            </a:r>
            <a:r>
              <a:rPr lang="en-US" altLang="zh-CN" b="0" i="0" dirty="0">
                <a:effectLst/>
                <a:latin typeface="Inter"/>
              </a:rPr>
              <a:t>20 </a:t>
            </a:r>
            <a:r>
              <a:rPr lang="zh-CN" altLang="en-US" b="0" i="0" dirty="0">
                <a:effectLst/>
                <a:latin typeface="Inter"/>
              </a:rPr>
              <a:t>个点减去手腕点，得到相对手腕的位置，作为手部姿态的真值；</a:t>
            </a:r>
            <a:endParaRPr lang="en-US" altLang="zh-CN" b="0" i="0" dirty="0">
              <a:effectLst/>
              <a:latin typeface="Inter"/>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0" i="0" dirty="0">
              <a:effectLst/>
              <a:latin typeface="Inter"/>
              <a:ea typeface="+mj-ea"/>
            </a:endParaRPr>
          </a:p>
        </p:txBody>
      </p:sp>
      <p:sp>
        <p:nvSpPr>
          <p:cNvPr id="4" name="灯片编号占位符 3"/>
          <p:cNvSpPr>
            <a:spLocks noGrp="1"/>
          </p:cNvSpPr>
          <p:nvPr>
            <p:ph type="sldNum" sz="quarter" idx="5"/>
          </p:nvPr>
        </p:nvSpPr>
        <p:spPr/>
        <p:txBody>
          <a:bodyPr/>
          <a:lstStyle/>
          <a:p>
            <a:fld id="{763F3BF6-438B-1E4E-8C94-3069826C3153}" type="slidenum">
              <a:rPr kumimoji="1" lang="zh-CN" altLang="en-US" smtClean="0"/>
              <a:pPr/>
              <a:t>14</a:t>
            </a:fld>
            <a:endParaRPr kumimoji="1" lang="zh-CN" altLang="en-US" dirty="0"/>
          </a:p>
        </p:txBody>
      </p:sp>
    </p:spTree>
    <p:extLst>
      <p:ext uri="{BB962C8B-B14F-4D97-AF65-F5344CB8AC3E}">
        <p14:creationId xmlns:p14="http://schemas.microsoft.com/office/powerpoint/2010/main" val="23187456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1" i="0" dirty="0">
                <a:solidFill>
                  <a:srgbClr val="000000"/>
                </a:solidFill>
                <a:effectLst/>
                <a:latin typeface="Arial" panose="020B0604020202020204" pitchFamily="34" charset="0"/>
              </a:rPr>
              <a:t>方向归一化</a:t>
            </a:r>
            <a:r>
              <a:rPr lang="zh-CN" altLang="en-US" b="0" i="0" dirty="0">
                <a:solidFill>
                  <a:srgbClr val="000000"/>
                </a:solidFill>
                <a:effectLst/>
                <a:latin typeface="Arial" panose="020B0604020202020204" pitchFamily="34" charset="0"/>
              </a:rPr>
              <a:t>：</a:t>
            </a:r>
          </a:p>
          <a:p>
            <a:pPr algn="l"/>
            <a:r>
              <a:rPr lang="zh-CN" altLang="en-US" b="0" i="0" dirty="0">
                <a:solidFill>
                  <a:srgbClr val="000000"/>
                </a:solidFill>
                <a:effectLst/>
                <a:latin typeface="Arial" panose="020B0604020202020204" pitchFamily="34" charset="0"/>
              </a:rPr>
              <a:t>找到 “手腕→食指掌指关节（</a:t>
            </a:r>
            <a:r>
              <a:rPr lang="en-US" altLang="zh-CN" b="0" i="0" dirty="0">
                <a:solidFill>
                  <a:srgbClr val="000000"/>
                </a:solidFill>
                <a:effectLst/>
                <a:latin typeface="Arial" panose="020B0604020202020204" pitchFamily="34" charset="0"/>
              </a:rPr>
              <a:t>MCP</a:t>
            </a:r>
            <a:r>
              <a:rPr lang="zh-CN" altLang="en-US" b="0" i="0" dirty="0">
                <a:solidFill>
                  <a:srgbClr val="000000"/>
                </a:solidFill>
                <a:effectLst/>
                <a:latin typeface="Arial" panose="020B0604020202020204" pitchFamily="34" charset="0"/>
              </a:rPr>
              <a:t>）”“手腕→小指掌指关节（</a:t>
            </a:r>
            <a:r>
              <a:rPr lang="en-US" altLang="zh-CN" b="0" i="0" dirty="0">
                <a:solidFill>
                  <a:srgbClr val="000000"/>
                </a:solidFill>
                <a:effectLst/>
                <a:latin typeface="Arial" panose="020B0604020202020204" pitchFamily="34" charset="0"/>
              </a:rPr>
              <a:t>MCP</a:t>
            </a:r>
            <a:r>
              <a:rPr lang="zh-CN" altLang="en-US" b="0" i="0" dirty="0">
                <a:solidFill>
                  <a:srgbClr val="000000"/>
                </a:solidFill>
                <a:effectLst/>
                <a:latin typeface="Arial" panose="020B0604020202020204" pitchFamily="34" charset="0"/>
              </a:rPr>
              <a:t>）” 的向量平面，旋转手掌平面与参考图像对齐。</a:t>
            </a:r>
          </a:p>
          <a:p>
            <a:pPr algn="l"/>
            <a:r>
              <a:rPr lang="zh-CN" altLang="en-US" b="1" i="0" dirty="0">
                <a:solidFill>
                  <a:srgbClr val="000000"/>
                </a:solidFill>
                <a:effectLst/>
                <a:latin typeface="Arial" panose="020B0604020202020204" pitchFamily="34" charset="0"/>
              </a:rPr>
              <a:t>尺寸归一化</a:t>
            </a:r>
            <a:r>
              <a:rPr lang="zh-CN" altLang="en-US" b="0" i="0" dirty="0">
                <a:solidFill>
                  <a:srgbClr val="000000"/>
                </a:solidFill>
                <a:effectLst/>
                <a:latin typeface="Arial" panose="020B0604020202020204" pitchFamily="34" charset="0"/>
              </a:rPr>
              <a:t>：</a:t>
            </a:r>
          </a:p>
          <a:p>
            <a:pPr algn="l"/>
            <a:r>
              <a:rPr lang="zh-CN" altLang="en-US" b="0" i="0" dirty="0">
                <a:solidFill>
                  <a:srgbClr val="000000"/>
                </a:solidFill>
                <a:effectLst/>
                <a:latin typeface="Arial" panose="020B0604020202020204" pitchFamily="34" charset="0"/>
              </a:rPr>
              <a:t>每个人的手大小都不一致，基于 “手腕→小指掌指关节（</a:t>
            </a:r>
            <a:r>
              <a:rPr lang="en-US" altLang="zh-CN" b="0" i="0" dirty="0">
                <a:solidFill>
                  <a:srgbClr val="000000"/>
                </a:solidFill>
                <a:effectLst/>
                <a:latin typeface="Arial" panose="020B0604020202020204" pitchFamily="34" charset="0"/>
              </a:rPr>
              <a:t>MCP</a:t>
            </a:r>
            <a:r>
              <a:rPr lang="zh-CN" altLang="en-US" b="0" i="0" dirty="0">
                <a:solidFill>
                  <a:srgbClr val="000000"/>
                </a:solidFill>
                <a:effectLst/>
                <a:latin typeface="Arial" panose="020B0604020202020204" pitchFamily="34" charset="0"/>
              </a:rPr>
              <a:t>）” 的实际长度，统一单手掌尺寸。</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0" i="0" dirty="0">
              <a:solidFill>
                <a:srgbClr val="000000"/>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000000"/>
                </a:solidFill>
                <a:effectLst/>
                <a:latin typeface="Arial" panose="020B0604020202020204" pitchFamily="34" charset="0"/>
              </a:rPr>
              <a:t>实验中使用的相机和戒指采样率分别为</a:t>
            </a:r>
            <a:r>
              <a:rPr lang="en-US" altLang="zh-CN" b="0" i="0" dirty="0">
                <a:solidFill>
                  <a:srgbClr val="000000"/>
                </a:solidFill>
                <a:effectLst/>
                <a:latin typeface="Arial" panose="020B0604020202020204" pitchFamily="34" charset="0"/>
              </a:rPr>
              <a:t>30 </a:t>
            </a:r>
            <a:r>
              <a:rPr lang="zh-CN" altLang="en-US" b="0" i="0" dirty="0">
                <a:solidFill>
                  <a:srgbClr val="000000"/>
                </a:solidFill>
                <a:effectLst/>
                <a:latin typeface="Arial" panose="020B0604020202020204" pitchFamily="34" charset="0"/>
              </a:rPr>
              <a:t>帧 </a:t>
            </a:r>
            <a:r>
              <a:rPr lang="en-US" altLang="zh-CN" b="0" i="0" dirty="0">
                <a:solidFill>
                  <a:srgbClr val="000000"/>
                </a:solidFill>
                <a:effectLst/>
                <a:latin typeface="Arial" panose="020B0604020202020204" pitchFamily="34" charset="0"/>
              </a:rPr>
              <a:t>/ </a:t>
            </a:r>
            <a:r>
              <a:rPr lang="zh-CN" altLang="en-US" b="0" i="0" dirty="0">
                <a:solidFill>
                  <a:srgbClr val="000000"/>
                </a:solidFill>
                <a:effectLst/>
                <a:latin typeface="Arial" panose="020B0604020202020204" pitchFamily="34" charset="0"/>
              </a:rPr>
              <a:t>秒和</a:t>
            </a:r>
            <a:r>
              <a:rPr lang="en-US" altLang="zh-CN" b="0" i="0" dirty="0">
                <a:solidFill>
                  <a:srgbClr val="000000"/>
                </a:solidFill>
                <a:effectLst/>
                <a:latin typeface="Arial" panose="020B0604020202020204" pitchFamily="34" charset="0"/>
              </a:rPr>
              <a:t>83 </a:t>
            </a:r>
            <a:r>
              <a:rPr lang="zh-CN" altLang="en-US" b="0" i="0" dirty="0">
                <a:solidFill>
                  <a:srgbClr val="000000"/>
                </a:solidFill>
                <a:effectLst/>
                <a:latin typeface="Arial" panose="020B0604020202020204" pitchFamily="34" charset="0"/>
              </a:rPr>
              <a:t>帧 </a:t>
            </a:r>
            <a:r>
              <a:rPr lang="en-US" altLang="zh-CN" b="0" i="0" dirty="0">
                <a:solidFill>
                  <a:srgbClr val="000000"/>
                </a:solidFill>
                <a:effectLst/>
                <a:latin typeface="Arial" panose="020B0604020202020204" pitchFamily="34" charset="0"/>
              </a:rPr>
              <a:t>/ </a:t>
            </a:r>
            <a:r>
              <a:rPr lang="zh-CN" altLang="en-US" b="0" i="0" dirty="0">
                <a:solidFill>
                  <a:srgbClr val="000000"/>
                </a:solidFill>
                <a:effectLst/>
                <a:latin typeface="Arial" panose="020B0604020202020204" pitchFamily="34" charset="0"/>
              </a:rPr>
              <a:t>秒，故基于时间戳对齐真值与传感器信号，同步传感器数据；</a:t>
            </a:r>
            <a:endParaRPr lang="en-US" altLang="zh-CN" b="0" i="0" dirty="0">
              <a:solidFill>
                <a:srgbClr val="000000"/>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0" i="0" dirty="0">
              <a:solidFill>
                <a:srgbClr val="000000"/>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000000"/>
                </a:solidFill>
                <a:effectLst/>
                <a:latin typeface="Arial" panose="020B0604020202020204" pitchFamily="34" charset="0"/>
              </a:rPr>
              <a:t>最后，选择滑动窗口中最后一个传感器读数对应的手部坐标，作为回声轮廓窗口的真值。</a:t>
            </a:r>
            <a:endParaRPr lang="en-US" altLang="zh-CN" b="0" i="0" dirty="0">
              <a:solidFill>
                <a:srgbClr val="000000"/>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b="0" i="0" dirty="0">
              <a:solidFill>
                <a:srgbClr val="000000"/>
              </a:solidFill>
              <a:effectLst/>
              <a:latin typeface="Arial" panose="020B0604020202020204" pitchFamily="34" charset="0"/>
            </a:endParaRPr>
          </a:p>
          <a:p>
            <a:endParaRPr lang="zh-CN" altLang="en-US" dirty="0"/>
          </a:p>
        </p:txBody>
      </p:sp>
      <p:sp>
        <p:nvSpPr>
          <p:cNvPr id="4" name="灯片编号占位符 3"/>
          <p:cNvSpPr>
            <a:spLocks noGrp="1"/>
          </p:cNvSpPr>
          <p:nvPr>
            <p:ph type="sldNum" sz="quarter" idx="5"/>
          </p:nvPr>
        </p:nvSpPr>
        <p:spPr/>
        <p:txBody>
          <a:bodyPr/>
          <a:lstStyle/>
          <a:p>
            <a:fld id="{DFBA91BF-EF0B-499B-9B34-9284B3E9F957}" type="slidenum">
              <a:rPr lang="zh-CN" altLang="en-US" smtClean="0"/>
              <a:t>15</a:t>
            </a:fld>
            <a:endParaRPr lang="zh-CN" altLang="en-US"/>
          </a:p>
        </p:txBody>
      </p:sp>
    </p:spTree>
    <p:extLst>
      <p:ext uri="{BB962C8B-B14F-4D97-AF65-F5344CB8AC3E}">
        <p14:creationId xmlns:p14="http://schemas.microsoft.com/office/powerpoint/2010/main" val="17830131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模型结构</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模型</a:t>
            </a:r>
            <a:r>
              <a:rPr lang="zh-CN" altLang="en-US" b="0" i="0" dirty="0">
                <a:effectLst/>
                <a:latin typeface="Inter"/>
              </a:rPr>
              <a:t>把原始和差分回声轮廓堆成 </a:t>
            </a:r>
            <a:r>
              <a:rPr lang="en-US" altLang="zh-CN" b="0" i="0" dirty="0">
                <a:effectLst/>
                <a:latin typeface="Inter"/>
              </a:rPr>
              <a:t>2 </a:t>
            </a:r>
            <a:r>
              <a:rPr lang="zh-CN" altLang="en-US" b="0" i="0" dirty="0">
                <a:effectLst/>
                <a:latin typeface="Inter"/>
              </a:rPr>
              <a:t>通道当输入</a:t>
            </a:r>
            <a:r>
              <a:rPr lang="zh-CN" altLang="en-US" dirty="0"/>
              <a:t>，</a:t>
            </a:r>
            <a:r>
              <a:rPr lang="zh-CN" altLang="en-US" sz="1200" dirty="0"/>
              <a:t>为解决</a:t>
            </a:r>
            <a:r>
              <a:rPr lang="zh-CN" altLang="en-US" sz="1200" b="1" dirty="0"/>
              <a:t>信号幅度不一致</a:t>
            </a:r>
            <a:r>
              <a:rPr lang="zh-CN" altLang="en-US" sz="1200" dirty="0"/>
              <a:t>的问题，对每个通道的输入回声轮廓进行</a:t>
            </a:r>
            <a:r>
              <a:rPr lang="zh-CN" altLang="en-US" sz="1200" b="1" dirty="0"/>
              <a:t>归一化处理</a:t>
            </a:r>
            <a:endParaRPr lang="en-US" altLang="zh-CN" sz="1200" b="1" dirty="0"/>
          </a:p>
          <a:p>
            <a:r>
              <a:rPr lang="zh-CN" altLang="en-US" dirty="0"/>
              <a:t>，根据传感任务输出</a:t>
            </a:r>
            <a:r>
              <a:rPr lang="en-US" altLang="zh-CN" dirty="0"/>
              <a:t>3D</a:t>
            </a:r>
            <a:r>
              <a:rPr lang="zh-CN" altLang="en-US" dirty="0"/>
              <a:t>手部关节坐标（回归）或分类标签（分类）</a:t>
            </a:r>
            <a:endParaRPr lang="en-US" altLang="zh-CN" dirty="0"/>
          </a:p>
          <a:p>
            <a:endParaRPr lang="en-US" altLang="zh-CN" dirty="0"/>
          </a:p>
          <a:p>
            <a:r>
              <a:rPr lang="zh-CN" altLang="en-US" dirty="0"/>
              <a:t>对于</a:t>
            </a:r>
            <a:r>
              <a:rPr lang="zh-CN" altLang="en-US" b="0" i="0" dirty="0">
                <a:solidFill>
                  <a:srgbClr val="000000"/>
                </a:solidFill>
                <a:effectLst/>
                <a:latin typeface="Inter"/>
              </a:rPr>
              <a:t>手部姿态追踪（回归）：输入是 </a:t>
            </a:r>
            <a:r>
              <a:rPr lang="en-US" altLang="zh-CN" b="0" i="0" dirty="0">
                <a:solidFill>
                  <a:srgbClr val="000000"/>
                </a:solidFill>
                <a:effectLst/>
                <a:latin typeface="Inter"/>
              </a:rPr>
              <a:t>[2×54×100]</a:t>
            </a:r>
            <a:r>
              <a:rPr lang="zh-CN" altLang="en-US" b="0" i="0" dirty="0">
                <a:solidFill>
                  <a:srgbClr val="000000"/>
                </a:solidFill>
                <a:effectLst/>
                <a:latin typeface="Inter"/>
              </a:rPr>
              <a:t>，对应 </a:t>
            </a:r>
            <a:r>
              <a:rPr lang="en-US" altLang="zh-CN" b="0" i="0" dirty="0">
                <a:solidFill>
                  <a:srgbClr val="000000"/>
                </a:solidFill>
                <a:effectLst/>
                <a:latin typeface="Inter"/>
              </a:rPr>
              <a:t>1.2 </a:t>
            </a:r>
            <a:r>
              <a:rPr lang="zh-CN" altLang="en-US" b="0" i="0" dirty="0">
                <a:solidFill>
                  <a:srgbClr val="000000"/>
                </a:solidFill>
                <a:effectLst/>
                <a:latin typeface="Inter"/>
              </a:rPr>
              <a:t>秒窗口，能覆盖姿态转换和静态姿态，最后输出 </a:t>
            </a:r>
            <a:r>
              <a:rPr lang="en-US" altLang="zh-CN" b="0" i="0" dirty="0">
                <a:solidFill>
                  <a:srgbClr val="000000"/>
                </a:solidFill>
                <a:effectLst/>
                <a:latin typeface="Inter"/>
              </a:rPr>
              <a:t>20 </a:t>
            </a:r>
            <a:r>
              <a:rPr lang="zh-CN" altLang="en-US" b="0" i="0" dirty="0">
                <a:solidFill>
                  <a:srgbClr val="000000"/>
                </a:solidFill>
                <a:effectLst/>
                <a:latin typeface="Inter"/>
              </a:rPr>
              <a:t>个关节的 </a:t>
            </a:r>
            <a:r>
              <a:rPr lang="en-US" altLang="zh-CN" b="0" i="0" dirty="0">
                <a:solidFill>
                  <a:srgbClr val="000000"/>
                </a:solidFill>
                <a:effectLst/>
                <a:latin typeface="Inter"/>
              </a:rPr>
              <a:t>3D </a:t>
            </a:r>
            <a:r>
              <a:rPr lang="zh-CN" altLang="en-US" b="0" i="0" dirty="0">
                <a:solidFill>
                  <a:srgbClr val="000000"/>
                </a:solidFill>
                <a:effectLst/>
                <a:latin typeface="Inter"/>
              </a:rPr>
              <a:t>坐标（共 </a:t>
            </a:r>
            <a:r>
              <a:rPr lang="en-US" altLang="zh-CN" b="0" i="0" dirty="0">
                <a:solidFill>
                  <a:srgbClr val="000000"/>
                </a:solidFill>
                <a:effectLst/>
                <a:latin typeface="Inter"/>
              </a:rPr>
              <a:t>60 </a:t>
            </a:r>
            <a:r>
              <a:rPr lang="zh-CN" altLang="en-US" b="0" i="0" dirty="0">
                <a:solidFill>
                  <a:srgbClr val="000000"/>
                </a:solidFill>
                <a:effectLst/>
                <a:latin typeface="Inter"/>
              </a:rPr>
              <a:t>个值）；</a:t>
            </a:r>
          </a:p>
          <a:p>
            <a:pPr algn="l">
              <a:buFont typeface="Arial" panose="020B0604020202020204" pitchFamily="34" charset="0"/>
              <a:buChar char="•"/>
            </a:pPr>
            <a:r>
              <a:rPr lang="zh-CN" altLang="en-US" b="0" i="0" dirty="0">
                <a:solidFill>
                  <a:srgbClr val="000000"/>
                </a:solidFill>
                <a:effectLst/>
                <a:latin typeface="Inter"/>
              </a:rPr>
              <a:t>手势分类：输入是 </a:t>
            </a:r>
            <a:r>
              <a:rPr lang="en-US" altLang="zh-CN" b="0" i="0" dirty="0">
                <a:solidFill>
                  <a:srgbClr val="000000"/>
                </a:solidFill>
                <a:effectLst/>
                <a:latin typeface="Inter"/>
              </a:rPr>
              <a:t>[2×54×160]</a:t>
            </a:r>
            <a:r>
              <a:rPr lang="zh-CN" altLang="en-US" b="0" i="0" dirty="0">
                <a:solidFill>
                  <a:srgbClr val="000000"/>
                </a:solidFill>
                <a:effectLst/>
                <a:latin typeface="Inter"/>
              </a:rPr>
              <a:t>，对应 </a:t>
            </a:r>
            <a:r>
              <a:rPr lang="en-US" altLang="zh-CN" b="0" i="0" dirty="0">
                <a:solidFill>
                  <a:srgbClr val="000000"/>
                </a:solidFill>
                <a:effectLst/>
                <a:latin typeface="Inter"/>
              </a:rPr>
              <a:t>1.92 </a:t>
            </a:r>
            <a:r>
              <a:rPr lang="zh-CN" altLang="en-US" b="0" i="0" dirty="0">
                <a:solidFill>
                  <a:srgbClr val="000000"/>
                </a:solidFill>
                <a:effectLst/>
                <a:latin typeface="Inter"/>
              </a:rPr>
              <a:t>秒窗口，覆盖 </a:t>
            </a:r>
            <a:r>
              <a:rPr lang="en-US" altLang="zh-CN" b="0" i="0" dirty="0">
                <a:solidFill>
                  <a:srgbClr val="000000"/>
                </a:solidFill>
                <a:effectLst/>
                <a:latin typeface="Inter"/>
              </a:rPr>
              <a:t>2 </a:t>
            </a:r>
            <a:r>
              <a:rPr lang="zh-CN" altLang="en-US" b="0" i="0" dirty="0">
                <a:solidFill>
                  <a:srgbClr val="000000"/>
                </a:solidFill>
                <a:effectLst/>
                <a:latin typeface="Inter"/>
              </a:rPr>
              <a:t>秒内的完整手势，输出分类标签</a:t>
            </a:r>
          </a:p>
          <a:p>
            <a:endParaRPr lang="zh-CN" altLang="en-US" dirty="0"/>
          </a:p>
        </p:txBody>
      </p:sp>
      <p:sp>
        <p:nvSpPr>
          <p:cNvPr id="4" name="灯片编号占位符 3"/>
          <p:cNvSpPr>
            <a:spLocks noGrp="1"/>
          </p:cNvSpPr>
          <p:nvPr>
            <p:ph type="sldNum" sz="quarter" idx="5"/>
          </p:nvPr>
        </p:nvSpPr>
        <p:spPr/>
        <p:txBody>
          <a:bodyPr/>
          <a:lstStyle/>
          <a:p>
            <a:fld id="{DFBA91BF-EF0B-499B-9B34-9284B3E9F957}" type="slidenum">
              <a:rPr lang="zh-CN" altLang="en-US" smtClean="0"/>
              <a:t>16</a:t>
            </a:fld>
            <a:endParaRPr lang="zh-CN" altLang="en-US"/>
          </a:p>
        </p:txBody>
      </p:sp>
    </p:spTree>
    <p:extLst>
      <p:ext uri="{BB962C8B-B14F-4D97-AF65-F5344CB8AC3E}">
        <p14:creationId xmlns:p14="http://schemas.microsoft.com/office/powerpoint/2010/main" val="20905974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effectLst/>
                <a:latin typeface="Inter"/>
              </a:rPr>
              <a:t>回归和分类模型用了不同的学习率、训练轮数，都走 “先通用训练，再个性化微调” 的路子，适配不同任务需求。</a:t>
            </a:r>
            <a:endParaRPr lang="zh-CN" altLang="en-US" dirty="0"/>
          </a:p>
        </p:txBody>
      </p:sp>
      <p:sp>
        <p:nvSpPr>
          <p:cNvPr id="4" name="灯片编号占位符 3"/>
          <p:cNvSpPr>
            <a:spLocks noGrp="1"/>
          </p:cNvSpPr>
          <p:nvPr>
            <p:ph type="sldNum" sz="quarter" idx="5"/>
          </p:nvPr>
        </p:nvSpPr>
        <p:spPr/>
        <p:txBody>
          <a:bodyPr/>
          <a:lstStyle/>
          <a:p>
            <a:fld id="{763F3BF6-438B-1E4E-8C94-3069826C3153}" type="slidenum">
              <a:rPr kumimoji="1" lang="zh-CN" altLang="en-US" smtClean="0"/>
              <a:pPr/>
              <a:t>17</a:t>
            </a:fld>
            <a:endParaRPr kumimoji="1" lang="zh-CN" altLang="en-US" dirty="0"/>
          </a:p>
        </p:txBody>
      </p:sp>
    </p:spTree>
    <p:extLst>
      <p:ext uri="{BB962C8B-B14F-4D97-AF65-F5344CB8AC3E}">
        <p14:creationId xmlns:p14="http://schemas.microsoft.com/office/powerpoint/2010/main" val="4389673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zh-CN" altLang="en-US" sz="1200" b="1" i="0" dirty="0">
                <a:effectLst/>
                <a:latin typeface="Arial" panose="020B0604020202020204" pitchFamily="34" charset="0"/>
              </a:rPr>
              <a:t>为提高模型鲁棒性，采用以下原位数据增强技术</a:t>
            </a:r>
            <a:endParaRPr lang="en-US" altLang="zh-CN" sz="1200" b="1" i="0" dirty="0">
              <a:effectLst/>
              <a:latin typeface="Arial" panose="020B0604020202020204" pitchFamily="34" charset="0"/>
            </a:endParaRPr>
          </a:p>
          <a:p>
            <a:pPr algn="l">
              <a:buFont typeface="+mj-lt"/>
              <a:buNone/>
            </a:pPr>
            <a:endParaRPr lang="en-US" altLang="zh-CN" b="0" i="0" dirty="0">
              <a:solidFill>
                <a:srgbClr val="000000"/>
              </a:solidFill>
              <a:effectLst/>
              <a:latin typeface="Inter"/>
            </a:endParaRPr>
          </a:p>
          <a:p>
            <a:pPr algn="l">
              <a:buFont typeface="+mj-lt"/>
              <a:buAutoNum type="arabicPeriod"/>
            </a:pPr>
            <a:r>
              <a:rPr lang="zh-CN" altLang="en-US" b="0" i="0" dirty="0">
                <a:solidFill>
                  <a:srgbClr val="000000"/>
                </a:solidFill>
                <a:effectLst/>
                <a:latin typeface="Inter"/>
              </a:rPr>
              <a:t>随机性：给回声轮廓像素加 </a:t>
            </a:r>
            <a:r>
              <a:rPr lang="en-US" altLang="zh-CN" b="0" i="0" dirty="0">
                <a:solidFill>
                  <a:srgbClr val="000000"/>
                </a:solidFill>
                <a:effectLst/>
                <a:latin typeface="Inter"/>
              </a:rPr>
              <a:t>±5% </a:t>
            </a:r>
            <a:r>
              <a:rPr lang="zh-CN" altLang="en-US" b="0" i="0" dirty="0">
                <a:solidFill>
                  <a:srgbClr val="000000"/>
                </a:solidFill>
                <a:effectLst/>
                <a:latin typeface="Inter"/>
              </a:rPr>
              <a:t>的噪声，模拟手的微小形状变化</a:t>
            </a:r>
          </a:p>
          <a:p>
            <a:pPr algn="l">
              <a:buFont typeface="+mj-lt"/>
              <a:buAutoNum type="arabicPeriod"/>
            </a:pPr>
            <a:r>
              <a:rPr lang="zh-CN" altLang="en-US" b="0" i="0" dirty="0">
                <a:solidFill>
                  <a:srgbClr val="000000"/>
                </a:solidFill>
                <a:effectLst/>
                <a:latin typeface="Inter"/>
              </a:rPr>
              <a:t>垂直偏移：让回声轮廓随机上下挪 </a:t>
            </a:r>
            <a:r>
              <a:rPr lang="en-US" altLang="zh-CN" b="0" i="0" dirty="0">
                <a:solidFill>
                  <a:srgbClr val="000000"/>
                </a:solidFill>
                <a:effectLst/>
                <a:latin typeface="Inter"/>
              </a:rPr>
              <a:t>±3 </a:t>
            </a:r>
            <a:r>
              <a:rPr lang="zh-CN" altLang="en-US" b="0" i="0" dirty="0">
                <a:solidFill>
                  <a:srgbClr val="000000"/>
                </a:solidFill>
                <a:effectLst/>
                <a:latin typeface="Inter"/>
              </a:rPr>
              <a:t>像素（对应 </a:t>
            </a:r>
            <a:r>
              <a:rPr lang="en-US" altLang="zh-CN" b="0" i="0" dirty="0">
                <a:solidFill>
                  <a:srgbClr val="000000"/>
                </a:solidFill>
                <a:effectLst/>
                <a:latin typeface="Inter"/>
              </a:rPr>
              <a:t>±10 </a:t>
            </a:r>
            <a:r>
              <a:rPr lang="zh-CN" altLang="en-US" b="0" i="0" dirty="0">
                <a:solidFill>
                  <a:srgbClr val="000000"/>
                </a:solidFill>
                <a:effectLst/>
                <a:latin typeface="Inter"/>
              </a:rPr>
              <a:t>毫米），适应戒指戴的位置差异；</a:t>
            </a:r>
          </a:p>
          <a:p>
            <a:pPr algn="l">
              <a:buFont typeface="+mj-lt"/>
              <a:buAutoNum type="arabicPeriod"/>
            </a:pPr>
            <a:r>
              <a:rPr lang="zh-CN" altLang="en-US" b="0" i="0" dirty="0">
                <a:solidFill>
                  <a:srgbClr val="000000"/>
                </a:solidFill>
                <a:effectLst/>
                <a:latin typeface="Inter"/>
              </a:rPr>
              <a:t>水平偏移：随机左右挪 </a:t>
            </a:r>
            <a:r>
              <a:rPr lang="en-US" altLang="zh-CN" b="0" i="0" dirty="0">
                <a:solidFill>
                  <a:srgbClr val="000000"/>
                </a:solidFill>
                <a:effectLst/>
                <a:latin typeface="Inter"/>
              </a:rPr>
              <a:t>±13% </a:t>
            </a:r>
            <a:r>
              <a:rPr lang="zh-CN" altLang="en-US" b="0" i="0" dirty="0">
                <a:solidFill>
                  <a:srgbClr val="000000"/>
                </a:solidFill>
                <a:effectLst/>
                <a:latin typeface="Inter"/>
              </a:rPr>
              <a:t>像素（对应 </a:t>
            </a:r>
            <a:r>
              <a:rPr lang="en-US" altLang="zh-CN" b="0" i="0" dirty="0">
                <a:solidFill>
                  <a:srgbClr val="000000"/>
                </a:solidFill>
                <a:effectLst/>
                <a:latin typeface="Inter"/>
              </a:rPr>
              <a:t>±0.15 </a:t>
            </a:r>
            <a:r>
              <a:rPr lang="zh-CN" altLang="en-US" b="0" i="0" dirty="0">
                <a:solidFill>
                  <a:srgbClr val="000000"/>
                </a:solidFill>
                <a:effectLst/>
                <a:latin typeface="Inter"/>
              </a:rPr>
              <a:t>秒），应对做手势的反应时间差；</a:t>
            </a:r>
            <a:endParaRPr lang="en-US" altLang="zh-CN" b="0" i="0" dirty="0">
              <a:solidFill>
                <a:srgbClr val="000000"/>
              </a:solidFill>
              <a:effectLst/>
              <a:latin typeface="Inter"/>
            </a:endParaRPr>
          </a:p>
          <a:p>
            <a:pPr algn="l">
              <a:buFont typeface="+mj-lt"/>
              <a:buNone/>
            </a:pPr>
            <a:endParaRPr lang="en-US" altLang="zh-CN" b="0" i="0" dirty="0">
              <a:solidFill>
                <a:srgbClr val="000000"/>
              </a:solidFill>
              <a:effectLst/>
              <a:latin typeface="Inter"/>
            </a:endParaRPr>
          </a:p>
          <a:p>
            <a:pPr algn="l">
              <a:buFont typeface="+mj-lt"/>
              <a:buNone/>
            </a:pPr>
            <a:r>
              <a:rPr lang="zh-CN" altLang="en-US" b="0" i="0" dirty="0">
                <a:solidFill>
                  <a:srgbClr val="000000"/>
                </a:solidFill>
                <a:effectLst/>
                <a:latin typeface="Inter"/>
              </a:rPr>
              <a:t>其中姿态追踪不用水平偏移，因为动作是连续的。</a:t>
            </a:r>
          </a:p>
          <a:p>
            <a:endParaRPr lang="zh-CN" altLang="en-US" dirty="0"/>
          </a:p>
        </p:txBody>
      </p:sp>
      <p:sp>
        <p:nvSpPr>
          <p:cNvPr id="4" name="灯片编号占位符 3"/>
          <p:cNvSpPr>
            <a:spLocks noGrp="1"/>
          </p:cNvSpPr>
          <p:nvPr>
            <p:ph type="sldNum" sz="quarter" idx="5"/>
          </p:nvPr>
        </p:nvSpPr>
        <p:spPr/>
        <p:txBody>
          <a:bodyPr/>
          <a:lstStyle/>
          <a:p>
            <a:fld id="{DFBA91BF-EF0B-499B-9B34-9284B3E9F957}" type="slidenum">
              <a:rPr lang="zh-CN" altLang="en-US" smtClean="0"/>
              <a:t>18</a:t>
            </a:fld>
            <a:endParaRPr lang="zh-CN" altLang="en-US"/>
          </a:p>
        </p:txBody>
      </p:sp>
    </p:spTree>
    <p:extLst>
      <p:ext uri="{BB962C8B-B14F-4D97-AF65-F5344CB8AC3E}">
        <p14:creationId xmlns:p14="http://schemas.microsoft.com/office/powerpoint/2010/main" val="3220326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000000"/>
                </a:solidFill>
                <a:effectLst/>
                <a:latin typeface="Inter"/>
              </a:rPr>
              <a:t>做了三项研究：戴不同手指的性能对比、连续手部姿态追踪、微手势识别，一共 </a:t>
            </a:r>
            <a:r>
              <a:rPr lang="en-US" altLang="zh-CN" b="0" i="0" dirty="0">
                <a:solidFill>
                  <a:srgbClr val="000000"/>
                </a:solidFill>
                <a:effectLst/>
                <a:latin typeface="Inter"/>
              </a:rPr>
              <a:t>36 </a:t>
            </a:r>
            <a:r>
              <a:rPr lang="zh-CN" altLang="en-US" b="0" i="0" dirty="0">
                <a:solidFill>
                  <a:srgbClr val="000000"/>
                </a:solidFill>
                <a:effectLst/>
                <a:latin typeface="Inter"/>
              </a:rPr>
              <a:t>个参与者，男女都有，报酬是 </a:t>
            </a:r>
            <a:r>
              <a:rPr lang="en-US" altLang="zh-CN" b="0" i="0" dirty="0">
                <a:solidFill>
                  <a:srgbClr val="000000"/>
                </a:solidFill>
                <a:effectLst/>
                <a:latin typeface="Inter"/>
              </a:rPr>
              <a:t>15 </a:t>
            </a:r>
            <a:r>
              <a:rPr lang="zh-CN" altLang="en-US" b="0" i="0" dirty="0">
                <a:solidFill>
                  <a:srgbClr val="000000"/>
                </a:solidFill>
                <a:effectLst/>
                <a:latin typeface="Inter"/>
              </a:rPr>
              <a:t>到 </a:t>
            </a:r>
            <a:r>
              <a:rPr lang="en-US" altLang="zh-CN" b="0" i="0" dirty="0">
                <a:solidFill>
                  <a:srgbClr val="000000"/>
                </a:solidFill>
                <a:effectLst/>
                <a:latin typeface="Inter"/>
              </a:rPr>
              <a:t>20 </a:t>
            </a:r>
            <a:r>
              <a:rPr lang="zh-CN" altLang="en-US" b="0" i="0" dirty="0">
                <a:solidFill>
                  <a:srgbClr val="000000"/>
                </a:solidFill>
                <a:effectLst/>
                <a:latin typeface="Inter"/>
              </a:rPr>
              <a:t>美元。</a:t>
            </a:r>
          </a:p>
          <a:p>
            <a:pPr algn="l"/>
            <a:r>
              <a:rPr lang="zh-CN" altLang="en-US" b="0" i="0" dirty="0">
                <a:solidFill>
                  <a:srgbClr val="000000"/>
                </a:solidFill>
                <a:effectLst/>
                <a:latin typeface="Inter"/>
              </a:rPr>
              <a:t>研究要测三个点：稳定性（摘了再戴不用额外训练）、通用性（新用户不用 </a:t>
            </a:r>
            <a:r>
              <a:rPr lang="en-US" altLang="zh-CN" b="0" i="0" dirty="0">
                <a:solidFill>
                  <a:srgbClr val="000000"/>
                </a:solidFill>
                <a:effectLst/>
                <a:latin typeface="Inter"/>
              </a:rPr>
              <a:t>/ </a:t>
            </a:r>
            <a:r>
              <a:rPr lang="zh-CN" altLang="en-US" b="0" i="0" dirty="0">
                <a:solidFill>
                  <a:srgbClr val="000000"/>
                </a:solidFill>
                <a:effectLst/>
                <a:latin typeface="Inter"/>
              </a:rPr>
              <a:t>少用训练数据）、鲁棒性（抗手腕姿势、噪音这些干扰）。</a:t>
            </a:r>
          </a:p>
          <a:p>
            <a:endParaRPr lang="zh-CN" altLang="en-US" dirty="0"/>
          </a:p>
        </p:txBody>
      </p:sp>
      <p:sp>
        <p:nvSpPr>
          <p:cNvPr id="4" name="灯片编号占位符 3"/>
          <p:cNvSpPr>
            <a:spLocks noGrp="1"/>
          </p:cNvSpPr>
          <p:nvPr>
            <p:ph type="sldNum" sz="quarter" idx="5"/>
          </p:nvPr>
        </p:nvSpPr>
        <p:spPr/>
        <p:txBody>
          <a:bodyPr/>
          <a:lstStyle/>
          <a:p>
            <a:fld id="{DFBA91BF-EF0B-499B-9B34-9284B3E9F957}" type="slidenum">
              <a:rPr lang="zh-CN" altLang="en-US" smtClean="0"/>
              <a:t>20</a:t>
            </a:fld>
            <a:endParaRPr lang="zh-CN" altLang="en-US"/>
          </a:p>
        </p:txBody>
      </p:sp>
    </p:spTree>
    <p:extLst>
      <p:ext uri="{BB962C8B-B14F-4D97-AF65-F5344CB8AC3E}">
        <p14:creationId xmlns:p14="http://schemas.microsoft.com/office/powerpoint/2010/main" val="38916421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标记的是长得很像的</a:t>
            </a:r>
          </a:p>
        </p:txBody>
      </p:sp>
      <p:sp>
        <p:nvSpPr>
          <p:cNvPr id="4" name="灯片编号占位符 3"/>
          <p:cNvSpPr>
            <a:spLocks noGrp="1"/>
          </p:cNvSpPr>
          <p:nvPr>
            <p:ph type="sldNum" sz="quarter" idx="5"/>
          </p:nvPr>
        </p:nvSpPr>
        <p:spPr/>
        <p:txBody>
          <a:bodyPr/>
          <a:lstStyle/>
          <a:p>
            <a:fld id="{763F3BF6-438B-1E4E-8C94-3069826C3153}" type="slidenum">
              <a:rPr kumimoji="1" lang="zh-CN" altLang="en-US" smtClean="0"/>
              <a:t>27</a:t>
            </a:fld>
            <a:endParaRPr kumimoji="1" lang="zh-CN" altLang="en-US"/>
          </a:p>
        </p:txBody>
      </p:sp>
    </p:spTree>
    <p:extLst>
      <p:ext uri="{BB962C8B-B14F-4D97-AF65-F5344CB8AC3E}">
        <p14:creationId xmlns:p14="http://schemas.microsoft.com/office/powerpoint/2010/main" val="40352253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绿色性能都下降，橙色都非常差</a:t>
            </a:r>
            <a:r>
              <a:rPr kumimoji="1" lang="en-US" altLang="zh-CN" dirty="0"/>
              <a:t>	</a:t>
            </a:r>
            <a:r>
              <a:rPr kumimoji="1" lang="zh-CN" altLang="en-US" dirty="0"/>
              <a:t>，红色用户无关模型好，微调模型很差</a:t>
            </a:r>
            <a:r>
              <a:rPr kumimoji="1" lang="en-US" altLang="zh-CN" dirty="0"/>
              <a:t>			</a:t>
            </a:r>
            <a:endParaRPr kumimoji="1" lang="zh-CN" altLang="en-US" dirty="0"/>
          </a:p>
        </p:txBody>
      </p:sp>
      <p:sp>
        <p:nvSpPr>
          <p:cNvPr id="4" name="灯片编号占位符 3"/>
          <p:cNvSpPr>
            <a:spLocks noGrp="1"/>
          </p:cNvSpPr>
          <p:nvPr>
            <p:ph type="sldNum" sz="quarter" idx="5"/>
          </p:nvPr>
        </p:nvSpPr>
        <p:spPr/>
        <p:txBody>
          <a:bodyPr/>
          <a:lstStyle/>
          <a:p>
            <a:fld id="{763F3BF6-438B-1E4E-8C94-3069826C3153}" type="slidenum">
              <a:rPr kumimoji="1" lang="zh-CN" altLang="en-US" smtClean="0"/>
              <a:t>34</a:t>
            </a:fld>
            <a:endParaRPr kumimoji="1" lang="zh-CN" altLang="en-US"/>
          </a:p>
        </p:txBody>
      </p:sp>
    </p:spTree>
    <p:extLst>
      <p:ext uri="{BB962C8B-B14F-4D97-AF65-F5344CB8AC3E}">
        <p14:creationId xmlns:p14="http://schemas.microsoft.com/office/powerpoint/2010/main" val="5339513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dirty="0"/>
              <a:t>模型对比</a:t>
            </a:r>
            <a:r>
              <a:rPr lang="en-US" altLang="zh-CN" b="1" dirty="0"/>
              <a:t>:</a:t>
            </a:r>
            <a:r>
              <a:rPr lang="zh-CN" altLang="en-US" dirty="0"/>
              <a:t> </a:t>
            </a:r>
            <a:r>
              <a:rPr lang="en-US" altLang="zh-CN" dirty="0" err="1"/>
              <a:t>ResNet</a:t>
            </a:r>
            <a:r>
              <a:rPr lang="en-US" altLang="zh-CN" dirty="0"/>
              <a:t> vs. Transformer vs. </a:t>
            </a:r>
            <a:r>
              <a:rPr lang="zh-CN" altLang="en-US" dirty="0"/>
              <a:t>简单 </a:t>
            </a:r>
            <a:r>
              <a:rPr lang="en-US" altLang="zh-CN" dirty="0"/>
              <a:t>CNN</a:t>
            </a:r>
            <a:r>
              <a:rPr lang="zh-CN" altLang="en-US" dirty="0"/>
              <a:t>。</a:t>
            </a:r>
          </a:p>
          <a:p>
            <a:r>
              <a:rPr lang="zh-CN" altLang="en-US" b="1" dirty="0"/>
              <a:t>结果</a:t>
            </a:r>
            <a:r>
              <a:rPr lang="en-US" altLang="zh-CN" b="1" dirty="0"/>
              <a:t>:</a:t>
            </a:r>
            <a:r>
              <a:rPr lang="zh-CN" altLang="en-US" dirty="0"/>
              <a:t> </a:t>
            </a:r>
            <a:r>
              <a:rPr lang="en-US" altLang="zh-CN" dirty="0"/>
              <a:t>ResNet18 </a:t>
            </a:r>
            <a:r>
              <a:rPr lang="zh-CN" altLang="en-US" dirty="0"/>
              <a:t>误差最低 </a:t>
            </a:r>
            <a:r>
              <a:rPr lang="en-US" altLang="zh-CN" dirty="0"/>
              <a:t>(~10mm)</a:t>
            </a:r>
            <a:r>
              <a:rPr lang="zh-CN" altLang="en-US" dirty="0"/>
              <a:t>。</a:t>
            </a:r>
          </a:p>
          <a:p>
            <a:r>
              <a:rPr lang="zh-CN" altLang="en-US" b="1" dirty="0"/>
              <a:t>原因</a:t>
            </a:r>
            <a:r>
              <a:rPr lang="en-US" altLang="zh-CN" b="1" dirty="0"/>
              <a:t>:</a:t>
            </a:r>
            <a:r>
              <a:rPr lang="zh-CN" altLang="en-US" dirty="0"/>
              <a:t> 回声图谱本质上是 </a:t>
            </a:r>
            <a:r>
              <a:rPr lang="en-US" altLang="zh-CN" b="1" dirty="0"/>
              <a:t>2D </a:t>
            </a:r>
            <a:r>
              <a:rPr lang="zh-CN" altLang="en-US" b="1" dirty="0"/>
              <a:t>图像</a:t>
            </a:r>
            <a:r>
              <a:rPr lang="zh-CN" altLang="en-US" dirty="0"/>
              <a:t> </a:t>
            </a:r>
            <a:r>
              <a:rPr lang="en-US" altLang="zh-CN" dirty="0"/>
              <a:t>(</a:t>
            </a:r>
            <a:r>
              <a:rPr lang="zh-CN" altLang="en-US" dirty="0"/>
              <a:t>时间 </a:t>
            </a:r>
            <a:r>
              <a:rPr lang="en-US" altLang="zh-CN" dirty="0"/>
              <a:t>x </a:t>
            </a:r>
            <a:r>
              <a:rPr lang="zh-CN" altLang="en-US" dirty="0"/>
              <a:t>距离</a:t>
            </a:r>
            <a:r>
              <a:rPr lang="en-US" altLang="zh-CN" dirty="0"/>
              <a:t>)</a:t>
            </a:r>
            <a:r>
              <a:rPr lang="zh-CN" altLang="en-US" dirty="0"/>
              <a:t>。</a:t>
            </a:r>
            <a:r>
              <a:rPr lang="en-US" altLang="zh-CN" dirty="0" err="1"/>
              <a:t>ResNet</a:t>
            </a:r>
            <a:r>
              <a:rPr lang="en-US" altLang="zh-CN" dirty="0"/>
              <a:t> </a:t>
            </a:r>
            <a:r>
              <a:rPr lang="zh-CN" altLang="en-US" dirty="0"/>
              <a:t>最适合提取此类空间特征。</a:t>
            </a:r>
          </a:p>
          <a:p>
            <a:endParaRPr lang="zh-CN" altLang="en-US" dirty="0"/>
          </a:p>
        </p:txBody>
      </p:sp>
      <p:sp>
        <p:nvSpPr>
          <p:cNvPr id="4" name="灯片编号占位符 3"/>
          <p:cNvSpPr>
            <a:spLocks noGrp="1"/>
          </p:cNvSpPr>
          <p:nvPr>
            <p:ph type="sldNum" sz="quarter" idx="5"/>
          </p:nvPr>
        </p:nvSpPr>
        <p:spPr/>
        <p:txBody>
          <a:bodyPr/>
          <a:lstStyle/>
          <a:p>
            <a:fld id="{763F3BF6-438B-1E4E-8C94-3069826C3153}" type="slidenum">
              <a:rPr kumimoji="1" lang="zh-CN" altLang="en-US" smtClean="0"/>
              <a:t>47</a:t>
            </a:fld>
            <a:endParaRPr kumimoji="1" lang="zh-CN" altLang="en-US"/>
          </a:p>
        </p:txBody>
      </p:sp>
    </p:spTree>
    <p:extLst>
      <p:ext uri="{BB962C8B-B14F-4D97-AF65-F5344CB8AC3E}">
        <p14:creationId xmlns:p14="http://schemas.microsoft.com/office/powerpoint/2010/main" val="13751914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A48417F-7526-485E-AE3C-3E2AE40A04CB}"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a:xfrm>
            <a:off x="8926286" y="6404875"/>
            <a:ext cx="2743200" cy="365125"/>
          </a:xfrm>
        </p:spPr>
        <p:txBody>
          <a:bodyPr/>
          <a:lstStyle/>
          <a:p>
            <a:fld id="{7A48417F-7526-485E-AE3C-3E2AE40A04CB}"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A48417F-7526-485E-AE3C-3E2AE40A04CB}"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A48417F-7526-485E-AE3C-3E2AE40A04CB}"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A48417F-7526-485E-AE3C-3E2AE40A04CB}"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灯片编号占位符 5">
            <a:extLst>
              <a:ext uri="{FF2B5EF4-FFF2-40B4-BE49-F238E27FC236}">
                <a16:creationId xmlns:a16="http://schemas.microsoft.com/office/drawing/2014/main" id="{D4CF075C-636C-5742-10C8-29562E6DE809}"/>
              </a:ext>
            </a:extLst>
          </p:cNvPr>
          <p:cNvSpPr>
            <a:spLocks noGrp="1"/>
          </p:cNvSpPr>
          <p:nvPr>
            <p:ph type="sldNum" sz="quarter" idx="4"/>
          </p:nvPr>
        </p:nvSpPr>
        <p:spPr>
          <a:xfrm>
            <a:off x="9448800" y="6187623"/>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A48417F-7526-485E-AE3C-3E2AE40A04CB}" type="slidenum">
              <a:rPr lang="zh-CN" altLang="en-US" smtClean="0"/>
              <a:pPr/>
              <a:t>‹#›</a:t>
            </a:fld>
            <a:r>
              <a:rPr lang="zh-CN" altLang="en-US" dirty="0"/>
              <a:t> </a:t>
            </a:r>
            <a:r>
              <a:rPr lang="en-US" altLang="zh-CN" dirty="0"/>
              <a:t>/ </a:t>
            </a:r>
            <a:r>
              <a:rPr lang="zh-CN" altLang="en-US" dirty="0"/>
              <a:t>总页数</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5">
            <a:extLst>
              <a:ext uri="{FF2B5EF4-FFF2-40B4-BE49-F238E27FC236}">
                <a16:creationId xmlns:a16="http://schemas.microsoft.com/office/drawing/2014/main" id="{FF1F8079-5A53-BB73-7CC4-9A8972B8E0D6}"/>
              </a:ext>
            </a:extLst>
          </p:cNvPr>
          <p:cNvSpPr>
            <a:spLocks noGrp="1"/>
          </p:cNvSpPr>
          <p:nvPr>
            <p:ph type="sldNum" sz="quarter" idx="4"/>
          </p:nvPr>
        </p:nvSpPr>
        <p:spPr>
          <a:xfrm>
            <a:off x="9448800" y="6187623"/>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A48417F-7526-485E-AE3C-3E2AE40A04CB}" type="slidenum">
              <a:rPr lang="zh-CN" altLang="en-US" smtClean="0"/>
              <a:pPr/>
              <a:t>‹#›</a:t>
            </a:fld>
            <a:r>
              <a:rPr lang="zh-CN" altLang="en-US" dirty="0"/>
              <a:t> </a:t>
            </a:r>
            <a:r>
              <a:rPr lang="en-US" altLang="zh-CN" dirty="0"/>
              <a:t>/ </a:t>
            </a:r>
            <a:r>
              <a:rPr lang="zh-CN" altLang="en-US" dirty="0"/>
              <a:t>总页数</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A48417F-7526-485E-AE3C-3E2AE40A04CB}"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A48417F-7526-485E-AE3C-3E2AE40A04CB}"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A48417F-7526-485E-AE3C-3E2AE40A04CB}"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A48417F-7526-485E-AE3C-3E2AE40A04CB}"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1_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A48417F-7526-485E-AE3C-3E2AE40A04CB}"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926286" y="5458279"/>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A48417F-7526-485E-AE3C-3E2AE40A04CB}" type="slidenum">
              <a:rPr lang="zh-CN" altLang="en-US" smtClean="0"/>
              <a:pPr/>
              <a:t>‹#›</a:t>
            </a:fld>
            <a:r>
              <a:rPr lang="zh-CN" altLang="en-US" dirty="0"/>
              <a:t> </a:t>
            </a:r>
            <a:r>
              <a:rPr lang="en-US" altLang="zh-CN" dirty="0"/>
              <a:t>/ </a:t>
            </a:r>
            <a:r>
              <a:rPr lang="zh-CN" altLang="en-US" dirty="0"/>
              <a:t>总页数</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jpeg"/><Relationship Id="rId7"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7"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9.jpeg"/><Relationship Id="rId7"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jpe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jpe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jpeg"/></Relationships>
</file>

<file path=ppt/slides/_rels/slide14.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22.png"/><Relationship Id="rId7"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jpeg"/><Relationship Id="rId4" Type="http://schemas.openxmlformats.org/officeDocument/2006/relationships/image" Target="../media/image23.svg"/></Relationships>
</file>

<file path=ppt/slides/_rels/slide1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11.png"/><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jpeg"/></Relationships>
</file>

<file path=ppt/slides/_rels/slide17.xml.rels><?xml version="1.0" encoding="UTF-8" standalone="yes"?>
<Relationships xmlns="http://schemas.openxmlformats.org/package/2006/relationships"><Relationship Id="rId3" Type="http://schemas.openxmlformats.org/officeDocument/2006/relationships/image" Target="../media/image9.jpeg"/><Relationship Id="rId7" Type="http://schemas.openxmlformats.org/officeDocument/2006/relationships/image" Target="../media/image28.sv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11.png"/><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9.jpeg"/><Relationship Id="rId7" Type="http://schemas.openxmlformats.org/officeDocument/2006/relationships/image" Target="../media/image30.sv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29.png"/><Relationship Id="rId5" Type="http://schemas.openxmlformats.org/officeDocument/2006/relationships/image" Target="../media/image11.png"/><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31.png"/><Relationship Id="rId5" Type="http://schemas.openxmlformats.org/officeDocument/2006/relationships/image" Target="../media/image11.png"/><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10.png"/><Relationship Id="rId7" Type="http://schemas.openxmlformats.org/officeDocument/2006/relationships/image" Target="../media/image34.png"/><Relationship Id="rId2" Type="http://schemas.openxmlformats.org/officeDocument/2006/relationships/image" Target="../media/image9.jpeg"/><Relationship Id="rId1" Type="http://schemas.openxmlformats.org/officeDocument/2006/relationships/slideLayout" Target="../slideLayouts/slideLayout7.xml"/><Relationship Id="rId6" Type="http://schemas.openxmlformats.org/officeDocument/2006/relationships/image" Target="../media/image33.png"/><Relationship Id="rId11" Type="http://schemas.openxmlformats.org/officeDocument/2006/relationships/image" Target="../media/image38.png"/><Relationship Id="rId5" Type="http://schemas.openxmlformats.org/officeDocument/2006/relationships/image" Target="../media/image32.png"/><Relationship Id="rId10" Type="http://schemas.openxmlformats.org/officeDocument/2006/relationships/image" Target="../media/image37.png"/><Relationship Id="rId4" Type="http://schemas.openxmlformats.org/officeDocument/2006/relationships/image" Target="../media/image11.png"/><Relationship Id="rId9" Type="http://schemas.openxmlformats.org/officeDocument/2006/relationships/image" Target="../media/image36.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41.png"/><Relationship Id="rId2" Type="http://schemas.openxmlformats.org/officeDocument/2006/relationships/image" Target="../media/image9.jpeg"/><Relationship Id="rId1" Type="http://schemas.openxmlformats.org/officeDocument/2006/relationships/slideLayout" Target="../slideLayouts/slideLayout7.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11.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7.xml"/><Relationship Id="rId5" Type="http://schemas.openxmlformats.org/officeDocument/2006/relationships/image" Target="../media/image42.png"/><Relationship Id="rId4" Type="http://schemas.openxmlformats.org/officeDocument/2006/relationships/image" Target="../media/image11.pn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9.jpeg"/><Relationship Id="rId7" Type="http://schemas.openxmlformats.org/officeDocument/2006/relationships/image" Target="../media/image38.pn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43.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37.png"/></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7.xml"/><Relationship Id="rId5" Type="http://schemas.openxmlformats.org/officeDocument/2006/relationships/image" Target="../media/image44.png"/><Relationship Id="rId4" Type="http://schemas.openxmlformats.org/officeDocument/2006/relationships/image" Target="../media/image11.png"/></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7.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11.png"/></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7.xml"/><Relationship Id="rId5" Type="http://schemas.openxmlformats.org/officeDocument/2006/relationships/image" Target="../media/image47.png"/><Relationship Id="rId4" Type="http://schemas.openxmlformats.org/officeDocument/2006/relationships/image" Target="../media/image11.png"/></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7.xml"/><Relationship Id="rId5" Type="http://schemas.openxmlformats.org/officeDocument/2006/relationships/image" Target="../media/image44.png"/><Relationship Id="rId4" Type="http://schemas.openxmlformats.org/officeDocument/2006/relationships/image" Target="../media/image11.png"/></Relationships>
</file>

<file path=ppt/slides/_rels/slide32.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37.png"/><Relationship Id="rId2" Type="http://schemas.openxmlformats.org/officeDocument/2006/relationships/image" Target="../media/image9.jpeg"/><Relationship Id="rId1" Type="http://schemas.openxmlformats.org/officeDocument/2006/relationships/slideLayout" Target="../slideLayouts/slideLayout7.xml"/><Relationship Id="rId6" Type="http://schemas.openxmlformats.org/officeDocument/2006/relationships/image" Target="../media/image34.png"/><Relationship Id="rId5" Type="http://schemas.openxmlformats.org/officeDocument/2006/relationships/image" Target="../media/image38.png"/><Relationship Id="rId4" Type="http://schemas.openxmlformats.org/officeDocument/2006/relationships/image" Target="../media/image11.png"/></Relationships>
</file>

<file path=ppt/slides/_rels/slide3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7.xml"/><Relationship Id="rId5" Type="http://schemas.openxmlformats.org/officeDocument/2006/relationships/image" Target="../media/image48.png"/><Relationship Id="rId4" Type="http://schemas.openxmlformats.org/officeDocument/2006/relationships/image" Target="../media/image11.png"/></Relationships>
</file>

<file path=ppt/slides/_rels/slide34.xml.rels><?xml version="1.0" encoding="UTF-8" standalone="yes"?>
<Relationships xmlns="http://schemas.openxmlformats.org/package/2006/relationships"><Relationship Id="rId3" Type="http://schemas.openxmlformats.org/officeDocument/2006/relationships/image" Target="../media/image9.jpeg"/><Relationship Id="rId7" Type="http://schemas.openxmlformats.org/officeDocument/2006/relationships/image" Target="../media/image49.pn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48.png"/><Relationship Id="rId5" Type="http://schemas.openxmlformats.org/officeDocument/2006/relationships/image" Target="../media/image11.png"/><Relationship Id="rId4" Type="http://schemas.openxmlformats.org/officeDocument/2006/relationships/image" Target="../media/image10.png"/></Relationships>
</file>

<file path=ppt/slides/_rels/slide3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7.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11.png"/></Relationships>
</file>

<file path=ppt/slides/_rels/slide3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7.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11.png"/></Relationships>
</file>

<file path=ppt/slides/_rels/slide3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7.xml"/><Relationship Id="rId5" Type="http://schemas.openxmlformats.org/officeDocument/2006/relationships/image" Target="../media/image50.png"/><Relationship Id="rId4" Type="http://schemas.openxmlformats.org/officeDocument/2006/relationships/image" Target="../media/image11.png"/></Relationships>
</file>

<file path=ppt/slides/_rels/slide38.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37.png"/><Relationship Id="rId2" Type="http://schemas.openxmlformats.org/officeDocument/2006/relationships/image" Target="../media/image9.jpeg"/><Relationship Id="rId1" Type="http://schemas.openxmlformats.org/officeDocument/2006/relationships/slideLayout" Target="../slideLayouts/slideLayout7.xml"/><Relationship Id="rId6" Type="http://schemas.openxmlformats.org/officeDocument/2006/relationships/image" Target="../media/image34.png"/><Relationship Id="rId5" Type="http://schemas.openxmlformats.org/officeDocument/2006/relationships/image" Target="../media/image38.png"/><Relationship Id="rId4" Type="http://schemas.openxmlformats.org/officeDocument/2006/relationships/image" Target="../media/image11.png"/></Relationships>
</file>

<file path=ppt/slides/_rels/slide3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7.xml"/><Relationship Id="rId5" Type="http://schemas.openxmlformats.org/officeDocument/2006/relationships/image" Target="../media/image51.png"/><Relationship Id="rId4" Type="http://schemas.openxmlformats.org/officeDocument/2006/relationships/image" Target="../media/image11.png"/></Relationships>
</file>

<file path=ppt/slides/_rels/slide4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7.xml"/><Relationship Id="rId5" Type="http://schemas.openxmlformats.org/officeDocument/2006/relationships/image" Target="../media/image52.png"/><Relationship Id="rId4" Type="http://schemas.openxmlformats.org/officeDocument/2006/relationships/image" Target="../media/image11.png"/></Relationships>
</file>

<file path=ppt/slides/_rels/slide4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7.xml"/><Relationship Id="rId5" Type="http://schemas.openxmlformats.org/officeDocument/2006/relationships/image" Target="../media/image53.png"/><Relationship Id="rId4" Type="http://schemas.openxmlformats.org/officeDocument/2006/relationships/image" Target="../media/image11.png"/></Relationships>
</file>

<file path=ppt/slides/_rels/slide4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7.xml"/><Relationship Id="rId5" Type="http://schemas.openxmlformats.org/officeDocument/2006/relationships/image" Target="../media/image54.png"/><Relationship Id="rId4" Type="http://schemas.openxmlformats.org/officeDocument/2006/relationships/image" Target="../media/image11.png"/></Relationships>
</file>

<file path=ppt/slides/_rels/slide4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7.xml"/><Relationship Id="rId5" Type="http://schemas.openxmlformats.org/officeDocument/2006/relationships/image" Target="../media/image55.jpeg"/><Relationship Id="rId4" Type="http://schemas.openxmlformats.org/officeDocument/2006/relationships/image" Target="../media/image11.png"/></Relationships>
</file>

<file path=ppt/slides/_rels/slide4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7.xml"/><Relationship Id="rId5" Type="http://schemas.openxmlformats.org/officeDocument/2006/relationships/image" Target="../media/image56.png"/><Relationship Id="rId4" Type="http://schemas.openxmlformats.org/officeDocument/2006/relationships/image" Target="../media/image11.png"/></Relationships>
</file>

<file path=ppt/slides/_rels/slide4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57.png"/><Relationship Id="rId5" Type="http://schemas.openxmlformats.org/officeDocument/2006/relationships/image" Target="../media/image11.png"/><Relationship Id="rId4" Type="http://schemas.openxmlformats.org/officeDocument/2006/relationships/image" Target="../media/image10.png"/></Relationships>
</file>

<file path=ppt/slides/_rels/slide4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7.xml"/><Relationship Id="rId6" Type="http://schemas.openxmlformats.org/officeDocument/2006/relationships/image" Target="../media/image59.png"/><Relationship Id="rId5" Type="http://schemas.openxmlformats.org/officeDocument/2006/relationships/image" Target="../media/image58.jpg"/><Relationship Id="rId4" Type="http://schemas.openxmlformats.org/officeDocument/2006/relationships/image" Target="../media/image11.png"/></Relationships>
</file>

<file path=ppt/slides/_rels/slide4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0.jpe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图片 14"/>
          <p:cNvPicPr>
            <a:picLocks noChangeAspect="1"/>
          </p:cNvPicPr>
          <p:nvPr/>
        </p:nvPicPr>
        <p:blipFill>
          <a:blip r:embed="rId2" cstate="print">
            <a:lum bright="70000" contrast="-70000"/>
            <a:extLst>
              <a:ext uri="{28A0092B-C50C-407E-A947-70E740481C1C}">
                <a14:useLocalDpi xmlns:a14="http://schemas.microsoft.com/office/drawing/2010/main" val="0"/>
              </a:ext>
            </a:extLst>
          </a:blip>
          <a:stretch>
            <a:fillRect/>
          </a:stretch>
        </p:blipFill>
        <p:spPr>
          <a:xfrm>
            <a:off x="4172321" y="5037313"/>
            <a:ext cx="3847357" cy="623643"/>
          </a:xfrm>
          <a:prstGeom prst="rect">
            <a:avLst/>
          </a:prstGeom>
        </p:spPr>
      </p:pic>
      <p:pic>
        <p:nvPicPr>
          <p:cNvPr id="5" name="图片 4"/>
          <p:cNvPicPr>
            <a:picLocks noChangeAspect="1"/>
          </p:cNvPicPr>
          <p:nvPr/>
        </p:nvPicPr>
        <p:blipFill rotWithShape="1">
          <a:blip r:embed="rId3">
            <a:extLst>
              <a:ext uri="{28A0092B-C50C-407E-A947-70E740481C1C}">
                <a14:useLocalDpi xmlns:a14="http://schemas.microsoft.com/office/drawing/2010/main" val="0"/>
              </a:ext>
            </a:extLst>
          </a:blip>
          <a:srcRect t="34428" b="21884"/>
          <a:stretch>
            <a:fillRect/>
          </a:stretch>
        </p:blipFill>
        <p:spPr>
          <a:xfrm>
            <a:off x="0" y="-31844"/>
            <a:ext cx="12192000" cy="3048001"/>
          </a:xfrm>
          <a:prstGeom prst="rect">
            <a:avLst/>
          </a:prstGeom>
        </p:spPr>
      </p:pic>
      <p:sp>
        <p:nvSpPr>
          <p:cNvPr id="8" name="矩形 7"/>
          <p:cNvSpPr/>
          <p:nvPr/>
        </p:nvSpPr>
        <p:spPr>
          <a:xfrm>
            <a:off x="0" y="-31844"/>
            <a:ext cx="12192000" cy="3048000"/>
          </a:xfrm>
          <a:prstGeom prst="rect">
            <a:avLst/>
          </a:prstGeom>
          <a:solidFill>
            <a:schemeClr val="accent1">
              <a:alpha val="7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矩形 11"/>
          <p:cNvSpPr/>
          <p:nvPr/>
        </p:nvSpPr>
        <p:spPr>
          <a:xfrm>
            <a:off x="-1886018" y="-4009350"/>
            <a:ext cx="9321276" cy="3397261"/>
          </a:xfrm>
          <a:prstGeom prst="rect">
            <a:avLst/>
          </a:prstGeom>
          <a:blipFill dpi="0" rotWithShape="1">
            <a:blip r:embed="rId4">
              <a:alphaModFix amt="18000"/>
              <a:lum bright="70000" contrast="-7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1989944" y="3776263"/>
            <a:ext cx="8212111" cy="1323439"/>
          </a:xfrm>
          <a:prstGeom prst="rect">
            <a:avLst/>
          </a:prstGeom>
          <a:noFill/>
        </p:spPr>
        <p:txBody>
          <a:bodyPr wrap="square" rtlCol="0" anchor="t" anchorCtr="0">
            <a:noAutofit/>
          </a:bodyPr>
          <a:lstStyle/>
          <a:p>
            <a:pPr algn="dist"/>
            <a:r>
              <a:rPr lang="en-US" altLang="zh-CN" sz="4000" dirty="0">
                <a:latin typeface="Arial" panose="020B0604020202020204" pitchFamily="34" charset="0"/>
                <a:ea typeface="微软雅黑" panose="020B0503020204020204" pitchFamily="34" charset="-122"/>
              </a:rPr>
              <a:t>Ring-a-Pose: </a:t>
            </a:r>
            <a:r>
              <a:rPr lang="zh-CN" altLang="en-US" sz="4000" dirty="0">
                <a:latin typeface="Arial" panose="020B0604020202020204" pitchFamily="34" charset="0"/>
                <a:ea typeface="微软雅黑" panose="020B0503020204020204" pitchFamily="34" charset="-122"/>
              </a:rPr>
              <a:t>基于单戒指的主动声学连续手部姿态追踪系统</a:t>
            </a:r>
            <a:endParaRPr lang="zh-CN" altLang="en-US" sz="16600" dirty="0">
              <a:solidFill>
                <a:schemeClr val="accent1">
                  <a:lumMod val="50000"/>
                </a:schemeClr>
              </a:solidFill>
              <a:latin typeface="Arial" panose="020B0604020202020204" pitchFamily="34" charset="0"/>
              <a:ea typeface="微软雅黑" panose="020B0503020204020204" pitchFamily="34" charset="-122"/>
            </a:endParaRPr>
          </a:p>
        </p:txBody>
      </p:sp>
      <p:pic>
        <p:nvPicPr>
          <p:cNvPr id="7" name="图片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014891" y="1787269"/>
            <a:ext cx="2162218" cy="2054575"/>
          </a:xfrm>
          <a:prstGeom prst="rect">
            <a:avLst/>
          </a:prstGeom>
          <a:effectLst>
            <a:outerShdw blurRad="292100" dist="25400" dir="5400000" algn="t" rotWithShape="0">
              <a:prstClr val="black">
                <a:alpha val="59000"/>
              </a:prstClr>
            </a:outerShdw>
          </a:effectLst>
        </p:spPr>
      </p:pic>
      <p:sp>
        <p:nvSpPr>
          <p:cNvPr id="13" name="文本框 12"/>
          <p:cNvSpPr txBox="1"/>
          <p:nvPr/>
        </p:nvSpPr>
        <p:spPr>
          <a:xfrm>
            <a:off x="4735425" y="5106726"/>
            <a:ext cx="2699833" cy="369332"/>
          </a:xfrm>
          <a:prstGeom prst="rect">
            <a:avLst/>
          </a:prstGeom>
          <a:noFill/>
        </p:spPr>
        <p:txBody>
          <a:bodyPr wrap="square" rtlCol="0">
            <a:spAutoFit/>
          </a:bodyPr>
          <a:lstStyle/>
          <a:p>
            <a:pPr algn="dist"/>
            <a:r>
              <a:rPr lang="en-US" altLang="zh-CN" b="1" dirty="0"/>
              <a:t>Ring-A-Pose</a:t>
            </a:r>
            <a:endParaRPr lang="en-US" altLang="zh-CN" sz="2400" dirty="0">
              <a:solidFill>
                <a:schemeClr val="bg1">
                  <a:lumMod val="50000"/>
                </a:schemeClr>
              </a:solidFill>
              <a:latin typeface="Arial" panose="020B0604020202020204" pitchFamily="34" charset="0"/>
              <a:ea typeface="微软雅黑" panose="020B0503020204020204" pitchFamily="34" charset="-122"/>
            </a:endParaRPr>
          </a:p>
        </p:txBody>
      </p:sp>
      <p:sp>
        <p:nvSpPr>
          <p:cNvPr id="18" name="文本框 17"/>
          <p:cNvSpPr txBox="1"/>
          <p:nvPr/>
        </p:nvSpPr>
        <p:spPr>
          <a:xfrm>
            <a:off x="9055780" y="6158790"/>
            <a:ext cx="1956111" cy="369332"/>
          </a:xfrm>
          <a:prstGeom prst="rect">
            <a:avLst/>
          </a:prstGeom>
          <a:noFill/>
        </p:spPr>
        <p:txBody>
          <a:bodyPr wrap="square" rtlCol="0">
            <a:spAutoFit/>
          </a:bodyPr>
          <a:lstStyle/>
          <a:p>
            <a:r>
              <a:rPr lang="en-US" altLang="zh-CN" dirty="0">
                <a:solidFill>
                  <a:schemeClr val="bg1">
                    <a:lumMod val="50000"/>
                  </a:schemeClr>
                </a:solidFill>
                <a:latin typeface="Arial" panose="020B0604020202020204" pitchFamily="34" charset="0"/>
                <a:ea typeface="微软雅黑" panose="020B0503020204020204" pitchFamily="34" charset="-122"/>
              </a:rPr>
              <a:t>2025/12/12</a:t>
            </a:r>
            <a:endParaRPr lang="zh-CN" altLang="en-US" dirty="0">
              <a:solidFill>
                <a:schemeClr val="bg1">
                  <a:lumMod val="50000"/>
                </a:schemeClr>
              </a:solidFill>
              <a:latin typeface="Arial" panose="020B0604020202020204" pitchFamily="34" charset="0"/>
              <a:ea typeface="微软雅黑" panose="020B0503020204020204" pitchFamily="34" charset="-122"/>
            </a:endParaRPr>
          </a:p>
        </p:txBody>
      </p:sp>
      <p:sp>
        <p:nvSpPr>
          <p:cNvPr id="19" name="文本框 18"/>
          <p:cNvSpPr txBox="1"/>
          <p:nvPr/>
        </p:nvSpPr>
        <p:spPr>
          <a:xfrm>
            <a:off x="1320969" y="6161444"/>
            <a:ext cx="2557991" cy="369332"/>
          </a:xfrm>
          <a:prstGeom prst="rect">
            <a:avLst/>
          </a:prstGeom>
          <a:noFill/>
        </p:spPr>
        <p:txBody>
          <a:bodyPr wrap="square" rtlCol="0">
            <a:spAutoFit/>
          </a:bodyPr>
          <a:lstStyle>
            <a:defPPr>
              <a:defRPr lang="zh-CN"/>
            </a:defPPr>
            <a:lvl1pPr>
              <a:defRPr>
                <a:solidFill>
                  <a:schemeClr val="bg1">
                    <a:lumMod val="50000"/>
                  </a:schemeClr>
                </a:solidFill>
                <a:latin typeface="宋体" panose="02010600030101010101" pitchFamily="2" charset="-122"/>
                <a:ea typeface="宋体" panose="02010600030101010101" pitchFamily="2" charset="-122"/>
              </a:defRPr>
            </a:lvl1pPr>
          </a:lstStyle>
          <a:p>
            <a:r>
              <a:rPr lang="zh-CN" altLang="en-US" dirty="0">
                <a:latin typeface="Arial" panose="020B0604020202020204" pitchFamily="34" charset="0"/>
                <a:ea typeface="微软雅黑" panose="020B0503020204020204" pitchFamily="34" charset="-122"/>
              </a:rPr>
              <a:t>智能网络与计算</a:t>
            </a:r>
          </a:p>
        </p:txBody>
      </p:sp>
      <p:sp>
        <p:nvSpPr>
          <p:cNvPr id="20" name="文本框 19"/>
          <p:cNvSpPr txBox="1"/>
          <p:nvPr/>
        </p:nvSpPr>
        <p:spPr>
          <a:xfrm>
            <a:off x="4116034" y="6108898"/>
            <a:ext cx="4072702" cy="461665"/>
          </a:xfrm>
          <a:prstGeom prst="rect">
            <a:avLst/>
          </a:prstGeom>
          <a:noFill/>
        </p:spPr>
        <p:txBody>
          <a:bodyPr wrap="square" rtlCol="0">
            <a:spAutoFit/>
          </a:bodyPr>
          <a:lstStyle/>
          <a:p>
            <a:r>
              <a:rPr lang="zh-CN" altLang="en-US" b="1" dirty="0">
                <a:latin typeface="Arial" panose="020B0604020202020204" pitchFamily="34" charset="0"/>
                <a:ea typeface="微软雅黑" panose="020B0503020204020204" pitchFamily="34" charset="-122"/>
              </a:rPr>
              <a:t>汇报人</a:t>
            </a:r>
            <a:r>
              <a:rPr lang="en-US" altLang="zh-CN" b="1" dirty="0">
                <a:latin typeface="Arial" panose="020B0604020202020204" pitchFamily="34" charset="0"/>
                <a:ea typeface="微软雅黑" panose="020B0503020204020204" pitchFamily="34" charset="-122"/>
              </a:rPr>
              <a:t>:</a:t>
            </a:r>
            <a:r>
              <a:rPr lang="zh-CN" altLang="en-US" sz="2400" b="1" dirty="0">
                <a:latin typeface="Arial" panose="020B0604020202020204" pitchFamily="34" charset="0"/>
                <a:ea typeface="微软雅黑" panose="020B0503020204020204" pitchFamily="34" charset="-122"/>
              </a:rPr>
              <a:t>王培鸿</a:t>
            </a:r>
            <a:r>
              <a:rPr lang="en-US" altLang="zh-CN" sz="2400" b="1" dirty="0">
                <a:latin typeface="Arial" panose="020B0604020202020204" pitchFamily="34" charset="0"/>
                <a:ea typeface="微软雅黑" panose="020B0503020204020204" pitchFamily="34" charset="-122"/>
              </a:rPr>
              <a:t>, </a:t>
            </a:r>
            <a:r>
              <a:rPr lang="zh-CN" altLang="en-US" sz="2400" b="1" dirty="0">
                <a:latin typeface="Arial" panose="020B0604020202020204" pitchFamily="34" charset="0"/>
                <a:ea typeface="微软雅黑" panose="020B0503020204020204" pitchFamily="34" charset="-122"/>
              </a:rPr>
              <a:t>李伟超</a:t>
            </a:r>
            <a:r>
              <a:rPr lang="en-US" altLang="zh-CN" sz="2400" b="1" dirty="0">
                <a:latin typeface="Arial" panose="020B0604020202020204" pitchFamily="34" charset="0"/>
                <a:ea typeface="微软雅黑" panose="020B0503020204020204" pitchFamily="34" charset="-122"/>
              </a:rPr>
              <a:t>, </a:t>
            </a:r>
            <a:r>
              <a:rPr lang="zh-CN" altLang="en-US" sz="2400" b="1" dirty="0">
                <a:latin typeface="Arial" panose="020B0604020202020204" pitchFamily="34" charset="0"/>
                <a:ea typeface="微软雅黑" panose="020B0503020204020204" pitchFamily="34" charset="-122"/>
              </a:rPr>
              <a:t>廖悦成</a:t>
            </a:r>
            <a:endParaRPr lang="zh-CN" altLang="en-US" b="1" dirty="0">
              <a:latin typeface="Arial" panose="020B0604020202020204" pitchFamily="34" charset="0"/>
              <a:ea typeface="微软雅黑" panose="020B0503020204020204" pitchFamily="34" charset="-122"/>
            </a:endParaRPr>
          </a:p>
        </p:txBody>
      </p:sp>
      <p:cxnSp>
        <p:nvCxnSpPr>
          <p:cNvPr id="21" name="直接连接符 20"/>
          <p:cNvCxnSpPr/>
          <p:nvPr/>
        </p:nvCxnSpPr>
        <p:spPr>
          <a:xfrm>
            <a:off x="3635782" y="6158790"/>
            <a:ext cx="0" cy="411773"/>
          </a:xfrm>
          <a:prstGeom prst="line">
            <a:avLst/>
          </a:prstGeom>
          <a:ln w="22225"/>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8477750" y="6158790"/>
            <a:ext cx="0" cy="411773"/>
          </a:xfrm>
          <a:prstGeom prst="line">
            <a:avLst/>
          </a:prstGeom>
          <a:ln w="22225"/>
        </p:spPr>
        <p:style>
          <a:lnRef idx="1">
            <a:schemeClr val="accent1"/>
          </a:lnRef>
          <a:fillRef idx="0">
            <a:schemeClr val="accent1"/>
          </a:fillRef>
          <a:effectRef idx="0">
            <a:schemeClr val="accent1"/>
          </a:effectRef>
          <a:fontRef idx="minor">
            <a:schemeClr val="tx1"/>
          </a:fontRef>
        </p:style>
      </p:cxnSp>
      <p:pic>
        <p:nvPicPr>
          <p:cNvPr id="29" name="图片 28"/>
          <p:cNvPicPr>
            <a:picLocks noChangeAspect="1"/>
          </p:cNvPicPr>
          <p:nvPr/>
        </p:nvPicPr>
        <p:blipFill rotWithShape="1">
          <a:blip r:embed="rId6" cstate="print">
            <a:duotone>
              <a:schemeClr val="accent1">
                <a:shade val="45000"/>
                <a:satMod val="135000"/>
              </a:schemeClr>
              <a:prstClr val="white"/>
            </a:duotone>
            <a:extLst>
              <a:ext uri="{28A0092B-C50C-407E-A947-70E740481C1C}">
                <a14:useLocalDpi xmlns:a14="http://schemas.microsoft.com/office/drawing/2010/main" val="0"/>
              </a:ext>
            </a:extLst>
          </a:blip>
          <a:srcRect l="33369" t="21333" r="33139" b="58431"/>
          <a:stretch>
            <a:fillRect/>
          </a:stretch>
        </p:blipFill>
        <p:spPr>
          <a:xfrm>
            <a:off x="-171888" y="3016157"/>
            <a:ext cx="1706880" cy="1387759"/>
          </a:xfrm>
          <a:prstGeom prst="rect">
            <a:avLst/>
          </a:prstGeom>
        </p:spPr>
      </p:pic>
      <p:pic>
        <p:nvPicPr>
          <p:cNvPr id="30" name="图片 29"/>
          <p:cNvPicPr>
            <a:picLocks noChangeAspect="1"/>
          </p:cNvPicPr>
          <p:nvPr/>
        </p:nvPicPr>
        <p:blipFill rotWithShape="1">
          <a:blip r:embed="rId6" cstate="print">
            <a:duotone>
              <a:schemeClr val="accent1">
                <a:shade val="45000"/>
                <a:satMod val="135000"/>
              </a:schemeClr>
              <a:prstClr val="white"/>
            </a:duotone>
            <a:extLst>
              <a:ext uri="{28A0092B-C50C-407E-A947-70E740481C1C}">
                <a14:useLocalDpi xmlns:a14="http://schemas.microsoft.com/office/drawing/2010/main" val="0"/>
              </a:ext>
            </a:extLst>
          </a:blip>
          <a:srcRect l="33369" t="21333" r="33139" b="58431"/>
          <a:stretch>
            <a:fillRect/>
          </a:stretch>
        </p:blipFill>
        <p:spPr>
          <a:xfrm flipH="1">
            <a:off x="10657008" y="3016156"/>
            <a:ext cx="1706880" cy="138775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rotWithShape="1">
          <a:blip r:embed="rId2">
            <a:extLst>
              <a:ext uri="{28A0092B-C50C-407E-A947-70E740481C1C}">
                <a14:useLocalDpi xmlns:a14="http://schemas.microsoft.com/office/drawing/2010/main" val="0"/>
              </a:ext>
            </a:extLst>
          </a:blip>
          <a:srcRect l="13875" t="394" r="51375" b="-655"/>
          <a:stretch>
            <a:fillRect/>
          </a:stretch>
        </p:blipFill>
        <p:spPr>
          <a:xfrm>
            <a:off x="0" y="-68580"/>
            <a:ext cx="4236720" cy="6995160"/>
          </a:xfrm>
          <a:prstGeom prst="rect">
            <a:avLst/>
          </a:prstGeom>
        </p:spPr>
      </p:pic>
      <p:sp>
        <p:nvSpPr>
          <p:cNvPr id="5" name="矩形 4"/>
          <p:cNvSpPr/>
          <p:nvPr/>
        </p:nvSpPr>
        <p:spPr>
          <a:xfrm>
            <a:off x="0" y="-15240"/>
            <a:ext cx="4236720" cy="6873240"/>
          </a:xfrm>
          <a:prstGeom prst="rect">
            <a:avLst/>
          </a:prstGeom>
          <a:solidFill>
            <a:schemeClr val="accent1">
              <a:alpha val="7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1" name="组合 10"/>
          <p:cNvGrpSpPr/>
          <p:nvPr/>
        </p:nvGrpSpPr>
        <p:grpSpPr>
          <a:xfrm>
            <a:off x="1032528" y="1636259"/>
            <a:ext cx="2171663" cy="3504021"/>
            <a:chOff x="881396" y="1394952"/>
            <a:chExt cx="2171663" cy="3504021"/>
          </a:xfrm>
        </p:grpSpPr>
        <p:sp>
          <p:nvSpPr>
            <p:cNvPr id="7" name="文本框 6"/>
            <p:cNvSpPr txBox="1"/>
            <p:nvPr/>
          </p:nvSpPr>
          <p:spPr>
            <a:xfrm>
              <a:off x="1236478" y="1722639"/>
              <a:ext cx="1415772" cy="2715659"/>
            </a:xfrm>
            <a:prstGeom prst="rect">
              <a:avLst/>
            </a:prstGeom>
            <a:noFill/>
          </p:spPr>
          <p:txBody>
            <a:bodyPr vert="eaVert" wrap="square" rtlCol="0">
              <a:spAutoFit/>
            </a:bodyPr>
            <a:lstStyle/>
            <a:p>
              <a:pPr algn="dist"/>
              <a:r>
                <a:rPr lang="zh-CN" altLang="en-US" sz="8000" b="1" dirty="0">
                  <a:solidFill>
                    <a:schemeClr val="bg1"/>
                  </a:solidFill>
                  <a:latin typeface="Arial" panose="020B0604020202020204" pitchFamily="34" charset="0"/>
                  <a:ea typeface="微软雅黑" panose="020B0503020204020204" pitchFamily="34" charset="-122"/>
                </a:rPr>
                <a:t>目录</a:t>
              </a:r>
            </a:p>
          </p:txBody>
        </p:sp>
        <p:pic>
          <p:nvPicPr>
            <p:cNvPr id="8" name="图片 7"/>
            <p:cNvPicPr>
              <a:picLocks noChangeAspect="1"/>
            </p:cNvPicPr>
            <p:nvPr/>
          </p:nvPicPr>
          <p:blipFill rotWithShape="1">
            <a:blip r:embed="rId3" cstate="print">
              <a:biLevel thresh="25000"/>
              <a:extLst>
                <a:ext uri="{28A0092B-C50C-407E-A947-70E740481C1C}">
                  <a14:useLocalDpi xmlns:a14="http://schemas.microsoft.com/office/drawing/2010/main" val="0"/>
                </a:ext>
              </a:extLst>
            </a:blip>
            <a:srcRect l="33369" t="21333" r="33139" b="58431"/>
            <a:stretch>
              <a:fillRect/>
            </a:stretch>
          </p:blipFill>
          <p:spPr>
            <a:xfrm>
              <a:off x="881396" y="1394952"/>
              <a:ext cx="1002008" cy="814671"/>
            </a:xfrm>
            <a:prstGeom prst="rect">
              <a:avLst/>
            </a:prstGeom>
          </p:spPr>
        </p:pic>
        <p:pic>
          <p:nvPicPr>
            <p:cNvPr id="10" name="图片 9"/>
            <p:cNvPicPr>
              <a:picLocks noChangeAspect="1"/>
            </p:cNvPicPr>
            <p:nvPr/>
          </p:nvPicPr>
          <p:blipFill rotWithShape="1">
            <a:blip r:embed="rId3" cstate="print">
              <a:biLevel thresh="25000"/>
              <a:extLst>
                <a:ext uri="{28A0092B-C50C-407E-A947-70E740481C1C}">
                  <a14:useLocalDpi xmlns:a14="http://schemas.microsoft.com/office/drawing/2010/main" val="0"/>
                </a:ext>
              </a:extLst>
            </a:blip>
            <a:srcRect l="33369" t="21333" r="33139" b="58431"/>
            <a:stretch>
              <a:fillRect/>
            </a:stretch>
          </p:blipFill>
          <p:spPr>
            <a:xfrm flipH="1" flipV="1">
              <a:off x="2051051" y="4084302"/>
              <a:ext cx="1002008" cy="814671"/>
            </a:xfrm>
            <a:prstGeom prst="rect">
              <a:avLst/>
            </a:prstGeom>
          </p:spPr>
        </p:pic>
      </p:grpSp>
      <p:pic>
        <p:nvPicPr>
          <p:cNvPr id="6" name="图片 5"/>
          <p:cNvPicPr>
            <a:picLocks noChangeAspect="1"/>
          </p:cNvPicPr>
          <p:nvPr/>
        </p:nvPicPr>
        <p:blipFill>
          <a:blip r:embed="rId4"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4711988" y="383680"/>
            <a:ext cx="6341878" cy="1027996"/>
          </a:xfrm>
          <a:prstGeom prst="rect">
            <a:avLst/>
          </a:prstGeom>
        </p:spPr>
      </p:pic>
      <p:pic>
        <p:nvPicPr>
          <p:cNvPr id="12" name="图片 11"/>
          <p:cNvPicPr>
            <a:picLocks noChangeAspect="1"/>
          </p:cNvPicPr>
          <p:nvPr/>
        </p:nvPicPr>
        <p:blipFill>
          <a:blip r:embed="rId4"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4729586" y="2512296"/>
            <a:ext cx="6341878" cy="1027996"/>
          </a:xfrm>
          <a:prstGeom prst="rect">
            <a:avLst/>
          </a:prstGeom>
        </p:spPr>
      </p:pic>
      <p:pic>
        <p:nvPicPr>
          <p:cNvPr id="13" name="图片 12"/>
          <p:cNvPicPr>
            <a:picLocks noChangeAspect="1"/>
          </p:cNvPicPr>
          <p:nvPr/>
        </p:nvPicPr>
        <p:blipFill>
          <a:blip r:embed="rId4"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4711988" y="4449258"/>
            <a:ext cx="6341878" cy="1027996"/>
          </a:xfrm>
          <a:prstGeom prst="rect">
            <a:avLst/>
          </a:prstGeom>
        </p:spPr>
      </p:pic>
      <p:sp>
        <p:nvSpPr>
          <p:cNvPr id="16" name="文本框 15"/>
          <p:cNvSpPr txBox="1"/>
          <p:nvPr/>
        </p:nvSpPr>
        <p:spPr>
          <a:xfrm>
            <a:off x="5983439" y="666845"/>
            <a:ext cx="3798975" cy="461665"/>
          </a:xfrm>
          <a:prstGeom prst="rect">
            <a:avLst/>
          </a:prstGeom>
          <a:noFill/>
        </p:spPr>
        <p:txBody>
          <a:bodyPr wrap="square" rtlCol="0">
            <a:spAutoFit/>
          </a:bodyPr>
          <a:lstStyle/>
          <a:p>
            <a:pPr algn="dist"/>
            <a:r>
              <a:rPr lang="en-US" altLang="zh-CN" sz="2400" dirty="0">
                <a:solidFill>
                  <a:schemeClr val="accent4"/>
                </a:solidFill>
                <a:latin typeface="Arial" panose="020B0604020202020204" pitchFamily="34" charset="0"/>
                <a:ea typeface="微软雅黑" panose="020B0503020204020204" pitchFamily="34" charset="-122"/>
              </a:rPr>
              <a:t>/</a:t>
            </a:r>
            <a:r>
              <a:rPr lang="zh-CN" altLang="en-US" sz="2400" dirty="0">
                <a:solidFill>
                  <a:schemeClr val="accent4"/>
                </a:solidFill>
                <a:latin typeface="Arial" panose="020B0604020202020204" pitchFamily="34" charset="0"/>
                <a:ea typeface="微软雅黑" panose="020B0503020204020204" pitchFamily="34" charset="-122"/>
              </a:rPr>
              <a:t>研究目的与物理原理</a:t>
            </a:r>
            <a:endParaRPr lang="en-US" altLang="zh-CN" sz="2400" dirty="0">
              <a:solidFill>
                <a:schemeClr val="accent4"/>
              </a:solidFill>
              <a:latin typeface="Arial" panose="020B0604020202020204" pitchFamily="34" charset="0"/>
              <a:ea typeface="微软雅黑" panose="020B0503020204020204" pitchFamily="34" charset="-122"/>
            </a:endParaRPr>
          </a:p>
        </p:txBody>
      </p:sp>
      <p:sp>
        <p:nvSpPr>
          <p:cNvPr id="17" name="文本框 16"/>
          <p:cNvSpPr txBox="1"/>
          <p:nvPr/>
        </p:nvSpPr>
        <p:spPr>
          <a:xfrm>
            <a:off x="5983439" y="2807454"/>
            <a:ext cx="3798975" cy="461665"/>
          </a:xfrm>
          <a:prstGeom prst="rect">
            <a:avLst/>
          </a:prstGeom>
          <a:noFill/>
        </p:spPr>
        <p:txBody>
          <a:bodyPr wrap="square" rtlCol="0">
            <a:spAutoFit/>
          </a:bodyPr>
          <a:lstStyle/>
          <a:p>
            <a:pPr algn="dist"/>
            <a:r>
              <a:rPr lang="en-US" altLang="zh-CN" sz="2400" dirty="0">
                <a:solidFill>
                  <a:schemeClr val="accent4"/>
                </a:solidFill>
                <a:latin typeface="Arial" panose="020B0604020202020204" pitchFamily="34" charset="0"/>
                <a:ea typeface="微软雅黑" panose="020B0503020204020204" pitchFamily="34" charset="-122"/>
              </a:rPr>
              <a:t>/</a:t>
            </a:r>
            <a:r>
              <a:rPr lang="zh-CN" altLang="en-US" sz="2400" dirty="0">
                <a:solidFill>
                  <a:schemeClr val="accent4"/>
                </a:solidFill>
                <a:latin typeface="Arial" panose="020B0604020202020204" pitchFamily="34" charset="0"/>
                <a:ea typeface="微软雅黑" panose="020B0503020204020204" pitchFamily="34" charset="-122"/>
              </a:rPr>
              <a:t>方法论与用户研究</a:t>
            </a:r>
            <a:endParaRPr lang="en-US" altLang="zh-CN" sz="2400" dirty="0">
              <a:solidFill>
                <a:schemeClr val="accent4"/>
              </a:solidFill>
              <a:latin typeface="Arial" panose="020B0604020202020204" pitchFamily="34" charset="0"/>
              <a:ea typeface="微软雅黑" panose="020B0503020204020204" pitchFamily="34" charset="-122"/>
            </a:endParaRPr>
          </a:p>
        </p:txBody>
      </p:sp>
      <p:sp>
        <p:nvSpPr>
          <p:cNvPr id="18" name="文本框 17"/>
          <p:cNvSpPr txBox="1"/>
          <p:nvPr/>
        </p:nvSpPr>
        <p:spPr>
          <a:xfrm>
            <a:off x="6018637" y="4732423"/>
            <a:ext cx="3798975" cy="461665"/>
          </a:xfrm>
          <a:prstGeom prst="rect">
            <a:avLst/>
          </a:prstGeom>
          <a:noFill/>
        </p:spPr>
        <p:txBody>
          <a:bodyPr wrap="square" rtlCol="0">
            <a:spAutoFit/>
          </a:bodyPr>
          <a:lstStyle/>
          <a:p>
            <a:pPr algn="dist"/>
            <a:r>
              <a:rPr lang="en-US" altLang="zh-CN" sz="2400" dirty="0">
                <a:solidFill>
                  <a:schemeClr val="accent4"/>
                </a:solidFill>
                <a:latin typeface="Arial" panose="020B0604020202020204" pitchFamily="34" charset="0"/>
                <a:ea typeface="微软雅黑" panose="020B0503020204020204" pitchFamily="34" charset="-122"/>
              </a:rPr>
              <a:t>/</a:t>
            </a:r>
            <a:r>
              <a:rPr lang="zh-CN" altLang="en-US" sz="2400" dirty="0">
                <a:solidFill>
                  <a:schemeClr val="accent4"/>
                </a:solidFill>
                <a:latin typeface="Arial" panose="020B0604020202020204" pitchFamily="34" charset="0"/>
                <a:ea typeface="微软雅黑" panose="020B0503020204020204" pitchFamily="34" charset="-122"/>
              </a:rPr>
              <a:t>实验评估与总结</a:t>
            </a:r>
            <a:endParaRPr lang="en-US" altLang="zh-CN" sz="2400" dirty="0">
              <a:solidFill>
                <a:schemeClr val="accent4"/>
              </a:solidFill>
              <a:latin typeface="Arial" panose="020B0604020202020204" pitchFamily="34" charset="0"/>
              <a:ea typeface="微软雅黑" panose="020B0503020204020204" pitchFamily="34" charset="-122"/>
            </a:endParaRPr>
          </a:p>
        </p:txBody>
      </p:sp>
      <p:sp>
        <p:nvSpPr>
          <p:cNvPr id="22" name="文本框 21">
            <a:extLst>
              <a:ext uri="{FF2B5EF4-FFF2-40B4-BE49-F238E27FC236}">
                <a16:creationId xmlns:a16="http://schemas.microsoft.com/office/drawing/2014/main" id="{4C42022D-FBE9-A8D5-E51B-556EF3CBA16F}"/>
              </a:ext>
            </a:extLst>
          </p:cNvPr>
          <p:cNvSpPr txBox="1"/>
          <p:nvPr/>
        </p:nvSpPr>
        <p:spPr>
          <a:xfrm>
            <a:off x="5431362" y="1306632"/>
            <a:ext cx="6097772" cy="1446550"/>
          </a:xfrm>
          <a:prstGeom prst="rect">
            <a:avLst/>
          </a:prstGeom>
          <a:noFill/>
        </p:spPr>
        <p:txBody>
          <a:bodyPr wrap="square">
            <a:spAutoFit/>
          </a:bodyPr>
          <a:lstStyle/>
          <a:p>
            <a:pPr marL="285750" indent="-285750">
              <a:buFont typeface="Arial" panose="020B0604020202020204" pitchFamily="34" charset="0"/>
              <a:buChar char="•"/>
            </a:pPr>
            <a:r>
              <a:rPr lang="en-US" altLang="zh-CN" dirty="0">
                <a:solidFill>
                  <a:schemeClr val="accent2"/>
                </a:solidFill>
                <a:latin typeface="+mj-ea"/>
                <a:ea typeface="+mj-ea"/>
              </a:rPr>
              <a:t>1.</a:t>
            </a:r>
            <a:r>
              <a:rPr lang="zh-CN" altLang="en-US" dirty="0">
                <a:solidFill>
                  <a:schemeClr val="accent2"/>
                </a:solidFill>
                <a:latin typeface="+mj-ea"/>
                <a:ea typeface="+mj-ea"/>
              </a:rPr>
              <a:t>引言</a:t>
            </a:r>
            <a:endParaRPr lang="en-US" altLang="zh-CN" dirty="0">
              <a:solidFill>
                <a:schemeClr val="accent2"/>
              </a:solidFill>
              <a:latin typeface="+mj-ea"/>
              <a:ea typeface="+mj-ea"/>
            </a:endParaRPr>
          </a:p>
          <a:p>
            <a:pPr marL="285750" indent="-285750">
              <a:buFont typeface="Arial" panose="020B0604020202020204" pitchFamily="34" charset="0"/>
              <a:buChar char="•"/>
            </a:pPr>
            <a:r>
              <a:rPr lang="en-US" altLang="zh-CN" dirty="0">
                <a:solidFill>
                  <a:schemeClr val="accent2"/>
                </a:solidFill>
                <a:latin typeface="+mj-ea"/>
                <a:ea typeface="+mj-ea"/>
              </a:rPr>
              <a:t>2.</a:t>
            </a:r>
            <a:r>
              <a:rPr lang="zh-CN" altLang="en-US" dirty="0">
                <a:solidFill>
                  <a:schemeClr val="accent2"/>
                </a:solidFill>
                <a:latin typeface="+mj-ea"/>
                <a:ea typeface="+mj-ea"/>
              </a:rPr>
              <a:t>相关研究综述</a:t>
            </a:r>
            <a:endParaRPr lang="en-US" altLang="zh-CN" dirty="0">
              <a:solidFill>
                <a:schemeClr val="accent2"/>
              </a:solidFill>
              <a:latin typeface="+mj-ea"/>
              <a:ea typeface="+mj-ea"/>
            </a:endParaRPr>
          </a:p>
          <a:p>
            <a:pPr marL="285750" indent="-285750">
              <a:buFont typeface="Arial" panose="020B0604020202020204" pitchFamily="34" charset="0"/>
              <a:buChar char="•"/>
            </a:pPr>
            <a:r>
              <a:rPr lang="en-US" altLang="zh-CN" dirty="0">
                <a:solidFill>
                  <a:schemeClr val="accent2"/>
                </a:solidFill>
                <a:latin typeface="+mj-ea"/>
                <a:ea typeface="+mj-ea"/>
              </a:rPr>
              <a:t>3.</a:t>
            </a:r>
            <a:r>
              <a:rPr lang="zh-CN" altLang="en-US" dirty="0">
                <a:solidFill>
                  <a:schemeClr val="accent2"/>
                </a:solidFill>
                <a:latin typeface="+mj-ea"/>
                <a:ea typeface="+mj-ea"/>
              </a:rPr>
              <a:t>系统实现</a:t>
            </a:r>
            <a:endParaRPr lang="en-US" altLang="zh-CN" dirty="0">
              <a:solidFill>
                <a:schemeClr val="accent2"/>
              </a:solidFill>
              <a:latin typeface="+mj-ea"/>
              <a:ea typeface="+mj-ea"/>
            </a:endParaRPr>
          </a:p>
          <a:p>
            <a:endParaRPr lang="en-US" altLang="zh-CN" dirty="0">
              <a:solidFill>
                <a:schemeClr val="accent2"/>
              </a:solidFill>
              <a:latin typeface="+mj-ea"/>
              <a:ea typeface="+mj-ea"/>
            </a:endParaRPr>
          </a:p>
          <a:p>
            <a:pPr marL="285750" indent="-285750">
              <a:buFont typeface="Arial" panose="020B0604020202020204" pitchFamily="34" charset="0"/>
              <a:buChar char="•"/>
            </a:pPr>
            <a:endParaRPr lang="zh-CN" altLang="en-US" sz="1600" dirty="0">
              <a:solidFill>
                <a:schemeClr val="accent2"/>
              </a:solidFill>
              <a:latin typeface="Arial" panose="020B0604020202020204" pitchFamily="34" charset="0"/>
              <a:ea typeface="微软雅黑" panose="020B0503020204020204" pitchFamily="34" charset="-122"/>
            </a:endParaRPr>
          </a:p>
        </p:txBody>
      </p:sp>
      <p:sp>
        <p:nvSpPr>
          <p:cNvPr id="24" name="文本框 23">
            <a:extLst>
              <a:ext uri="{FF2B5EF4-FFF2-40B4-BE49-F238E27FC236}">
                <a16:creationId xmlns:a16="http://schemas.microsoft.com/office/drawing/2014/main" id="{9D186B75-3D7A-8D5C-2C99-85CF6389AFB5}"/>
              </a:ext>
            </a:extLst>
          </p:cNvPr>
          <p:cNvSpPr txBox="1"/>
          <p:nvPr/>
        </p:nvSpPr>
        <p:spPr>
          <a:xfrm>
            <a:off x="5431362" y="3371838"/>
            <a:ext cx="6097772" cy="923330"/>
          </a:xfrm>
          <a:prstGeom prst="rect">
            <a:avLst/>
          </a:prstGeom>
          <a:noFill/>
        </p:spPr>
        <p:txBody>
          <a:bodyPr wrap="square">
            <a:spAutoFit/>
          </a:bodyPr>
          <a:lstStyle/>
          <a:p>
            <a:pPr marL="285750" indent="-285750">
              <a:buFont typeface="Arial" panose="020B0604020202020204" pitchFamily="34" charset="0"/>
              <a:buChar char="•"/>
            </a:pPr>
            <a:r>
              <a:rPr lang="en-US" altLang="zh-CN" dirty="0"/>
              <a:t>4</a:t>
            </a:r>
            <a:r>
              <a:rPr lang="en-US" altLang="zh-CN" dirty="0">
                <a:solidFill>
                  <a:schemeClr val="accent2"/>
                </a:solidFill>
                <a:latin typeface="+mj-ea"/>
                <a:ea typeface="+mj-ea"/>
              </a:rPr>
              <a:t>.</a:t>
            </a:r>
            <a:r>
              <a:rPr lang="zh-CN" altLang="en-US" dirty="0">
                <a:solidFill>
                  <a:schemeClr val="accent2"/>
                </a:solidFill>
                <a:latin typeface="+mj-ea"/>
                <a:ea typeface="+mj-ea"/>
              </a:rPr>
              <a:t>评估概览</a:t>
            </a:r>
            <a:endParaRPr lang="en-US" altLang="zh-CN" dirty="0">
              <a:solidFill>
                <a:schemeClr val="accent2"/>
              </a:solidFill>
              <a:latin typeface="+mj-ea"/>
              <a:ea typeface="+mj-ea"/>
            </a:endParaRPr>
          </a:p>
          <a:p>
            <a:pPr marL="285750" indent="-285750">
              <a:buFont typeface="Arial" panose="020B0604020202020204" pitchFamily="34" charset="0"/>
              <a:buChar char="•"/>
            </a:pPr>
            <a:r>
              <a:rPr lang="en-US" altLang="zh-CN" dirty="0">
                <a:solidFill>
                  <a:schemeClr val="accent2"/>
                </a:solidFill>
                <a:latin typeface="+mj-ea"/>
                <a:ea typeface="+mj-ea"/>
              </a:rPr>
              <a:t>5.</a:t>
            </a:r>
            <a:r>
              <a:rPr lang="zh-CN" altLang="en-US" dirty="0">
                <a:solidFill>
                  <a:schemeClr val="accent2"/>
                </a:solidFill>
                <a:latin typeface="+mj-ea"/>
                <a:ea typeface="+mj-ea"/>
              </a:rPr>
              <a:t>用户研究</a:t>
            </a:r>
            <a:r>
              <a:rPr lang="en-US" altLang="zh-CN" dirty="0">
                <a:solidFill>
                  <a:schemeClr val="accent2"/>
                </a:solidFill>
                <a:latin typeface="+mj-ea"/>
                <a:ea typeface="+mj-ea"/>
              </a:rPr>
              <a:t>1</a:t>
            </a:r>
            <a:r>
              <a:rPr lang="zh-CN" altLang="en-US" dirty="0">
                <a:solidFill>
                  <a:schemeClr val="accent2"/>
                </a:solidFill>
                <a:latin typeface="+mj-ea"/>
                <a:ea typeface="+mj-ea"/>
              </a:rPr>
              <a:t>：佩戴手指对比</a:t>
            </a:r>
            <a:endParaRPr lang="en-US" altLang="zh-CN" dirty="0">
              <a:solidFill>
                <a:schemeClr val="accent2"/>
              </a:solidFill>
              <a:latin typeface="+mj-ea"/>
              <a:ea typeface="+mj-ea"/>
            </a:endParaRPr>
          </a:p>
          <a:p>
            <a:pPr marL="285750" indent="-285750">
              <a:buFont typeface="Arial" panose="020B0604020202020204" pitchFamily="34" charset="0"/>
              <a:buChar char="•"/>
            </a:pPr>
            <a:r>
              <a:rPr lang="en-US" altLang="zh-CN" dirty="0">
                <a:solidFill>
                  <a:schemeClr val="accent2"/>
                </a:solidFill>
                <a:latin typeface="+mj-ea"/>
                <a:ea typeface="+mj-ea"/>
              </a:rPr>
              <a:t>6.</a:t>
            </a:r>
            <a:r>
              <a:rPr lang="zh-CN" altLang="en-US" dirty="0">
                <a:solidFill>
                  <a:schemeClr val="accent2"/>
                </a:solidFill>
                <a:latin typeface="+mj-ea"/>
                <a:ea typeface="+mj-ea"/>
              </a:rPr>
              <a:t>用户研究</a:t>
            </a:r>
            <a:r>
              <a:rPr lang="en-US" altLang="zh-CN" dirty="0">
                <a:solidFill>
                  <a:schemeClr val="accent2"/>
                </a:solidFill>
                <a:latin typeface="+mj-ea"/>
                <a:ea typeface="+mj-ea"/>
              </a:rPr>
              <a:t>2</a:t>
            </a:r>
            <a:r>
              <a:rPr lang="zh-CN" altLang="en-US" dirty="0">
                <a:solidFill>
                  <a:schemeClr val="accent2"/>
                </a:solidFill>
                <a:latin typeface="+mj-ea"/>
                <a:ea typeface="+mj-ea"/>
              </a:rPr>
              <a:t>：连续手部姿态追踪</a:t>
            </a:r>
            <a:endParaRPr lang="en-US" altLang="zh-CN" dirty="0">
              <a:solidFill>
                <a:schemeClr val="accent2"/>
              </a:solidFill>
              <a:latin typeface="+mj-ea"/>
              <a:ea typeface="+mj-ea"/>
            </a:endParaRPr>
          </a:p>
        </p:txBody>
      </p:sp>
      <p:sp>
        <p:nvSpPr>
          <p:cNvPr id="26" name="文本框 25">
            <a:extLst>
              <a:ext uri="{FF2B5EF4-FFF2-40B4-BE49-F238E27FC236}">
                <a16:creationId xmlns:a16="http://schemas.microsoft.com/office/drawing/2014/main" id="{4B60AA06-3C43-7D1E-FBB4-27C3D899A9A4}"/>
              </a:ext>
            </a:extLst>
          </p:cNvPr>
          <p:cNvSpPr txBox="1"/>
          <p:nvPr/>
        </p:nvSpPr>
        <p:spPr>
          <a:xfrm>
            <a:off x="5431362" y="5354344"/>
            <a:ext cx="6097772" cy="923330"/>
          </a:xfrm>
          <a:prstGeom prst="rect">
            <a:avLst/>
          </a:prstGeom>
          <a:noFill/>
        </p:spPr>
        <p:txBody>
          <a:bodyPr wrap="square">
            <a:spAutoFit/>
          </a:bodyPr>
          <a:lstStyle/>
          <a:p>
            <a:pPr marL="285750" indent="-285750">
              <a:buFont typeface="Arial" panose="020B0604020202020204" pitchFamily="34" charset="0"/>
              <a:buChar char="•"/>
            </a:pPr>
            <a:r>
              <a:rPr lang="en-US" altLang="zh-CN" dirty="0">
                <a:solidFill>
                  <a:schemeClr val="accent2"/>
                </a:solidFill>
                <a:latin typeface="+mj-ea"/>
                <a:ea typeface="+mj-ea"/>
              </a:rPr>
              <a:t>7.</a:t>
            </a:r>
            <a:r>
              <a:rPr lang="zh-CN" altLang="en-US" dirty="0">
                <a:solidFill>
                  <a:schemeClr val="accent2"/>
                </a:solidFill>
                <a:latin typeface="+mj-ea"/>
                <a:ea typeface="+mj-ea"/>
              </a:rPr>
              <a:t>扩展</a:t>
            </a:r>
            <a:r>
              <a:rPr lang="en-US" altLang="zh-CN" dirty="0">
                <a:solidFill>
                  <a:schemeClr val="accent2"/>
                </a:solidFill>
                <a:latin typeface="+mj-ea"/>
                <a:ea typeface="+mj-ea"/>
              </a:rPr>
              <a:t>:</a:t>
            </a:r>
            <a:r>
              <a:rPr lang="zh-CN" altLang="en-US" dirty="0">
                <a:solidFill>
                  <a:schemeClr val="accent2"/>
                </a:solidFill>
                <a:latin typeface="+mj-ea"/>
                <a:ea typeface="+mj-ea"/>
              </a:rPr>
              <a:t>食指微手势识别</a:t>
            </a:r>
            <a:endParaRPr lang="en-US" altLang="zh-CN" dirty="0">
              <a:solidFill>
                <a:schemeClr val="accent2"/>
              </a:solidFill>
              <a:latin typeface="+mj-ea"/>
              <a:ea typeface="+mj-ea"/>
            </a:endParaRPr>
          </a:p>
          <a:p>
            <a:pPr marL="285750" indent="-285750">
              <a:buFont typeface="Arial" panose="020B0604020202020204" pitchFamily="34" charset="0"/>
              <a:buChar char="•"/>
            </a:pPr>
            <a:r>
              <a:rPr lang="en-US" altLang="zh-CN" dirty="0">
                <a:solidFill>
                  <a:schemeClr val="accent2"/>
                </a:solidFill>
                <a:latin typeface="+mj-ea"/>
                <a:ea typeface="+mj-ea"/>
              </a:rPr>
              <a:t>8.</a:t>
            </a:r>
            <a:r>
              <a:rPr lang="zh-CN" altLang="en-US" dirty="0">
                <a:solidFill>
                  <a:schemeClr val="accent2"/>
                </a:solidFill>
                <a:latin typeface="+mj-ea"/>
                <a:ea typeface="+mj-ea"/>
              </a:rPr>
              <a:t>讨论</a:t>
            </a:r>
            <a:endParaRPr lang="en-US" altLang="zh-CN" dirty="0">
              <a:solidFill>
                <a:schemeClr val="accent2"/>
              </a:solidFill>
              <a:latin typeface="+mj-ea"/>
              <a:ea typeface="+mj-ea"/>
            </a:endParaRPr>
          </a:p>
          <a:p>
            <a:pPr marL="285750" indent="-285750">
              <a:buFont typeface="Arial" panose="020B0604020202020204" pitchFamily="34" charset="0"/>
              <a:buChar char="•"/>
            </a:pPr>
            <a:r>
              <a:rPr lang="en-US" altLang="zh-CN" dirty="0">
                <a:solidFill>
                  <a:schemeClr val="accent2"/>
                </a:solidFill>
                <a:latin typeface="+mj-ea"/>
                <a:ea typeface="+mj-ea"/>
              </a:rPr>
              <a:t>9.</a:t>
            </a:r>
            <a:r>
              <a:rPr lang="zh-CN" altLang="en-US" dirty="0">
                <a:solidFill>
                  <a:schemeClr val="accent2"/>
                </a:solidFill>
                <a:latin typeface="+mj-ea"/>
                <a:ea typeface="+mj-ea"/>
              </a:rPr>
              <a:t>结论</a:t>
            </a:r>
            <a:endParaRPr lang="en-US" altLang="zh-CN" dirty="0">
              <a:solidFill>
                <a:schemeClr val="accent2"/>
              </a:solidFill>
              <a:latin typeface="+mj-ea"/>
              <a:ea typeface="+mj-ea"/>
            </a:endParaRPr>
          </a:p>
        </p:txBody>
      </p:sp>
      <p:sp>
        <p:nvSpPr>
          <p:cNvPr id="9" name="灯片编号占位符 8">
            <a:extLst>
              <a:ext uri="{FF2B5EF4-FFF2-40B4-BE49-F238E27FC236}">
                <a16:creationId xmlns:a16="http://schemas.microsoft.com/office/drawing/2014/main" id="{098AAB93-D0C5-E4B3-51B6-0790E6F3F391}"/>
              </a:ext>
            </a:extLst>
          </p:cNvPr>
          <p:cNvSpPr>
            <a:spLocks noGrp="1"/>
          </p:cNvSpPr>
          <p:nvPr>
            <p:ph type="sldNum" sz="quarter" idx="4"/>
          </p:nvPr>
        </p:nvSpPr>
        <p:spPr/>
        <p:txBody>
          <a:bodyPr/>
          <a:lstStyle/>
          <a:p>
            <a:fld id="{7A48417F-7526-485E-AE3C-3E2AE40A04CB}" type="slidenum">
              <a:rPr lang="zh-CN" altLang="en-US" smtClean="0"/>
              <a:pPr/>
              <a:t>2</a:t>
            </a:fld>
            <a:r>
              <a:rPr lang="zh-CN" altLang="en-US"/>
              <a:t> </a:t>
            </a:r>
            <a:r>
              <a:rPr lang="en-US" altLang="zh-CN"/>
              <a:t>/ </a:t>
            </a:r>
            <a:r>
              <a:rPr lang="zh-CN" altLang="en-US"/>
              <a:t>总页数</a:t>
            </a:r>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3B62D9-93B7-1666-CE76-98258319B270}"/>
            </a:ext>
          </a:extLst>
        </p:cNvPr>
        <p:cNvGrpSpPr/>
        <p:nvPr/>
      </p:nvGrpSpPr>
      <p:grpSpPr>
        <a:xfrm>
          <a:off x="0" y="0"/>
          <a:ext cx="0" cy="0"/>
          <a:chOff x="0" y="0"/>
          <a:chExt cx="0" cy="0"/>
        </a:xfrm>
      </p:grpSpPr>
      <p:pic>
        <p:nvPicPr>
          <p:cNvPr id="8" name="图片 7">
            <a:extLst>
              <a:ext uri="{FF2B5EF4-FFF2-40B4-BE49-F238E27FC236}">
                <a16:creationId xmlns:a16="http://schemas.microsoft.com/office/drawing/2014/main" id="{0000D95C-2103-EB5D-B47D-547FCD71F187}"/>
              </a:ext>
            </a:extLst>
          </p:cNvPr>
          <p:cNvPicPr>
            <a:picLocks noChangeAspect="1"/>
          </p:cNvPicPr>
          <p:nvPr/>
        </p:nvPicPr>
        <p:blipFill rotWithShape="1">
          <a:blip r:embed="rId2">
            <a:extLst>
              <a:ext uri="{28A0092B-C50C-407E-A947-70E740481C1C}">
                <a14:useLocalDpi xmlns:a14="http://schemas.microsoft.com/office/drawing/2010/main" val="0"/>
              </a:ext>
            </a:extLst>
          </a:blip>
          <a:srcRect t="32889" b="22667"/>
          <a:stretch>
            <a:fillRect/>
          </a:stretch>
        </p:blipFill>
        <p:spPr>
          <a:xfrm>
            <a:off x="-3" y="1904998"/>
            <a:ext cx="12192002" cy="3048000"/>
          </a:xfrm>
          <a:prstGeom prst="rect">
            <a:avLst/>
          </a:prstGeom>
        </p:spPr>
      </p:pic>
      <p:sp>
        <p:nvSpPr>
          <p:cNvPr id="6" name="矩形 5">
            <a:extLst>
              <a:ext uri="{FF2B5EF4-FFF2-40B4-BE49-F238E27FC236}">
                <a16:creationId xmlns:a16="http://schemas.microsoft.com/office/drawing/2014/main" id="{BBEB66DF-87F1-5FF5-8031-3A2A857D10A3}"/>
              </a:ext>
            </a:extLst>
          </p:cNvPr>
          <p:cNvSpPr/>
          <p:nvPr/>
        </p:nvSpPr>
        <p:spPr>
          <a:xfrm>
            <a:off x="1" y="1904999"/>
            <a:ext cx="4236720" cy="3048000"/>
          </a:xfrm>
          <a:prstGeom prst="rect">
            <a:avLst/>
          </a:prstGeom>
          <a:solidFill>
            <a:schemeClr val="accent1">
              <a:alpha val="7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矩形 10">
            <a:extLst>
              <a:ext uri="{FF2B5EF4-FFF2-40B4-BE49-F238E27FC236}">
                <a16:creationId xmlns:a16="http://schemas.microsoft.com/office/drawing/2014/main" id="{56239994-A101-2D48-5D8A-7137F9F39F43}"/>
              </a:ext>
            </a:extLst>
          </p:cNvPr>
          <p:cNvSpPr/>
          <p:nvPr/>
        </p:nvSpPr>
        <p:spPr>
          <a:xfrm>
            <a:off x="4236722" y="1904997"/>
            <a:ext cx="7955278" cy="3048000"/>
          </a:xfrm>
          <a:prstGeom prst="rect">
            <a:avLst/>
          </a:prstGeom>
          <a:solidFill>
            <a:schemeClr val="bg1">
              <a:alpha val="8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文本框 11">
            <a:extLst>
              <a:ext uri="{FF2B5EF4-FFF2-40B4-BE49-F238E27FC236}">
                <a16:creationId xmlns:a16="http://schemas.microsoft.com/office/drawing/2014/main" id="{E352D654-7D74-DFEB-9F83-C5F53409B3BE}"/>
              </a:ext>
            </a:extLst>
          </p:cNvPr>
          <p:cNvSpPr txBox="1"/>
          <p:nvPr/>
        </p:nvSpPr>
        <p:spPr>
          <a:xfrm>
            <a:off x="5038288" y="2819385"/>
            <a:ext cx="2469417" cy="1200329"/>
          </a:xfrm>
          <a:prstGeom prst="rect">
            <a:avLst/>
          </a:prstGeom>
          <a:noFill/>
        </p:spPr>
        <p:txBody>
          <a:bodyPr wrap="square" rtlCol="0">
            <a:spAutoFit/>
          </a:bodyPr>
          <a:lstStyle/>
          <a:p>
            <a:pPr algn="dist"/>
            <a:r>
              <a:rPr lang="zh-CN" altLang="en-US" sz="7200" b="1" dirty="0">
                <a:solidFill>
                  <a:schemeClr val="accent1"/>
                </a:solidFill>
                <a:latin typeface="微软雅黑" panose="020B0503020204020204" pitchFamily="34" charset="-122"/>
                <a:ea typeface="微软雅黑" panose="020B0503020204020204" pitchFamily="34" charset="-122"/>
              </a:rPr>
              <a:t>引言</a:t>
            </a:r>
          </a:p>
        </p:txBody>
      </p:sp>
      <p:grpSp>
        <p:nvGrpSpPr>
          <p:cNvPr id="3" name="组合 2">
            <a:extLst>
              <a:ext uri="{FF2B5EF4-FFF2-40B4-BE49-F238E27FC236}">
                <a16:creationId xmlns:a16="http://schemas.microsoft.com/office/drawing/2014/main" id="{2B4B05F6-3572-3C39-F063-317D9B1F842F}"/>
              </a:ext>
            </a:extLst>
          </p:cNvPr>
          <p:cNvGrpSpPr/>
          <p:nvPr/>
        </p:nvGrpSpPr>
        <p:grpSpPr>
          <a:xfrm>
            <a:off x="1104549" y="2523714"/>
            <a:ext cx="3816495" cy="1443647"/>
            <a:chOff x="1576991" y="2614329"/>
            <a:chExt cx="3816495" cy="1443647"/>
          </a:xfrm>
        </p:grpSpPr>
        <p:sp>
          <p:nvSpPr>
            <p:cNvPr id="9" name="文本框 8">
              <a:extLst>
                <a:ext uri="{FF2B5EF4-FFF2-40B4-BE49-F238E27FC236}">
                  <a16:creationId xmlns:a16="http://schemas.microsoft.com/office/drawing/2014/main" id="{8CAB7687-C7BE-8C4E-1134-ABF7C0C40EB4}"/>
                </a:ext>
              </a:extLst>
            </p:cNvPr>
            <p:cNvSpPr txBox="1"/>
            <p:nvPr/>
          </p:nvSpPr>
          <p:spPr>
            <a:xfrm>
              <a:off x="1576991" y="2857647"/>
              <a:ext cx="3816495" cy="1200329"/>
            </a:xfrm>
            <a:prstGeom prst="rect">
              <a:avLst/>
            </a:prstGeom>
            <a:noFill/>
          </p:spPr>
          <p:txBody>
            <a:bodyPr wrap="square" rtlCol="0">
              <a:spAutoFit/>
            </a:bodyPr>
            <a:lstStyle/>
            <a:p>
              <a:pPr algn="dist"/>
              <a:r>
                <a:rPr lang="zh-CN" altLang="en-US" sz="7200" b="1" dirty="0">
                  <a:solidFill>
                    <a:schemeClr val="bg1"/>
                  </a:solidFill>
                  <a:latin typeface="微软雅黑" panose="020B0503020204020204" pitchFamily="34" charset="-122"/>
                  <a:ea typeface="微软雅黑" panose="020B0503020204020204" pitchFamily="34" charset="-122"/>
                </a:rPr>
                <a:t>一</a:t>
              </a:r>
            </a:p>
          </p:txBody>
        </p:sp>
        <p:pic>
          <p:nvPicPr>
            <p:cNvPr id="7" name="图片 6">
              <a:extLst>
                <a:ext uri="{FF2B5EF4-FFF2-40B4-BE49-F238E27FC236}">
                  <a16:creationId xmlns:a16="http://schemas.microsoft.com/office/drawing/2014/main" id="{4C6CABF2-5868-38A8-22E7-7C01A7234D7E}"/>
                </a:ext>
              </a:extLst>
            </p:cNvPr>
            <p:cNvPicPr>
              <a:picLocks noChangeAspect="1"/>
            </p:cNvPicPr>
            <p:nvPr/>
          </p:nvPicPr>
          <p:blipFill rotWithShape="1">
            <a:blip r:embed="rId3" cstate="print">
              <a:biLevel thresh="25000"/>
              <a:extLst>
                <a:ext uri="{28A0092B-C50C-407E-A947-70E740481C1C}">
                  <a14:useLocalDpi xmlns:a14="http://schemas.microsoft.com/office/drawing/2010/main" val="0"/>
                </a:ext>
              </a:extLst>
            </a:blip>
            <a:srcRect l="33369" t="21333" r="33139" b="58431"/>
            <a:stretch>
              <a:fillRect/>
            </a:stretch>
          </p:blipFill>
          <p:spPr>
            <a:xfrm>
              <a:off x="1798904" y="2614329"/>
              <a:ext cx="1002008" cy="814671"/>
            </a:xfrm>
            <a:prstGeom prst="rect">
              <a:avLst/>
            </a:prstGeom>
          </p:spPr>
        </p:pic>
      </p:grpSp>
      <p:sp>
        <p:nvSpPr>
          <p:cNvPr id="19" name="等腰三角形 18">
            <a:extLst>
              <a:ext uri="{FF2B5EF4-FFF2-40B4-BE49-F238E27FC236}">
                <a16:creationId xmlns:a16="http://schemas.microsoft.com/office/drawing/2014/main" id="{59BE079F-011C-2D21-DEF0-A2084BFBFFFA}"/>
              </a:ext>
            </a:extLst>
          </p:cNvPr>
          <p:cNvSpPr/>
          <p:nvPr/>
        </p:nvSpPr>
        <p:spPr>
          <a:xfrm rot="5400000">
            <a:off x="3919524" y="3310725"/>
            <a:ext cx="945018" cy="310625"/>
          </a:xfrm>
          <a:prstGeom prst="triangle">
            <a:avLst/>
          </a:prstGeom>
          <a:solidFill>
            <a:schemeClr val="accent1">
              <a:lumMod val="75000"/>
              <a:alpha val="7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0" name="图片 19">
            <a:extLst>
              <a:ext uri="{FF2B5EF4-FFF2-40B4-BE49-F238E27FC236}">
                <a16:creationId xmlns:a16="http://schemas.microsoft.com/office/drawing/2014/main" id="{E22CB894-0BDF-A8A8-20C3-2CEF85EE106B}"/>
              </a:ext>
            </a:extLst>
          </p:cNvPr>
          <p:cNvPicPr>
            <a:picLocks noChangeAspect="1"/>
          </p:cNvPicPr>
          <p:nvPr/>
        </p:nvPicPr>
        <p:blipFill rotWithShape="1">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l="33369" t="21333" r="33139" b="58431"/>
          <a:stretch>
            <a:fillRect/>
          </a:stretch>
        </p:blipFill>
        <p:spPr>
          <a:xfrm flipH="1" flipV="1">
            <a:off x="10755063" y="3560025"/>
            <a:ext cx="1002008" cy="814671"/>
          </a:xfrm>
          <a:prstGeom prst="rect">
            <a:avLst/>
          </a:prstGeom>
        </p:spPr>
      </p:pic>
      <p:sp>
        <p:nvSpPr>
          <p:cNvPr id="10" name="灯片编号占位符 9">
            <a:extLst>
              <a:ext uri="{FF2B5EF4-FFF2-40B4-BE49-F238E27FC236}">
                <a16:creationId xmlns:a16="http://schemas.microsoft.com/office/drawing/2014/main" id="{F81D6BF5-7617-04C6-2C66-6ADD90889D3B}"/>
              </a:ext>
            </a:extLst>
          </p:cNvPr>
          <p:cNvSpPr>
            <a:spLocks noGrp="1"/>
          </p:cNvSpPr>
          <p:nvPr>
            <p:ph type="sldNum" sz="quarter" idx="4"/>
          </p:nvPr>
        </p:nvSpPr>
        <p:spPr/>
        <p:txBody>
          <a:bodyPr/>
          <a:lstStyle/>
          <a:p>
            <a:fld id="{7A48417F-7526-485E-AE3C-3E2AE40A04CB}" type="slidenum">
              <a:rPr lang="zh-CN" altLang="en-US" smtClean="0"/>
              <a:pPr/>
              <a:t>3</a:t>
            </a:fld>
            <a:r>
              <a:rPr lang="zh-CN" altLang="en-US"/>
              <a:t> </a:t>
            </a:r>
            <a:r>
              <a:rPr lang="en-US" altLang="zh-CN"/>
              <a:t>/ </a:t>
            </a:r>
            <a:r>
              <a:rPr lang="zh-CN" altLang="en-US"/>
              <a:t>总页数</a:t>
            </a:r>
            <a:endParaRPr lang="zh-CN" altLang="en-US" dirty="0"/>
          </a:p>
        </p:txBody>
      </p:sp>
    </p:spTree>
    <p:extLst>
      <p:ext uri="{BB962C8B-B14F-4D97-AF65-F5344CB8AC3E}">
        <p14:creationId xmlns:p14="http://schemas.microsoft.com/office/powerpoint/2010/main" val="1463019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rotWithShape="1">
          <a:blip r:embed="rId3">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 name="矩形 1"/>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 name="组合 2"/>
          <p:cNvGrpSpPr/>
          <p:nvPr/>
        </p:nvGrpSpPr>
        <p:grpSpPr>
          <a:xfrm>
            <a:off x="138530" y="112811"/>
            <a:ext cx="2015124" cy="593132"/>
            <a:chOff x="1019925" y="1507763"/>
            <a:chExt cx="4093229" cy="593132"/>
          </a:xfrm>
        </p:grpSpPr>
        <p:sp>
          <p:nvSpPr>
            <p:cNvPr id="4" name="文本框 3"/>
            <p:cNvSpPr txBox="1"/>
            <p:nvPr/>
          </p:nvSpPr>
          <p:spPr>
            <a:xfrm>
              <a:off x="1700306" y="1507763"/>
              <a:ext cx="3412848" cy="523220"/>
            </a:xfrm>
            <a:prstGeom prst="rect">
              <a:avLst/>
            </a:prstGeom>
            <a:noFill/>
          </p:spPr>
          <p:txBody>
            <a:bodyPr vert="horz" wrap="square" rtlCol="0">
              <a:spAutoFit/>
            </a:bodyPr>
            <a:lstStyle/>
            <a:p>
              <a:pPr algn="dist"/>
              <a:r>
                <a:rPr lang="zh-CN" altLang="en-US" sz="2800" b="1" dirty="0">
                  <a:solidFill>
                    <a:schemeClr val="bg1"/>
                  </a:solidFill>
                  <a:latin typeface="Arial" panose="020B0604020202020204" pitchFamily="34" charset="0"/>
                  <a:ea typeface="微软雅黑" panose="020B0503020204020204" pitchFamily="34" charset="-122"/>
                </a:rPr>
                <a:t>引言</a:t>
              </a:r>
            </a:p>
          </p:txBody>
        </p:sp>
        <p:pic>
          <p:nvPicPr>
            <p:cNvPr id="5" name="图片 4"/>
            <p:cNvPicPr>
              <a:picLocks noChangeAspect="1"/>
            </p:cNvPicPr>
            <p:nvPr/>
          </p:nvPicPr>
          <p:blipFill rotWithShape="1">
            <a:blip r:embed="rId4" cstate="print">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sp>
        <p:nvSpPr>
          <p:cNvPr id="11" name="文本框 10"/>
          <p:cNvSpPr txBox="1"/>
          <p:nvPr/>
        </p:nvSpPr>
        <p:spPr>
          <a:xfrm>
            <a:off x="548952" y="904645"/>
            <a:ext cx="2974340" cy="369332"/>
          </a:xfrm>
          <a:prstGeom prst="rect">
            <a:avLst/>
          </a:prstGeom>
          <a:noFill/>
        </p:spPr>
        <p:txBody>
          <a:bodyPr wrap="square" lIns="0" tIns="0" rIns="0" bIns="0" rtlCol="0">
            <a:spAutoFit/>
          </a:bodyPr>
          <a:lstStyle/>
          <a:p>
            <a:r>
              <a:rPr lang="zh-CN" altLang="en-US" sz="2400" b="1" dirty="0">
                <a:solidFill>
                  <a:schemeClr val="accent1"/>
                </a:solidFill>
                <a:latin typeface="Arial" panose="020B0604020202020204" pitchFamily="34" charset="0"/>
                <a:ea typeface="微软雅黑" panose="020B0503020204020204" pitchFamily="34" charset="-122"/>
              </a:rPr>
              <a:t>现有方案</a:t>
            </a:r>
          </a:p>
        </p:txBody>
      </p:sp>
      <p:pic>
        <p:nvPicPr>
          <p:cNvPr id="36" name="图片 35"/>
          <p:cNvPicPr>
            <a:picLocks noChangeAspect="1"/>
          </p:cNvPicPr>
          <p:nvPr/>
        </p:nvPicPr>
        <p:blipFill rotWithShape="1">
          <a:blip r:embed="rId5"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grpSp>
        <p:nvGrpSpPr>
          <p:cNvPr id="63" name="组合 62">
            <a:extLst>
              <a:ext uri="{FF2B5EF4-FFF2-40B4-BE49-F238E27FC236}">
                <a16:creationId xmlns:a16="http://schemas.microsoft.com/office/drawing/2014/main" id="{5B400230-9DD7-8CD1-B9A7-E13A562F49B1}"/>
              </a:ext>
            </a:extLst>
          </p:cNvPr>
          <p:cNvGrpSpPr/>
          <p:nvPr/>
        </p:nvGrpSpPr>
        <p:grpSpPr>
          <a:xfrm>
            <a:off x="495584" y="4294110"/>
            <a:ext cx="2853385" cy="1938248"/>
            <a:chOff x="501004" y="2610819"/>
            <a:chExt cx="7899436" cy="3753724"/>
          </a:xfrm>
        </p:grpSpPr>
        <p:grpSp>
          <p:nvGrpSpPr>
            <p:cNvPr id="64" name="组合 63">
              <a:extLst>
                <a:ext uri="{FF2B5EF4-FFF2-40B4-BE49-F238E27FC236}">
                  <a16:creationId xmlns:a16="http://schemas.microsoft.com/office/drawing/2014/main" id="{1887CC0F-92A3-C143-9FC7-ABB8ED5E2F06}"/>
                </a:ext>
              </a:extLst>
            </p:cNvPr>
            <p:cNvGrpSpPr/>
            <p:nvPr/>
          </p:nvGrpSpPr>
          <p:grpSpPr>
            <a:xfrm>
              <a:off x="501004" y="2610819"/>
              <a:ext cx="7467783" cy="3753724"/>
              <a:chOff x="3714383" y="3807601"/>
              <a:chExt cx="4763233" cy="2394266"/>
            </a:xfrm>
          </p:grpSpPr>
          <p:sp>
            <p:nvSpPr>
              <p:cNvPr id="66" name="矩形: 圆角 65">
                <a:extLst>
                  <a:ext uri="{FF2B5EF4-FFF2-40B4-BE49-F238E27FC236}">
                    <a16:creationId xmlns:a16="http://schemas.microsoft.com/office/drawing/2014/main" id="{270BB749-186A-E035-01A6-B21730C2F1F4}"/>
                  </a:ext>
                </a:extLst>
              </p:cNvPr>
              <p:cNvSpPr/>
              <p:nvPr/>
            </p:nvSpPr>
            <p:spPr>
              <a:xfrm>
                <a:off x="3714383" y="3890163"/>
                <a:ext cx="4763233" cy="2311704"/>
              </a:xfrm>
              <a:prstGeom prst="roundRect">
                <a:avLst>
                  <a:gd name="adj" fmla="val 10405"/>
                </a:avLst>
              </a:prstGeom>
              <a:solidFill>
                <a:srgbClr val="E2EBE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矩形: 圆顶角 66">
                <a:extLst>
                  <a:ext uri="{FF2B5EF4-FFF2-40B4-BE49-F238E27FC236}">
                    <a16:creationId xmlns:a16="http://schemas.microsoft.com/office/drawing/2014/main" id="{3EFAB2DB-ED1B-1AE9-5714-A6912C27729E}"/>
                  </a:ext>
                </a:extLst>
              </p:cNvPr>
              <p:cNvSpPr/>
              <p:nvPr/>
            </p:nvSpPr>
            <p:spPr>
              <a:xfrm>
                <a:off x="3714383" y="3807601"/>
                <a:ext cx="4763233" cy="677405"/>
              </a:xfrm>
              <a:prstGeom prst="round2SameRect">
                <a:avLst>
                  <a:gd name="adj1" fmla="val 45261"/>
                  <a:gd name="adj2" fmla="val 0"/>
                </a:avLst>
              </a:prstGeom>
              <a:solidFill>
                <a:srgbClr val="950041"/>
              </a:solidFill>
            </p:spPr>
            <p:style>
              <a:lnRef idx="2">
                <a:schemeClr val="accent1">
                  <a:shade val="15000"/>
                </a:schemeClr>
              </a:lnRef>
              <a:fillRef idx="1">
                <a:schemeClr val="accent1"/>
              </a:fillRef>
              <a:effectRef idx="0">
                <a:schemeClr val="accent1"/>
              </a:effectRef>
              <a:fontRef idx="minor">
                <a:schemeClr val="lt1"/>
              </a:fontRef>
            </p:style>
            <p:txBody>
              <a:bodyPr lIns="90000" rtlCol="0" anchor="ctr"/>
              <a:lstStyle/>
              <a:p>
                <a:r>
                  <a:rPr lang="zh-CN" altLang="en-US" sz="2400" dirty="0">
                    <a:latin typeface="+mj-ea"/>
                    <a:ea typeface="+mj-ea"/>
                  </a:rPr>
                  <a:t>现有方案缺陷</a:t>
                </a:r>
                <a:endParaRPr lang="en-US" altLang="zh-CN" sz="2400" dirty="0">
                  <a:latin typeface="+mj-ea"/>
                  <a:ea typeface="+mj-ea"/>
                </a:endParaRPr>
              </a:p>
            </p:txBody>
          </p:sp>
        </p:grpSp>
        <p:sp>
          <p:nvSpPr>
            <p:cNvPr id="65" name="文本框 64">
              <a:extLst>
                <a:ext uri="{FF2B5EF4-FFF2-40B4-BE49-F238E27FC236}">
                  <a16:creationId xmlns:a16="http://schemas.microsoft.com/office/drawing/2014/main" id="{A8EBD9DE-51F1-B0B4-A1C0-C0806A887252}"/>
                </a:ext>
              </a:extLst>
            </p:cNvPr>
            <p:cNvSpPr txBox="1"/>
            <p:nvPr/>
          </p:nvSpPr>
          <p:spPr>
            <a:xfrm>
              <a:off x="648750" y="4072690"/>
              <a:ext cx="7751690" cy="1966992"/>
            </a:xfrm>
            <a:prstGeom prst="rect">
              <a:avLst/>
            </a:prstGeom>
            <a:noFill/>
          </p:spPr>
          <p:txBody>
            <a:bodyPr wrap="square">
              <a:spAutoFit/>
            </a:bodyPr>
            <a:lstStyle/>
            <a:p>
              <a:r>
                <a:rPr lang="zh-CN" altLang="en-US" sz="2000" b="1" dirty="0">
                  <a:solidFill>
                    <a:schemeClr val="accent2"/>
                  </a:solidFill>
                  <a:latin typeface="Arial" panose="020B0604020202020204" pitchFamily="34" charset="0"/>
                  <a:ea typeface="微软雅黑" panose="020B0503020204020204" pitchFamily="34" charset="-122"/>
                </a:rPr>
                <a:t>其他戒指</a:t>
              </a:r>
              <a:r>
                <a:rPr lang="en-US" altLang="zh-CN" sz="2000" b="1" dirty="0">
                  <a:solidFill>
                    <a:schemeClr val="accent2"/>
                  </a:solidFill>
                  <a:latin typeface="Arial" panose="020B0604020202020204" pitchFamily="34" charset="0"/>
                  <a:ea typeface="微软雅黑" panose="020B0503020204020204" pitchFamily="34" charset="-122"/>
                </a:rPr>
                <a:t>:</a:t>
              </a:r>
              <a:r>
                <a:rPr lang="zh-CN" altLang="en-US" sz="2000" b="1" dirty="0">
                  <a:solidFill>
                    <a:schemeClr val="accent2"/>
                  </a:solidFill>
                  <a:latin typeface="Arial" panose="020B0604020202020204" pitchFamily="34" charset="0"/>
                  <a:ea typeface="微软雅黑" panose="020B0503020204020204" pitchFamily="34" charset="-122"/>
                </a:rPr>
                <a:t>仅限于健康</a:t>
              </a:r>
              <a:r>
                <a:rPr lang="en-US" altLang="zh-CN" sz="2000" b="1" dirty="0">
                  <a:solidFill>
                    <a:schemeClr val="accent2"/>
                  </a:solidFill>
                  <a:latin typeface="Arial" panose="020B0604020202020204" pitchFamily="34" charset="0"/>
                  <a:ea typeface="微软雅黑" panose="020B0503020204020204" pitchFamily="34" charset="-122"/>
                </a:rPr>
                <a:t>/</a:t>
              </a:r>
              <a:r>
                <a:rPr lang="zh-CN" altLang="en-US" sz="2000" b="1" dirty="0">
                  <a:solidFill>
                    <a:schemeClr val="accent2"/>
                  </a:solidFill>
                  <a:latin typeface="Arial" panose="020B0604020202020204" pitchFamily="34" charset="0"/>
                  <a:ea typeface="微软雅黑" panose="020B0503020204020204" pitchFamily="34" charset="-122"/>
                </a:rPr>
                <a:t>睡眠检测</a:t>
              </a:r>
              <a:r>
                <a:rPr lang="en-US" altLang="zh-CN" sz="2000" b="1" dirty="0">
                  <a:solidFill>
                    <a:schemeClr val="accent2"/>
                  </a:solidFill>
                  <a:latin typeface="Arial" panose="020B0604020202020204" pitchFamily="34" charset="0"/>
                  <a:ea typeface="微软雅黑" panose="020B0503020204020204" pitchFamily="34" charset="-122"/>
                </a:rPr>
                <a:t>,</a:t>
              </a:r>
              <a:r>
                <a:rPr lang="zh-CN" altLang="en-US" sz="2000" b="1" dirty="0">
                  <a:solidFill>
                    <a:schemeClr val="accent2"/>
                  </a:solidFill>
                  <a:latin typeface="Arial" panose="020B0604020202020204" pitchFamily="34" charset="0"/>
                  <a:ea typeface="微软雅黑" panose="020B0503020204020204" pitchFamily="34" charset="-122"/>
                </a:rPr>
                <a:t>支付</a:t>
              </a:r>
              <a:endParaRPr lang="en-US" altLang="zh-CN" sz="2000" b="1" dirty="0">
                <a:solidFill>
                  <a:schemeClr val="accent2"/>
                </a:solidFill>
                <a:latin typeface="Arial" panose="020B0604020202020204" pitchFamily="34" charset="0"/>
                <a:ea typeface="微软雅黑" panose="020B0503020204020204" pitchFamily="34" charset="-122"/>
              </a:endParaRPr>
            </a:p>
            <a:p>
              <a:r>
                <a:rPr lang="zh-CN" altLang="en-US" sz="2000" b="1" dirty="0">
                  <a:solidFill>
                    <a:schemeClr val="accent2"/>
                  </a:solidFill>
                  <a:latin typeface="Arial" panose="020B0604020202020204" pitchFamily="34" charset="0"/>
                  <a:ea typeface="微软雅黑" panose="020B0503020204020204" pitchFamily="34" charset="-122"/>
                </a:rPr>
                <a:t>其他设备</a:t>
              </a:r>
              <a:r>
                <a:rPr lang="en-US" altLang="zh-CN" sz="2000" b="1" dirty="0">
                  <a:solidFill>
                    <a:schemeClr val="accent2"/>
                  </a:solidFill>
                  <a:latin typeface="Arial" panose="020B0604020202020204" pitchFamily="34" charset="0"/>
                  <a:ea typeface="微软雅黑" panose="020B0503020204020204" pitchFamily="34" charset="-122"/>
                </a:rPr>
                <a:t>:</a:t>
              </a:r>
              <a:r>
                <a:rPr lang="zh-CN" altLang="en-US" sz="2000" b="1" dirty="0">
                  <a:solidFill>
                    <a:schemeClr val="accent2"/>
                  </a:solidFill>
                  <a:latin typeface="Arial" panose="020B0604020202020204" pitchFamily="34" charset="0"/>
                  <a:ea typeface="微软雅黑" panose="020B0503020204020204" pitchFamily="34" charset="-122"/>
                </a:rPr>
                <a:t>笨重</a:t>
              </a:r>
              <a:r>
                <a:rPr lang="en-US" altLang="zh-CN" sz="2000" b="1" dirty="0">
                  <a:solidFill>
                    <a:schemeClr val="accent2"/>
                  </a:solidFill>
                  <a:latin typeface="Arial" panose="020B0604020202020204" pitchFamily="34" charset="0"/>
                  <a:ea typeface="微软雅黑" panose="020B0503020204020204" pitchFamily="34" charset="-122"/>
                </a:rPr>
                <a:t>,</a:t>
              </a:r>
              <a:r>
                <a:rPr lang="zh-CN" altLang="en-US" sz="2000" b="1" dirty="0">
                  <a:solidFill>
                    <a:schemeClr val="accent2"/>
                  </a:solidFill>
                  <a:latin typeface="Arial" panose="020B0604020202020204" pitchFamily="34" charset="0"/>
                  <a:ea typeface="微软雅黑" panose="020B0503020204020204" pitchFamily="34" charset="-122"/>
                </a:rPr>
                <a:t>隐私差</a:t>
              </a:r>
              <a:endParaRPr lang="en-US" altLang="zh-CN" sz="1600" dirty="0">
                <a:solidFill>
                  <a:schemeClr val="accent2"/>
                </a:solidFill>
                <a:latin typeface="Arial" panose="020B0604020202020204" pitchFamily="34" charset="0"/>
                <a:ea typeface="微软雅黑" panose="020B0503020204020204" pitchFamily="34" charset="-122"/>
              </a:endParaRPr>
            </a:p>
          </p:txBody>
        </p:sp>
      </p:grpSp>
      <p:pic>
        <p:nvPicPr>
          <p:cNvPr id="69" name="图片 68" descr="卡通人物&#10;&#10;AI 生成的内容可能不正确。">
            <a:extLst>
              <a:ext uri="{FF2B5EF4-FFF2-40B4-BE49-F238E27FC236}">
                <a16:creationId xmlns:a16="http://schemas.microsoft.com/office/drawing/2014/main" id="{CD45BA40-5CBE-88C4-7C1E-7B3DB648A0BD}"/>
              </a:ext>
            </a:extLst>
          </p:cNvPr>
          <p:cNvPicPr>
            <a:picLocks noChangeAspect="1"/>
          </p:cNvPicPr>
          <p:nvPr/>
        </p:nvPicPr>
        <p:blipFill>
          <a:blip r:embed="rId6"/>
          <a:stretch>
            <a:fillRect/>
          </a:stretch>
        </p:blipFill>
        <p:spPr>
          <a:xfrm>
            <a:off x="3385507" y="1552035"/>
            <a:ext cx="2214691" cy="4756908"/>
          </a:xfrm>
          <a:prstGeom prst="rect">
            <a:avLst/>
          </a:prstGeom>
        </p:spPr>
      </p:pic>
      <p:pic>
        <p:nvPicPr>
          <p:cNvPr id="71" name="图片 70" descr="图片包含 图标&#10;&#10;AI 生成的内容可能不正确。">
            <a:extLst>
              <a:ext uri="{FF2B5EF4-FFF2-40B4-BE49-F238E27FC236}">
                <a16:creationId xmlns:a16="http://schemas.microsoft.com/office/drawing/2014/main" id="{3F48ED46-4A3E-F0E2-B2CA-361B28722D52}"/>
              </a:ext>
            </a:extLst>
          </p:cNvPr>
          <p:cNvPicPr>
            <a:picLocks noChangeAspect="1"/>
          </p:cNvPicPr>
          <p:nvPr/>
        </p:nvPicPr>
        <p:blipFill>
          <a:blip r:embed="rId7"/>
          <a:stretch>
            <a:fillRect/>
          </a:stretch>
        </p:blipFill>
        <p:spPr>
          <a:xfrm>
            <a:off x="475751" y="1685594"/>
            <a:ext cx="2532144" cy="2282766"/>
          </a:xfrm>
          <a:prstGeom prst="rect">
            <a:avLst/>
          </a:prstGeom>
        </p:spPr>
      </p:pic>
      <p:cxnSp>
        <p:nvCxnSpPr>
          <p:cNvPr id="7" name="直接连接符 6">
            <a:extLst>
              <a:ext uri="{FF2B5EF4-FFF2-40B4-BE49-F238E27FC236}">
                <a16:creationId xmlns:a16="http://schemas.microsoft.com/office/drawing/2014/main" id="{66F0B213-A8BB-AC77-AEB3-D961D1BC0BD0}"/>
              </a:ext>
            </a:extLst>
          </p:cNvPr>
          <p:cNvCxnSpPr/>
          <p:nvPr/>
        </p:nvCxnSpPr>
        <p:spPr>
          <a:xfrm>
            <a:off x="5944508" y="1589906"/>
            <a:ext cx="0" cy="4505579"/>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7" name="文本框 16">
            <a:extLst>
              <a:ext uri="{FF2B5EF4-FFF2-40B4-BE49-F238E27FC236}">
                <a16:creationId xmlns:a16="http://schemas.microsoft.com/office/drawing/2014/main" id="{DCF64812-499C-F20F-0A37-CAE84AB4159E}"/>
              </a:ext>
            </a:extLst>
          </p:cNvPr>
          <p:cNvSpPr txBox="1"/>
          <p:nvPr/>
        </p:nvSpPr>
        <p:spPr>
          <a:xfrm>
            <a:off x="6512605" y="995404"/>
            <a:ext cx="2974340" cy="369332"/>
          </a:xfrm>
          <a:prstGeom prst="rect">
            <a:avLst/>
          </a:prstGeom>
          <a:noFill/>
        </p:spPr>
        <p:txBody>
          <a:bodyPr wrap="square" lIns="0" tIns="0" rIns="0" bIns="0" rtlCol="0">
            <a:spAutoFit/>
          </a:bodyPr>
          <a:lstStyle/>
          <a:p>
            <a:r>
              <a:rPr lang="zh-CN" altLang="en-US" sz="2400" b="1" dirty="0">
                <a:solidFill>
                  <a:schemeClr val="accent1"/>
                </a:solidFill>
                <a:latin typeface="Arial" panose="020B0604020202020204" pitchFamily="34" charset="0"/>
                <a:ea typeface="微软雅黑" panose="020B0503020204020204" pitchFamily="34" charset="-122"/>
              </a:rPr>
              <a:t>提出方案</a:t>
            </a:r>
          </a:p>
        </p:txBody>
      </p:sp>
      <p:pic>
        <p:nvPicPr>
          <p:cNvPr id="18" name="图片 17" descr="图示, 示意图&#10;&#10;AI 生成的内容可能不正确。">
            <a:extLst>
              <a:ext uri="{FF2B5EF4-FFF2-40B4-BE49-F238E27FC236}">
                <a16:creationId xmlns:a16="http://schemas.microsoft.com/office/drawing/2014/main" id="{2A7B3D28-C259-DECD-4D34-6A3B251ACA15}"/>
              </a:ext>
            </a:extLst>
          </p:cNvPr>
          <p:cNvPicPr>
            <a:picLocks noChangeAspect="1"/>
          </p:cNvPicPr>
          <p:nvPr/>
        </p:nvPicPr>
        <p:blipFill>
          <a:blip r:embed="rId8"/>
          <a:stretch>
            <a:fillRect/>
          </a:stretch>
        </p:blipFill>
        <p:spPr>
          <a:xfrm>
            <a:off x="6184233" y="1571193"/>
            <a:ext cx="5871689" cy="2823174"/>
          </a:xfrm>
          <a:prstGeom prst="rect">
            <a:avLst/>
          </a:prstGeom>
        </p:spPr>
      </p:pic>
      <p:sp>
        <p:nvSpPr>
          <p:cNvPr id="20" name="文本框 19">
            <a:extLst>
              <a:ext uri="{FF2B5EF4-FFF2-40B4-BE49-F238E27FC236}">
                <a16:creationId xmlns:a16="http://schemas.microsoft.com/office/drawing/2014/main" id="{7FA79CC6-C3D2-C8D9-C57F-4E405F166925}"/>
              </a:ext>
            </a:extLst>
          </p:cNvPr>
          <p:cNvSpPr txBox="1"/>
          <p:nvPr/>
        </p:nvSpPr>
        <p:spPr>
          <a:xfrm>
            <a:off x="6007768" y="4506393"/>
            <a:ext cx="6093994" cy="1938992"/>
          </a:xfrm>
          <a:prstGeom prst="rect">
            <a:avLst/>
          </a:prstGeom>
          <a:noFill/>
        </p:spPr>
        <p:txBody>
          <a:bodyPr wrap="square">
            <a:spAutoFit/>
          </a:bodyPr>
          <a:lstStyle/>
          <a:p>
            <a:pPr marL="285750" indent="-285750">
              <a:buFont typeface="Arial" panose="020B0604020202020204" pitchFamily="34" charset="0"/>
              <a:buChar char="•"/>
            </a:pPr>
            <a:r>
              <a:rPr lang="zh-CN" altLang="zh-CN" sz="2400" b="1" dirty="0">
                <a:latin typeface="+mj-ea"/>
                <a:ea typeface="+mj-ea"/>
              </a:rPr>
              <a:t>本文方案</a:t>
            </a:r>
            <a:r>
              <a:rPr lang="en-US" altLang="zh-CN" sz="2400" b="1" dirty="0">
                <a:latin typeface="+mj-ea"/>
                <a:ea typeface="+mj-ea"/>
              </a:rPr>
              <a:t>:</a:t>
            </a:r>
            <a:r>
              <a:rPr lang="en-US" altLang="zh-CN" sz="2400" dirty="0">
                <a:latin typeface="+mj-ea"/>
                <a:ea typeface="+mj-ea"/>
              </a:rPr>
              <a:t> </a:t>
            </a:r>
            <a:r>
              <a:rPr lang="en-US" altLang="zh-CN" sz="2400" b="1" dirty="0">
                <a:latin typeface="+mj-ea"/>
                <a:ea typeface="+mj-ea"/>
              </a:rPr>
              <a:t>Ring-a-Pose</a:t>
            </a:r>
            <a:endParaRPr lang="en-US" altLang="zh-CN" sz="2400" dirty="0">
              <a:effectLst/>
              <a:latin typeface="+mj-ea"/>
              <a:ea typeface="+mj-ea"/>
              <a:cs typeface="Times New Roman" panose="02020603050405020304" pitchFamily="18" charset="0"/>
            </a:endParaRPr>
          </a:p>
          <a:p>
            <a:pPr marL="742950" lvl="1" indent="-285750">
              <a:buFont typeface="Arial" panose="020B0604020202020204" pitchFamily="34" charset="0"/>
              <a:buChar char="•"/>
            </a:pPr>
            <a:r>
              <a:rPr lang="zh-CN" altLang="zh-CN" sz="2400" dirty="0">
                <a:effectLst/>
                <a:latin typeface="+mj-ea"/>
                <a:ea typeface="+mj-ea"/>
                <a:cs typeface="Times New Roman" panose="02020603050405020304" pitchFamily="18" charset="0"/>
              </a:rPr>
              <a:t>特点是：</a:t>
            </a:r>
            <a:r>
              <a:rPr lang="zh-CN" altLang="zh-CN" sz="2400" b="1" dirty="0">
                <a:effectLst/>
                <a:latin typeface="+mj-ea"/>
                <a:ea typeface="+mj-ea"/>
                <a:cs typeface="Times New Roman" panose="02020603050405020304" pitchFamily="18" charset="0"/>
              </a:rPr>
              <a:t>单设备</a:t>
            </a:r>
            <a:r>
              <a:rPr lang="en-US" altLang="zh-CN" sz="2400" b="1" dirty="0">
                <a:effectLst/>
                <a:latin typeface="+mj-ea"/>
                <a:ea typeface="+mj-ea"/>
                <a:cs typeface="Times New Roman" panose="02020603050405020304" pitchFamily="18" charset="0"/>
              </a:rPr>
              <a:t> </a:t>
            </a:r>
            <a:r>
              <a:rPr lang="zh-CN" altLang="zh-CN" sz="2400" dirty="0">
                <a:effectLst/>
                <a:latin typeface="+mj-ea"/>
                <a:ea typeface="+mj-ea"/>
                <a:cs typeface="Times New Roman" panose="02020603050405020304" pitchFamily="18" charset="0"/>
              </a:rPr>
              <a:t>、</a:t>
            </a:r>
            <a:r>
              <a:rPr lang="zh-CN" altLang="zh-CN" sz="2400" b="1" dirty="0">
                <a:effectLst/>
                <a:latin typeface="+mj-ea"/>
                <a:ea typeface="+mj-ea"/>
                <a:cs typeface="Times New Roman" panose="02020603050405020304" pitchFamily="18" charset="0"/>
              </a:rPr>
              <a:t>无束缚</a:t>
            </a:r>
            <a:r>
              <a:rPr lang="en-US" altLang="zh-CN" sz="2400" b="1" dirty="0">
                <a:effectLst/>
                <a:latin typeface="+mj-ea"/>
                <a:ea typeface="+mj-ea"/>
                <a:cs typeface="Times New Roman" panose="02020603050405020304" pitchFamily="18" charset="0"/>
              </a:rPr>
              <a:t> </a:t>
            </a:r>
            <a:r>
              <a:rPr lang="zh-CN" altLang="zh-CN" sz="2400" dirty="0">
                <a:effectLst/>
                <a:latin typeface="+mj-ea"/>
                <a:ea typeface="+mj-ea"/>
                <a:cs typeface="Times New Roman" panose="02020603050405020304" pitchFamily="18" charset="0"/>
              </a:rPr>
              <a:t>、</a:t>
            </a:r>
            <a:r>
              <a:rPr lang="zh-CN" altLang="zh-CN" sz="2400" b="1" dirty="0">
                <a:effectLst/>
                <a:latin typeface="+mj-ea"/>
                <a:ea typeface="+mj-ea"/>
                <a:cs typeface="Times New Roman" panose="02020603050405020304" pitchFamily="18" charset="0"/>
              </a:rPr>
              <a:t>主动声学传感</a:t>
            </a:r>
            <a:endParaRPr lang="en-US" altLang="zh-CN" sz="2400" b="1" dirty="0">
              <a:effectLst/>
              <a:latin typeface="+mj-ea"/>
              <a:ea typeface="+mj-ea"/>
              <a:cs typeface="Times New Roman" panose="02020603050405020304" pitchFamily="18" charset="0"/>
            </a:endParaRPr>
          </a:p>
          <a:p>
            <a:pPr marL="742950" lvl="1" indent="-285750">
              <a:buFont typeface="Arial" panose="020B0604020202020204" pitchFamily="34" charset="0"/>
              <a:buChar char="•"/>
            </a:pPr>
            <a:r>
              <a:rPr lang="zh-CN" altLang="zh-CN" sz="2400" b="1" dirty="0">
                <a:latin typeface="+mj-ea"/>
                <a:ea typeface="+mj-ea"/>
              </a:rPr>
              <a:t>核心难点</a:t>
            </a:r>
            <a:r>
              <a:rPr lang="en-US" altLang="zh-CN" sz="2400" b="1" dirty="0">
                <a:latin typeface="+mj-ea"/>
                <a:ea typeface="+mj-ea"/>
              </a:rPr>
              <a:t>:</a:t>
            </a:r>
            <a:r>
              <a:rPr lang="en-US" altLang="zh-CN" sz="2400" dirty="0">
                <a:latin typeface="+mj-ea"/>
                <a:ea typeface="+mj-ea"/>
              </a:rPr>
              <a:t> </a:t>
            </a:r>
            <a:r>
              <a:rPr lang="zh-CN" altLang="zh-CN" sz="2400" dirty="0">
                <a:latin typeface="+mj-ea"/>
                <a:ea typeface="+mj-ea"/>
              </a:rPr>
              <a:t>手有</a:t>
            </a:r>
            <a:r>
              <a:rPr lang="en-US" altLang="zh-CN" sz="2400" dirty="0">
                <a:latin typeface="+mj-ea"/>
                <a:ea typeface="+mj-ea"/>
              </a:rPr>
              <a:t>21</a:t>
            </a:r>
            <a:r>
              <a:rPr lang="zh-CN" altLang="zh-CN" sz="2400" dirty="0">
                <a:latin typeface="+mj-ea"/>
                <a:ea typeface="+mj-ea"/>
              </a:rPr>
              <a:t>个自由度单点设备很难还原全手</a:t>
            </a:r>
            <a:endParaRPr lang="zh-CN" altLang="en-US" sz="2400" dirty="0">
              <a:latin typeface="+mj-ea"/>
              <a:ea typeface="+mj-ea"/>
            </a:endParaRPr>
          </a:p>
        </p:txBody>
      </p:sp>
      <p:sp>
        <p:nvSpPr>
          <p:cNvPr id="10" name="灯片编号占位符 9">
            <a:extLst>
              <a:ext uri="{FF2B5EF4-FFF2-40B4-BE49-F238E27FC236}">
                <a16:creationId xmlns:a16="http://schemas.microsoft.com/office/drawing/2014/main" id="{1ED44CDD-FAAA-15BF-7A02-2BA5194B027C}"/>
              </a:ext>
            </a:extLst>
          </p:cNvPr>
          <p:cNvSpPr>
            <a:spLocks noGrp="1"/>
          </p:cNvSpPr>
          <p:nvPr>
            <p:ph type="sldNum" sz="quarter" idx="4"/>
          </p:nvPr>
        </p:nvSpPr>
        <p:spPr>
          <a:xfrm>
            <a:off x="9448800" y="6194498"/>
            <a:ext cx="2743200" cy="365125"/>
          </a:xfrm>
        </p:spPr>
        <p:txBody>
          <a:bodyPr/>
          <a:lstStyle/>
          <a:p>
            <a:fld id="{7A48417F-7526-485E-AE3C-3E2AE40A04CB}" type="slidenum">
              <a:rPr lang="zh-CN" altLang="en-US" smtClean="0"/>
              <a:pPr/>
              <a:t>4</a:t>
            </a:fld>
            <a:r>
              <a:rPr lang="zh-CN" altLang="en-US" dirty="0"/>
              <a:t> </a:t>
            </a:r>
            <a:r>
              <a:rPr lang="en-US" altLang="zh-CN" dirty="0"/>
              <a:t>/ </a:t>
            </a:r>
            <a:r>
              <a:rPr lang="zh-CN" altLang="en-US" dirty="0"/>
              <a:t>总页数</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7871EB-90F8-AE2E-2C43-7E41116465B0}"/>
            </a:ext>
          </a:extLst>
        </p:cNvPr>
        <p:cNvGrpSpPr/>
        <p:nvPr/>
      </p:nvGrpSpPr>
      <p:grpSpPr>
        <a:xfrm>
          <a:off x="0" y="0"/>
          <a:ext cx="0" cy="0"/>
          <a:chOff x="0" y="0"/>
          <a:chExt cx="0" cy="0"/>
        </a:xfrm>
      </p:grpSpPr>
      <p:pic>
        <p:nvPicPr>
          <p:cNvPr id="9" name="图片 8">
            <a:extLst>
              <a:ext uri="{FF2B5EF4-FFF2-40B4-BE49-F238E27FC236}">
                <a16:creationId xmlns:a16="http://schemas.microsoft.com/office/drawing/2014/main" id="{4A3403D4-8056-BA1A-EE17-246C4F2D48CD}"/>
              </a:ext>
            </a:extLst>
          </p:cNvPr>
          <p:cNvPicPr>
            <a:picLocks noChangeAspect="1"/>
          </p:cNvPicPr>
          <p:nvPr/>
        </p:nvPicPr>
        <p:blipFill rotWithShape="1">
          <a:blip r:embed="rId2">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 name="矩形 1">
            <a:extLst>
              <a:ext uri="{FF2B5EF4-FFF2-40B4-BE49-F238E27FC236}">
                <a16:creationId xmlns:a16="http://schemas.microsoft.com/office/drawing/2014/main" id="{A23BEA13-1C01-6270-C1D9-1146ADA20D98}"/>
              </a:ext>
            </a:extLst>
          </p:cNvPr>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 name="组合 2">
            <a:extLst>
              <a:ext uri="{FF2B5EF4-FFF2-40B4-BE49-F238E27FC236}">
                <a16:creationId xmlns:a16="http://schemas.microsoft.com/office/drawing/2014/main" id="{5EF584E3-AD4C-31A7-034B-C390441B9454}"/>
              </a:ext>
            </a:extLst>
          </p:cNvPr>
          <p:cNvGrpSpPr/>
          <p:nvPr/>
        </p:nvGrpSpPr>
        <p:grpSpPr>
          <a:xfrm>
            <a:off x="138530" y="112811"/>
            <a:ext cx="2015124" cy="593132"/>
            <a:chOff x="1019925" y="1507763"/>
            <a:chExt cx="4093229" cy="593132"/>
          </a:xfrm>
        </p:grpSpPr>
        <p:sp>
          <p:nvSpPr>
            <p:cNvPr id="4" name="文本框 3">
              <a:extLst>
                <a:ext uri="{FF2B5EF4-FFF2-40B4-BE49-F238E27FC236}">
                  <a16:creationId xmlns:a16="http://schemas.microsoft.com/office/drawing/2014/main" id="{43E3BCD3-D242-40E5-D4FB-5AEF792381EA}"/>
                </a:ext>
              </a:extLst>
            </p:cNvPr>
            <p:cNvSpPr txBox="1"/>
            <p:nvPr/>
          </p:nvSpPr>
          <p:spPr>
            <a:xfrm>
              <a:off x="1700306" y="1507763"/>
              <a:ext cx="3412848" cy="523220"/>
            </a:xfrm>
            <a:prstGeom prst="rect">
              <a:avLst/>
            </a:prstGeom>
            <a:noFill/>
          </p:spPr>
          <p:txBody>
            <a:bodyPr vert="horz" wrap="square" rtlCol="0">
              <a:spAutoFit/>
            </a:bodyPr>
            <a:lstStyle/>
            <a:p>
              <a:pPr algn="dist"/>
              <a:r>
                <a:rPr lang="zh-CN" altLang="en-US" sz="2800" b="1" dirty="0">
                  <a:solidFill>
                    <a:schemeClr val="bg1"/>
                  </a:solidFill>
                  <a:latin typeface="Arial" panose="020B0604020202020204" pitchFamily="34" charset="0"/>
                  <a:ea typeface="微软雅黑" panose="020B0503020204020204" pitchFamily="34" charset="-122"/>
                </a:rPr>
                <a:t>引言</a:t>
              </a:r>
            </a:p>
          </p:txBody>
        </p:sp>
        <p:pic>
          <p:nvPicPr>
            <p:cNvPr id="5" name="图片 4">
              <a:extLst>
                <a:ext uri="{FF2B5EF4-FFF2-40B4-BE49-F238E27FC236}">
                  <a16:creationId xmlns:a16="http://schemas.microsoft.com/office/drawing/2014/main" id="{B3250CA5-8FAA-5E9B-9635-A88A370697D0}"/>
                </a:ext>
              </a:extLst>
            </p:cNvPr>
            <p:cNvPicPr>
              <a:picLocks noChangeAspect="1"/>
            </p:cNvPicPr>
            <p:nvPr/>
          </p:nvPicPr>
          <p:blipFill rotWithShape="1">
            <a:blip r:embed="rId3" cstate="print">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sp>
        <p:nvSpPr>
          <p:cNvPr id="11" name="文本框 10">
            <a:extLst>
              <a:ext uri="{FF2B5EF4-FFF2-40B4-BE49-F238E27FC236}">
                <a16:creationId xmlns:a16="http://schemas.microsoft.com/office/drawing/2014/main" id="{C983A389-E352-A8E3-925B-27F9E97B8BB1}"/>
              </a:ext>
            </a:extLst>
          </p:cNvPr>
          <p:cNvSpPr txBox="1"/>
          <p:nvPr/>
        </p:nvSpPr>
        <p:spPr>
          <a:xfrm>
            <a:off x="548951" y="904645"/>
            <a:ext cx="4155395" cy="369332"/>
          </a:xfrm>
          <a:prstGeom prst="rect">
            <a:avLst/>
          </a:prstGeom>
          <a:noFill/>
        </p:spPr>
        <p:txBody>
          <a:bodyPr wrap="square" lIns="0" tIns="0" rIns="0" bIns="0" rtlCol="0">
            <a:spAutoFit/>
          </a:bodyPr>
          <a:lstStyle/>
          <a:p>
            <a:r>
              <a:rPr lang="zh-CN" altLang="en-US" sz="2400" b="1" dirty="0">
                <a:solidFill>
                  <a:schemeClr val="accent1"/>
                </a:solidFill>
                <a:latin typeface="Arial" panose="020B0604020202020204" pitchFamily="34" charset="0"/>
                <a:ea typeface="微软雅黑" panose="020B0503020204020204" pitchFamily="34" charset="-122"/>
              </a:rPr>
              <a:t>主要贡献</a:t>
            </a:r>
          </a:p>
        </p:txBody>
      </p:sp>
      <p:sp>
        <p:nvSpPr>
          <p:cNvPr id="62" name="矩形 61">
            <a:extLst>
              <a:ext uri="{FF2B5EF4-FFF2-40B4-BE49-F238E27FC236}">
                <a16:creationId xmlns:a16="http://schemas.microsoft.com/office/drawing/2014/main" id="{4163E9C3-583F-9504-6617-CDD5733A8F34}"/>
              </a:ext>
            </a:extLst>
          </p:cNvPr>
          <p:cNvSpPr/>
          <p:nvPr/>
        </p:nvSpPr>
        <p:spPr>
          <a:xfrm>
            <a:off x="0" y="6553271"/>
            <a:ext cx="12192000" cy="3112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36" name="图片 35">
            <a:extLst>
              <a:ext uri="{FF2B5EF4-FFF2-40B4-BE49-F238E27FC236}">
                <a16:creationId xmlns:a16="http://schemas.microsoft.com/office/drawing/2014/main" id="{63F3C693-B2A8-AD25-11D5-001BA59DB4A4}"/>
              </a:ext>
            </a:extLst>
          </p:cNvPr>
          <p:cNvPicPr>
            <a:picLocks noChangeAspect="1"/>
          </p:cNvPicPr>
          <p:nvPr/>
        </p:nvPicPr>
        <p:blipFill rotWithShape="1">
          <a:blip r:embed="rId4"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sp>
        <p:nvSpPr>
          <p:cNvPr id="13" name="文本框 12">
            <a:extLst>
              <a:ext uri="{FF2B5EF4-FFF2-40B4-BE49-F238E27FC236}">
                <a16:creationId xmlns:a16="http://schemas.microsoft.com/office/drawing/2014/main" id="{5B97C1E7-ACC0-5CC0-CCF7-B7B869627931}"/>
              </a:ext>
            </a:extLst>
          </p:cNvPr>
          <p:cNvSpPr txBox="1"/>
          <p:nvPr/>
        </p:nvSpPr>
        <p:spPr>
          <a:xfrm>
            <a:off x="1400089" y="1631336"/>
            <a:ext cx="9280849" cy="461665"/>
          </a:xfrm>
          <a:prstGeom prst="rect">
            <a:avLst/>
          </a:prstGeom>
          <a:noFill/>
        </p:spPr>
        <p:txBody>
          <a:bodyPr wrap="square">
            <a:spAutoFit/>
          </a:bodyPr>
          <a:lstStyle/>
          <a:p>
            <a:r>
              <a:rPr lang="zh-CN" altLang="en-US" sz="2400" b="1" dirty="0">
                <a:latin typeface="+mj-ea"/>
                <a:ea typeface="+mj-ea"/>
              </a:rPr>
              <a:t>首创</a:t>
            </a:r>
            <a:r>
              <a:rPr lang="en-US" altLang="zh-CN" sz="2400" b="1" dirty="0">
                <a:latin typeface="+mj-ea"/>
                <a:ea typeface="+mj-ea"/>
              </a:rPr>
              <a:t>:</a:t>
            </a:r>
            <a:r>
              <a:rPr lang="zh-CN" altLang="en-US" sz="2400" b="1" dirty="0">
                <a:latin typeface="+mj-ea"/>
                <a:ea typeface="+mj-ea"/>
              </a:rPr>
              <a:t> </a:t>
            </a:r>
            <a:r>
              <a:rPr lang="zh-CN" altLang="en-US" sz="2400" dirty="0">
                <a:latin typeface="+mj-ea"/>
                <a:ea typeface="+mj-ea"/>
              </a:rPr>
              <a:t>第一个实现连续手部追踪的单戒指系统。</a:t>
            </a:r>
          </a:p>
        </p:txBody>
      </p:sp>
      <p:sp>
        <p:nvSpPr>
          <p:cNvPr id="15" name="文本框 14">
            <a:extLst>
              <a:ext uri="{FF2B5EF4-FFF2-40B4-BE49-F238E27FC236}">
                <a16:creationId xmlns:a16="http://schemas.microsoft.com/office/drawing/2014/main" id="{C17C1E25-96E1-C85A-6F4C-75AA4988CE9F}"/>
              </a:ext>
            </a:extLst>
          </p:cNvPr>
          <p:cNvSpPr txBox="1"/>
          <p:nvPr/>
        </p:nvSpPr>
        <p:spPr>
          <a:xfrm>
            <a:off x="1400089" y="2967335"/>
            <a:ext cx="9839698" cy="461665"/>
          </a:xfrm>
          <a:prstGeom prst="rect">
            <a:avLst/>
          </a:prstGeom>
          <a:noFill/>
        </p:spPr>
        <p:txBody>
          <a:bodyPr wrap="square">
            <a:spAutoFit/>
          </a:bodyPr>
          <a:lstStyle/>
          <a:p>
            <a:r>
              <a:rPr lang="zh-CN" altLang="en-US" sz="2400" b="1" dirty="0">
                <a:latin typeface="+mj-ea"/>
                <a:ea typeface="+mj-ea"/>
              </a:rPr>
              <a:t>鲁棒</a:t>
            </a:r>
            <a:r>
              <a:rPr lang="en-US" altLang="zh-CN" sz="2400" b="1" dirty="0">
                <a:latin typeface="+mj-ea"/>
                <a:ea typeface="+mj-ea"/>
              </a:rPr>
              <a:t>:</a:t>
            </a:r>
            <a:r>
              <a:rPr lang="zh-CN" altLang="en-US" sz="2400" dirty="0">
                <a:latin typeface="+mj-ea"/>
                <a:ea typeface="+mj-ea"/>
              </a:rPr>
              <a:t> 在不同用户和佩戴手指上均表现稳定。</a:t>
            </a:r>
          </a:p>
        </p:txBody>
      </p:sp>
      <p:sp>
        <p:nvSpPr>
          <p:cNvPr id="19" name="文本框 18">
            <a:extLst>
              <a:ext uri="{FF2B5EF4-FFF2-40B4-BE49-F238E27FC236}">
                <a16:creationId xmlns:a16="http://schemas.microsoft.com/office/drawing/2014/main" id="{717129D6-6136-26B5-A4FB-0A3A7B135705}"/>
              </a:ext>
            </a:extLst>
          </p:cNvPr>
          <p:cNvSpPr txBox="1"/>
          <p:nvPr/>
        </p:nvSpPr>
        <p:spPr>
          <a:xfrm>
            <a:off x="1400089" y="4398248"/>
            <a:ext cx="10330872" cy="461665"/>
          </a:xfrm>
          <a:prstGeom prst="rect">
            <a:avLst/>
          </a:prstGeom>
          <a:noFill/>
        </p:spPr>
        <p:txBody>
          <a:bodyPr wrap="square">
            <a:spAutoFit/>
          </a:bodyPr>
          <a:lstStyle/>
          <a:p>
            <a:r>
              <a:rPr lang="zh-CN" altLang="en-US" sz="2400" b="1" dirty="0">
                <a:latin typeface="+mj-ea"/>
                <a:ea typeface="+mj-ea"/>
              </a:rPr>
              <a:t>高精度</a:t>
            </a:r>
            <a:r>
              <a:rPr lang="en-US" altLang="zh-CN" sz="2400" b="1" dirty="0">
                <a:latin typeface="+mj-ea"/>
                <a:ea typeface="+mj-ea"/>
              </a:rPr>
              <a:t>:</a:t>
            </a:r>
            <a:r>
              <a:rPr lang="zh-CN" altLang="en-US" sz="2400" dirty="0">
                <a:latin typeface="+mj-ea"/>
                <a:ea typeface="+mj-ea"/>
              </a:rPr>
              <a:t> 零样本误差 </a:t>
            </a:r>
            <a:r>
              <a:rPr lang="en-US" altLang="zh-CN" sz="2400" dirty="0">
                <a:latin typeface="+mj-ea"/>
                <a:ea typeface="+mj-ea"/>
              </a:rPr>
              <a:t>14.1mm &amp; </a:t>
            </a:r>
            <a:r>
              <a:rPr lang="zh-CN" altLang="en-US" sz="2400" dirty="0">
                <a:latin typeface="+mj-ea"/>
                <a:ea typeface="+mj-ea"/>
              </a:rPr>
              <a:t>微手势识别率极高。</a:t>
            </a:r>
          </a:p>
        </p:txBody>
      </p:sp>
      <p:sp>
        <p:nvSpPr>
          <p:cNvPr id="8" name="灯片编号占位符 7">
            <a:extLst>
              <a:ext uri="{FF2B5EF4-FFF2-40B4-BE49-F238E27FC236}">
                <a16:creationId xmlns:a16="http://schemas.microsoft.com/office/drawing/2014/main" id="{473249CB-3DDC-3EA9-8D6B-F73871FD8C73}"/>
              </a:ext>
            </a:extLst>
          </p:cNvPr>
          <p:cNvSpPr>
            <a:spLocks noGrp="1"/>
          </p:cNvSpPr>
          <p:nvPr>
            <p:ph type="sldNum" sz="quarter" idx="4"/>
          </p:nvPr>
        </p:nvSpPr>
        <p:spPr/>
        <p:txBody>
          <a:bodyPr/>
          <a:lstStyle/>
          <a:p>
            <a:fld id="{7A48417F-7526-485E-AE3C-3E2AE40A04CB}" type="slidenum">
              <a:rPr lang="zh-CN" altLang="en-US" smtClean="0"/>
              <a:pPr/>
              <a:t>5</a:t>
            </a:fld>
            <a:r>
              <a:rPr lang="zh-CN" altLang="en-US"/>
              <a:t> </a:t>
            </a:r>
            <a:r>
              <a:rPr lang="en-US" altLang="zh-CN"/>
              <a:t>/ </a:t>
            </a:r>
            <a:r>
              <a:rPr lang="zh-CN" altLang="en-US"/>
              <a:t>总页数</a:t>
            </a:r>
            <a:endParaRPr lang="zh-CN" altLang="en-US" dirty="0"/>
          </a:p>
        </p:txBody>
      </p:sp>
    </p:spTree>
    <p:extLst>
      <p:ext uri="{BB962C8B-B14F-4D97-AF65-F5344CB8AC3E}">
        <p14:creationId xmlns:p14="http://schemas.microsoft.com/office/powerpoint/2010/main" val="28495642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80F047-FF2D-0D0D-037B-29B3BE074B42}"/>
            </a:ext>
          </a:extLst>
        </p:cNvPr>
        <p:cNvGrpSpPr/>
        <p:nvPr/>
      </p:nvGrpSpPr>
      <p:grpSpPr>
        <a:xfrm>
          <a:off x="0" y="0"/>
          <a:ext cx="0" cy="0"/>
          <a:chOff x="0" y="0"/>
          <a:chExt cx="0" cy="0"/>
        </a:xfrm>
      </p:grpSpPr>
      <p:pic>
        <p:nvPicPr>
          <p:cNvPr id="8" name="图片 7">
            <a:extLst>
              <a:ext uri="{FF2B5EF4-FFF2-40B4-BE49-F238E27FC236}">
                <a16:creationId xmlns:a16="http://schemas.microsoft.com/office/drawing/2014/main" id="{5A34512A-AF96-18F7-0BB1-72E920541562}"/>
              </a:ext>
            </a:extLst>
          </p:cNvPr>
          <p:cNvPicPr>
            <a:picLocks noChangeAspect="1"/>
          </p:cNvPicPr>
          <p:nvPr/>
        </p:nvPicPr>
        <p:blipFill rotWithShape="1">
          <a:blip r:embed="rId2">
            <a:extLst>
              <a:ext uri="{28A0092B-C50C-407E-A947-70E740481C1C}">
                <a14:useLocalDpi xmlns:a14="http://schemas.microsoft.com/office/drawing/2010/main" val="0"/>
              </a:ext>
            </a:extLst>
          </a:blip>
          <a:srcRect t="32889" b="22667"/>
          <a:stretch>
            <a:fillRect/>
          </a:stretch>
        </p:blipFill>
        <p:spPr>
          <a:xfrm>
            <a:off x="-3" y="1904998"/>
            <a:ext cx="12192002" cy="3048000"/>
          </a:xfrm>
          <a:prstGeom prst="rect">
            <a:avLst/>
          </a:prstGeom>
        </p:spPr>
      </p:pic>
      <p:sp>
        <p:nvSpPr>
          <p:cNvPr id="6" name="矩形 5">
            <a:extLst>
              <a:ext uri="{FF2B5EF4-FFF2-40B4-BE49-F238E27FC236}">
                <a16:creationId xmlns:a16="http://schemas.microsoft.com/office/drawing/2014/main" id="{60921B6E-F6F4-D057-66AB-D149A84DDEF1}"/>
              </a:ext>
            </a:extLst>
          </p:cNvPr>
          <p:cNvSpPr/>
          <p:nvPr/>
        </p:nvSpPr>
        <p:spPr>
          <a:xfrm>
            <a:off x="1" y="1904999"/>
            <a:ext cx="4236720" cy="3048000"/>
          </a:xfrm>
          <a:prstGeom prst="rect">
            <a:avLst/>
          </a:prstGeom>
          <a:solidFill>
            <a:schemeClr val="accent1">
              <a:alpha val="7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矩形 10">
            <a:extLst>
              <a:ext uri="{FF2B5EF4-FFF2-40B4-BE49-F238E27FC236}">
                <a16:creationId xmlns:a16="http://schemas.microsoft.com/office/drawing/2014/main" id="{1EDE889D-2BAF-4C5B-20D6-5F2E7494808B}"/>
              </a:ext>
            </a:extLst>
          </p:cNvPr>
          <p:cNvSpPr/>
          <p:nvPr/>
        </p:nvSpPr>
        <p:spPr>
          <a:xfrm>
            <a:off x="4236722" y="1904997"/>
            <a:ext cx="7955278" cy="3048000"/>
          </a:xfrm>
          <a:prstGeom prst="rect">
            <a:avLst/>
          </a:prstGeom>
          <a:solidFill>
            <a:schemeClr val="bg1">
              <a:alpha val="8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文本框 11">
            <a:extLst>
              <a:ext uri="{FF2B5EF4-FFF2-40B4-BE49-F238E27FC236}">
                <a16:creationId xmlns:a16="http://schemas.microsoft.com/office/drawing/2014/main" id="{A5EBC7C7-724E-0A1E-65F8-560A7F331DCF}"/>
              </a:ext>
            </a:extLst>
          </p:cNvPr>
          <p:cNvSpPr txBox="1"/>
          <p:nvPr/>
        </p:nvSpPr>
        <p:spPr>
          <a:xfrm>
            <a:off x="5038288" y="2819385"/>
            <a:ext cx="5716774" cy="1200329"/>
          </a:xfrm>
          <a:prstGeom prst="rect">
            <a:avLst/>
          </a:prstGeom>
          <a:noFill/>
        </p:spPr>
        <p:txBody>
          <a:bodyPr wrap="square" rtlCol="0">
            <a:spAutoFit/>
          </a:bodyPr>
          <a:lstStyle/>
          <a:p>
            <a:pPr algn="dist"/>
            <a:r>
              <a:rPr lang="zh-CN" altLang="en-US" sz="7200" b="1" dirty="0">
                <a:solidFill>
                  <a:schemeClr val="accent1"/>
                </a:solidFill>
                <a:latin typeface="微软雅黑" panose="020B0503020204020204" pitchFamily="34" charset="-122"/>
                <a:ea typeface="微软雅黑" panose="020B0503020204020204" pitchFamily="34" charset="-122"/>
              </a:rPr>
              <a:t>相关研究综述</a:t>
            </a:r>
          </a:p>
        </p:txBody>
      </p:sp>
      <p:grpSp>
        <p:nvGrpSpPr>
          <p:cNvPr id="3" name="组合 2">
            <a:extLst>
              <a:ext uri="{FF2B5EF4-FFF2-40B4-BE49-F238E27FC236}">
                <a16:creationId xmlns:a16="http://schemas.microsoft.com/office/drawing/2014/main" id="{760B5E5A-6AA8-15BD-9D5A-BFBE9DF01AF1}"/>
              </a:ext>
            </a:extLst>
          </p:cNvPr>
          <p:cNvGrpSpPr/>
          <p:nvPr/>
        </p:nvGrpSpPr>
        <p:grpSpPr>
          <a:xfrm>
            <a:off x="1104549" y="2523714"/>
            <a:ext cx="3816495" cy="1443647"/>
            <a:chOff x="1576991" y="2614329"/>
            <a:chExt cx="3816495" cy="1443647"/>
          </a:xfrm>
        </p:grpSpPr>
        <p:sp>
          <p:nvSpPr>
            <p:cNvPr id="9" name="文本框 8">
              <a:extLst>
                <a:ext uri="{FF2B5EF4-FFF2-40B4-BE49-F238E27FC236}">
                  <a16:creationId xmlns:a16="http://schemas.microsoft.com/office/drawing/2014/main" id="{724BCC4E-EA85-3F0A-02D6-AC4F08DE46B5}"/>
                </a:ext>
              </a:extLst>
            </p:cNvPr>
            <p:cNvSpPr txBox="1"/>
            <p:nvPr/>
          </p:nvSpPr>
          <p:spPr>
            <a:xfrm>
              <a:off x="1576991" y="2857647"/>
              <a:ext cx="3816495" cy="1200329"/>
            </a:xfrm>
            <a:prstGeom prst="rect">
              <a:avLst/>
            </a:prstGeom>
            <a:noFill/>
          </p:spPr>
          <p:txBody>
            <a:bodyPr wrap="square" rtlCol="0">
              <a:spAutoFit/>
            </a:bodyPr>
            <a:lstStyle/>
            <a:p>
              <a:pPr algn="dist"/>
              <a:r>
                <a:rPr lang="zh-CN" altLang="en-US" sz="7200" b="1" dirty="0">
                  <a:solidFill>
                    <a:schemeClr val="bg1"/>
                  </a:solidFill>
                  <a:latin typeface="微软雅黑" panose="020B0503020204020204" pitchFamily="34" charset="-122"/>
                  <a:ea typeface="微软雅黑" panose="020B0503020204020204" pitchFamily="34" charset="-122"/>
                </a:rPr>
                <a:t>二</a:t>
              </a:r>
            </a:p>
          </p:txBody>
        </p:sp>
        <p:pic>
          <p:nvPicPr>
            <p:cNvPr id="7" name="图片 6">
              <a:extLst>
                <a:ext uri="{FF2B5EF4-FFF2-40B4-BE49-F238E27FC236}">
                  <a16:creationId xmlns:a16="http://schemas.microsoft.com/office/drawing/2014/main" id="{1B525DDA-71AC-8EB7-89D4-1DB53BB58B66}"/>
                </a:ext>
              </a:extLst>
            </p:cNvPr>
            <p:cNvPicPr>
              <a:picLocks noChangeAspect="1"/>
            </p:cNvPicPr>
            <p:nvPr/>
          </p:nvPicPr>
          <p:blipFill rotWithShape="1">
            <a:blip r:embed="rId3" cstate="print">
              <a:biLevel thresh="25000"/>
              <a:extLst>
                <a:ext uri="{28A0092B-C50C-407E-A947-70E740481C1C}">
                  <a14:useLocalDpi xmlns:a14="http://schemas.microsoft.com/office/drawing/2010/main" val="0"/>
                </a:ext>
              </a:extLst>
            </a:blip>
            <a:srcRect l="33369" t="21333" r="33139" b="58431"/>
            <a:stretch>
              <a:fillRect/>
            </a:stretch>
          </p:blipFill>
          <p:spPr>
            <a:xfrm>
              <a:off x="1798904" y="2614329"/>
              <a:ext cx="1002008" cy="814671"/>
            </a:xfrm>
            <a:prstGeom prst="rect">
              <a:avLst/>
            </a:prstGeom>
          </p:spPr>
        </p:pic>
      </p:grpSp>
      <p:sp>
        <p:nvSpPr>
          <p:cNvPr id="19" name="等腰三角形 18">
            <a:extLst>
              <a:ext uri="{FF2B5EF4-FFF2-40B4-BE49-F238E27FC236}">
                <a16:creationId xmlns:a16="http://schemas.microsoft.com/office/drawing/2014/main" id="{344105D6-9318-ECC5-6DE2-CAB33D8B1815}"/>
              </a:ext>
            </a:extLst>
          </p:cNvPr>
          <p:cNvSpPr/>
          <p:nvPr/>
        </p:nvSpPr>
        <p:spPr>
          <a:xfrm rot="5400000">
            <a:off x="3919524" y="3310725"/>
            <a:ext cx="945018" cy="310625"/>
          </a:xfrm>
          <a:prstGeom prst="triangle">
            <a:avLst/>
          </a:prstGeom>
          <a:solidFill>
            <a:schemeClr val="accent1">
              <a:lumMod val="75000"/>
              <a:alpha val="7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0" name="图片 19">
            <a:extLst>
              <a:ext uri="{FF2B5EF4-FFF2-40B4-BE49-F238E27FC236}">
                <a16:creationId xmlns:a16="http://schemas.microsoft.com/office/drawing/2014/main" id="{17F97E2C-3196-30BD-3139-435EB19968E3}"/>
              </a:ext>
            </a:extLst>
          </p:cNvPr>
          <p:cNvPicPr>
            <a:picLocks noChangeAspect="1"/>
          </p:cNvPicPr>
          <p:nvPr/>
        </p:nvPicPr>
        <p:blipFill rotWithShape="1">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l="33369" t="21333" r="33139" b="58431"/>
          <a:stretch>
            <a:fillRect/>
          </a:stretch>
        </p:blipFill>
        <p:spPr>
          <a:xfrm flipH="1" flipV="1">
            <a:off x="10755063" y="3560025"/>
            <a:ext cx="1002008" cy="814671"/>
          </a:xfrm>
          <a:prstGeom prst="rect">
            <a:avLst/>
          </a:prstGeom>
        </p:spPr>
      </p:pic>
      <p:sp>
        <p:nvSpPr>
          <p:cNvPr id="10" name="灯片编号占位符 9">
            <a:extLst>
              <a:ext uri="{FF2B5EF4-FFF2-40B4-BE49-F238E27FC236}">
                <a16:creationId xmlns:a16="http://schemas.microsoft.com/office/drawing/2014/main" id="{4EC36761-A175-22C3-0273-09B3B3B06012}"/>
              </a:ext>
            </a:extLst>
          </p:cNvPr>
          <p:cNvSpPr>
            <a:spLocks noGrp="1"/>
          </p:cNvSpPr>
          <p:nvPr>
            <p:ph type="sldNum" sz="quarter" idx="4"/>
          </p:nvPr>
        </p:nvSpPr>
        <p:spPr/>
        <p:txBody>
          <a:bodyPr/>
          <a:lstStyle/>
          <a:p>
            <a:fld id="{7A48417F-7526-485E-AE3C-3E2AE40A04CB}" type="slidenum">
              <a:rPr lang="zh-CN" altLang="en-US" smtClean="0"/>
              <a:pPr/>
              <a:t>6</a:t>
            </a:fld>
            <a:r>
              <a:rPr lang="zh-CN" altLang="en-US"/>
              <a:t> </a:t>
            </a:r>
            <a:r>
              <a:rPr lang="en-US" altLang="zh-CN"/>
              <a:t>/ </a:t>
            </a:r>
            <a:r>
              <a:rPr lang="zh-CN" altLang="en-US"/>
              <a:t>总页数</a:t>
            </a:r>
            <a:endParaRPr lang="zh-CN" altLang="en-US" dirty="0"/>
          </a:p>
        </p:txBody>
      </p:sp>
    </p:spTree>
    <p:extLst>
      <p:ext uri="{BB962C8B-B14F-4D97-AF65-F5344CB8AC3E}">
        <p14:creationId xmlns:p14="http://schemas.microsoft.com/office/powerpoint/2010/main" val="22578560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7A3415-DDBF-CCDD-891F-F705BD31AC89}"/>
            </a:ext>
          </a:extLst>
        </p:cNvPr>
        <p:cNvGrpSpPr/>
        <p:nvPr/>
      </p:nvGrpSpPr>
      <p:grpSpPr>
        <a:xfrm>
          <a:off x="0" y="0"/>
          <a:ext cx="0" cy="0"/>
          <a:chOff x="0" y="0"/>
          <a:chExt cx="0" cy="0"/>
        </a:xfrm>
      </p:grpSpPr>
      <p:pic>
        <p:nvPicPr>
          <p:cNvPr id="9" name="图片 8">
            <a:extLst>
              <a:ext uri="{FF2B5EF4-FFF2-40B4-BE49-F238E27FC236}">
                <a16:creationId xmlns:a16="http://schemas.microsoft.com/office/drawing/2014/main" id="{4B4CBA4F-0EF5-609D-6DB1-2C48952C0FB7}"/>
              </a:ext>
            </a:extLst>
          </p:cNvPr>
          <p:cNvPicPr>
            <a:picLocks noChangeAspect="1"/>
          </p:cNvPicPr>
          <p:nvPr/>
        </p:nvPicPr>
        <p:blipFill rotWithShape="1">
          <a:blip r:embed="rId3">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 name="矩形 1">
            <a:extLst>
              <a:ext uri="{FF2B5EF4-FFF2-40B4-BE49-F238E27FC236}">
                <a16:creationId xmlns:a16="http://schemas.microsoft.com/office/drawing/2014/main" id="{AE809225-B407-4BF2-A0FB-4AA4F72E32F7}"/>
              </a:ext>
            </a:extLst>
          </p:cNvPr>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 name="组合 2">
            <a:extLst>
              <a:ext uri="{FF2B5EF4-FFF2-40B4-BE49-F238E27FC236}">
                <a16:creationId xmlns:a16="http://schemas.microsoft.com/office/drawing/2014/main" id="{48EC8872-D31E-98A4-00E5-DF5FE73CDDAE}"/>
              </a:ext>
            </a:extLst>
          </p:cNvPr>
          <p:cNvGrpSpPr/>
          <p:nvPr/>
        </p:nvGrpSpPr>
        <p:grpSpPr>
          <a:xfrm>
            <a:off x="138529" y="112811"/>
            <a:ext cx="3039569" cy="593132"/>
            <a:chOff x="1019925" y="1507763"/>
            <a:chExt cx="3039569" cy="593132"/>
          </a:xfrm>
        </p:grpSpPr>
        <p:sp>
          <p:nvSpPr>
            <p:cNvPr id="4" name="文本框 3">
              <a:extLst>
                <a:ext uri="{FF2B5EF4-FFF2-40B4-BE49-F238E27FC236}">
                  <a16:creationId xmlns:a16="http://schemas.microsoft.com/office/drawing/2014/main" id="{0E696467-72DA-2106-3C8C-6D95CD69CF56}"/>
                </a:ext>
              </a:extLst>
            </p:cNvPr>
            <p:cNvSpPr txBox="1"/>
            <p:nvPr/>
          </p:nvSpPr>
          <p:spPr>
            <a:xfrm>
              <a:off x="1700306" y="1507763"/>
              <a:ext cx="2359188" cy="523220"/>
            </a:xfrm>
            <a:prstGeom prst="rect">
              <a:avLst/>
            </a:prstGeom>
            <a:noFill/>
          </p:spPr>
          <p:txBody>
            <a:bodyPr vert="horz" wrap="square" rtlCol="0">
              <a:spAutoFit/>
            </a:bodyPr>
            <a:lstStyle/>
            <a:p>
              <a:pPr algn="dist"/>
              <a:r>
                <a:rPr lang="zh-CN" altLang="en-US" sz="2800" b="1" dirty="0">
                  <a:solidFill>
                    <a:schemeClr val="bg1"/>
                  </a:solidFill>
                  <a:latin typeface="微软雅黑" panose="020B0503020204020204" pitchFamily="34" charset="-122"/>
                  <a:ea typeface="微软雅黑" panose="020B0503020204020204" pitchFamily="34" charset="-122"/>
                </a:rPr>
                <a:t>相关研究综述</a:t>
              </a:r>
            </a:p>
          </p:txBody>
        </p:sp>
        <p:pic>
          <p:nvPicPr>
            <p:cNvPr id="5" name="图片 4">
              <a:extLst>
                <a:ext uri="{FF2B5EF4-FFF2-40B4-BE49-F238E27FC236}">
                  <a16:creationId xmlns:a16="http://schemas.microsoft.com/office/drawing/2014/main" id="{E8E1EAC1-69C6-C711-FCF8-6BA15FD745A0}"/>
                </a:ext>
              </a:extLst>
            </p:cNvPr>
            <p:cNvPicPr>
              <a:picLocks noChangeAspect="1"/>
            </p:cNvPicPr>
            <p:nvPr/>
          </p:nvPicPr>
          <p:blipFill rotWithShape="1">
            <a:blip r:embed="rId4" cstate="print">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sp>
        <p:nvSpPr>
          <p:cNvPr id="62" name="矩形 61">
            <a:extLst>
              <a:ext uri="{FF2B5EF4-FFF2-40B4-BE49-F238E27FC236}">
                <a16:creationId xmlns:a16="http://schemas.microsoft.com/office/drawing/2014/main" id="{037E14DF-31E8-7BF2-1727-3BA71652CEA3}"/>
              </a:ext>
            </a:extLst>
          </p:cNvPr>
          <p:cNvSpPr/>
          <p:nvPr/>
        </p:nvSpPr>
        <p:spPr>
          <a:xfrm>
            <a:off x="0" y="6553271"/>
            <a:ext cx="12192000" cy="3112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36" name="图片 35">
            <a:extLst>
              <a:ext uri="{FF2B5EF4-FFF2-40B4-BE49-F238E27FC236}">
                <a16:creationId xmlns:a16="http://schemas.microsoft.com/office/drawing/2014/main" id="{B30EACD2-0C67-2783-9DCC-D01F2C995B4E}"/>
              </a:ext>
            </a:extLst>
          </p:cNvPr>
          <p:cNvPicPr>
            <a:picLocks noChangeAspect="1"/>
          </p:cNvPicPr>
          <p:nvPr/>
        </p:nvPicPr>
        <p:blipFill rotWithShape="1">
          <a:blip r:embed="rId5"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graphicFrame>
        <p:nvGraphicFramePr>
          <p:cNvPr id="11" name="表格 10">
            <a:extLst>
              <a:ext uri="{FF2B5EF4-FFF2-40B4-BE49-F238E27FC236}">
                <a16:creationId xmlns:a16="http://schemas.microsoft.com/office/drawing/2014/main" id="{38E12E4A-393F-4C40-B8E3-B4DB0AF02645}"/>
              </a:ext>
            </a:extLst>
          </p:cNvPr>
          <p:cNvGraphicFramePr>
            <a:graphicFrameLocks noGrp="1"/>
          </p:cNvGraphicFramePr>
          <p:nvPr>
            <p:extLst>
              <p:ext uri="{D42A27DB-BD31-4B8C-83A1-F6EECF244321}">
                <p14:modId xmlns:p14="http://schemas.microsoft.com/office/powerpoint/2010/main" val="486797246"/>
              </p:ext>
            </p:extLst>
          </p:nvPr>
        </p:nvGraphicFramePr>
        <p:xfrm>
          <a:off x="1422639" y="1047813"/>
          <a:ext cx="9346722" cy="4653008"/>
        </p:xfrm>
        <a:graphic>
          <a:graphicData uri="http://schemas.openxmlformats.org/drawingml/2006/table">
            <a:tbl>
              <a:tblPr/>
              <a:tblGrid>
                <a:gridCol w="1557787">
                  <a:extLst>
                    <a:ext uri="{9D8B030D-6E8A-4147-A177-3AD203B41FA5}">
                      <a16:colId xmlns:a16="http://schemas.microsoft.com/office/drawing/2014/main" val="2893424985"/>
                    </a:ext>
                  </a:extLst>
                </a:gridCol>
                <a:gridCol w="1557787">
                  <a:extLst>
                    <a:ext uri="{9D8B030D-6E8A-4147-A177-3AD203B41FA5}">
                      <a16:colId xmlns:a16="http://schemas.microsoft.com/office/drawing/2014/main" val="790376709"/>
                    </a:ext>
                  </a:extLst>
                </a:gridCol>
                <a:gridCol w="1557787">
                  <a:extLst>
                    <a:ext uri="{9D8B030D-6E8A-4147-A177-3AD203B41FA5}">
                      <a16:colId xmlns:a16="http://schemas.microsoft.com/office/drawing/2014/main" val="2619058043"/>
                    </a:ext>
                  </a:extLst>
                </a:gridCol>
                <a:gridCol w="1556350">
                  <a:extLst>
                    <a:ext uri="{9D8B030D-6E8A-4147-A177-3AD203B41FA5}">
                      <a16:colId xmlns:a16="http://schemas.microsoft.com/office/drawing/2014/main" val="3775393901"/>
                    </a:ext>
                  </a:extLst>
                </a:gridCol>
                <a:gridCol w="1559224">
                  <a:extLst>
                    <a:ext uri="{9D8B030D-6E8A-4147-A177-3AD203B41FA5}">
                      <a16:colId xmlns:a16="http://schemas.microsoft.com/office/drawing/2014/main" val="631225103"/>
                    </a:ext>
                  </a:extLst>
                </a:gridCol>
                <a:gridCol w="1557787">
                  <a:extLst>
                    <a:ext uri="{9D8B030D-6E8A-4147-A177-3AD203B41FA5}">
                      <a16:colId xmlns:a16="http://schemas.microsoft.com/office/drawing/2014/main" val="208783427"/>
                    </a:ext>
                  </a:extLst>
                </a:gridCol>
              </a:tblGrid>
              <a:tr h="581626">
                <a:tc>
                  <a:txBody>
                    <a:bodyPr/>
                    <a:lstStyle/>
                    <a:p>
                      <a:pPr rtl="0">
                        <a:buNone/>
                      </a:pPr>
                      <a:r>
                        <a:rPr lang="zh-CN" altLang="en-US" sz="1600" b="1" dirty="0">
                          <a:solidFill>
                            <a:srgbClr val="FFFFFF"/>
                          </a:solidFill>
                          <a:effectLst/>
                          <a:latin typeface="Arial" panose="020B0604020202020204" pitchFamily="34" charset="0"/>
                        </a:rPr>
                        <a:t>系统名称 </a:t>
                      </a:r>
                      <a:r>
                        <a:rPr lang="en-US" altLang="zh-CN" sz="1600" b="1" dirty="0">
                          <a:solidFill>
                            <a:srgbClr val="FFFFFF"/>
                          </a:solidFill>
                          <a:effectLst/>
                          <a:latin typeface="Arial" panose="020B0604020202020204" pitchFamily="34" charset="0"/>
                        </a:rPr>
                        <a:t>(</a:t>
                      </a:r>
                      <a:r>
                        <a:rPr lang="en-US" sz="1600" b="1" dirty="0">
                          <a:solidFill>
                            <a:srgbClr val="FFFFFF"/>
                          </a:solidFill>
                          <a:effectLst/>
                          <a:latin typeface="Arial" panose="020B0604020202020204" pitchFamily="34" charset="0"/>
                        </a:rPr>
                        <a:t>System)</a:t>
                      </a:r>
                    </a:p>
                  </a:txBody>
                  <a:tcPr marL="49749" marR="49749" marT="33166" marB="33166" anchor="ctr">
                    <a:lnL w="4763" cap="flat" cmpd="sng" algn="ctr">
                      <a:solidFill>
                        <a:srgbClr val="76453B"/>
                      </a:solidFill>
                      <a:prstDash val="solid"/>
                      <a:round/>
                      <a:headEnd type="none" w="med" len="med"/>
                      <a:tailEnd type="none" w="med" len="med"/>
                    </a:lnL>
                    <a:lnR w="4763" cap="flat" cmpd="sng" algn="ctr">
                      <a:solidFill>
                        <a:srgbClr val="76453B"/>
                      </a:solidFill>
                      <a:prstDash val="solid"/>
                      <a:round/>
                      <a:headEnd type="none" w="med" len="med"/>
                      <a:tailEnd type="none" w="med" len="med"/>
                    </a:lnR>
                    <a:lnT w="4763" cap="flat" cmpd="sng" algn="ctr">
                      <a:solidFill>
                        <a:srgbClr val="76453B"/>
                      </a:solidFill>
                      <a:prstDash val="solid"/>
                      <a:round/>
                      <a:headEnd type="none" w="med" len="med"/>
                      <a:tailEnd type="none" w="med" len="med"/>
                    </a:lnT>
                    <a:lnB w="4763" cap="flat" cmpd="sng" algn="ctr">
                      <a:solidFill>
                        <a:srgbClr val="76453B"/>
                      </a:solidFill>
                      <a:prstDash val="solid"/>
                      <a:round/>
                      <a:headEnd type="none" w="med" len="med"/>
                      <a:tailEnd type="none" w="med" len="med"/>
                    </a:lnB>
                    <a:solidFill>
                      <a:srgbClr val="76453B"/>
                    </a:solidFill>
                  </a:tcPr>
                </a:tc>
                <a:tc>
                  <a:txBody>
                    <a:bodyPr/>
                    <a:lstStyle/>
                    <a:p>
                      <a:pPr rtl="0">
                        <a:buNone/>
                      </a:pPr>
                      <a:r>
                        <a:rPr lang="zh-CN" altLang="en-US" sz="1600" b="1" dirty="0">
                          <a:solidFill>
                            <a:srgbClr val="FFFFFF"/>
                          </a:solidFill>
                          <a:effectLst/>
                          <a:latin typeface="Arial" panose="020B0604020202020204" pitchFamily="34" charset="0"/>
                        </a:rPr>
                        <a:t>传感方式 </a:t>
                      </a:r>
                      <a:r>
                        <a:rPr lang="en-US" altLang="zh-CN" sz="1600" b="1" dirty="0">
                          <a:solidFill>
                            <a:srgbClr val="FFFFFF"/>
                          </a:solidFill>
                          <a:effectLst/>
                          <a:latin typeface="Arial" panose="020B0604020202020204" pitchFamily="34" charset="0"/>
                        </a:rPr>
                        <a:t>(</a:t>
                      </a:r>
                      <a:r>
                        <a:rPr lang="en-US" sz="1600" b="1" dirty="0">
                          <a:solidFill>
                            <a:srgbClr val="FFFFFF"/>
                          </a:solidFill>
                          <a:effectLst/>
                          <a:latin typeface="Arial" panose="020B0604020202020204" pitchFamily="34" charset="0"/>
                        </a:rPr>
                        <a:t>Sensing)</a:t>
                      </a:r>
                    </a:p>
                  </a:txBody>
                  <a:tcPr marL="49749" marR="49749" marT="33166" marB="33166" anchor="ctr">
                    <a:lnL w="4763" cap="flat" cmpd="sng" algn="ctr">
                      <a:solidFill>
                        <a:srgbClr val="76453B"/>
                      </a:solidFill>
                      <a:prstDash val="solid"/>
                      <a:round/>
                      <a:headEnd type="none" w="med" len="med"/>
                      <a:tailEnd type="none" w="med" len="med"/>
                    </a:lnL>
                    <a:lnR w="4763" cap="flat" cmpd="sng" algn="ctr">
                      <a:solidFill>
                        <a:srgbClr val="76453B"/>
                      </a:solidFill>
                      <a:prstDash val="solid"/>
                      <a:round/>
                      <a:headEnd type="none" w="med" len="med"/>
                      <a:tailEnd type="none" w="med" len="med"/>
                    </a:lnR>
                    <a:lnT w="4763" cap="flat" cmpd="sng" algn="ctr">
                      <a:solidFill>
                        <a:srgbClr val="76453B"/>
                      </a:solidFill>
                      <a:prstDash val="solid"/>
                      <a:round/>
                      <a:headEnd type="none" w="med" len="med"/>
                      <a:tailEnd type="none" w="med" len="med"/>
                    </a:lnT>
                    <a:lnB w="4763" cap="flat" cmpd="sng" algn="ctr">
                      <a:solidFill>
                        <a:srgbClr val="76453B"/>
                      </a:solidFill>
                      <a:prstDash val="solid"/>
                      <a:round/>
                      <a:headEnd type="none" w="med" len="med"/>
                      <a:tailEnd type="none" w="med" len="med"/>
                    </a:lnB>
                    <a:solidFill>
                      <a:srgbClr val="76453B"/>
                    </a:solidFill>
                  </a:tcPr>
                </a:tc>
                <a:tc>
                  <a:txBody>
                    <a:bodyPr/>
                    <a:lstStyle/>
                    <a:p>
                      <a:pPr rtl="0">
                        <a:buNone/>
                      </a:pPr>
                      <a:r>
                        <a:rPr lang="zh-CN" altLang="en-US" sz="1600" b="1" dirty="0">
                          <a:solidFill>
                            <a:srgbClr val="FFFFFF"/>
                          </a:solidFill>
                          <a:effectLst/>
                          <a:latin typeface="Arial" panose="020B0604020202020204" pitchFamily="34" charset="0"/>
                        </a:rPr>
                        <a:t>追踪能力 </a:t>
                      </a:r>
                      <a:r>
                        <a:rPr lang="en-US" altLang="zh-CN" sz="1600" b="1" dirty="0">
                          <a:solidFill>
                            <a:srgbClr val="FFFFFF"/>
                          </a:solidFill>
                          <a:effectLst/>
                          <a:latin typeface="Arial" panose="020B0604020202020204" pitchFamily="34" charset="0"/>
                        </a:rPr>
                        <a:t>(</a:t>
                      </a:r>
                      <a:r>
                        <a:rPr lang="en-US" sz="1600" b="1" dirty="0">
                          <a:solidFill>
                            <a:srgbClr val="FFFFFF"/>
                          </a:solidFill>
                          <a:effectLst/>
                          <a:latin typeface="Arial" panose="020B0604020202020204" pitchFamily="34" charset="0"/>
                        </a:rPr>
                        <a:t>Capability)</a:t>
                      </a:r>
                    </a:p>
                  </a:txBody>
                  <a:tcPr marL="49749" marR="49749" marT="33166" marB="33166" anchor="ctr">
                    <a:lnL w="4763" cap="flat" cmpd="sng" algn="ctr">
                      <a:solidFill>
                        <a:srgbClr val="76453B"/>
                      </a:solidFill>
                      <a:prstDash val="solid"/>
                      <a:round/>
                      <a:headEnd type="none" w="med" len="med"/>
                      <a:tailEnd type="none" w="med" len="med"/>
                    </a:lnL>
                    <a:lnR w="4763" cap="flat" cmpd="sng" algn="ctr">
                      <a:solidFill>
                        <a:srgbClr val="76453B"/>
                      </a:solidFill>
                      <a:prstDash val="solid"/>
                      <a:round/>
                      <a:headEnd type="none" w="med" len="med"/>
                      <a:tailEnd type="none" w="med" len="med"/>
                    </a:lnR>
                    <a:lnT w="4763" cap="flat" cmpd="sng" algn="ctr">
                      <a:solidFill>
                        <a:srgbClr val="76453B"/>
                      </a:solidFill>
                      <a:prstDash val="solid"/>
                      <a:round/>
                      <a:headEnd type="none" w="med" len="med"/>
                      <a:tailEnd type="none" w="med" len="med"/>
                    </a:lnT>
                    <a:lnB w="4763" cap="flat" cmpd="sng" algn="ctr">
                      <a:solidFill>
                        <a:srgbClr val="76453B"/>
                      </a:solidFill>
                      <a:prstDash val="solid"/>
                      <a:round/>
                      <a:headEnd type="none" w="med" len="med"/>
                      <a:tailEnd type="none" w="med" len="med"/>
                    </a:lnB>
                    <a:solidFill>
                      <a:srgbClr val="76453B"/>
                    </a:solidFill>
                  </a:tcPr>
                </a:tc>
                <a:tc>
                  <a:txBody>
                    <a:bodyPr/>
                    <a:lstStyle/>
                    <a:p>
                      <a:pPr rtl="0">
                        <a:buNone/>
                      </a:pPr>
                      <a:r>
                        <a:rPr lang="zh-CN" altLang="en-US" sz="1600" b="1" dirty="0">
                          <a:solidFill>
                            <a:srgbClr val="FFFFFF"/>
                          </a:solidFill>
                          <a:effectLst/>
                          <a:latin typeface="Arial" panose="020B0604020202020204" pitchFamily="34" charset="0"/>
                        </a:rPr>
                        <a:t>设备形态 </a:t>
                      </a:r>
                      <a:r>
                        <a:rPr lang="en-US" altLang="zh-CN" sz="1600" b="1" dirty="0">
                          <a:solidFill>
                            <a:srgbClr val="FFFFFF"/>
                          </a:solidFill>
                          <a:effectLst/>
                          <a:latin typeface="Arial" panose="020B0604020202020204" pitchFamily="34" charset="0"/>
                        </a:rPr>
                        <a:t>(</a:t>
                      </a:r>
                      <a:r>
                        <a:rPr lang="en-US" sz="1600" b="1" dirty="0">
                          <a:solidFill>
                            <a:srgbClr val="FFFFFF"/>
                          </a:solidFill>
                          <a:effectLst/>
                          <a:latin typeface="Arial" panose="020B0604020202020204" pitchFamily="34" charset="0"/>
                        </a:rPr>
                        <a:t>Form Factor)</a:t>
                      </a:r>
                    </a:p>
                  </a:txBody>
                  <a:tcPr marL="49749" marR="49749" marT="33166" marB="33166" anchor="ctr">
                    <a:lnL w="4763" cap="flat" cmpd="sng" algn="ctr">
                      <a:solidFill>
                        <a:srgbClr val="76453B"/>
                      </a:solidFill>
                      <a:prstDash val="solid"/>
                      <a:round/>
                      <a:headEnd type="none" w="med" len="med"/>
                      <a:tailEnd type="none" w="med" len="med"/>
                    </a:lnL>
                    <a:lnR w="4763" cap="flat" cmpd="sng" algn="ctr">
                      <a:solidFill>
                        <a:srgbClr val="76453B"/>
                      </a:solidFill>
                      <a:prstDash val="solid"/>
                      <a:round/>
                      <a:headEnd type="none" w="med" len="med"/>
                      <a:tailEnd type="none" w="med" len="med"/>
                    </a:lnR>
                    <a:lnT w="4763" cap="flat" cmpd="sng" algn="ctr">
                      <a:solidFill>
                        <a:srgbClr val="76453B"/>
                      </a:solidFill>
                      <a:prstDash val="solid"/>
                      <a:round/>
                      <a:headEnd type="none" w="med" len="med"/>
                      <a:tailEnd type="none" w="med" len="med"/>
                    </a:lnT>
                    <a:lnB w="4763" cap="flat" cmpd="sng" algn="ctr">
                      <a:solidFill>
                        <a:srgbClr val="76453B"/>
                      </a:solidFill>
                      <a:prstDash val="solid"/>
                      <a:round/>
                      <a:headEnd type="none" w="med" len="med"/>
                      <a:tailEnd type="none" w="med" len="med"/>
                    </a:lnB>
                    <a:solidFill>
                      <a:srgbClr val="76453B"/>
                    </a:solidFill>
                  </a:tcPr>
                </a:tc>
                <a:tc>
                  <a:txBody>
                    <a:bodyPr/>
                    <a:lstStyle/>
                    <a:p>
                      <a:pPr rtl="0">
                        <a:buNone/>
                      </a:pPr>
                      <a:r>
                        <a:rPr lang="zh-CN" altLang="en-US" sz="1600" b="1" dirty="0">
                          <a:solidFill>
                            <a:srgbClr val="FFFFFF"/>
                          </a:solidFill>
                          <a:effectLst/>
                          <a:latin typeface="Arial" panose="020B0604020202020204" pitchFamily="34" charset="0"/>
                        </a:rPr>
                        <a:t>无束缚 </a:t>
                      </a:r>
                      <a:r>
                        <a:rPr lang="en-US" altLang="zh-CN" sz="1600" b="1" dirty="0">
                          <a:solidFill>
                            <a:srgbClr val="FFFFFF"/>
                          </a:solidFill>
                          <a:effectLst/>
                          <a:latin typeface="Arial" panose="020B0604020202020204" pitchFamily="34" charset="0"/>
                        </a:rPr>
                        <a:t>(</a:t>
                      </a:r>
                      <a:r>
                        <a:rPr lang="en-US" sz="1600" b="1" dirty="0">
                          <a:solidFill>
                            <a:srgbClr val="FFFFFF"/>
                          </a:solidFill>
                          <a:effectLst/>
                          <a:latin typeface="Arial" panose="020B0604020202020204" pitchFamily="34" charset="0"/>
                        </a:rPr>
                        <a:t>Untethered)</a:t>
                      </a:r>
                    </a:p>
                  </a:txBody>
                  <a:tcPr marL="49749" marR="49749" marT="33166" marB="33166" anchor="ctr">
                    <a:lnL w="4763" cap="flat" cmpd="sng" algn="ctr">
                      <a:solidFill>
                        <a:srgbClr val="76453B"/>
                      </a:solidFill>
                      <a:prstDash val="solid"/>
                      <a:round/>
                      <a:headEnd type="none" w="med" len="med"/>
                      <a:tailEnd type="none" w="med" len="med"/>
                    </a:lnL>
                    <a:lnR w="4763" cap="flat" cmpd="sng" algn="ctr">
                      <a:solidFill>
                        <a:srgbClr val="76453B"/>
                      </a:solidFill>
                      <a:prstDash val="solid"/>
                      <a:round/>
                      <a:headEnd type="none" w="med" len="med"/>
                      <a:tailEnd type="none" w="med" len="med"/>
                    </a:lnR>
                    <a:lnT w="4763" cap="flat" cmpd="sng" algn="ctr">
                      <a:solidFill>
                        <a:srgbClr val="76453B"/>
                      </a:solidFill>
                      <a:prstDash val="solid"/>
                      <a:round/>
                      <a:headEnd type="none" w="med" len="med"/>
                      <a:tailEnd type="none" w="med" len="med"/>
                    </a:lnT>
                    <a:lnB w="4763" cap="flat" cmpd="sng" algn="ctr">
                      <a:solidFill>
                        <a:srgbClr val="76453B"/>
                      </a:solidFill>
                      <a:prstDash val="solid"/>
                      <a:round/>
                      <a:headEnd type="none" w="med" len="med"/>
                      <a:tailEnd type="none" w="med" len="med"/>
                    </a:lnB>
                    <a:solidFill>
                      <a:srgbClr val="76453B"/>
                    </a:solidFill>
                  </a:tcPr>
                </a:tc>
                <a:tc>
                  <a:txBody>
                    <a:bodyPr/>
                    <a:lstStyle/>
                    <a:p>
                      <a:pPr rtl="0">
                        <a:buNone/>
                      </a:pPr>
                      <a:r>
                        <a:rPr lang="zh-CN" altLang="en-US" sz="1600" b="1" dirty="0">
                          <a:solidFill>
                            <a:srgbClr val="FFFFFF"/>
                          </a:solidFill>
                          <a:effectLst/>
                          <a:latin typeface="Arial" panose="020B0604020202020204" pitchFamily="34" charset="0"/>
                        </a:rPr>
                        <a:t>功耗 </a:t>
                      </a:r>
                      <a:r>
                        <a:rPr lang="en-US" altLang="zh-CN" sz="1600" b="1" dirty="0">
                          <a:solidFill>
                            <a:srgbClr val="FFFFFF"/>
                          </a:solidFill>
                          <a:effectLst/>
                          <a:latin typeface="Arial" panose="020B0604020202020204" pitchFamily="34" charset="0"/>
                        </a:rPr>
                        <a:t>(</a:t>
                      </a:r>
                      <a:r>
                        <a:rPr lang="en-US" sz="1600" b="1" dirty="0">
                          <a:solidFill>
                            <a:srgbClr val="FFFFFF"/>
                          </a:solidFill>
                          <a:effectLst/>
                          <a:latin typeface="Arial" panose="020B0604020202020204" pitchFamily="34" charset="0"/>
                        </a:rPr>
                        <a:t>Power)</a:t>
                      </a:r>
                    </a:p>
                  </a:txBody>
                  <a:tcPr marL="49749" marR="49749" marT="33166" marB="33166" anchor="ctr">
                    <a:lnL w="4763" cap="flat" cmpd="sng" algn="ctr">
                      <a:solidFill>
                        <a:srgbClr val="76453B"/>
                      </a:solidFill>
                      <a:prstDash val="solid"/>
                      <a:round/>
                      <a:headEnd type="none" w="med" len="med"/>
                      <a:tailEnd type="none" w="med" len="med"/>
                    </a:lnL>
                    <a:lnR w="4763" cap="flat" cmpd="sng" algn="ctr">
                      <a:solidFill>
                        <a:srgbClr val="76453B"/>
                      </a:solidFill>
                      <a:prstDash val="solid"/>
                      <a:round/>
                      <a:headEnd type="none" w="med" len="med"/>
                      <a:tailEnd type="none" w="med" len="med"/>
                    </a:lnR>
                    <a:lnT w="4763" cap="flat" cmpd="sng" algn="ctr">
                      <a:solidFill>
                        <a:srgbClr val="76453B"/>
                      </a:solidFill>
                      <a:prstDash val="solid"/>
                      <a:round/>
                      <a:headEnd type="none" w="med" len="med"/>
                      <a:tailEnd type="none" w="med" len="med"/>
                    </a:lnT>
                    <a:lnB w="4763" cap="flat" cmpd="sng" algn="ctr">
                      <a:solidFill>
                        <a:srgbClr val="76453B"/>
                      </a:solidFill>
                      <a:prstDash val="solid"/>
                      <a:round/>
                      <a:headEnd type="none" w="med" len="med"/>
                      <a:tailEnd type="none" w="med" len="med"/>
                    </a:lnB>
                    <a:solidFill>
                      <a:srgbClr val="76453B"/>
                    </a:solidFill>
                  </a:tcPr>
                </a:tc>
                <a:extLst>
                  <a:ext uri="{0D108BD9-81ED-4DB2-BD59-A6C34878D82A}">
                    <a16:rowId xmlns:a16="http://schemas.microsoft.com/office/drawing/2014/main" val="3177014663"/>
                  </a:ext>
                </a:extLst>
              </a:tr>
              <a:tr h="581626">
                <a:tc>
                  <a:txBody>
                    <a:bodyPr/>
                    <a:lstStyle/>
                    <a:p>
                      <a:pPr rtl="0">
                        <a:buNone/>
                      </a:pPr>
                      <a:r>
                        <a:rPr lang="en-US" sz="1600" b="1" dirty="0" err="1">
                          <a:solidFill>
                            <a:srgbClr val="000000"/>
                          </a:solidFill>
                          <a:effectLst/>
                          <a:latin typeface="Arial" panose="020B0604020202020204" pitchFamily="34" charset="0"/>
                        </a:rPr>
                        <a:t>ThumbTrak</a:t>
                      </a:r>
                      <a:endParaRPr lang="en-US" sz="1600" dirty="0">
                        <a:solidFill>
                          <a:srgbClr val="000000"/>
                        </a:solidFill>
                        <a:effectLst/>
                        <a:latin typeface="Arial" panose="020B0604020202020204" pitchFamily="34" charset="0"/>
                      </a:endParaRPr>
                    </a:p>
                  </a:txBody>
                  <a:tcPr marL="49749" marR="49749" marT="33166" marB="33166" anchor="ctr">
                    <a:lnL w="4763" cap="flat" cmpd="sng" algn="ctr">
                      <a:solidFill>
                        <a:srgbClr val="76453B"/>
                      </a:solidFill>
                      <a:prstDash val="solid"/>
                      <a:round/>
                      <a:headEnd type="none" w="med" len="med"/>
                      <a:tailEnd type="none" w="med" len="med"/>
                    </a:lnL>
                    <a:lnR w="4763" cap="flat" cmpd="sng" algn="ctr">
                      <a:solidFill>
                        <a:srgbClr val="76453B"/>
                      </a:solidFill>
                      <a:prstDash val="solid"/>
                      <a:round/>
                      <a:headEnd type="none" w="med" len="med"/>
                      <a:tailEnd type="none" w="med" len="med"/>
                    </a:lnR>
                    <a:lnT w="4763" cap="flat" cmpd="sng" algn="ctr">
                      <a:solidFill>
                        <a:srgbClr val="76453B"/>
                      </a:solidFill>
                      <a:prstDash val="solid"/>
                      <a:round/>
                      <a:headEnd type="none" w="med" len="med"/>
                      <a:tailEnd type="none" w="med" len="med"/>
                    </a:lnT>
                    <a:lnB w="4763" cap="flat" cmpd="sng" algn="ctr">
                      <a:solidFill>
                        <a:srgbClr val="76453B"/>
                      </a:solidFill>
                      <a:prstDash val="solid"/>
                      <a:round/>
                      <a:headEnd type="none" w="med" len="med"/>
                      <a:tailEnd type="none" w="med" len="med"/>
                    </a:lnB>
                    <a:solidFill>
                      <a:srgbClr val="FFFFFF"/>
                    </a:solidFill>
                  </a:tcPr>
                </a:tc>
                <a:tc>
                  <a:txBody>
                    <a:bodyPr/>
                    <a:lstStyle/>
                    <a:p>
                      <a:pPr rtl="0">
                        <a:buNone/>
                      </a:pPr>
                      <a:r>
                        <a:rPr lang="en-US" sz="1600" dirty="0">
                          <a:solidFill>
                            <a:srgbClr val="000000"/>
                          </a:solidFill>
                          <a:effectLst/>
                          <a:latin typeface="Arial" panose="020B0604020202020204" pitchFamily="34" charset="0"/>
                        </a:rPr>
                        <a:t>Proximity</a:t>
                      </a:r>
                    </a:p>
                  </a:txBody>
                  <a:tcPr marL="49749" marR="49749" marT="33166" marB="33166" anchor="ctr">
                    <a:lnL w="4763" cap="flat" cmpd="sng" algn="ctr">
                      <a:solidFill>
                        <a:srgbClr val="76453B"/>
                      </a:solidFill>
                      <a:prstDash val="solid"/>
                      <a:round/>
                      <a:headEnd type="none" w="med" len="med"/>
                      <a:tailEnd type="none" w="med" len="med"/>
                    </a:lnL>
                    <a:lnR w="4763" cap="flat" cmpd="sng" algn="ctr">
                      <a:solidFill>
                        <a:srgbClr val="76453B"/>
                      </a:solidFill>
                      <a:prstDash val="solid"/>
                      <a:round/>
                      <a:headEnd type="none" w="med" len="med"/>
                      <a:tailEnd type="none" w="med" len="med"/>
                    </a:lnR>
                    <a:lnT w="4763" cap="flat" cmpd="sng" algn="ctr">
                      <a:solidFill>
                        <a:srgbClr val="76453B"/>
                      </a:solidFill>
                      <a:prstDash val="solid"/>
                      <a:round/>
                      <a:headEnd type="none" w="med" len="med"/>
                      <a:tailEnd type="none" w="med" len="med"/>
                    </a:lnT>
                    <a:lnB w="4763" cap="flat" cmpd="sng" algn="ctr">
                      <a:solidFill>
                        <a:srgbClr val="76453B"/>
                      </a:solidFill>
                      <a:prstDash val="solid"/>
                      <a:round/>
                      <a:headEnd type="none" w="med" len="med"/>
                      <a:tailEnd type="none" w="med" len="med"/>
                    </a:lnB>
                    <a:solidFill>
                      <a:srgbClr val="FFFFFF"/>
                    </a:solidFill>
                  </a:tcPr>
                </a:tc>
                <a:tc>
                  <a:txBody>
                    <a:bodyPr/>
                    <a:lstStyle/>
                    <a:p>
                      <a:pPr rtl="0">
                        <a:buNone/>
                      </a:pPr>
                      <a:r>
                        <a:rPr lang="zh-CN" altLang="en-US" sz="1600" dirty="0">
                          <a:solidFill>
                            <a:srgbClr val="000000"/>
                          </a:solidFill>
                          <a:effectLst/>
                          <a:latin typeface="Arial" panose="020B0604020202020204" pitchFamily="34" charset="0"/>
                        </a:rPr>
                        <a:t>离散手势 </a:t>
                      </a:r>
                      <a:endParaRPr lang="en-US" sz="1600" dirty="0">
                        <a:solidFill>
                          <a:srgbClr val="000000"/>
                        </a:solidFill>
                        <a:effectLst/>
                        <a:latin typeface="Arial" panose="020B0604020202020204" pitchFamily="34" charset="0"/>
                      </a:endParaRPr>
                    </a:p>
                  </a:txBody>
                  <a:tcPr marL="49749" marR="49749" marT="33166" marB="33166" anchor="ctr">
                    <a:lnL w="4763" cap="flat" cmpd="sng" algn="ctr">
                      <a:solidFill>
                        <a:srgbClr val="76453B"/>
                      </a:solidFill>
                      <a:prstDash val="solid"/>
                      <a:round/>
                      <a:headEnd type="none" w="med" len="med"/>
                      <a:tailEnd type="none" w="med" len="med"/>
                    </a:lnL>
                    <a:lnR w="4763" cap="flat" cmpd="sng" algn="ctr">
                      <a:solidFill>
                        <a:srgbClr val="76453B"/>
                      </a:solidFill>
                      <a:prstDash val="solid"/>
                      <a:round/>
                      <a:headEnd type="none" w="med" len="med"/>
                      <a:tailEnd type="none" w="med" len="med"/>
                    </a:lnR>
                    <a:lnT w="4763" cap="flat" cmpd="sng" algn="ctr">
                      <a:solidFill>
                        <a:srgbClr val="76453B"/>
                      </a:solidFill>
                      <a:prstDash val="solid"/>
                      <a:round/>
                      <a:headEnd type="none" w="med" len="med"/>
                      <a:tailEnd type="none" w="med" len="med"/>
                    </a:lnT>
                    <a:lnB w="4763" cap="flat" cmpd="sng" algn="ctr">
                      <a:solidFill>
                        <a:srgbClr val="76453B"/>
                      </a:solidFill>
                      <a:prstDash val="solid"/>
                      <a:round/>
                      <a:headEnd type="none" w="med" len="med"/>
                      <a:tailEnd type="none" w="med" len="med"/>
                    </a:lnB>
                    <a:solidFill>
                      <a:srgbClr val="FFFFFF"/>
                    </a:solidFill>
                  </a:tcPr>
                </a:tc>
                <a:tc>
                  <a:txBody>
                    <a:bodyPr/>
                    <a:lstStyle/>
                    <a:p>
                      <a:pPr rtl="0">
                        <a:buNone/>
                      </a:pPr>
                      <a:r>
                        <a:rPr lang="en-US" sz="1600" dirty="0">
                          <a:solidFill>
                            <a:srgbClr val="000000"/>
                          </a:solidFill>
                          <a:effectLst/>
                          <a:latin typeface="Arial" panose="020B0604020202020204" pitchFamily="34" charset="0"/>
                        </a:rPr>
                        <a:t>1 Ring</a:t>
                      </a:r>
                    </a:p>
                  </a:txBody>
                  <a:tcPr marL="49749" marR="49749" marT="33166" marB="33166" anchor="ctr">
                    <a:lnL w="4763" cap="flat" cmpd="sng" algn="ctr">
                      <a:solidFill>
                        <a:srgbClr val="76453B"/>
                      </a:solidFill>
                      <a:prstDash val="solid"/>
                      <a:round/>
                      <a:headEnd type="none" w="med" len="med"/>
                      <a:tailEnd type="none" w="med" len="med"/>
                    </a:lnL>
                    <a:lnR w="4763" cap="flat" cmpd="sng" algn="ctr">
                      <a:solidFill>
                        <a:srgbClr val="76453B"/>
                      </a:solidFill>
                      <a:prstDash val="solid"/>
                      <a:round/>
                      <a:headEnd type="none" w="med" len="med"/>
                      <a:tailEnd type="none" w="med" len="med"/>
                    </a:lnR>
                    <a:lnT w="4763" cap="flat" cmpd="sng" algn="ctr">
                      <a:solidFill>
                        <a:srgbClr val="76453B"/>
                      </a:solidFill>
                      <a:prstDash val="solid"/>
                      <a:round/>
                      <a:headEnd type="none" w="med" len="med"/>
                      <a:tailEnd type="none" w="med" len="med"/>
                    </a:lnT>
                    <a:lnB w="4763" cap="flat" cmpd="sng" algn="ctr">
                      <a:solidFill>
                        <a:srgbClr val="76453B"/>
                      </a:solidFill>
                      <a:prstDash val="solid"/>
                      <a:round/>
                      <a:headEnd type="none" w="med" len="med"/>
                      <a:tailEnd type="none" w="med" len="med"/>
                    </a:lnB>
                    <a:solidFill>
                      <a:srgbClr val="FFFFFF"/>
                    </a:solidFill>
                  </a:tcPr>
                </a:tc>
                <a:tc>
                  <a:txBody>
                    <a:bodyPr/>
                    <a:lstStyle/>
                    <a:p>
                      <a:pPr rtl="0">
                        <a:buNone/>
                      </a:pPr>
                      <a:r>
                        <a:rPr lang="zh-CN" altLang="en-US" sz="1600" dirty="0">
                          <a:solidFill>
                            <a:srgbClr val="000000"/>
                          </a:solidFill>
                          <a:effectLst/>
                          <a:latin typeface="Arial" panose="020B0604020202020204" pitchFamily="34" charset="0"/>
                        </a:rPr>
                        <a:t>❌</a:t>
                      </a:r>
                    </a:p>
                  </a:txBody>
                  <a:tcPr marL="49749" marR="49749" marT="33166" marB="33166" anchor="ctr">
                    <a:lnL w="4763" cap="flat" cmpd="sng" algn="ctr">
                      <a:solidFill>
                        <a:srgbClr val="76453B"/>
                      </a:solidFill>
                      <a:prstDash val="solid"/>
                      <a:round/>
                      <a:headEnd type="none" w="med" len="med"/>
                      <a:tailEnd type="none" w="med" len="med"/>
                    </a:lnL>
                    <a:lnR w="4763" cap="flat" cmpd="sng" algn="ctr">
                      <a:solidFill>
                        <a:srgbClr val="76453B"/>
                      </a:solidFill>
                      <a:prstDash val="solid"/>
                      <a:round/>
                      <a:headEnd type="none" w="med" len="med"/>
                      <a:tailEnd type="none" w="med" len="med"/>
                    </a:lnR>
                    <a:lnT w="4763" cap="flat" cmpd="sng" algn="ctr">
                      <a:solidFill>
                        <a:srgbClr val="76453B"/>
                      </a:solidFill>
                      <a:prstDash val="solid"/>
                      <a:round/>
                      <a:headEnd type="none" w="med" len="med"/>
                      <a:tailEnd type="none" w="med" len="med"/>
                    </a:lnT>
                    <a:lnB w="4763" cap="flat" cmpd="sng" algn="ctr">
                      <a:solidFill>
                        <a:srgbClr val="76453B"/>
                      </a:solidFill>
                      <a:prstDash val="solid"/>
                      <a:round/>
                      <a:headEnd type="none" w="med" len="med"/>
                      <a:tailEnd type="none" w="med" len="med"/>
                    </a:lnB>
                    <a:solidFill>
                      <a:srgbClr val="FFFFFF"/>
                    </a:solidFill>
                  </a:tcPr>
                </a:tc>
                <a:tc>
                  <a:txBody>
                    <a:bodyPr/>
                    <a:lstStyle/>
                    <a:p>
                      <a:pPr rtl="0">
                        <a:buNone/>
                      </a:pPr>
                      <a:r>
                        <a:rPr lang="en-US" sz="1600" dirty="0">
                          <a:solidFill>
                            <a:srgbClr val="000000"/>
                          </a:solidFill>
                          <a:effectLst/>
                          <a:latin typeface="Arial" panose="020B0604020202020204" pitchFamily="34" charset="0"/>
                        </a:rPr>
                        <a:t>120mW</a:t>
                      </a:r>
                    </a:p>
                  </a:txBody>
                  <a:tcPr marL="49749" marR="49749" marT="33166" marB="33166" anchor="ctr">
                    <a:lnL w="4763" cap="flat" cmpd="sng" algn="ctr">
                      <a:solidFill>
                        <a:srgbClr val="76453B"/>
                      </a:solidFill>
                      <a:prstDash val="solid"/>
                      <a:round/>
                      <a:headEnd type="none" w="med" len="med"/>
                      <a:tailEnd type="none" w="med" len="med"/>
                    </a:lnL>
                    <a:lnR w="4763" cap="flat" cmpd="sng" algn="ctr">
                      <a:solidFill>
                        <a:srgbClr val="76453B"/>
                      </a:solidFill>
                      <a:prstDash val="solid"/>
                      <a:round/>
                      <a:headEnd type="none" w="med" len="med"/>
                      <a:tailEnd type="none" w="med" len="med"/>
                    </a:lnR>
                    <a:lnT w="4763" cap="flat" cmpd="sng" algn="ctr">
                      <a:solidFill>
                        <a:srgbClr val="76453B"/>
                      </a:solidFill>
                      <a:prstDash val="solid"/>
                      <a:round/>
                      <a:headEnd type="none" w="med" len="med"/>
                      <a:tailEnd type="none" w="med" len="med"/>
                    </a:lnT>
                    <a:lnB w="4763" cap="flat" cmpd="sng" algn="ctr">
                      <a:solidFill>
                        <a:srgbClr val="76453B"/>
                      </a:solidFill>
                      <a:prstDash val="solid"/>
                      <a:round/>
                      <a:headEnd type="none" w="med" len="med"/>
                      <a:tailEnd type="none" w="med" len="med"/>
                    </a:lnB>
                    <a:solidFill>
                      <a:srgbClr val="FFFFFF"/>
                    </a:solidFill>
                  </a:tcPr>
                </a:tc>
                <a:extLst>
                  <a:ext uri="{0D108BD9-81ED-4DB2-BD59-A6C34878D82A}">
                    <a16:rowId xmlns:a16="http://schemas.microsoft.com/office/drawing/2014/main" val="962754539"/>
                  </a:ext>
                </a:extLst>
              </a:tr>
              <a:tr h="581626">
                <a:tc>
                  <a:txBody>
                    <a:bodyPr/>
                    <a:lstStyle/>
                    <a:p>
                      <a:pPr rtl="0">
                        <a:buNone/>
                      </a:pPr>
                      <a:r>
                        <a:rPr lang="en-US" sz="1600" b="1" dirty="0" err="1">
                          <a:solidFill>
                            <a:srgbClr val="000000"/>
                          </a:solidFill>
                          <a:effectLst/>
                          <a:latin typeface="Arial" panose="020B0604020202020204" pitchFamily="34" charset="0"/>
                        </a:rPr>
                        <a:t>FingerPing</a:t>
                      </a:r>
                      <a:endParaRPr lang="en-US" sz="1600" dirty="0">
                        <a:solidFill>
                          <a:srgbClr val="000000"/>
                        </a:solidFill>
                        <a:effectLst/>
                        <a:latin typeface="Arial" panose="020B0604020202020204" pitchFamily="34" charset="0"/>
                      </a:endParaRPr>
                    </a:p>
                  </a:txBody>
                  <a:tcPr marL="49749" marR="49749" marT="33166" marB="33166" anchor="ctr">
                    <a:lnL w="4763" cap="flat" cmpd="sng" algn="ctr">
                      <a:solidFill>
                        <a:srgbClr val="76453B"/>
                      </a:solidFill>
                      <a:prstDash val="solid"/>
                      <a:round/>
                      <a:headEnd type="none" w="med" len="med"/>
                      <a:tailEnd type="none" w="med" len="med"/>
                    </a:lnL>
                    <a:lnR w="4763" cap="flat" cmpd="sng" algn="ctr">
                      <a:solidFill>
                        <a:srgbClr val="76453B"/>
                      </a:solidFill>
                      <a:prstDash val="solid"/>
                      <a:round/>
                      <a:headEnd type="none" w="med" len="med"/>
                      <a:tailEnd type="none" w="med" len="med"/>
                    </a:lnR>
                    <a:lnT w="4763" cap="flat" cmpd="sng" algn="ctr">
                      <a:solidFill>
                        <a:srgbClr val="76453B"/>
                      </a:solidFill>
                      <a:prstDash val="solid"/>
                      <a:round/>
                      <a:headEnd type="none" w="med" len="med"/>
                      <a:tailEnd type="none" w="med" len="med"/>
                    </a:lnT>
                    <a:lnB w="4763" cap="flat" cmpd="sng" algn="ctr">
                      <a:solidFill>
                        <a:srgbClr val="76453B"/>
                      </a:solidFill>
                      <a:prstDash val="solid"/>
                      <a:round/>
                      <a:headEnd type="none" w="med" len="med"/>
                      <a:tailEnd type="none" w="med" len="med"/>
                    </a:lnB>
                    <a:solidFill>
                      <a:srgbClr val="FFFFFF"/>
                    </a:solidFill>
                  </a:tcPr>
                </a:tc>
                <a:tc>
                  <a:txBody>
                    <a:bodyPr/>
                    <a:lstStyle/>
                    <a:p>
                      <a:pPr rtl="0">
                        <a:buNone/>
                      </a:pPr>
                      <a:r>
                        <a:rPr lang="en-US" sz="1600" dirty="0">
                          <a:solidFill>
                            <a:srgbClr val="000000"/>
                          </a:solidFill>
                          <a:effectLst/>
                          <a:latin typeface="Arial" panose="020B0604020202020204" pitchFamily="34" charset="0"/>
                        </a:rPr>
                        <a:t>Active Acoustic</a:t>
                      </a:r>
                    </a:p>
                  </a:txBody>
                  <a:tcPr marL="49749" marR="49749" marT="33166" marB="33166" anchor="ctr">
                    <a:lnL w="4763" cap="flat" cmpd="sng" algn="ctr">
                      <a:solidFill>
                        <a:srgbClr val="76453B"/>
                      </a:solidFill>
                      <a:prstDash val="solid"/>
                      <a:round/>
                      <a:headEnd type="none" w="med" len="med"/>
                      <a:tailEnd type="none" w="med" len="med"/>
                    </a:lnL>
                    <a:lnR w="4763" cap="flat" cmpd="sng" algn="ctr">
                      <a:solidFill>
                        <a:srgbClr val="76453B"/>
                      </a:solidFill>
                      <a:prstDash val="solid"/>
                      <a:round/>
                      <a:headEnd type="none" w="med" len="med"/>
                      <a:tailEnd type="none" w="med" len="med"/>
                    </a:lnR>
                    <a:lnT w="4763" cap="flat" cmpd="sng" algn="ctr">
                      <a:solidFill>
                        <a:srgbClr val="76453B"/>
                      </a:solidFill>
                      <a:prstDash val="solid"/>
                      <a:round/>
                      <a:headEnd type="none" w="med" len="med"/>
                      <a:tailEnd type="none" w="med" len="med"/>
                    </a:lnT>
                    <a:lnB w="4763" cap="flat" cmpd="sng" algn="ctr">
                      <a:solidFill>
                        <a:srgbClr val="76453B"/>
                      </a:solidFill>
                      <a:prstDash val="solid"/>
                      <a:round/>
                      <a:headEnd type="none" w="med" len="med"/>
                      <a:tailEnd type="none" w="med" len="med"/>
                    </a:lnB>
                    <a:solidFill>
                      <a:srgbClr val="FFFFFF"/>
                    </a:solidFill>
                  </a:tcPr>
                </a:tc>
                <a:tc>
                  <a:txBody>
                    <a:bodyPr/>
                    <a:lstStyle/>
                    <a:p>
                      <a:pPr rtl="0">
                        <a:buNone/>
                      </a:pPr>
                      <a:r>
                        <a:rPr lang="zh-CN" altLang="en-US" sz="1600" dirty="0">
                          <a:solidFill>
                            <a:srgbClr val="000000"/>
                          </a:solidFill>
                          <a:effectLst/>
                          <a:latin typeface="Arial" panose="020B0604020202020204" pitchFamily="34" charset="0"/>
                        </a:rPr>
                        <a:t>离散手势 </a:t>
                      </a:r>
                      <a:endParaRPr lang="en-US" sz="1600" dirty="0">
                        <a:solidFill>
                          <a:srgbClr val="000000"/>
                        </a:solidFill>
                        <a:effectLst/>
                        <a:latin typeface="Arial" panose="020B0604020202020204" pitchFamily="34" charset="0"/>
                      </a:endParaRPr>
                    </a:p>
                  </a:txBody>
                  <a:tcPr marL="49749" marR="49749" marT="33166" marB="33166" anchor="ctr">
                    <a:lnL w="4763" cap="flat" cmpd="sng" algn="ctr">
                      <a:solidFill>
                        <a:srgbClr val="76453B"/>
                      </a:solidFill>
                      <a:prstDash val="solid"/>
                      <a:round/>
                      <a:headEnd type="none" w="med" len="med"/>
                      <a:tailEnd type="none" w="med" len="med"/>
                    </a:lnL>
                    <a:lnR w="4763" cap="flat" cmpd="sng" algn="ctr">
                      <a:solidFill>
                        <a:srgbClr val="76453B"/>
                      </a:solidFill>
                      <a:prstDash val="solid"/>
                      <a:round/>
                      <a:headEnd type="none" w="med" len="med"/>
                      <a:tailEnd type="none" w="med" len="med"/>
                    </a:lnR>
                    <a:lnT w="4763" cap="flat" cmpd="sng" algn="ctr">
                      <a:solidFill>
                        <a:srgbClr val="76453B"/>
                      </a:solidFill>
                      <a:prstDash val="solid"/>
                      <a:round/>
                      <a:headEnd type="none" w="med" len="med"/>
                      <a:tailEnd type="none" w="med" len="med"/>
                    </a:lnT>
                    <a:lnB w="4763" cap="flat" cmpd="sng" algn="ctr">
                      <a:solidFill>
                        <a:srgbClr val="76453B"/>
                      </a:solidFill>
                      <a:prstDash val="solid"/>
                      <a:round/>
                      <a:headEnd type="none" w="med" len="med"/>
                      <a:tailEnd type="none" w="med" len="med"/>
                    </a:lnB>
                    <a:solidFill>
                      <a:srgbClr val="FFFFFF"/>
                    </a:solidFill>
                  </a:tcPr>
                </a:tc>
                <a:tc>
                  <a:txBody>
                    <a:bodyPr/>
                    <a:lstStyle/>
                    <a:p>
                      <a:pPr rtl="0">
                        <a:buNone/>
                      </a:pPr>
                      <a:r>
                        <a:rPr lang="en-US" sz="1600" dirty="0">
                          <a:solidFill>
                            <a:srgbClr val="000000"/>
                          </a:solidFill>
                          <a:effectLst/>
                          <a:latin typeface="Arial" panose="020B0604020202020204" pitchFamily="34" charset="0"/>
                        </a:rPr>
                        <a:t>1 Ring + </a:t>
                      </a:r>
                      <a:r>
                        <a:rPr lang="en-US" sz="1600" b="1" dirty="0">
                          <a:solidFill>
                            <a:srgbClr val="000000"/>
                          </a:solidFill>
                          <a:effectLst/>
                          <a:latin typeface="Arial" panose="020B0604020202020204" pitchFamily="34" charset="0"/>
                        </a:rPr>
                        <a:t>Wristband</a:t>
                      </a:r>
                      <a:endParaRPr lang="en-US" sz="1600" dirty="0">
                        <a:solidFill>
                          <a:srgbClr val="000000"/>
                        </a:solidFill>
                        <a:effectLst/>
                        <a:latin typeface="Arial" panose="020B0604020202020204" pitchFamily="34" charset="0"/>
                      </a:endParaRPr>
                    </a:p>
                  </a:txBody>
                  <a:tcPr marL="49749" marR="49749" marT="33166" marB="33166" anchor="ctr">
                    <a:lnL w="4763" cap="flat" cmpd="sng" algn="ctr">
                      <a:solidFill>
                        <a:srgbClr val="76453B"/>
                      </a:solidFill>
                      <a:prstDash val="solid"/>
                      <a:round/>
                      <a:headEnd type="none" w="med" len="med"/>
                      <a:tailEnd type="none" w="med" len="med"/>
                    </a:lnL>
                    <a:lnR w="4763" cap="flat" cmpd="sng" algn="ctr">
                      <a:solidFill>
                        <a:srgbClr val="76453B"/>
                      </a:solidFill>
                      <a:prstDash val="solid"/>
                      <a:round/>
                      <a:headEnd type="none" w="med" len="med"/>
                      <a:tailEnd type="none" w="med" len="med"/>
                    </a:lnR>
                    <a:lnT w="4763" cap="flat" cmpd="sng" algn="ctr">
                      <a:solidFill>
                        <a:srgbClr val="76453B"/>
                      </a:solidFill>
                      <a:prstDash val="solid"/>
                      <a:round/>
                      <a:headEnd type="none" w="med" len="med"/>
                      <a:tailEnd type="none" w="med" len="med"/>
                    </a:lnT>
                    <a:lnB w="4763" cap="flat" cmpd="sng" algn="ctr">
                      <a:solidFill>
                        <a:srgbClr val="76453B"/>
                      </a:solidFill>
                      <a:prstDash val="solid"/>
                      <a:round/>
                      <a:headEnd type="none" w="med" len="med"/>
                      <a:tailEnd type="none" w="med" len="med"/>
                    </a:lnB>
                    <a:solidFill>
                      <a:srgbClr val="FFFFFF"/>
                    </a:solidFill>
                  </a:tcPr>
                </a:tc>
                <a:tc>
                  <a:txBody>
                    <a:bodyPr/>
                    <a:lstStyle/>
                    <a:p>
                      <a:pPr rtl="0">
                        <a:buNone/>
                      </a:pPr>
                      <a:r>
                        <a:rPr lang="zh-CN" altLang="en-US" sz="1600" dirty="0">
                          <a:solidFill>
                            <a:srgbClr val="000000"/>
                          </a:solidFill>
                          <a:effectLst/>
                          <a:latin typeface="Arial" panose="020B0604020202020204" pitchFamily="34" charset="0"/>
                        </a:rPr>
                        <a:t>❌</a:t>
                      </a:r>
                    </a:p>
                  </a:txBody>
                  <a:tcPr marL="49749" marR="49749" marT="33166" marB="33166" anchor="ctr">
                    <a:lnL w="4763" cap="flat" cmpd="sng" algn="ctr">
                      <a:solidFill>
                        <a:srgbClr val="76453B"/>
                      </a:solidFill>
                      <a:prstDash val="solid"/>
                      <a:round/>
                      <a:headEnd type="none" w="med" len="med"/>
                      <a:tailEnd type="none" w="med" len="med"/>
                    </a:lnL>
                    <a:lnR w="4763" cap="flat" cmpd="sng" algn="ctr">
                      <a:solidFill>
                        <a:srgbClr val="76453B"/>
                      </a:solidFill>
                      <a:prstDash val="solid"/>
                      <a:round/>
                      <a:headEnd type="none" w="med" len="med"/>
                      <a:tailEnd type="none" w="med" len="med"/>
                    </a:lnR>
                    <a:lnT w="4763" cap="flat" cmpd="sng" algn="ctr">
                      <a:solidFill>
                        <a:srgbClr val="76453B"/>
                      </a:solidFill>
                      <a:prstDash val="solid"/>
                      <a:round/>
                      <a:headEnd type="none" w="med" len="med"/>
                      <a:tailEnd type="none" w="med" len="med"/>
                    </a:lnT>
                    <a:lnB w="4763" cap="flat" cmpd="sng" algn="ctr">
                      <a:solidFill>
                        <a:srgbClr val="76453B"/>
                      </a:solidFill>
                      <a:prstDash val="solid"/>
                      <a:round/>
                      <a:headEnd type="none" w="med" len="med"/>
                      <a:tailEnd type="none" w="med" len="med"/>
                    </a:lnB>
                    <a:solidFill>
                      <a:srgbClr val="FFFFFF"/>
                    </a:solidFill>
                  </a:tcPr>
                </a:tc>
                <a:tc>
                  <a:txBody>
                    <a:bodyPr/>
                    <a:lstStyle/>
                    <a:p>
                      <a:pPr rtl="0">
                        <a:buNone/>
                      </a:pPr>
                      <a:r>
                        <a:rPr lang="en-US" altLang="zh-CN" sz="1600" dirty="0">
                          <a:solidFill>
                            <a:srgbClr val="000000"/>
                          </a:solidFill>
                          <a:effectLst/>
                          <a:latin typeface="Arial" panose="020B0604020202020204" pitchFamily="34" charset="0"/>
                        </a:rPr>
                        <a:t>-</a:t>
                      </a:r>
                    </a:p>
                  </a:txBody>
                  <a:tcPr marL="49749" marR="49749" marT="33166" marB="33166" anchor="ctr">
                    <a:lnL w="4763" cap="flat" cmpd="sng" algn="ctr">
                      <a:solidFill>
                        <a:srgbClr val="76453B"/>
                      </a:solidFill>
                      <a:prstDash val="solid"/>
                      <a:round/>
                      <a:headEnd type="none" w="med" len="med"/>
                      <a:tailEnd type="none" w="med" len="med"/>
                    </a:lnL>
                    <a:lnR w="4763" cap="flat" cmpd="sng" algn="ctr">
                      <a:solidFill>
                        <a:srgbClr val="76453B"/>
                      </a:solidFill>
                      <a:prstDash val="solid"/>
                      <a:round/>
                      <a:headEnd type="none" w="med" len="med"/>
                      <a:tailEnd type="none" w="med" len="med"/>
                    </a:lnR>
                    <a:lnT w="4763" cap="flat" cmpd="sng" algn="ctr">
                      <a:solidFill>
                        <a:srgbClr val="76453B"/>
                      </a:solidFill>
                      <a:prstDash val="solid"/>
                      <a:round/>
                      <a:headEnd type="none" w="med" len="med"/>
                      <a:tailEnd type="none" w="med" len="med"/>
                    </a:lnT>
                    <a:lnB w="4763" cap="flat" cmpd="sng" algn="ctr">
                      <a:solidFill>
                        <a:srgbClr val="76453B"/>
                      </a:solidFill>
                      <a:prstDash val="solid"/>
                      <a:round/>
                      <a:headEnd type="none" w="med" len="med"/>
                      <a:tailEnd type="none" w="med" len="med"/>
                    </a:lnB>
                    <a:solidFill>
                      <a:srgbClr val="FFFFFF"/>
                    </a:solidFill>
                  </a:tcPr>
                </a:tc>
                <a:extLst>
                  <a:ext uri="{0D108BD9-81ED-4DB2-BD59-A6C34878D82A}">
                    <a16:rowId xmlns:a16="http://schemas.microsoft.com/office/drawing/2014/main" val="2221176051"/>
                  </a:ext>
                </a:extLst>
              </a:tr>
              <a:tr h="581626">
                <a:tc>
                  <a:txBody>
                    <a:bodyPr/>
                    <a:lstStyle/>
                    <a:p>
                      <a:pPr rtl="0">
                        <a:buNone/>
                      </a:pPr>
                      <a:r>
                        <a:rPr lang="en-US" sz="1600" b="1" dirty="0" err="1">
                          <a:solidFill>
                            <a:srgbClr val="000000"/>
                          </a:solidFill>
                          <a:effectLst/>
                          <a:latin typeface="Arial" panose="020B0604020202020204" pitchFamily="34" charset="0"/>
                        </a:rPr>
                        <a:t>ElectroRing</a:t>
                      </a:r>
                      <a:endParaRPr lang="en-US" sz="1600" dirty="0">
                        <a:solidFill>
                          <a:srgbClr val="000000"/>
                        </a:solidFill>
                        <a:effectLst/>
                        <a:latin typeface="Arial" panose="020B0604020202020204" pitchFamily="34" charset="0"/>
                      </a:endParaRPr>
                    </a:p>
                  </a:txBody>
                  <a:tcPr marL="49749" marR="49749" marT="33166" marB="33166" anchor="ctr">
                    <a:lnL w="4763" cap="flat" cmpd="sng" algn="ctr">
                      <a:solidFill>
                        <a:srgbClr val="76453B"/>
                      </a:solidFill>
                      <a:prstDash val="solid"/>
                      <a:round/>
                      <a:headEnd type="none" w="med" len="med"/>
                      <a:tailEnd type="none" w="med" len="med"/>
                    </a:lnL>
                    <a:lnR w="4763" cap="flat" cmpd="sng" algn="ctr">
                      <a:solidFill>
                        <a:srgbClr val="76453B"/>
                      </a:solidFill>
                      <a:prstDash val="solid"/>
                      <a:round/>
                      <a:headEnd type="none" w="med" len="med"/>
                      <a:tailEnd type="none" w="med" len="med"/>
                    </a:lnR>
                    <a:lnT w="4763" cap="flat" cmpd="sng" algn="ctr">
                      <a:solidFill>
                        <a:srgbClr val="76453B"/>
                      </a:solidFill>
                      <a:prstDash val="solid"/>
                      <a:round/>
                      <a:headEnd type="none" w="med" len="med"/>
                      <a:tailEnd type="none" w="med" len="med"/>
                    </a:lnT>
                    <a:lnB w="4763" cap="flat" cmpd="sng" algn="ctr">
                      <a:solidFill>
                        <a:srgbClr val="76453B"/>
                      </a:solidFill>
                      <a:prstDash val="solid"/>
                      <a:round/>
                      <a:headEnd type="none" w="med" len="med"/>
                      <a:tailEnd type="none" w="med" len="med"/>
                    </a:lnB>
                    <a:solidFill>
                      <a:srgbClr val="FFFFFF"/>
                    </a:solidFill>
                  </a:tcPr>
                </a:tc>
                <a:tc>
                  <a:txBody>
                    <a:bodyPr/>
                    <a:lstStyle/>
                    <a:p>
                      <a:pPr rtl="0">
                        <a:buNone/>
                      </a:pPr>
                      <a:r>
                        <a:rPr lang="en-US" sz="1600" dirty="0">
                          <a:solidFill>
                            <a:srgbClr val="000000"/>
                          </a:solidFill>
                          <a:effectLst/>
                          <a:latin typeface="Arial" panose="020B0604020202020204" pitchFamily="34" charset="0"/>
                        </a:rPr>
                        <a:t>Electric Field</a:t>
                      </a:r>
                    </a:p>
                  </a:txBody>
                  <a:tcPr marL="49749" marR="49749" marT="33166" marB="33166" anchor="ctr">
                    <a:lnL w="4763" cap="flat" cmpd="sng" algn="ctr">
                      <a:solidFill>
                        <a:srgbClr val="76453B"/>
                      </a:solidFill>
                      <a:prstDash val="solid"/>
                      <a:round/>
                      <a:headEnd type="none" w="med" len="med"/>
                      <a:tailEnd type="none" w="med" len="med"/>
                    </a:lnL>
                    <a:lnR w="4763" cap="flat" cmpd="sng" algn="ctr">
                      <a:solidFill>
                        <a:srgbClr val="76453B"/>
                      </a:solidFill>
                      <a:prstDash val="solid"/>
                      <a:round/>
                      <a:headEnd type="none" w="med" len="med"/>
                      <a:tailEnd type="none" w="med" len="med"/>
                    </a:lnR>
                    <a:lnT w="4763" cap="flat" cmpd="sng" algn="ctr">
                      <a:solidFill>
                        <a:srgbClr val="76453B"/>
                      </a:solidFill>
                      <a:prstDash val="solid"/>
                      <a:round/>
                      <a:headEnd type="none" w="med" len="med"/>
                      <a:tailEnd type="none" w="med" len="med"/>
                    </a:lnT>
                    <a:lnB w="4763" cap="flat" cmpd="sng" algn="ctr">
                      <a:solidFill>
                        <a:srgbClr val="76453B"/>
                      </a:solidFill>
                      <a:prstDash val="solid"/>
                      <a:round/>
                      <a:headEnd type="none" w="med" len="med"/>
                      <a:tailEnd type="none" w="med" len="med"/>
                    </a:lnB>
                    <a:solidFill>
                      <a:srgbClr val="FFFFFF"/>
                    </a:solidFill>
                  </a:tcPr>
                </a:tc>
                <a:tc>
                  <a:txBody>
                    <a:bodyPr/>
                    <a:lstStyle/>
                    <a:p>
                      <a:pPr rtl="0">
                        <a:buNone/>
                      </a:pPr>
                      <a:r>
                        <a:rPr lang="zh-CN" altLang="en-US" sz="1600" dirty="0">
                          <a:solidFill>
                            <a:srgbClr val="000000"/>
                          </a:solidFill>
                          <a:effectLst/>
                          <a:latin typeface="Arial" panose="020B0604020202020204" pitchFamily="34" charset="0"/>
                        </a:rPr>
                        <a:t>离散点击 </a:t>
                      </a:r>
                      <a:endParaRPr lang="en-US" sz="1600" dirty="0">
                        <a:solidFill>
                          <a:srgbClr val="000000"/>
                        </a:solidFill>
                        <a:effectLst/>
                        <a:latin typeface="Arial" panose="020B0604020202020204" pitchFamily="34" charset="0"/>
                      </a:endParaRPr>
                    </a:p>
                  </a:txBody>
                  <a:tcPr marL="49749" marR="49749" marT="33166" marB="33166" anchor="ctr">
                    <a:lnL w="4763" cap="flat" cmpd="sng" algn="ctr">
                      <a:solidFill>
                        <a:srgbClr val="76453B"/>
                      </a:solidFill>
                      <a:prstDash val="solid"/>
                      <a:round/>
                      <a:headEnd type="none" w="med" len="med"/>
                      <a:tailEnd type="none" w="med" len="med"/>
                    </a:lnL>
                    <a:lnR w="4763" cap="flat" cmpd="sng" algn="ctr">
                      <a:solidFill>
                        <a:srgbClr val="76453B"/>
                      </a:solidFill>
                      <a:prstDash val="solid"/>
                      <a:round/>
                      <a:headEnd type="none" w="med" len="med"/>
                      <a:tailEnd type="none" w="med" len="med"/>
                    </a:lnR>
                    <a:lnT w="4763" cap="flat" cmpd="sng" algn="ctr">
                      <a:solidFill>
                        <a:srgbClr val="76453B"/>
                      </a:solidFill>
                      <a:prstDash val="solid"/>
                      <a:round/>
                      <a:headEnd type="none" w="med" len="med"/>
                      <a:tailEnd type="none" w="med" len="med"/>
                    </a:lnT>
                    <a:lnB w="4763" cap="flat" cmpd="sng" algn="ctr">
                      <a:solidFill>
                        <a:srgbClr val="76453B"/>
                      </a:solidFill>
                      <a:prstDash val="solid"/>
                      <a:round/>
                      <a:headEnd type="none" w="med" len="med"/>
                      <a:tailEnd type="none" w="med" len="med"/>
                    </a:lnB>
                    <a:solidFill>
                      <a:srgbClr val="FFFFFF"/>
                    </a:solidFill>
                  </a:tcPr>
                </a:tc>
                <a:tc>
                  <a:txBody>
                    <a:bodyPr/>
                    <a:lstStyle/>
                    <a:p>
                      <a:pPr rtl="0">
                        <a:buNone/>
                      </a:pPr>
                      <a:r>
                        <a:rPr lang="en-US" sz="1600" dirty="0">
                          <a:solidFill>
                            <a:srgbClr val="000000"/>
                          </a:solidFill>
                          <a:effectLst/>
                          <a:latin typeface="Arial" panose="020B0604020202020204" pitchFamily="34" charset="0"/>
                        </a:rPr>
                        <a:t>1 Ring</a:t>
                      </a:r>
                    </a:p>
                  </a:txBody>
                  <a:tcPr marL="49749" marR="49749" marT="33166" marB="33166" anchor="ctr">
                    <a:lnL w="4763" cap="flat" cmpd="sng" algn="ctr">
                      <a:solidFill>
                        <a:srgbClr val="76453B"/>
                      </a:solidFill>
                      <a:prstDash val="solid"/>
                      <a:round/>
                      <a:headEnd type="none" w="med" len="med"/>
                      <a:tailEnd type="none" w="med" len="med"/>
                    </a:lnL>
                    <a:lnR w="4763" cap="flat" cmpd="sng" algn="ctr">
                      <a:solidFill>
                        <a:srgbClr val="76453B"/>
                      </a:solidFill>
                      <a:prstDash val="solid"/>
                      <a:round/>
                      <a:headEnd type="none" w="med" len="med"/>
                      <a:tailEnd type="none" w="med" len="med"/>
                    </a:lnR>
                    <a:lnT w="4763" cap="flat" cmpd="sng" algn="ctr">
                      <a:solidFill>
                        <a:srgbClr val="76453B"/>
                      </a:solidFill>
                      <a:prstDash val="solid"/>
                      <a:round/>
                      <a:headEnd type="none" w="med" len="med"/>
                      <a:tailEnd type="none" w="med" len="med"/>
                    </a:lnT>
                    <a:lnB w="4763" cap="flat" cmpd="sng" algn="ctr">
                      <a:solidFill>
                        <a:srgbClr val="76453B"/>
                      </a:solidFill>
                      <a:prstDash val="solid"/>
                      <a:round/>
                      <a:headEnd type="none" w="med" len="med"/>
                      <a:tailEnd type="none" w="med" len="med"/>
                    </a:lnB>
                    <a:solidFill>
                      <a:srgbClr val="FFFFFF"/>
                    </a:solidFill>
                  </a:tcPr>
                </a:tc>
                <a:tc>
                  <a:txBody>
                    <a:bodyPr/>
                    <a:lstStyle/>
                    <a:p>
                      <a:pPr rtl="0">
                        <a:buNone/>
                      </a:pPr>
                      <a:r>
                        <a:rPr lang="zh-CN" altLang="en-US" sz="1600" dirty="0">
                          <a:solidFill>
                            <a:srgbClr val="000000"/>
                          </a:solidFill>
                          <a:effectLst/>
                          <a:latin typeface="Arial" panose="020B0604020202020204" pitchFamily="34" charset="0"/>
                        </a:rPr>
                        <a:t>✅</a:t>
                      </a:r>
                    </a:p>
                  </a:txBody>
                  <a:tcPr marL="49749" marR="49749" marT="33166" marB="33166" anchor="ctr">
                    <a:lnL w="4763" cap="flat" cmpd="sng" algn="ctr">
                      <a:solidFill>
                        <a:srgbClr val="76453B"/>
                      </a:solidFill>
                      <a:prstDash val="solid"/>
                      <a:round/>
                      <a:headEnd type="none" w="med" len="med"/>
                      <a:tailEnd type="none" w="med" len="med"/>
                    </a:lnL>
                    <a:lnR w="4763" cap="flat" cmpd="sng" algn="ctr">
                      <a:solidFill>
                        <a:srgbClr val="76453B"/>
                      </a:solidFill>
                      <a:prstDash val="solid"/>
                      <a:round/>
                      <a:headEnd type="none" w="med" len="med"/>
                      <a:tailEnd type="none" w="med" len="med"/>
                    </a:lnR>
                    <a:lnT w="4763" cap="flat" cmpd="sng" algn="ctr">
                      <a:solidFill>
                        <a:srgbClr val="76453B"/>
                      </a:solidFill>
                      <a:prstDash val="solid"/>
                      <a:round/>
                      <a:headEnd type="none" w="med" len="med"/>
                      <a:tailEnd type="none" w="med" len="med"/>
                    </a:lnT>
                    <a:lnB w="4763" cap="flat" cmpd="sng" algn="ctr">
                      <a:solidFill>
                        <a:srgbClr val="76453B"/>
                      </a:solidFill>
                      <a:prstDash val="solid"/>
                      <a:round/>
                      <a:headEnd type="none" w="med" len="med"/>
                      <a:tailEnd type="none" w="med" len="med"/>
                    </a:lnB>
                    <a:solidFill>
                      <a:srgbClr val="FFFFFF"/>
                    </a:solidFill>
                  </a:tcPr>
                </a:tc>
                <a:tc>
                  <a:txBody>
                    <a:bodyPr/>
                    <a:lstStyle/>
                    <a:p>
                      <a:pPr rtl="0">
                        <a:buNone/>
                      </a:pPr>
                      <a:r>
                        <a:rPr lang="en-US" sz="1600" dirty="0">
                          <a:solidFill>
                            <a:srgbClr val="000000"/>
                          </a:solidFill>
                          <a:effectLst/>
                          <a:latin typeface="Arial" panose="020B0604020202020204" pitchFamily="34" charset="0"/>
                        </a:rPr>
                        <a:t>220mW</a:t>
                      </a:r>
                    </a:p>
                  </a:txBody>
                  <a:tcPr marL="49749" marR="49749" marT="33166" marB="33166" anchor="ctr">
                    <a:lnL w="4763" cap="flat" cmpd="sng" algn="ctr">
                      <a:solidFill>
                        <a:srgbClr val="76453B"/>
                      </a:solidFill>
                      <a:prstDash val="solid"/>
                      <a:round/>
                      <a:headEnd type="none" w="med" len="med"/>
                      <a:tailEnd type="none" w="med" len="med"/>
                    </a:lnL>
                    <a:lnR w="4763" cap="flat" cmpd="sng" algn="ctr">
                      <a:solidFill>
                        <a:srgbClr val="76453B"/>
                      </a:solidFill>
                      <a:prstDash val="solid"/>
                      <a:round/>
                      <a:headEnd type="none" w="med" len="med"/>
                      <a:tailEnd type="none" w="med" len="med"/>
                    </a:lnR>
                    <a:lnT w="4763" cap="flat" cmpd="sng" algn="ctr">
                      <a:solidFill>
                        <a:srgbClr val="76453B"/>
                      </a:solidFill>
                      <a:prstDash val="solid"/>
                      <a:round/>
                      <a:headEnd type="none" w="med" len="med"/>
                      <a:tailEnd type="none" w="med" len="med"/>
                    </a:lnT>
                    <a:lnB w="4763" cap="flat" cmpd="sng" algn="ctr">
                      <a:solidFill>
                        <a:srgbClr val="76453B"/>
                      </a:solidFill>
                      <a:prstDash val="solid"/>
                      <a:round/>
                      <a:headEnd type="none" w="med" len="med"/>
                      <a:tailEnd type="none" w="med" len="med"/>
                    </a:lnB>
                    <a:solidFill>
                      <a:srgbClr val="FFFFFF"/>
                    </a:solidFill>
                  </a:tcPr>
                </a:tc>
                <a:extLst>
                  <a:ext uri="{0D108BD9-81ED-4DB2-BD59-A6C34878D82A}">
                    <a16:rowId xmlns:a16="http://schemas.microsoft.com/office/drawing/2014/main" val="3621460393"/>
                  </a:ext>
                </a:extLst>
              </a:tr>
              <a:tr h="581626">
                <a:tc>
                  <a:txBody>
                    <a:bodyPr/>
                    <a:lstStyle/>
                    <a:p>
                      <a:pPr rtl="0">
                        <a:buNone/>
                      </a:pPr>
                      <a:r>
                        <a:rPr lang="en-US" sz="1600" b="1" dirty="0">
                          <a:solidFill>
                            <a:srgbClr val="000000"/>
                          </a:solidFill>
                          <a:effectLst/>
                          <a:latin typeface="Arial" panose="020B0604020202020204" pitchFamily="34" charset="0"/>
                        </a:rPr>
                        <a:t>Z-Ring</a:t>
                      </a:r>
                      <a:endParaRPr lang="en-US" sz="1600" dirty="0">
                        <a:solidFill>
                          <a:srgbClr val="000000"/>
                        </a:solidFill>
                        <a:effectLst/>
                        <a:latin typeface="Arial" panose="020B0604020202020204" pitchFamily="34" charset="0"/>
                      </a:endParaRPr>
                    </a:p>
                  </a:txBody>
                  <a:tcPr marL="49749" marR="49749" marT="33166" marB="33166" anchor="ctr">
                    <a:lnL w="4763" cap="flat" cmpd="sng" algn="ctr">
                      <a:solidFill>
                        <a:srgbClr val="76453B"/>
                      </a:solidFill>
                      <a:prstDash val="solid"/>
                      <a:round/>
                      <a:headEnd type="none" w="med" len="med"/>
                      <a:tailEnd type="none" w="med" len="med"/>
                    </a:lnL>
                    <a:lnR w="4763" cap="flat" cmpd="sng" algn="ctr">
                      <a:solidFill>
                        <a:srgbClr val="76453B"/>
                      </a:solidFill>
                      <a:prstDash val="solid"/>
                      <a:round/>
                      <a:headEnd type="none" w="med" len="med"/>
                      <a:tailEnd type="none" w="med" len="med"/>
                    </a:lnR>
                    <a:lnT w="4763" cap="flat" cmpd="sng" algn="ctr">
                      <a:solidFill>
                        <a:srgbClr val="76453B"/>
                      </a:solidFill>
                      <a:prstDash val="solid"/>
                      <a:round/>
                      <a:headEnd type="none" w="med" len="med"/>
                      <a:tailEnd type="none" w="med" len="med"/>
                    </a:lnT>
                    <a:lnB w="4763" cap="flat" cmpd="sng" algn="ctr">
                      <a:solidFill>
                        <a:srgbClr val="76453B"/>
                      </a:solidFill>
                      <a:prstDash val="solid"/>
                      <a:round/>
                      <a:headEnd type="none" w="med" len="med"/>
                      <a:tailEnd type="none" w="med" len="med"/>
                    </a:lnB>
                    <a:solidFill>
                      <a:srgbClr val="FFFFFF"/>
                    </a:solidFill>
                  </a:tcPr>
                </a:tc>
                <a:tc>
                  <a:txBody>
                    <a:bodyPr/>
                    <a:lstStyle/>
                    <a:p>
                      <a:pPr rtl="0">
                        <a:buNone/>
                      </a:pPr>
                      <a:r>
                        <a:rPr lang="en-US" sz="1600" dirty="0">
                          <a:solidFill>
                            <a:srgbClr val="000000"/>
                          </a:solidFill>
                          <a:effectLst/>
                          <a:latin typeface="Arial" panose="020B0604020202020204" pitchFamily="34" charset="0"/>
                        </a:rPr>
                        <a:t>Bio-Impedance</a:t>
                      </a:r>
                    </a:p>
                  </a:txBody>
                  <a:tcPr marL="49749" marR="49749" marT="33166" marB="33166" anchor="ctr">
                    <a:lnL w="4763" cap="flat" cmpd="sng" algn="ctr">
                      <a:solidFill>
                        <a:srgbClr val="76453B"/>
                      </a:solidFill>
                      <a:prstDash val="solid"/>
                      <a:round/>
                      <a:headEnd type="none" w="med" len="med"/>
                      <a:tailEnd type="none" w="med" len="med"/>
                    </a:lnL>
                    <a:lnR w="4763" cap="flat" cmpd="sng" algn="ctr">
                      <a:solidFill>
                        <a:srgbClr val="76453B"/>
                      </a:solidFill>
                      <a:prstDash val="solid"/>
                      <a:round/>
                      <a:headEnd type="none" w="med" len="med"/>
                      <a:tailEnd type="none" w="med" len="med"/>
                    </a:lnR>
                    <a:lnT w="4763" cap="flat" cmpd="sng" algn="ctr">
                      <a:solidFill>
                        <a:srgbClr val="76453B"/>
                      </a:solidFill>
                      <a:prstDash val="solid"/>
                      <a:round/>
                      <a:headEnd type="none" w="med" len="med"/>
                      <a:tailEnd type="none" w="med" len="med"/>
                    </a:lnT>
                    <a:lnB w="4763" cap="flat" cmpd="sng" algn="ctr">
                      <a:solidFill>
                        <a:srgbClr val="76453B"/>
                      </a:solidFill>
                      <a:prstDash val="solid"/>
                      <a:round/>
                      <a:headEnd type="none" w="med" len="med"/>
                      <a:tailEnd type="none" w="med" len="med"/>
                    </a:lnB>
                    <a:solidFill>
                      <a:srgbClr val="FFFFFF"/>
                    </a:solidFill>
                  </a:tcPr>
                </a:tc>
                <a:tc>
                  <a:txBody>
                    <a:bodyPr/>
                    <a:lstStyle/>
                    <a:p>
                      <a:pPr rtl="0">
                        <a:buNone/>
                      </a:pPr>
                      <a:r>
                        <a:rPr lang="en-US" sz="1600" dirty="0">
                          <a:solidFill>
                            <a:srgbClr val="000000"/>
                          </a:solidFill>
                          <a:effectLst/>
                          <a:latin typeface="Arial" panose="020B0604020202020204" pitchFamily="34" charset="0"/>
                        </a:rPr>
                        <a:t>2D </a:t>
                      </a:r>
                      <a:r>
                        <a:rPr lang="zh-CN" altLang="en-US" sz="1600" dirty="0">
                          <a:solidFill>
                            <a:srgbClr val="000000"/>
                          </a:solidFill>
                          <a:effectLst/>
                          <a:latin typeface="Arial" panose="020B0604020202020204" pitchFamily="34" charset="0"/>
                        </a:rPr>
                        <a:t>连续</a:t>
                      </a:r>
                      <a:endParaRPr lang="en-US" sz="1600" dirty="0">
                        <a:solidFill>
                          <a:srgbClr val="000000"/>
                        </a:solidFill>
                        <a:effectLst/>
                        <a:latin typeface="Arial" panose="020B0604020202020204" pitchFamily="34" charset="0"/>
                      </a:endParaRPr>
                    </a:p>
                  </a:txBody>
                  <a:tcPr marL="49749" marR="49749" marT="33166" marB="33166" anchor="ctr">
                    <a:lnL w="4763" cap="flat" cmpd="sng" algn="ctr">
                      <a:solidFill>
                        <a:srgbClr val="76453B"/>
                      </a:solidFill>
                      <a:prstDash val="solid"/>
                      <a:round/>
                      <a:headEnd type="none" w="med" len="med"/>
                      <a:tailEnd type="none" w="med" len="med"/>
                    </a:lnL>
                    <a:lnR w="4763" cap="flat" cmpd="sng" algn="ctr">
                      <a:solidFill>
                        <a:srgbClr val="76453B"/>
                      </a:solidFill>
                      <a:prstDash val="solid"/>
                      <a:round/>
                      <a:headEnd type="none" w="med" len="med"/>
                      <a:tailEnd type="none" w="med" len="med"/>
                    </a:lnR>
                    <a:lnT w="4763" cap="flat" cmpd="sng" algn="ctr">
                      <a:solidFill>
                        <a:srgbClr val="76453B"/>
                      </a:solidFill>
                      <a:prstDash val="solid"/>
                      <a:round/>
                      <a:headEnd type="none" w="med" len="med"/>
                      <a:tailEnd type="none" w="med" len="med"/>
                    </a:lnT>
                    <a:lnB w="4763" cap="flat" cmpd="sng" algn="ctr">
                      <a:solidFill>
                        <a:srgbClr val="76453B"/>
                      </a:solidFill>
                      <a:prstDash val="solid"/>
                      <a:round/>
                      <a:headEnd type="none" w="med" len="med"/>
                      <a:tailEnd type="none" w="med" len="med"/>
                    </a:lnB>
                    <a:solidFill>
                      <a:srgbClr val="FFFFFF"/>
                    </a:solidFill>
                  </a:tcPr>
                </a:tc>
                <a:tc>
                  <a:txBody>
                    <a:bodyPr/>
                    <a:lstStyle/>
                    <a:p>
                      <a:pPr rtl="0">
                        <a:buNone/>
                      </a:pPr>
                      <a:r>
                        <a:rPr lang="en-US" sz="1600" dirty="0">
                          <a:solidFill>
                            <a:srgbClr val="000000"/>
                          </a:solidFill>
                          <a:effectLst/>
                          <a:latin typeface="Arial" panose="020B0604020202020204" pitchFamily="34" charset="0"/>
                        </a:rPr>
                        <a:t>1 Ring + </a:t>
                      </a:r>
                      <a:r>
                        <a:rPr lang="en-US" sz="1600" b="1" dirty="0">
                          <a:solidFill>
                            <a:srgbClr val="000000"/>
                          </a:solidFill>
                          <a:effectLst/>
                          <a:latin typeface="Arial" panose="020B0604020202020204" pitchFamily="34" charset="0"/>
                        </a:rPr>
                        <a:t>Wristband</a:t>
                      </a:r>
                      <a:endParaRPr lang="en-US" sz="1600" dirty="0">
                        <a:solidFill>
                          <a:srgbClr val="000000"/>
                        </a:solidFill>
                        <a:effectLst/>
                        <a:latin typeface="Arial" panose="020B0604020202020204" pitchFamily="34" charset="0"/>
                      </a:endParaRPr>
                    </a:p>
                  </a:txBody>
                  <a:tcPr marL="49749" marR="49749" marT="33166" marB="33166" anchor="ctr">
                    <a:lnL w="4763" cap="flat" cmpd="sng" algn="ctr">
                      <a:solidFill>
                        <a:srgbClr val="76453B"/>
                      </a:solidFill>
                      <a:prstDash val="solid"/>
                      <a:round/>
                      <a:headEnd type="none" w="med" len="med"/>
                      <a:tailEnd type="none" w="med" len="med"/>
                    </a:lnL>
                    <a:lnR w="4763" cap="flat" cmpd="sng" algn="ctr">
                      <a:solidFill>
                        <a:srgbClr val="76453B"/>
                      </a:solidFill>
                      <a:prstDash val="solid"/>
                      <a:round/>
                      <a:headEnd type="none" w="med" len="med"/>
                      <a:tailEnd type="none" w="med" len="med"/>
                    </a:lnR>
                    <a:lnT w="4763" cap="flat" cmpd="sng" algn="ctr">
                      <a:solidFill>
                        <a:srgbClr val="76453B"/>
                      </a:solidFill>
                      <a:prstDash val="solid"/>
                      <a:round/>
                      <a:headEnd type="none" w="med" len="med"/>
                      <a:tailEnd type="none" w="med" len="med"/>
                    </a:lnT>
                    <a:lnB w="4763" cap="flat" cmpd="sng" algn="ctr">
                      <a:solidFill>
                        <a:srgbClr val="76453B"/>
                      </a:solidFill>
                      <a:prstDash val="solid"/>
                      <a:round/>
                      <a:headEnd type="none" w="med" len="med"/>
                      <a:tailEnd type="none" w="med" len="med"/>
                    </a:lnB>
                    <a:solidFill>
                      <a:srgbClr val="FFFFFF"/>
                    </a:solidFill>
                  </a:tcPr>
                </a:tc>
                <a:tc>
                  <a:txBody>
                    <a:bodyPr/>
                    <a:lstStyle/>
                    <a:p>
                      <a:pPr rtl="0">
                        <a:buNone/>
                      </a:pPr>
                      <a:r>
                        <a:rPr lang="zh-CN" altLang="en-US" sz="1600" dirty="0">
                          <a:solidFill>
                            <a:srgbClr val="000000"/>
                          </a:solidFill>
                          <a:effectLst/>
                          <a:latin typeface="Arial" panose="020B0604020202020204" pitchFamily="34" charset="0"/>
                        </a:rPr>
                        <a:t>❌</a:t>
                      </a:r>
                    </a:p>
                  </a:txBody>
                  <a:tcPr marL="49749" marR="49749" marT="33166" marB="33166" anchor="ctr">
                    <a:lnL w="4763" cap="flat" cmpd="sng" algn="ctr">
                      <a:solidFill>
                        <a:srgbClr val="76453B"/>
                      </a:solidFill>
                      <a:prstDash val="solid"/>
                      <a:round/>
                      <a:headEnd type="none" w="med" len="med"/>
                      <a:tailEnd type="none" w="med" len="med"/>
                    </a:lnL>
                    <a:lnR w="4763" cap="flat" cmpd="sng" algn="ctr">
                      <a:solidFill>
                        <a:srgbClr val="76453B"/>
                      </a:solidFill>
                      <a:prstDash val="solid"/>
                      <a:round/>
                      <a:headEnd type="none" w="med" len="med"/>
                      <a:tailEnd type="none" w="med" len="med"/>
                    </a:lnR>
                    <a:lnT w="4763" cap="flat" cmpd="sng" algn="ctr">
                      <a:solidFill>
                        <a:srgbClr val="76453B"/>
                      </a:solidFill>
                      <a:prstDash val="solid"/>
                      <a:round/>
                      <a:headEnd type="none" w="med" len="med"/>
                      <a:tailEnd type="none" w="med" len="med"/>
                    </a:lnT>
                    <a:lnB w="4763" cap="flat" cmpd="sng" algn="ctr">
                      <a:solidFill>
                        <a:srgbClr val="76453B"/>
                      </a:solidFill>
                      <a:prstDash val="solid"/>
                      <a:round/>
                      <a:headEnd type="none" w="med" len="med"/>
                      <a:tailEnd type="none" w="med" len="med"/>
                    </a:lnB>
                    <a:solidFill>
                      <a:srgbClr val="FFFFFF"/>
                    </a:solidFill>
                  </a:tcPr>
                </a:tc>
                <a:tc>
                  <a:txBody>
                    <a:bodyPr/>
                    <a:lstStyle/>
                    <a:p>
                      <a:pPr rtl="0">
                        <a:buNone/>
                      </a:pPr>
                      <a:r>
                        <a:rPr lang="en-US" sz="1600" dirty="0">
                          <a:solidFill>
                            <a:srgbClr val="000000"/>
                          </a:solidFill>
                          <a:effectLst/>
                          <a:latin typeface="Arial" panose="020B0604020202020204" pitchFamily="34" charset="0"/>
                        </a:rPr>
                        <a:t>2.4W</a:t>
                      </a:r>
                    </a:p>
                  </a:txBody>
                  <a:tcPr marL="49749" marR="49749" marT="33166" marB="33166" anchor="ctr">
                    <a:lnL w="4763" cap="flat" cmpd="sng" algn="ctr">
                      <a:solidFill>
                        <a:srgbClr val="76453B"/>
                      </a:solidFill>
                      <a:prstDash val="solid"/>
                      <a:round/>
                      <a:headEnd type="none" w="med" len="med"/>
                      <a:tailEnd type="none" w="med" len="med"/>
                    </a:lnL>
                    <a:lnR w="4763" cap="flat" cmpd="sng" algn="ctr">
                      <a:solidFill>
                        <a:srgbClr val="76453B"/>
                      </a:solidFill>
                      <a:prstDash val="solid"/>
                      <a:round/>
                      <a:headEnd type="none" w="med" len="med"/>
                      <a:tailEnd type="none" w="med" len="med"/>
                    </a:lnR>
                    <a:lnT w="4763" cap="flat" cmpd="sng" algn="ctr">
                      <a:solidFill>
                        <a:srgbClr val="76453B"/>
                      </a:solidFill>
                      <a:prstDash val="solid"/>
                      <a:round/>
                      <a:headEnd type="none" w="med" len="med"/>
                      <a:tailEnd type="none" w="med" len="med"/>
                    </a:lnT>
                    <a:lnB w="4763" cap="flat" cmpd="sng" algn="ctr">
                      <a:solidFill>
                        <a:srgbClr val="76453B"/>
                      </a:solidFill>
                      <a:prstDash val="solid"/>
                      <a:round/>
                      <a:headEnd type="none" w="med" len="med"/>
                      <a:tailEnd type="none" w="med" len="med"/>
                    </a:lnB>
                    <a:solidFill>
                      <a:srgbClr val="FFFFFF"/>
                    </a:solidFill>
                  </a:tcPr>
                </a:tc>
                <a:extLst>
                  <a:ext uri="{0D108BD9-81ED-4DB2-BD59-A6C34878D82A}">
                    <a16:rowId xmlns:a16="http://schemas.microsoft.com/office/drawing/2014/main" val="3737846010"/>
                  </a:ext>
                </a:extLst>
              </a:tr>
              <a:tr h="581626">
                <a:tc>
                  <a:txBody>
                    <a:bodyPr/>
                    <a:lstStyle/>
                    <a:p>
                      <a:pPr rtl="0">
                        <a:buNone/>
                      </a:pPr>
                      <a:r>
                        <a:rPr lang="en-US" sz="1600" b="1" dirty="0">
                          <a:solidFill>
                            <a:srgbClr val="000000"/>
                          </a:solidFill>
                          <a:effectLst/>
                          <a:latin typeface="Arial" panose="020B0604020202020204" pitchFamily="34" charset="0"/>
                        </a:rPr>
                        <a:t>Zhou et al.</a:t>
                      </a:r>
                      <a:endParaRPr lang="en-US" sz="1600" dirty="0">
                        <a:solidFill>
                          <a:srgbClr val="000000"/>
                        </a:solidFill>
                        <a:effectLst/>
                        <a:latin typeface="Arial" panose="020B0604020202020204" pitchFamily="34" charset="0"/>
                      </a:endParaRPr>
                    </a:p>
                  </a:txBody>
                  <a:tcPr marL="49749" marR="49749" marT="33166" marB="33166" anchor="ctr">
                    <a:lnL w="4763" cap="flat" cmpd="sng" algn="ctr">
                      <a:solidFill>
                        <a:srgbClr val="76453B"/>
                      </a:solidFill>
                      <a:prstDash val="solid"/>
                      <a:round/>
                      <a:headEnd type="none" w="med" len="med"/>
                      <a:tailEnd type="none" w="med" len="med"/>
                    </a:lnL>
                    <a:lnR w="4763" cap="flat" cmpd="sng" algn="ctr">
                      <a:solidFill>
                        <a:srgbClr val="76453B"/>
                      </a:solidFill>
                      <a:prstDash val="solid"/>
                      <a:round/>
                      <a:headEnd type="none" w="med" len="med"/>
                      <a:tailEnd type="none" w="med" len="med"/>
                    </a:lnR>
                    <a:lnT w="4763" cap="flat" cmpd="sng" algn="ctr">
                      <a:solidFill>
                        <a:srgbClr val="76453B"/>
                      </a:solidFill>
                      <a:prstDash val="solid"/>
                      <a:round/>
                      <a:headEnd type="none" w="med" len="med"/>
                      <a:tailEnd type="none" w="med" len="med"/>
                    </a:lnT>
                    <a:lnB w="4763" cap="flat" cmpd="sng" algn="ctr">
                      <a:solidFill>
                        <a:srgbClr val="76453B"/>
                      </a:solidFill>
                      <a:prstDash val="solid"/>
                      <a:round/>
                      <a:headEnd type="none" w="med" len="med"/>
                      <a:tailEnd type="none" w="med" len="med"/>
                    </a:lnB>
                    <a:solidFill>
                      <a:srgbClr val="FFFFFF"/>
                    </a:solidFill>
                  </a:tcPr>
                </a:tc>
                <a:tc>
                  <a:txBody>
                    <a:bodyPr/>
                    <a:lstStyle/>
                    <a:p>
                      <a:pPr rtl="0">
                        <a:buNone/>
                      </a:pPr>
                      <a:r>
                        <a:rPr lang="en-US" sz="1600" dirty="0">
                          <a:solidFill>
                            <a:srgbClr val="000000"/>
                          </a:solidFill>
                          <a:effectLst/>
                          <a:latin typeface="Arial" panose="020B0604020202020204" pitchFamily="34" charset="0"/>
                        </a:rPr>
                        <a:t>IMU + PPG</a:t>
                      </a:r>
                    </a:p>
                  </a:txBody>
                  <a:tcPr marL="49749" marR="49749" marT="33166" marB="33166" anchor="ctr">
                    <a:lnL w="4763" cap="flat" cmpd="sng" algn="ctr">
                      <a:solidFill>
                        <a:srgbClr val="76453B"/>
                      </a:solidFill>
                      <a:prstDash val="solid"/>
                      <a:round/>
                      <a:headEnd type="none" w="med" len="med"/>
                      <a:tailEnd type="none" w="med" len="med"/>
                    </a:lnL>
                    <a:lnR w="4763" cap="flat" cmpd="sng" algn="ctr">
                      <a:solidFill>
                        <a:srgbClr val="76453B"/>
                      </a:solidFill>
                      <a:prstDash val="solid"/>
                      <a:round/>
                      <a:headEnd type="none" w="med" len="med"/>
                      <a:tailEnd type="none" w="med" len="med"/>
                    </a:lnR>
                    <a:lnT w="4763" cap="flat" cmpd="sng" algn="ctr">
                      <a:solidFill>
                        <a:srgbClr val="76453B"/>
                      </a:solidFill>
                      <a:prstDash val="solid"/>
                      <a:round/>
                      <a:headEnd type="none" w="med" len="med"/>
                      <a:tailEnd type="none" w="med" len="med"/>
                    </a:lnT>
                    <a:lnB w="4763" cap="flat" cmpd="sng" algn="ctr">
                      <a:solidFill>
                        <a:srgbClr val="76453B"/>
                      </a:solidFill>
                      <a:prstDash val="solid"/>
                      <a:round/>
                      <a:headEnd type="none" w="med" len="med"/>
                      <a:tailEnd type="none" w="med" len="med"/>
                    </a:lnB>
                    <a:solidFill>
                      <a:srgbClr val="FFFFFF"/>
                    </a:solidFill>
                  </a:tcPr>
                </a:tc>
                <a:tc>
                  <a:txBody>
                    <a:bodyPr/>
                    <a:lstStyle/>
                    <a:p>
                      <a:pPr rtl="0">
                        <a:buNone/>
                      </a:pPr>
                      <a:r>
                        <a:rPr lang="zh-CN" altLang="en-US" sz="1600" dirty="0">
                          <a:solidFill>
                            <a:srgbClr val="000000"/>
                          </a:solidFill>
                          <a:effectLst/>
                          <a:latin typeface="Arial" panose="020B0604020202020204" pitchFamily="34" charset="0"/>
                        </a:rPr>
                        <a:t>连续姿态</a:t>
                      </a:r>
                      <a:endParaRPr lang="en-US" sz="1600" dirty="0">
                        <a:solidFill>
                          <a:srgbClr val="000000"/>
                        </a:solidFill>
                        <a:effectLst/>
                        <a:latin typeface="Arial" panose="020B0604020202020204" pitchFamily="34" charset="0"/>
                      </a:endParaRPr>
                    </a:p>
                  </a:txBody>
                  <a:tcPr marL="49749" marR="49749" marT="33166" marB="33166" anchor="ctr">
                    <a:lnL w="4763" cap="flat" cmpd="sng" algn="ctr">
                      <a:solidFill>
                        <a:srgbClr val="76453B"/>
                      </a:solidFill>
                      <a:prstDash val="solid"/>
                      <a:round/>
                      <a:headEnd type="none" w="med" len="med"/>
                      <a:tailEnd type="none" w="med" len="med"/>
                    </a:lnL>
                    <a:lnR w="4763" cap="flat" cmpd="sng" algn="ctr">
                      <a:solidFill>
                        <a:srgbClr val="76453B"/>
                      </a:solidFill>
                      <a:prstDash val="solid"/>
                      <a:round/>
                      <a:headEnd type="none" w="med" len="med"/>
                      <a:tailEnd type="none" w="med" len="med"/>
                    </a:lnR>
                    <a:lnT w="4763" cap="flat" cmpd="sng" algn="ctr">
                      <a:solidFill>
                        <a:srgbClr val="76453B"/>
                      </a:solidFill>
                      <a:prstDash val="solid"/>
                      <a:round/>
                      <a:headEnd type="none" w="med" len="med"/>
                      <a:tailEnd type="none" w="med" len="med"/>
                    </a:lnT>
                    <a:lnB w="4763" cap="flat" cmpd="sng" algn="ctr">
                      <a:solidFill>
                        <a:srgbClr val="76453B"/>
                      </a:solidFill>
                      <a:prstDash val="solid"/>
                      <a:round/>
                      <a:headEnd type="none" w="med" len="med"/>
                      <a:tailEnd type="none" w="med" len="med"/>
                    </a:lnB>
                    <a:solidFill>
                      <a:srgbClr val="FFFFFF"/>
                    </a:solidFill>
                  </a:tcPr>
                </a:tc>
                <a:tc>
                  <a:txBody>
                    <a:bodyPr/>
                    <a:lstStyle/>
                    <a:p>
                      <a:pPr rtl="0">
                        <a:buNone/>
                      </a:pPr>
                      <a:r>
                        <a:rPr lang="en-US" sz="1600" b="1" dirty="0">
                          <a:solidFill>
                            <a:srgbClr val="000000"/>
                          </a:solidFill>
                          <a:effectLst/>
                          <a:latin typeface="Arial" panose="020B0604020202020204" pitchFamily="34" charset="0"/>
                        </a:rPr>
                        <a:t>2-5 Rings</a:t>
                      </a:r>
                      <a:r>
                        <a:rPr lang="en-US" sz="1600" dirty="0">
                          <a:solidFill>
                            <a:srgbClr val="000000"/>
                          </a:solidFill>
                          <a:effectLst/>
                          <a:latin typeface="Arial" panose="020B0604020202020204" pitchFamily="34" charset="0"/>
                        </a:rPr>
                        <a:t> + Wristband</a:t>
                      </a:r>
                    </a:p>
                  </a:txBody>
                  <a:tcPr marL="49749" marR="49749" marT="33166" marB="33166" anchor="ctr">
                    <a:lnL w="4763" cap="flat" cmpd="sng" algn="ctr">
                      <a:solidFill>
                        <a:srgbClr val="76453B"/>
                      </a:solidFill>
                      <a:prstDash val="solid"/>
                      <a:round/>
                      <a:headEnd type="none" w="med" len="med"/>
                      <a:tailEnd type="none" w="med" len="med"/>
                    </a:lnL>
                    <a:lnR w="4763" cap="flat" cmpd="sng" algn="ctr">
                      <a:solidFill>
                        <a:srgbClr val="76453B"/>
                      </a:solidFill>
                      <a:prstDash val="solid"/>
                      <a:round/>
                      <a:headEnd type="none" w="med" len="med"/>
                      <a:tailEnd type="none" w="med" len="med"/>
                    </a:lnR>
                    <a:lnT w="4763" cap="flat" cmpd="sng" algn="ctr">
                      <a:solidFill>
                        <a:srgbClr val="76453B"/>
                      </a:solidFill>
                      <a:prstDash val="solid"/>
                      <a:round/>
                      <a:headEnd type="none" w="med" len="med"/>
                      <a:tailEnd type="none" w="med" len="med"/>
                    </a:lnT>
                    <a:lnB w="4763" cap="flat" cmpd="sng" algn="ctr">
                      <a:solidFill>
                        <a:srgbClr val="76453B"/>
                      </a:solidFill>
                      <a:prstDash val="solid"/>
                      <a:round/>
                      <a:headEnd type="none" w="med" len="med"/>
                      <a:tailEnd type="none" w="med" len="med"/>
                    </a:lnB>
                    <a:solidFill>
                      <a:srgbClr val="FFFFFF"/>
                    </a:solidFill>
                  </a:tcPr>
                </a:tc>
                <a:tc>
                  <a:txBody>
                    <a:bodyPr/>
                    <a:lstStyle/>
                    <a:p>
                      <a:pPr rtl="0">
                        <a:buNone/>
                      </a:pPr>
                      <a:r>
                        <a:rPr lang="zh-CN" altLang="en-US" sz="1600" dirty="0">
                          <a:solidFill>
                            <a:srgbClr val="000000"/>
                          </a:solidFill>
                          <a:effectLst/>
                          <a:latin typeface="Arial" panose="020B0604020202020204" pitchFamily="34" charset="0"/>
                        </a:rPr>
                        <a:t>✅</a:t>
                      </a:r>
                    </a:p>
                  </a:txBody>
                  <a:tcPr marL="49749" marR="49749" marT="33166" marB="33166" anchor="ctr">
                    <a:lnL w="4763" cap="flat" cmpd="sng" algn="ctr">
                      <a:solidFill>
                        <a:srgbClr val="76453B"/>
                      </a:solidFill>
                      <a:prstDash val="solid"/>
                      <a:round/>
                      <a:headEnd type="none" w="med" len="med"/>
                      <a:tailEnd type="none" w="med" len="med"/>
                    </a:lnL>
                    <a:lnR w="4763" cap="flat" cmpd="sng" algn="ctr">
                      <a:solidFill>
                        <a:srgbClr val="76453B"/>
                      </a:solidFill>
                      <a:prstDash val="solid"/>
                      <a:round/>
                      <a:headEnd type="none" w="med" len="med"/>
                      <a:tailEnd type="none" w="med" len="med"/>
                    </a:lnR>
                    <a:lnT w="4763" cap="flat" cmpd="sng" algn="ctr">
                      <a:solidFill>
                        <a:srgbClr val="76453B"/>
                      </a:solidFill>
                      <a:prstDash val="solid"/>
                      <a:round/>
                      <a:headEnd type="none" w="med" len="med"/>
                      <a:tailEnd type="none" w="med" len="med"/>
                    </a:lnT>
                    <a:lnB w="4763" cap="flat" cmpd="sng" algn="ctr">
                      <a:solidFill>
                        <a:srgbClr val="76453B"/>
                      </a:solidFill>
                      <a:prstDash val="solid"/>
                      <a:round/>
                      <a:headEnd type="none" w="med" len="med"/>
                      <a:tailEnd type="none" w="med" len="med"/>
                    </a:lnB>
                    <a:solidFill>
                      <a:srgbClr val="FFFFFF"/>
                    </a:solidFill>
                  </a:tcPr>
                </a:tc>
                <a:tc>
                  <a:txBody>
                    <a:bodyPr/>
                    <a:lstStyle/>
                    <a:p>
                      <a:pPr rtl="0">
                        <a:buNone/>
                      </a:pPr>
                      <a:r>
                        <a:rPr lang="en-US" sz="1600" dirty="0">
                          <a:solidFill>
                            <a:srgbClr val="000000"/>
                          </a:solidFill>
                          <a:effectLst/>
                          <a:latin typeface="Arial" panose="020B0604020202020204" pitchFamily="34" charset="0"/>
                        </a:rPr>
                        <a:t>44mW/ring</a:t>
                      </a:r>
                    </a:p>
                  </a:txBody>
                  <a:tcPr marL="49749" marR="49749" marT="33166" marB="33166" anchor="ctr">
                    <a:lnL w="4763" cap="flat" cmpd="sng" algn="ctr">
                      <a:solidFill>
                        <a:srgbClr val="76453B"/>
                      </a:solidFill>
                      <a:prstDash val="solid"/>
                      <a:round/>
                      <a:headEnd type="none" w="med" len="med"/>
                      <a:tailEnd type="none" w="med" len="med"/>
                    </a:lnL>
                    <a:lnR w="4763" cap="flat" cmpd="sng" algn="ctr">
                      <a:solidFill>
                        <a:srgbClr val="76453B"/>
                      </a:solidFill>
                      <a:prstDash val="solid"/>
                      <a:round/>
                      <a:headEnd type="none" w="med" len="med"/>
                      <a:tailEnd type="none" w="med" len="med"/>
                    </a:lnR>
                    <a:lnT w="4763" cap="flat" cmpd="sng" algn="ctr">
                      <a:solidFill>
                        <a:srgbClr val="76453B"/>
                      </a:solidFill>
                      <a:prstDash val="solid"/>
                      <a:round/>
                      <a:headEnd type="none" w="med" len="med"/>
                      <a:tailEnd type="none" w="med" len="med"/>
                    </a:lnT>
                    <a:lnB w="4763" cap="flat" cmpd="sng" algn="ctr">
                      <a:solidFill>
                        <a:srgbClr val="76453B"/>
                      </a:solidFill>
                      <a:prstDash val="solid"/>
                      <a:round/>
                      <a:headEnd type="none" w="med" len="med"/>
                      <a:tailEnd type="none" w="med" len="med"/>
                    </a:lnB>
                    <a:solidFill>
                      <a:srgbClr val="FFFFFF"/>
                    </a:solidFill>
                  </a:tcPr>
                </a:tc>
                <a:extLst>
                  <a:ext uri="{0D108BD9-81ED-4DB2-BD59-A6C34878D82A}">
                    <a16:rowId xmlns:a16="http://schemas.microsoft.com/office/drawing/2014/main" val="3468381739"/>
                  </a:ext>
                </a:extLst>
              </a:tr>
              <a:tr h="581626">
                <a:tc>
                  <a:txBody>
                    <a:bodyPr/>
                    <a:lstStyle/>
                    <a:p>
                      <a:pPr rtl="0">
                        <a:buNone/>
                      </a:pPr>
                      <a:r>
                        <a:rPr lang="en-US" sz="1600" b="1" dirty="0" err="1">
                          <a:solidFill>
                            <a:srgbClr val="000000"/>
                          </a:solidFill>
                          <a:effectLst/>
                          <a:latin typeface="Arial" panose="020B0604020202020204" pitchFamily="34" charset="0"/>
                        </a:rPr>
                        <a:t>ssLOTR</a:t>
                      </a:r>
                      <a:endParaRPr lang="en-US" sz="1600" dirty="0">
                        <a:solidFill>
                          <a:srgbClr val="000000"/>
                        </a:solidFill>
                        <a:effectLst/>
                        <a:latin typeface="Arial" panose="020B0604020202020204" pitchFamily="34" charset="0"/>
                      </a:endParaRPr>
                    </a:p>
                  </a:txBody>
                  <a:tcPr marL="49749" marR="49749" marT="33166" marB="33166" anchor="ctr">
                    <a:lnL w="4763" cap="flat" cmpd="sng" algn="ctr">
                      <a:solidFill>
                        <a:srgbClr val="76453B"/>
                      </a:solidFill>
                      <a:prstDash val="solid"/>
                      <a:round/>
                      <a:headEnd type="none" w="med" len="med"/>
                      <a:tailEnd type="none" w="med" len="med"/>
                    </a:lnL>
                    <a:lnR w="4763" cap="flat" cmpd="sng" algn="ctr">
                      <a:solidFill>
                        <a:srgbClr val="76453B"/>
                      </a:solidFill>
                      <a:prstDash val="solid"/>
                      <a:round/>
                      <a:headEnd type="none" w="med" len="med"/>
                      <a:tailEnd type="none" w="med" len="med"/>
                    </a:lnR>
                    <a:lnT w="4763" cap="flat" cmpd="sng" algn="ctr">
                      <a:solidFill>
                        <a:srgbClr val="76453B"/>
                      </a:solidFill>
                      <a:prstDash val="solid"/>
                      <a:round/>
                      <a:headEnd type="none" w="med" len="med"/>
                      <a:tailEnd type="none" w="med" len="med"/>
                    </a:lnT>
                    <a:lnB w="4763" cap="flat" cmpd="sng" algn="ctr">
                      <a:solidFill>
                        <a:srgbClr val="76453B"/>
                      </a:solidFill>
                      <a:prstDash val="solid"/>
                      <a:round/>
                      <a:headEnd type="none" w="med" len="med"/>
                      <a:tailEnd type="none" w="med" len="med"/>
                    </a:lnB>
                    <a:solidFill>
                      <a:srgbClr val="FFFFFF"/>
                    </a:solidFill>
                  </a:tcPr>
                </a:tc>
                <a:tc>
                  <a:txBody>
                    <a:bodyPr/>
                    <a:lstStyle/>
                    <a:p>
                      <a:pPr rtl="0">
                        <a:buNone/>
                      </a:pPr>
                      <a:r>
                        <a:rPr lang="en-US" sz="1600" dirty="0">
                          <a:solidFill>
                            <a:srgbClr val="000000"/>
                          </a:solidFill>
                          <a:effectLst/>
                          <a:latin typeface="Arial" panose="020B0604020202020204" pitchFamily="34" charset="0"/>
                        </a:rPr>
                        <a:t>IMU</a:t>
                      </a:r>
                    </a:p>
                  </a:txBody>
                  <a:tcPr marL="49749" marR="49749" marT="33166" marB="33166" anchor="ctr">
                    <a:lnL w="4763" cap="flat" cmpd="sng" algn="ctr">
                      <a:solidFill>
                        <a:srgbClr val="76453B"/>
                      </a:solidFill>
                      <a:prstDash val="solid"/>
                      <a:round/>
                      <a:headEnd type="none" w="med" len="med"/>
                      <a:tailEnd type="none" w="med" len="med"/>
                    </a:lnL>
                    <a:lnR w="4763" cap="flat" cmpd="sng" algn="ctr">
                      <a:solidFill>
                        <a:srgbClr val="76453B"/>
                      </a:solidFill>
                      <a:prstDash val="solid"/>
                      <a:round/>
                      <a:headEnd type="none" w="med" len="med"/>
                      <a:tailEnd type="none" w="med" len="med"/>
                    </a:lnR>
                    <a:lnT w="4763" cap="flat" cmpd="sng" algn="ctr">
                      <a:solidFill>
                        <a:srgbClr val="76453B"/>
                      </a:solidFill>
                      <a:prstDash val="solid"/>
                      <a:round/>
                      <a:headEnd type="none" w="med" len="med"/>
                      <a:tailEnd type="none" w="med" len="med"/>
                    </a:lnT>
                    <a:lnB w="4763" cap="flat" cmpd="sng" algn="ctr">
                      <a:solidFill>
                        <a:srgbClr val="76453B"/>
                      </a:solidFill>
                      <a:prstDash val="solid"/>
                      <a:round/>
                      <a:headEnd type="none" w="med" len="med"/>
                      <a:tailEnd type="none" w="med" len="med"/>
                    </a:lnB>
                    <a:solidFill>
                      <a:srgbClr val="FFFFFF"/>
                    </a:solidFill>
                  </a:tcPr>
                </a:tc>
                <a:tc>
                  <a:txBody>
                    <a:bodyPr/>
                    <a:lstStyle/>
                    <a:p>
                      <a:pPr rtl="0">
                        <a:buNone/>
                      </a:pPr>
                      <a:r>
                        <a:rPr lang="zh-CN" altLang="en-US" sz="1600" dirty="0">
                          <a:solidFill>
                            <a:srgbClr val="000000"/>
                          </a:solidFill>
                          <a:effectLst/>
                          <a:latin typeface="Arial" panose="020B0604020202020204" pitchFamily="34" charset="0"/>
                        </a:rPr>
                        <a:t>连续姿态</a:t>
                      </a:r>
                      <a:endParaRPr lang="en-US" sz="1600" dirty="0">
                        <a:solidFill>
                          <a:srgbClr val="000000"/>
                        </a:solidFill>
                        <a:effectLst/>
                        <a:latin typeface="Arial" panose="020B0604020202020204" pitchFamily="34" charset="0"/>
                      </a:endParaRPr>
                    </a:p>
                  </a:txBody>
                  <a:tcPr marL="49749" marR="49749" marT="33166" marB="33166" anchor="ctr">
                    <a:lnL w="4763" cap="flat" cmpd="sng" algn="ctr">
                      <a:solidFill>
                        <a:srgbClr val="76453B"/>
                      </a:solidFill>
                      <a:prstDash val="solid"/>
                      <a:round/>
                      <a:headEnd type="none" w="med" len="med"/>
                      <a:tailEnd type="none" w="med" len="med"/>
                    </a:lnL>
                    <a:lnR w="4763" cap="flat" cmpd="sng" algn="ctr">
                      <a:solidFill>
                        <a:srgbClr val="76453B"/>
                      </a:solidFill>
                      <a:prstDash val="solid"/>
                      <a:round/>
                      <a:headEnd type="none" w="med" len="med"/>
                      <a:tailEnd type="none" w="med" len="med"/>
                    </a:lnR>
                    <a:lnT w="4763" cap="flat" cmpd="sng" algn="ctr">
                      <a:solidFill>
                        <a:srgbClr val="76453B"/>
                      </a:solidFill>
                      <a:prstDash val="solid"/>
                      <a:round/>
                      <a:headEnd type="none" w="med" len="med"/>
                      <a:tailEnd type="none" w="med" len="med"/>
                    </a:lnT>
                    <a:lnB w="4763" cap="flat" cmpd="sng" algn="ctr">
                      <a:solidFill>
                        <a:srgbClr val="76453B"/>
                      </a:solidFill>
                      <a:prstDash val="solid"/>
                      <a:round/>
                      <a:headEnd type="none" w="med" len="med"/>
                      <a:tailEnd type="none" w="med" len="med"/>
                    </a:lnB>
                    <a:solidFill>
                      <a:srgbClr val="FFFFFF"/>
                    </a:solidFill>
                  </a:tcPr>
                </a:tc>
                <a:tc>
                  <a:txBody>
                    <a:bodyPr/>
                    <a:lstStyle/>
                    <a:p>
                      <a:pPr rtl="0">
                        <a:buNone/>
                      </a:pPr>
                      <a:r>
                        <a:rPr lang="en-US" sz="1600" b="1" dirty="0">
                          <a:solidFill>
                            <a:srgbClr val="000000"/>
                          </a:solidFill>
                          <a:effectLst/>
                          <a:latin typeface="Arial" panose="020B0604020202020204" pitchFamily="34" charset="0"/>
                        </a:rPr>
                        <a:t>2-5 Rings</a:t>
                      </a:r>
                      <a:r>
                        <a:rPr lang="en-US" sz="1600" dirty="0">
                          <a:solidFill>
                            <a:srgbClr val="000000"/>
                          </a:solidFill>
                          <a:effectLst/>
                          <a:latin typeface="Arial" panose="020B0604020202020204" pitchFamily="34" charset="0"/>
                        </a:rPr>
                        <a:t> + Wristband</a:t>
                      </a:r>
                    </a:p>
                  </a:txBody>
                  <a:tcPr marL="49749" marR="49749" marT="33166" marB="33166" anchor="ctr">
                    <a:lnL w="4763" cap="flat" cmpd="sng" algn="ctr">
                      <a:solidFill>
                        <a:srgbClr val="76453B"/>
                      </a:solidFill>
                      <a:prstDash val="solid"/>
                      <a:round/>
                      <a:headEnd type="none" w="med" len="med"/>
                      <a:tailEnd type="none" w="med" len="med"/>
                    </a:lnL>
                    <a:lnR w="4763" cap="flat" cmpd="sng" algn="ctr">
                      <a:solidFill>
                        <a:srgbClr val="76453B"/>
                      </a:solidFill>
                      <a:prstDash val="solid"/>
                      <a:round/>
                      <a:headEnd type="none" w="med" len="med"/>
                      <a:tailEnd type="none" w="med" len="med"/>
                    </a:lnR>
                    <a:lnT w="4763" cap="flat" cmpd="sng" algn="ctr">
                      <a:solidFill>
                        <a:srgbClr val="76453B"/>
                      </a:solidFill>
                      <a:prstDash val="solid"/>
                      <a:round/>
                      <a:headEnd type="none" w="med" len="med"/>
                      <a:tailEnd type="none" w="med" len="med"/>
                    </a:lnT>
                    <a:lnB w="4763" cap="flat" cmpd="sng" algn="ctr">
                      <a:solidFill>
                        <a:srgbClr val="76453B"/>
                      </a:solidFill>
                      <a:prstDash val="solid"/>
                      <a:round/>
                      <a:headEnd type="none" w="med" len="med"/>
                      <a:tailEnd type="none" w="med" len="med"/>
                    </a:lnB>
                    <a:solidFill>
                      <a:srgbClr val="FFFFFF"/>
                    </a:solidFill>
                  </a:tcPr>
                </a:tc>
                <a:tc>
                  <a:txBody>
                    <a:bodyPr/>
                    <a:lstStyle/>
                    <a:p>
                      <a:pPr rtl="0">
                        <a:buNone/>
                      </a:pPr>
                      <a:r>
                        <a:rPr lang="zh-CN" altLang="en-US" sz="1600" dirty="0">
                          <a:solidFill>
                            <a:srgbClr val="000000"/>
                          </a:solidFill>
                          <a:effectLst/>
                          <a:latin typeface="Arial" panose="020B0604020202020204" pitchFamily="34" charset="0"/>
                        </a:rPr>
                        <a:t>❌</a:t>
                      </a:r>
                    </a:p>
                  </a:txBody>
                  <a:tcPr marL="49749" marR="49749" marT="33166" marB="33166" anchor="ctr">
                    <a:lnL w="4763" cap="flat" cmpd="sng" algn="ctr">
                      <a:solidFill>
                        <a:srgbClr val="76453B"/>
                      </a:solidFill>
                      <a:prstDash val="solid"/>
                      <a:round/>
                      <a:headEnd type="none" w="med" len="med"/>
                      <a:tailEnd type="none" w="med" len="med"/>
                    </a:lnL>
                    <a:lnR w="4763" cap="flat" cmpd="sng" algn="ctr">
                      <a:solidFill>
                        <a:srgbClr val="76453B"/>
                      </a:solidFill>
                      <a:prstDash val="solid"/>
                      <a:round/>
                      <a:headEnd type="none" w="med" len="med"/>
                      <a:tailEnd type="none" w="med" len="med"/>
                    </a:lnR>
                    <a:lnT w="4763" cap="flat" cmpd="sng" algn="ctr">
                      <a:solidFill>
                        <a:srgbClr val="76453B"/>
                      </a:solidFill>
                      <a:prstDash val="solid"/>
                      <a:round/>
                      <a:headEnd type="none" w="med" len="med"/>
                      <a:tailEnd type="none" w="med" len="med"/>
                    </a:lnT>
                    <a:lnB w="4763" cap="flat" cmpd="sng" algn="ctr">
                      <a:solidFill>
                        <a:srgbClr val="76453B"/>
                      </a:solidFill>
                      <a:prstDash val="solid"/>
                      <a:round/>
                      <a:headEnd type="none" w="med" len="med"/>
                      <a:tailEnd type="none" w="med" len="med"/>
                    </a:lnB>
                    <a:solidFill>
                      <a:srgbClr val="FFFFFF"/>
                    </a:solidFill>
                  </a:tcPr>
                </a:tc>
                <a:tc>
                  <a:txBody>
                    <a:bodyPr/>
                    <a:lstStyle/>
                    <a:p>
                      <a:pPr rtl="0">
                        <a:buNone/>
                      </a:pPr>
                      <a:r>
                        <a:rPr lang="en-US" sz="1600" dirty="0">
                          <a:solidFill>
                            <a:srgbClr val="000000"/>
                          </a:solidFill>
                          <a:effectLst/>
                          <a:latin typeface="Arial" panose="020B0604020202020204" pitchFamily="34" charset="0"/>
                        </a:rPr>
                        <a:t>198mW</a:t>
                      </a:r>
                    </a:p>
                  </a:txBody>
                  <a:tcPr marL="49749" marR="49749" marT="33166" marB="33166" anchor="ctr">
                    <a:lnL w="4763" cap="flat" cmpd="sng" algn="ctr">
                      <a:solidFill>
                        <a:srgbClr val="76453B"/>
                      </a:solidFill>
                      <a:prstDash val="solid"/>
                      <a:round/>
                      <a:headEnd type="none" w="med" len="med"/>
                      <a:tailEnd type="none" w="med" len="med"/>
                    </a:lnL>
                    <a:lnR w="4763" cap="flat" cmpd="sng" algn="ctr">
                      <a:solidFill>
                        <a:srgbClr val="76453B"/>
                      </a:solidFill>
                      <a:prstDash val="solid"/>
                      <a:round/>
                      <a:headEnd type="none" w="med" len="med"/>
                      <a:tailEnd type="none" w="med" len="med"/>
                    </a:lnR>
                    <a:lnT w="4763" cap="flat" cmpd="sng" algn="ctr">
                      <a:solidFill>
                        <a:srgbClr val="76453B"/>
                      </a:solidFill>
                      <a:prstDash val="solid"/>
                      <a:round/>
                      <a:headEnd type="none" w="med" len="med"/>
                      <a:tailEnd type="none" w="med" len="med"/>
                    </a:lnT>
                    <a:lnB w="4763" cap="flat" cmpd="sng" algn="ctr">
                      <a:solidFill>
                        <a:srgbClr val="76453B"/>
                      </a:solidFill>
                      <a:prstDash val="solid"/>
                      <a:round/>
                      <a:headEnd type="none" w="med" len="med"/>
                      <a:tailEnd type="none" w="med" len="med"/>
                    </a:lnB>
                    <a:solidFill>
                      <a:srgbClr val="FFFFFF"/>
                    </a:solidFill>
                  </a:tcPr>
                </a:tc>
                <a:extLst>
                  <a:ext uri="{0D108BD9-81ED-4DB2-BD59-A6C34878D82A}">
                    <a16:rowId xmlns:a16="http://schemas.microsoft.com/office/drawing/2014/main" val="3571646723"/>
                  </a:ext>
                </a:extLst>
              </a:tr>
              <a:tr h="581626">
                <a:tc>
                  <a:txBody>
                    <a:bodyPr/>
                    <a:lstStyle/>
                    <a:p>
                      <a:pPr rtl="0">
                        <a:buNone/>
                      </a:pPr>
                      <a:r>
                        <a:rPr lang="zh-CN" altLang="en-US" sz="1600" dirty="0">
                          <a:solidFill>
                            <a:srgbClr val="000000"/>
                          </a:solidFill>
                          <a:effectLst/>
                          <a:latin typeface="Arial" panose="020B0604020202020204" pitchFamily="34" charset="0"/>
                        </a:rPr>
                        <a:t>🔴 </a:t>
                      </a:r>
                      <a:r>
                        <a:rPr lang="en-US" sz="1600" b="1" dirty="0">
                          <a:solidFill>
                            <a:srgbClr val="000000"/>
                          </a:solidFill>
                          <a:effectLst/>
                          <a:latin typeface="Arial" panose="020B0604020202020204" pitchFamily="34" charset="0"/>
                        </a:rPr>
                        <a:t>Ring-a-Pose (Ours)</a:t>
                      </a:r>
                      <a:endParaRPr lang="en-US" sz="1600" dirty="0">
                        <a:solidFill>
                          <a:srgbClr val="000000"/>
                        </a:solidFill>
                        <a:effectLst/>
                        <a:latin typeface="Arial" panose="020B0604020202020204" pitchFamily="34" charset="0"/>
                      </a:endParaRPr>
                    </a:p>
                  </a:txBody>
                  <a:tcPr marL="49749" marR="49749" marT="33166" marB="33166" anchor="ctr">
                    <a:lnL w="4763" cap="flat" cmpd="sng" algn="ctr">
                      <a:solidFill>
                        <a:srgbClr val="76453B"/>
                      </a:solidFill>
                      <a:prstDash val="solid"/>
                      <a:round/>
                      <a:headEnd type="none" w="med" len="med"/>
                      <a:tailEnd type="none" w="med" len="med"/>
                    </a:lnL>
                    <a:lnR w="4763" cap="flat" cmpd="sng" algn="ctr">
                      <a:solidFill>
                        <a:srgbClr val="76453B"/>
                      </a:solidFill>
                      <a:prstDash val="solid"/>
                      <a:round/>
                      <a:headEnd type="none" w="med" len="med"/>
                      <a:tailEnd type="none" w="med" len="med"/>
                    </a:lnR>
                    <a:lnT w="4763" cap="flat" cmpd="sng" algn="ctr">
                      <a:solidFill>
                        <a:srgbClr val="76453B"/>
                      </a:solidFill>
                      <a:prstDash val="solid"/>
                      <a:round/>
                      <a:headEnd type="none" w="med" len="med"/>
                      <a:tailEnd type="none" w="med" len="med"/>
                    </a:lnT>
                    <a:lnB w="4763" cap="flat" cmpd="sng" algn="ctr">
                      <a:solidFill>
                        <a:srgbClr val="76453B"/>
                      </a:solidFill>
                      <a:prstDash val="solid"/>
                      <a:round/>
                      <a:headEnd type="none" w="med" len="med"/>
                      <a:tailEnd type="none" w="med" len="med"/>
                    </a:lnB>
                    <a:solidFill>
                      <a:srgbClr val="EAD8C0"/>
                    </a:solidFill>
                  </a:tcPr>
                </a:tc>
                <a:tc>
                  <a:txBody>
                    <a:bodyPr/>
                    <a:lstStyle/>
                    <a:p>
                      <a:pPr rtl="0">
                        <a:buNone/>
                      </a:pPr>
                      <a:r>
                        <a:rPr lang="en-US" sz="1600" b="1" dirty="0">
                          <a:solidFill>
                            <a:srgbClr val="000000"/>
                          </a:solidFill>
                          <a:effectLst/>
                          <a:latin typeface="Arial" panose="020B0604020202020204" pitchFamily="34" charset="0"/>
                        </a:rPr>
                        <a:t>Active Acoustic</a:t>
                      </a:r>
                      <a:endParaRPr lang="en-US" sz="1600" dirty="0">
                        <a:solidFill>
                          <a:srgbClr val="000000"/>
                        </a:solidFill>
                        <a:effectLst/>
                        <a:latin typeface="Arial" panose="020B0604020202020204" pitchFamily="34" charset="0"/>
                      </a:endParaRPr>
                    </a:p>
                  </a:txBody>
                  <a:tcPr marL="49749" marR="49749" marT="33166" marB="33166" anchor="ctr">
                    <a:lnL w="4763" cap="flat" cmpd="sng" algn="ctr">
                      <a:solidFill>
                        <a:srgbClr val="76453B"/>
                      </a:solidFill>
                      <a:prstDash val="solid"/>
                      <a:round/>
                      <a:headEnd type="none" w="med" len="med"/>
                      <a:tailEnd type="none" w="med" len="med"/>
                    </a:lnL>
                    <a:lnR w="4763" cap="flat" cmpd="sng" algn="ctr">
                      <a:solidFill>
                        <a:srgbClr val="76453B"/>
                      </a:solidFill>
                      <a:prstDash val="solid"/>
                      <a:round/>
                      <a:headEnd type="none" w="med" len="med"/>
                      <a:tailEnd type="none" w="med" len="med"/>
                    </a:lnR>
                    <a:lnT w="4763" cap="flat" cmpd="sng" algn="ctr">
                      <a:solidFill>
                        <a:srgbClr val="76453B"/>
                      </a:solidFill>
                      <a:prstDash val="solid"/>
                      <a:round/>
                      <a:headEnd type="none" w="med" len="med"/>
                      <a:tailEnd type="none" w="med" len="med"/>
                    </a:lnT>
                    <a:lnB w="4763" cap="flat" cmpd="sng" algn="ctr">
                      <a:solidFill>
                        <a:srgbClr val="76453B"/>
                      </a:solidFill>
                      <a:prstDash val="solid"/>
                      <a:round/>
                      <a:headEnd type="none" w="med" len="med"/>
                      <a:tailEnd type="none" w="med" len="med"/>
                    </a:lnB>
                    <a:solidFill>
                      <a:srgbClr val="EAD8C0"/>
                    </a:solidFill>
                  </a:tcPr>
                </a:tc>
                <a:tc>
                  <a:txBody>
                    <a:bodyPr/>
                    <a:lstStyle/>
                    <a:p>
                      <a:pPr rtl="0">
                        <a:buNone/>
                      </a:pPr>
                      <a:r>
                        <a:rPr lang="en-US" sz="1600" b="1" dirty="0">
                          <a:solidFill>
                            <a:srgbClr val="000000"/>
                          </a:solidFill>
                          <a:effectLst/>
                          <a:latin typeface="Arial" panose="020B0604020202020204" pitchFamily="34" charset="0"/>
                        </a:rPr>
                        <a:t>3D </a:t>
                      </a:r>
                      <a:r>
                        <a:rPr lang="zh-CN" altLang="en-US" sz="1600" b="1" dirty="0">
                          <a:solidFill>
                            <a:srgbClr val="000000"/>
                          </a:solidFill>
                          <a:effectLst/>
                          <a:latin typeface="Arial" panose="020B0604020202020204" pitchFamily="34" charset="0"/>
                        </a:rPr>
                        <a:t>连续姿态</a:t>
                      </a:r>
                      <a:endParaRPr lang="en-US" sz="1600" dirty="0">
                        <a:solidFill>
                          <a:srgbClr val="000000"/>
                        </a:solidFill>
                        <a:effectLst/>
                        <a:latin typeface="Arial" panose="020B0604020202020204" pitchFamily="34" charset="0"/>
                      </a:endParaRPr>
                    </a:p>
                  </a:txBody>
                  <a:tcPr marL="49749" marR="49749" marT="33166" marB="33166" anchor="ctr">
                    <a:lnL w="4763" cap="flat" cmpd="sng" algn="ctr">
                      <a:solidFill>
                        <a:srgbClr val="76453B"/>
                      </a:solidFill>
                      <a:prstDash val="solid"/>
                      <a:round/>
                      <a:headEnd type="none" w="med" len="med"/>
                      <a:tailEnd type="none" w="med" len="med"/>
                    </a:lnL>
                    <a:lnR w="4763" cap="flat" cmpd="sng" algn="ctr">
                      <a:solidFill>
                        <a:srgbClr val="76453B"/>
                      </a:solidFill>
                      <a:prstDash val="solid"/>
                      <a:round/>
                      <a:headEnd type="none" w="med" len="med"/>
                      <a:tailEnd type="none" w="med" len="med"/>
                    </a:lnR>
                    <a:lnT w="4763" cap="flat" cmpd="sng" algn="ctr">
                      <a:solidFill>
                        <a:srgbClr val="76453B"/>
                      </a:solidFill>
                      <a:prstDash val="solid"/>
                      <a:round/>
                      <a:headEnd type="none" w="med" len="med"/>
                      <a:tailEnd type="none" w="med" len="med"/>
                    </a:lnT>
                    <a:lnB w="4763" cap="flat" cmpd="sng" algn="ctr">
                      <a:solidFill>
                        <a:srgbClr val="76453B"/>
                      </a:solidFill>
                      <a:prstDash val="solid"/>
                      <a:round/>
                      <a:headEnd type="none" w="med" len="med"/>
                      <a:tailEnd type="none" w="med" len="med"/>
                    </a:lnB>
                    <a:solidFill>
                      <a:srgbClr val="EAD8C0"/>
                    </a:solidFill>
                  </a:tcPr>
                </a:tc>
                <a:tc>
                  <a:txBody>
                    <a:bodyPr/>
                    <a:lstStyle/>
                    <a:p>
                      <a:pPr rtl="0">
                        <a:buNone/>
                      </a:pPr>
                      <a:r>
                        <a:rPr lang="en-US" sz="1600" b="1" dirty="0">
                          <a:solidFill>
                            <a:srgbClr val="000000"/>
                          </a:solidFill>
                          <a:effectLst/>
                          <a:latin typeface="Arial" panose="020B0604020202020204" pitchFamily="34" charset="0"/>
                        </a:rPr>
                        <a:t>1 Ring</a:t>
                      </a:r>
                      <a:endParaRPr lang="en-US" sz="1600" dirty="0">
                        <a:solidFill>
                          <a:srgbClr val="000000"/>
                        </a:solidFill>
                        <a:effectLst/>
                        <a:latin typeface="Arial" panose="020B0604020202020204" pitchFamily="34" charset="0"/>
                      </a:endParaRPr>
                    </a:p>
                  </a:txBody>
                  <a:tcPr marL="49749" marR="49749" marT="33166" marB="33166" anchor="ctr">
                    <a:lnL w="4763" cap="flat" cmpd="sng" algn="ctr">
                      <a:solidFill>
                        <a:srgbClr val="76453B"/>
                      </a:solidFill>
                      <a:prstDash val="solid"/>
                      <a:round/>
                      <a:headEnd type="none" w="med" len="med"/>
                      <a:tailEnd type="none" w="med" len="med"/>
                    </a:lnL>
                    <a:lnR w="4763" cap="flat" cmpd="sng" algn="ctr">
                      <a:solidFill>
                        <a:srgbClr val="76453B"/>
                      </a:solidFill>
                      <a:prstDash val="solid"/>
                      <a:round/>
                      <a:headEnd type="none" w="med" len="med"/>
                      <a:tailEnd type="none" w="med" len="med"/>
                    </a:lnR>
                    <a:lnT w="4763" cap="flat" cmpd="sng" algn="ctr">
                      <a:solidFill>
                        <a:srgbClr val="76453B"/>
                      </a:solidFill>
                      <a:prstDash val="solid"/>
                      <a:round/>
                      <a:headEnd type="none" w="med" len="med"/>
                      <a:tailEnd type="none" w="med" len="med"/>
                    </a:lnT>
                    <a:lnB w="4763" cap="flat" cmpd="sng" algn="ctr">
                      <a:solidFill>
                        <a:srgbClr val="76453B"/>
                      </a:solidFill>
                      <a:prstDash val="solid"/>
                      <a:round/>
                      <a:headEnd type="none" w="med" len="med"/>
                      <a:tailEnd type="none" w="med" len="med"/>
                    </a:lnB>
                    <a:solidFill>
                      <a:srgbClr val="EAD8C0"/>
                    </a:solidFill>
                  </a:tcPr>
                </a:tc>
                <a:tc>
                  <a:txBody>
                    <a:bodyPr/>
                    <a:lstStyle/>
                    <a:p>
                      <a:pPr rtl="0">
                        <a:buNone/>
                      </a:pPr>
                      <a:r>
                        <a:rPr lang="zh-CN" altLang="en-US" sz="1600" dirty="0">
                          <a:solidFill>
                            <a:srgbClr val="000000"/>
                          </a:solidFill>
                          <a:effectLst/>
                          <a:latin typeface="Arial" panose="020B0604020202020204" pitchFamily="34" charset="0"/>
                        </a:rPr>
                        <a:t>✅</a:t>
                      </a:r>
                    </a:p>
                  </a:txBody>
                  <a:tcPr marL="49749" marR="49749" marT="33166" marB="33166" anchor="ctr">
                    <a:lnL w="4763" cap="flat" cmpd="sng" algn="ctr">
                      <a:solidFill>
                        <a:srgbClr val="76453B"/>
                      </a:solidFill>
                      <a:prstDash val="solid"/>
                      <a:round/>
                      <a:headEnd type="none" w="med" len="med"/>
                      <a:tailEnd type="none" w="med" len="med"/>
                    </a:lnL>
                    <a:lnR w="4763" cap="flat" cmpd="sng" algn="ctr">
                      <a:solidFill>
                        <a:srgbClr val="76453B"/>
                      </a:solidFill>
                      <a:prstDash val="solid"/>
                      <a:round/>
                      <a:headEnd type="none" w="med" len="med"/>
                      <a:tailEnd type="none" w="med" len="med"/>
                    </a:lnR>
                    <a:lnT w="4763" cap="flat" cmpd="sng" algn="ctr">
                      <a:solidFill>
                        <a:srgbClr val="76453B"/>
                      </a:solidFill>
                      <a:prstDash val="solid"/>
                      <a:round/>
                      <a:headEnd type="none" w="med" len="med"/>
                      <a:tailEnd type="none" w="med" len="med"/>
                    </a:lnT>
                    <a:lnB w="4763" cap="flat" cmpd="sng" algn="ctr">
                      <a:solidFill>
                        <a:srgbClr val="76453B"/>
                      </a:solidFill>
                      <a:prstDash val="solid"/>
                      <a:round/>
                      <a:headEnd type="none" w="med" len="med"/>
                      <a:tailEnd type="none" w="med" len="med"/>
                    </a:lnB>
                    <a:solidFill>
                      <a:srgbClr val="EAD8C0"/>
                    </a:solidFill>
                  </a:tcPr>
                </a:tc>
                <a:tc>
                  <a:txBody>
                    <a:bodyPr/>
                    <a:lstStyle/>
                    <a:p>
                      <a:pPr rtl="0">
                        <a:buNone/>
                      </a:pPr>
                      <a:r>
                        <a:rPr lang="en-US" sz="1600" b="1" dirty="0">
                          <a:solidFill>
                            <a:srgbClr val="000000"/>
                          </a:solidFill>
                          <a:effectLst/>
                          <a:latin typeface="Arial" panose="020B0604020202020204" pitchFamily="34" charset="0"/>
                        </a:rPr>
                        <a:t>148mW</a:t>
                      </a:r>
                      <a:endParaRPr lang="en-US" sz="1600" dirty="0">
                        <a:solidFill>
                          <a:srgbClr val="000000"/>
                        </a:solidFill>
                        <a:effectLst/>
                        <a:latin typeface="Arial" panose="020B0604020202020204" pitchFamily="34" charset="0"/>
                      </a:endParaRPr>
                    </a:p>
                  </a:txBody>
                  <a:tcPr marL="49749" marR="49749" marT="33166" marB="33166" anchor="ctr">
                    <a:lnL w="4763" cap="flat" cmpd="sng" algn="ctr">
                      <a:solidFill>
                        <a:srgbClr val="76453B"/>
                      </a:solidFill>
                      <a:prstDash val="solid"/>
                      <a:round/>
                      <a:headEnd type="none" w="med" len="med"/>
                      <a:tailEnd type="none" w="med" len="med"/>
                    </a:lnL>
                    <a:lnR w="4763" cap="flat" cmpd="sng" algn="ctr">
                      <a:solidFill>
                        <a:srgbClr val="76453B"/>
                      </a:solidFill>
                      <a:prstDash val="solid"/>
                      <a:round/>
                      <a:headEnd type="none" w="med" len="med"/>
                      <a:tailEnd type="none" w="med" len="med"/>
                    </a:lnR>
                    <a:lnT w="4763" cap="flat" cmpd="sng" algn="ctr">
                      <a:solidFill>
                        <a:srgbClr val="76453B"/>
                      </a:solidFill>
                      <a:prstDash val="solid"/>
                      <a:round/>
                      <a:headEnd type="none" w="med" len="med"/>
                      <a:tailEnd type="none" w="med" len="med"/>
                    </a:lnT>
                    <a:lnB w="4763" cap="flat" cmpd="sng" algn="ctr">
                      <a:solidFill>
                        <a:srgbClr val="76453B"/>
                      </a:solidFill>
                      <a:prstDash val="solid"/>
                      <a:round/>
                      <a:headEnd type="none" w="med" len="med"/>
                      <a:tailEnd type="none" w="med" len="med"/>
                    </a:lnB>
                    <a:solidFill>
                      <a:srgbClr val="EAD8C0"/>
                    </a:solidFill>
                  </a:tcPr>
                </a:tc>
                <a:extLst>
                  <a:ext uri="{0D108BD9-81ED-4DB2-BD59-A6C34878D82A}">
                    <a16:rowId xmlns:a16="http://schemas.microsoft.com/office/drawing/2014/main" val="3497060032"/>
                  </a:ext>
                </a:extLst>
              </a:tr>
            </a:tbl>
          </a:graphicData>
        </a:graphic>
      </p:graphicFrame>
      <p:sp>
        <p:nvSpPr>
          <p:cNvPr id="13" name="文本框 12">
            <a:extLst>
              <a:ext uri="{FF2B5EF4-FFF2-40B4-BE49-F238E27FC236}">
                <a16:creationId xmlns:a16="http://schemas.microsoft.com/office/drawing/2014/main" id="{99CD2B18-93BD-B10A-8FCD-52F0DC7CC798}"/>
              </a:ext>
            </a:extLst>
          </p:cNvPr>
          <p:cNvSpPr txBox="1"/>
          <p:nvPr/>
        </p:nvSpPr>
        <p:spPr>
          <a:xfrm>
            <a:off x="3574233" y="5810187"/>
            <a:ext cx="6096000" cy="523220"/>
          </a:xfrm>
          <a:prstGeom prst="rect">
            <a:avLst/>
          </a:prstGeom>
          <a:noFill/>
        </p:spPr>
        <p:txBody>
          <a:bodyPr wrap="square">
            <a:spAutoFit/>
          </a:bodyPr>
          <a:lstStyle/>
          <a:p>
            <a:r>
              <a:rPr lang="zh-CN" altLang="en-US" sz="2800" b="1" dirty="0">
                <a:solidFill>
                  <a:schemeClr val="accent2"/>
                </a:solidFill>
                <a:latin typeface="Arial" panose="020B0604020202020204" pitchFamily="34" charset="0"/>
                <a:ea typeface="微软雅黑" panose="020B0503020204020204" pitchFamily="34" charset="-122"/>
              </a:rPr>
              <a:t>解决</a:t>
            </a:r>
            <a:r>
              <a:rPr lang="zh-CN" altLang="en-US" sz="2800" dirty="0">
                <a:solidFill>
                  <a:schemeClr val="accent2"/>
                </a:solidFill>
                <a:latin typeface="Arial" panose="020B0604020202020204" pitchFamily="34" charset="0"/>
                <a:ea typeface="微软雅黑" panose="020B0503020204020204" pitchFamily="34" charset="-122"/>
              </a:rPr>
              <a:t> 局限性</a:t>
            </a:r>
            <a:r>
              <a:rPr lang="en-US" altLang="zh-CN" sz="2800" dirty="0">
                <a:solidFill>
                  <a:schemeClr val="accent2"/>
                </a:solidFill>
                <a:latin typeface="Arial" panose="020B0604020202020204" pitchFamily="34" charset="0"/>
                <a:ea typeface="微软雅黑" panose="020B0503020204020204" pitchFamily="34" charset="-122"/>
              </a:rPr>
              <a:t>:</a:t>
            </a:r>
            <a:r>
              <a:rPr lang="zh-CN" altLang="en-US" sz="2800" b="1" dirty="0">
                <a:solidFill>
                  <a:schemeClr val="accent2"/>
                </a:solidFill>
                <a:latin typeface="Arial" panose="020B0604020202020204" pitchFamily="34" charset="0"/>
                <a:ea typeface="微软雅黑" panose="020B0503020204020204" pitchFamily="34" charset="-122"/>
              </a:rPr>
              <a:t>笨重</a:t>
            </a:r>
            <a:r>
              <a:rPr lang="en-US" altLang="zh-CN" sz="2800" b="1" dirty="0">
                <a:solidFill>
                  <a:schemeClr val="accent2"/>
                </a:solidFill>
                <a:latin typeface="Arial" panose="020B0604020202020204" pitchFamily="34" charset="0"/>
                <a:ea typeface="微软雅黑" panose="020B0503020204020204" pitchFamily="34" charset="-122"/>
              </a:rPr>
              <a:t>,</a:t>
            </a:r>
            <a:r>
              <a:rPr lang="zh-CN" altLang="en-US" sz="2800" b="1" dirty="0">
                <a:solidFill>
                  <a:schemeClr val="accent2"/>
                </a:solidFill>
                <a:latin typeface="Arial" panose="020B0604020202020204" pitchFamily="34" charset="0"/>
                <a:ea typeface="微软雅黑" panose="020B0503020204020204" pitchFamily="34" charset="-122"/>
              </a:rPr>
              <a:t>遮挡</a:t>
            </a:r>
            <a:r>
              <a:rPr lang="en-US" altLang="zh-CN" sz="2800" b="1" dirty="0">
                <a:solidFill>
                  <a:schemeClr val="accent2"/>
                </a:solidFill>
                <a:latin typeface="Arial" panose="020B0604020202020204" pitchFamily="34" charset="0"/>
                <a:ea typeface="微软雅黑" panose="020B0503020204020204" pitchFamily="34" charset="-122"/>
              </a:rPr>
              <a:t>/</a:t>
            </a:r>
            <a:r>
              <a:rPr lang="zh-CN" altLang="en-US" sz="2800" b="1" dirty="0">
                <a:solidFill>
                  <a:schemeClr val="accent2"/>
                </a:solidFill>
                <a:latin typeface="Arial" panose="020B0604020202020204" pitchFamily="34" charset="0"/>
                <a:ea typeface="微软雅黑" panose="020B0503020204020204" pitchFamily="34" charset="-122"/>
              </a:rPr>
              <a:t>隐私问题</a:t>
            </a:r>
          </a:p>
        </p:txBody>
      </p:sp>
      <p:sp>
        <p:nvSpPr>
          <p:cNvPr id="17" name="灯片编号占位符 16">
            <a:extLst>
              <a:ext uri="{FF2B5EF4-FFF2-40B4-BE49-F238E27FC236}">
                <a16:creationId xmlns:a16="http://schemas.microsoft.com/office/drawing/2014/main" id="{A1736086-F6C9-68F1-DC23-30BAE0B87C44}"/>
              </a:ext>
            </a:extLst>
          </p:cNvPr>
          <p:cNvSpPr>
            <a:spLocks noGrp="1"/>
          </p:cNvSpPr>
          <p:nvPr>
            <p:ph type="sldNum" sz="quarter" idx="4"/>
          </p:nvPr>
        </p:nvSpPr>
        <p:spPr/>
        <p:txBody>
          <a:bodyPr/>
          <a:lstStyle/>
          <a:p>
            <a:fld id="{7A48417F-7526-485E-AE3C-3E2AE40A04CB}" type="slidenum">
              <a:rPr lang="zh-CN" altLang="en-US" smtClean="0"/>
              <a:pPr/>
              <a:t>7</a:t>
            </a:fld>
            <a:r>
              <a:rPr lang="zh-CN" altLang="en-US"/>
              <a:t> </a:t>
            </a:r>
            <a:r>
              <a:rPr lang="en-US" altLang="zh-CN"/>
              <a:t>/ </a:t>
            </a:r>
            <a:r>
              <a:rPr lang="zh-CN" altLang="en-US"/>
              <a:t>总页数</a:t>
            </a:r>
            <a:endParaRPr lang="zh-CN" altLang="en-US" dirty="0"/>
          </a:p>
        </p:txBody>
      </p:sp>
    </p:spTree>
    <p:extLst>
      <p:ext uri="{BB962C8B-B14F-4D97-AF65-F5344CB8AC3E}">
        <p14:creationId xmlns:p14="http://schemas.microsoft.com/office/powerpoint/2010/main" val="41613082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80F047-FF2D-0D0D-037B-29B3BE074B42}"/>
            </a:ext>
          </a:extLst>
        </p:cNvPr>
        <p:cNvGrpSpPr/>
        <p:nvPr/>
      </p:nvGrpSpPr>
      <p:grpSpPr>
        <a:xfrm>
          <a:off x="0" y="0"/>
          <a:ext cx="0" cy="0"/>
          <a:chOff x="0" y="0"/>
          <a:chExt cx="0" cy="0"/>
        </a:xfrm>
      </p:grpSpPr>
      <p:pic>
        <p:nvPicPr>
          <p:cNvPr id="8" name="图片 7">
            <a:extLst>
              <a:ext uri="{FF2B5EF4-FFF2-40B4-BE49-F238E27FC236}">
                <a16:creationId xmlns:a16="http://schemas.microsoft.com/office/drawing/2014/main" id="{5A34512A-AF96-18F7-0BB1-72E920541562}"/>
              </a:ext>
            </a:extLst>
          </p:cNvPr>
          <p:cNvPicPr>
            <a:picLocks noChangeAspect="1"/>
          </p:cNvPicPr>
          <p:nvPr/>
        </p:nvPicPr>
        <p:blipFill rotWithShape="1">
          <a:blip r:embed="rId3">
            <a:extLst>
              <a:ext uri="{28A0092B-C50C-407E-A947-70E740481C1C}">
                <a14:useLocalDpi xmlns:a14="http://schemas.microsoft.com/office/drawing/2010/main" val="0"/>
              </a:ext>
            </a:extLst>
          </a:blip>
          <a:srcRect t="32889" b="22667"/>
          <a:stretch>
            <a:fillRect/>
          </a:stretch>
        </p:blipFill>
        <p:spPr>
          <a:xfrm>
            <a:off x="-3" y="1904998"/>
            <a:ext cx="12192002" cy="3048000"/>
          </a:xfrm>
          <a:prstGeom prst="rect">
            <a:avLst/>
          </a:prstGeom>
        </p:spPr>
      </p:pic>
      <p:sp>
        <p:nvSpPr>
          <p:cNvPr id="6" name="矩形 5">
            <a:extLst>
              <a:ext uri="{FF2B5EF4-FFF2-40B4-BE49-F238E27FC236}">
                <a16:creationId xmlns:a16="http://schemas.microsoft.com/office/drawing/2014/main" id="{60921B6E-F6F4-D057-66AB-D149A84DDEF1}"/>
              </a:ext>
            </a:extLst>
          </p:cNvPr>
          <p:cNvSpPr/>
          <p:nvPr/>
        </p:nvSpPr>
        <p:spPr>
          <a:xfrm>
            <a:off x="1" y="1904999"/>
            <a:ext cx="4236720" cy="3048000"/>
          </a:xfrm>
          <a:prstGeom prst="rect">
            <a:avLst/>
          </a:prstGeom>
          <a:solidFill>
            <a:schemeClr val="accent1">
              <a:alpha val="7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矩形 10">
            <a:extLst>
              <a:ext uri="{FF2B5EF4-FFF2-40B4-BE49-F238E27FC236}">
                <a16:creationId xmlns:a16="http://schemas.microsoft.com/office/drawing/2014/main" id="{1EDE889D-2BAF-4C5B-20D6-5F2E7494808B}"/>
              </a:ext>
            </a:extLst>
          </p:cNvPr>
          <p:cNvSpPr/>
          <p:nvPr/>
        </p:nvSpPr>
        <p:spPr>
          <a:xfrm>
            <a:off x="4236722" y="1904997"/>
            <a:ext cx="7955278" cy="3048000"/>
          </a:xfrm>
          <a:prstGeom prst="rect">
            <a:avLst/>
          </a:prstGeom>
          <a:solidFill>
            <a:schemeClr val="bg1">
              <a:alpha val="8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文本框 11">
            <a:extLst>
              <a:ext uri="{FF2B5EF4-FFF2-40B4-BE49-F238E27FC236}">
                <a16:creationId xmlns:a16="http://schemas.microsoft.com/office/drawing/2014/main" id="{A5EBC7C7-724E-0A1E-65F8-560A7F331DCF}"/>
              </a:ext>
            </a:extLst>
          </p:cNvPr>
          <p:cNvSpPr txBox="1"/>
          <p:nvPr/>
        </p:nvSpPr>
        <p:spPr>
          <a:xfrm>
            <a:off x="4389216" y="2921168"/>
            <a:ext cx="7484233" cy="1015663"/>
          </a:xfrm>
          <a:prstGeom prst="rect">
            <a:avLst/>
          </a:prstGeom>
          <a:noFill/>
        </p:spPr>
        <p:txBody>
          <a:bodyPr wrap="square" rtlCol="0">
            <a:spAutoFit/>
          </a:bodyPr>
          <a:lstStyle/>
          <a:p>
            <a:pPr algn="dist"/>
            <a:r>
              <a:rPr lang="en-US" altLang="zh-CN" sz="6000" b="1" dirty="0">
                <a:solidFill>
                  <a:schemeClr val="accent1"/>
                </a:solidFill>
                <a:latin typeface="微软雅黑" panose="020B0503020204020204" pitchFamily="34" charset="-122"/>
                <a:ea typeface="微软雅黑" panose="020B0503020204020204" pitchFamily="34" charset="-122"/>
              </a:rPr>
              <a:t>Ring-a-Pose</a:t>
            </a:r>
            <a:r>
              <a:rPr lang="zh-CN" altLang="en-US" sz="6000" b="1" dirty="0">
                <a:solidFill>
                  <a:schemeClr val="accent1"/>
                </a:solidFill>
                <a:latin typeface="微软雅黑" panose="020B0503020204020204" pitchFamily="34" charset="-122"/>
                <a:ea typeface="微软雅黑" panose="020B0503020204020204" pitchFamily="34" charset="-122"/>
              </a:rPr>
              <a:t>的实现</a:t>
            </a:r>
          </a:p>
        </p:txBody>
      </p:sp>
      <p:grpSp>
        <p:nvGrpSpPr>
          <p:cNvPr id="3" name="组合 2">
            <a:extLst>
              <a:ext uri="{FF2B5EF4-FFF2-40B4-BE49-F238E27FC236}">
                <a16:creationId xmlns:a16="http://schemas.microsoft.com/office/drawing/2014/main" id="{760B5E5A-6AA8-15BD-9D5A-BFBE9DF01AF1}"/>
              </a:ext>
            </a:extLst>
          </p:cNvPr>
          <p:cNvGrpSpPr/>
          <p:nvPr/>
        </p:nvGrpSpPr>
        <p:grpSpPr>
          <a:xfrm>
            <a:off x="1104549" y="2523714"/>
            <a:ext cx="3816495" cy="1443647"/>
            <a:chOff x="1576991" y="2614329"/>
            <a:chExt cx="3816495" cy="1443647"/>
          </a:xfrm>
        </p:grpSpPr>
        <p:sp>
          <p:nvSpPr>
            <p:cNvPr id="9" name="文本框 8">
              <a:extLst>
                <a:ext uri="{FF2B5EF4-FFF2-40B4-BE49-F238E27FC236}">
                  <a16:creationId xmlns:a16="http://schemas.microsoft.com/office/drawing/2014/main" id="{724BCC4E-EA85-3F0A-02D6-AC4F08DE46B5}"/>
                </a:ext>
              </a:extLst>
            </p:cNvPr>
            <p:cNvSpPr txBox="1"/>
            <p:nvPr/>
          </p:nvSpPr>
          <p:spPr>
            <a:xfrm>
              <a:off x="1576991" y="2857647"/>
              <a:ext cx="3816495" cy="1200329"/>
            </a:xfrm>
            <a:prstGeom prst="rect">
              <a:avLst/>
            </a:prstGeom>
            <a:noFill/>
          </p:spPr>
          <p:txBody>
            <a:bodyPr wrap="square" rtlCol="0">
              <a:spAutoFit/>
            </a:bodyPr>
            <a:lstStyle/>
            <a:p>
              <a:pPr algn="dist"/>
              <a:r>
                <a:rPr lang="zh-CN" altLang="en-US" sz="7200" b="1" dirty="0">
                  <a:solidFill>
                    <a:schemeClr val="bg1"/>
                  </a:solidFill>
                  <a:latin typeface="微软雅黑" panose="020B0503020204020204" pitchFamily="34" charset="-122"/>
                  <a:ea typeface="微软雅黑" panose="020B0503020204020204" pitchFamily="34" charset="-122"/>
                </a:rPr>
                <a:t>三</a:t>
              </a:r>
            </a:p>
          </p:txBody>
        </p:sp>
        <p:pic>
          <p:nvPicPr>
            <p:cNvPr id="7" name="图片 6">
              <a:extLst>
                <a:ext uri="{FF2B5EF4-FFF2-40B4-BE49-F238E27FC236}">
                  <a16:creationId xmlns:a16="http://schemas.microsoft.com/office/drawing/2014/main" id="{1B525DDA-71AC-8EB7-89D4-1DB53BB58B66}"/>
                </a:ext>
              </a:extLst>
            </p:cNvPr>
            <p:cNvPicPr>
              <a:picLocks noChangeAspect="1"/>
            </p:cNvPicPr>
            <p:nvPr/>
          </p:nvPicPr>
          <p:blipFill rotWithShape="1">
            <a:blip r:embed="rId4" cstate="print">
              <a:biLevel thresh="25000"/>
              <a:extLst>
                <a:ext uri="{28A0092B-C50C-407E-A947-70E740481C1C}">
                  <a14:useLocalDpi xmlns:a14="http://schemas.microsoft.com/office/drawing/2010/main" val="0"/>
                </a:ext>
              </a:extLst>
            </a:blip>
            <a:srcRect l="33369" t="21333" r="33139" b="58431"/>
            <a:stretch>
              <a:fillRect/>
            </a:stretch>
          </p:blipFill>
          <p:spPr>
            <a:xfrm>
              <a:off x="1798904" y="2614329"/>
              <a:ext cx="1002008" cy="814671"/>
            </a:xfrm>
            <a:prstGeom prst="rect">
              <a:avLst/>
            </a:prstGeom>
          </p:spPr>
        </p:pic>
      </p:grpSp>
      <p:sp>
        <p:nvSpPr>
          <p:cNvPr id="19" name="等腰三角形 18">
            <a:extLst>
              <a:ext uri="{FF2B5EF4-FFF2-40B4-BE49-F238E27FC236}">
                <a16:creationId xmlns:a16="http://schemas.microsoft.com/office/drawing/2014/main" id="{344105D6-9318-ECC5-6DE2-CAB33D8B1815}"/>
              </a:ext>
            </a:extLst>
          </p:cNvPr>
          <p:cNvSpPr/>
          <p:nvPr/>
        </p:nvSpPr>
        <p:spPr>
          <a:xfrm rot="5400000">
            <a:off x="3919524" y="3310725"/>
            <a:ext cx="945018" cy="310625"/>
          </a:xfrm>
          <a:prstGeom prst="triangle">
            <a:avLst/>
          </a:prstGeom>
          <a:solidFill>
            <a:schemeClr val="accent1">
              <a:lumMod val="75000"/>
              <a:alpha val="7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0" name="图片 19">
            <a:extLst>
              <a:ext uri="{FF2B5EF4-FFF2-40B4-BE49-F238E27FC236}">
                <a16:creationId xmlns:a16="http://schemas.microsoft.com/office/drawing/2014/main" id="{17F97E2C-3196-30BD-3139-435EB19968E3}"/>
              </a:ext>
            </a:extLst>
          </p:cNvPr>
          <p:cNvPicPr>
            <a:picLocks noChangeAspect="1"/>
          </p:cNvPicPr>
          <p:nvPr/>
        </p:nvPicPr>
        <p:blipFill rotWithShape="1">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l="33369" t="21333" r="33139" b="58431"/>
          <a:stretch>
            <a:fillRect/>
          </a:stretch>
        </p:blipFill>
        <p:spPr>
          <a:xfrm flipH="1" flipV="1">
            <a:off x="11258743" y="3560025"/>
            <a:ext cx="1002008" cy="814671"/>
          </a:xfrm>
          <a:prstGeom prst="rect">
            <a:avLst/>
          </a:prstGeom>
        </p:spPr>
      </p:pic>
      <p:sp>
        <p:nvSpPr>
          <p:cNvPr id="10" name="灯片编号占位符 9">
            <a:extLst>
              <a:ext uri="{FF2B5EF4-FFF2-40B4-BE49-F238E27FC236}">
                <a16:creationId xmlns:a16="http://schemas.microsoft.com/office/drawing/2014/main" id="{FB7FD557-545B-24D5-C25B-8C9B560F63A6}"/>
              </a:ext>
            </a:extLst>
          </p:cNvPr>
          <p:cNvSpPr>
            <a:spLocks noGrp="1"/>
          </p:cNvSpPr>
          <p:nvPr>
            <p:ph type="sldNum" sz="quarter" idx="4"/>
          </p:nvPr>
        </p:nvSpPr>
        <p:spPr/>
        <p:txBody>
          <a:bodyPr/>
          <a:lstStyle/>
          <a:p>
            <a:fld id="{7A48417F-7526-485E-AE3C-3E2AE40A04CB}" type="slidenum">
              <a:rPr lang="zh-CN" altLang="en-US" smtClean="0"/>
              <a:pPr/>
              <a:t>8</a:t>
            </a:fld>
            <a:r>
              <a:rPr lang="zh-CN" altLang="en-US"/>
              <a:t> </a:t>
            </a:r>
            <a:r>
              <a:rPr lang="en-US" altLang="zh-CN"/>
              <a:t>/ </a:t>
            </a:r>
            <a:r>
              <a:rPr lang="zh-CN" altLang="en-US"/>
              <a:t>总页数</a:t>
            </a:r>
            <a:endParaRPr lang="zh-CN" altLang="en-US" dirty="0"/>
          </a:p>
        </p:txBody>
      </p:sp>
    </p:spTree>
    <p:extLst>
      <p:ext uri="{BB962C8B-B14F-4D97-AF65-F5344CB8AC3E}">
        <p14:creationId xmlns:p14="http://schemas.microsoft.com/office/powerpoint/2010/main" val="11829305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7A3415-DDBF-CCDD-891F-F705BD31AC89}"/>
            </a:ext>
          </a:extLst>
        </p:cNvPr>
        <p:cNvGrpSpPr/>
        <p:nvPr/>
      </p:nvGrpSpPr>
      <p:grpSpPr>
        <a:xfrm>
          <a:off x="0" y="0"/>
          <a:ext cx="0" cy="0"/>
          <a:chOff x="0" y="0"/>
          <a:chExt cx="0" cy="0"/>
        </a:xfrm>
      </p:grpSpPr>
      <p:sp>
        <p:nvSpPr>
          <p:cNvPr id="28" name="矩形: 圆角 27">
            <a:extLst>
              <a:ext uri="{FF2B5EF4-FFF2-40B4-BE49-F238E27FC236}">
                <a16:creationId xmlns:a16="http://schemas.microsoft.com/office/drawing/2014/main" id="{B0F2F19B-8AEE-4837-9CA8-AE4418C421ED}"/>
              </a:ext>
            </a:extLst>
          </p:cNvPr>
          <p:cNvSpPr/>
          <p:nvPr/>
        </p:nvSpPr>
        <p:spPr>
          <a:xfrm>
            <a:off x="2620559" y="6054232"/>
            <a:ext cx="6950882" cy="752771"/>
          </a:xfrm>
          <a:prstGeom prst="roundRect">
            <a:avLst/>
          </a:prstGeom>
          <a:solidFill>
            <a:srgbClr val="E2EBE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a:extLst>
              <a:ext uri="{FF2B5EF4-FFF2-40B4-BE49-F238E27FC236}">
                <a16:creationId xmlns:a16="http://schemas.microsoft.com/office/drawing/2014/main" id="{4B4CBA4F-0EF5-609D-6DB1-2C48952C0FB7}"/>
              </a:ext>
            </a:extLst>
          </p:cNvPr>
          <p:cNvPicPr>
            <a:picLocks noChangeAspect="1"/>
          </p:cNvPicPr>
          <p:nvPr/>
        </p:nvPicPr>
        <p:blipFill rotWithShape="1">
          <a:blip r:embed="rId3">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 name="矩形 1">
            <a:extLst>
              <a:ext uri="{FF2B5EF4-FFF2-40B4-BE49-F238E27FC236}">
                <a16:creationId xmlns:a16="http://schemas.microsoft.com/office/drawing/2014/main" id="{AE809225-B407-4BF2-A0FB-4AA4F72E32F7}"/>
              </a:ext>
            </a:extLst>
          </p:cNvPr>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 name="组合 2">
            <a:extLst>
              <a:ext uri="{FF2B5EF4-FFF2-40B4-BE49-F238E27FC236}">
                <a16:creationId xmlns:a16="http://schemas.microsoft.com/office/drawing/2014/main" id="{48EC8872-D31E-98A4-00E5-DF5FE73CDDAE}"/>
              </a:ext>
            </a:extLst>
          </p:cNvPr>
          <p:cNvGrpSpPr/>
          <p:nvPr/>
        </p:nvGrpSpPr>
        <p:grpSpPr>
          <a:xfrm>
            <a:off x="138529" y="112811"/>
            <a:ext cx="2708843" cy="593132"/>
            <a:chOff x="1019925" y="1507763"/>
            <a:chExt cx="2708843" cy="593132"/>
          </a:xfrm>
        </p:grpSpPr>
        <p:sp>
          <p:nvSpPr>
            <p:cNvPr id="4" name="文本框 3">
              <a:extLst>
                <a:ext uri="{FF2B5EF4-FFF2-40B4-BE49-F238E27FC236}">
                  <a16:creationId xmlns:a16="http://schemas.microsoft.com/office/drawing/2014/main" id="{0E696467-72DA-2106-3C8C-6D95CD69CF56}"/>
                </a:ext>
              </a:extLst>
            </p:cNvPr>
            <p:cNvSpPr txBox="1"/>
            <p:nvPr/>
          </p:nvSpPr>
          <p:spPr>
            <a:xfrm>
              <a:off x="1700305" y="1507763"/>
              <a:ext cx="2028463" cy="523220"/>
            </a:xfrm>
            <a:prstGeom prst="rect">
              <a:avLst/>
            </a:prstGeom>
            <a:noFill/>
          </p:spPr>
          <p:txBody>
            <a:bodyPr vert="horz" wrap="square" rtlCol="0">
              <a:spAutoFit/>
            </a:bodyPr>
            <a:lstStyle/>
            <a:p>
              <a:pPr algn="dist"/>
              <a:r>
                <a:rPr lang="zh-CN" altLang="en-US" sz="2800" b="1" dirty="0">
                  <a:solidFill>
                    <a:schemeClr val="bg1"/>
                  </a:solidFill>
                  <a:latin typeface="微软雅黑" panose="020B0503020204020204" pitchFamily="34" charset="-122"/>
                  <a:ea typeface="微软雅黑" panose="020B0503020204020204" pitchFamily="34" charset="-122"/>
                </a:rPr>
                <a:t>硬件实现</a:t>
              </a:r>
            </a:p>
          </p:txBody>
        </p:sp>
        <p:pic>
          <p:nvPicPr>
            <p:cNvPr id="5" name="图片 4">
              <a:extLst>
                <a:ext uri="{FF2B5EF4-FFF2-40B4-BE49-F238E27FC236}">
                  <a16:creationId xmlns:a16="http://schemas.microsoft.com/office/drawing/2014/main" id="{E8E1EAC1-69C6-C711-FCF8-6BA15FD745A0}"/>
                </a:ext>
              </a:extLst>
            </p:cNvPr>
            <p:cNvPicPr>
              <a:picLocks noChangeAspect="1"/>
            </p:cNvPicPr>
            <p:nvPr/>
          </p:nvPicPr>
          <p:blipFill rotWithShape="1">
            <a:blip r:embed="rId4" cstate="print">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pic>
        <p:nvPicPr>
          <p:cNvPr id="36" name="图片 35">
            <a:extLst>
              <a:ext uri="{FF2B5EF4-FFF2-40B4-BE49-F238E27FC236}">
                <a16:creationId xmlns:a16="http://schemas.microsoft.com/office/drawing/2014/main" id="{B30EACD2-0C67-2783-9DCC-D01F2C995B4E}"/>
              </a:ext>
            </a:extLst>
          </p:cNvPr>
          <p:cNvPicPr>
            <a:picLocks noChangeAspect="1"/>
          </p:cNvPicPr>
          <p:nvPr/>
        </p:nvPicPr>
        <p:blipFill rotWithShape="1">
          <a:blip r:embed="rId5"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sp>
        <p:nvSpPr>
          <p:cNvPr id="17" name="文本框 16">
            <a:extLst>
              <a:ext uri="{FF2B5EF4-FFF2-40B4-BE49-F238E27FC236}">
                <a16:creationId xmlns:a16="http://schemas.microsoft.com/office/drawing/2014/main" id="{B2B257F5-B3C7-4456-82A1-6BDFFBC12DF9}"/>
              </a:ext>
            </a:extLst>
          </p:cNvPr>
          <p:cNvSpPr txBox="1"/>
          <p:nvPr/>
        </p:nvSpPr>
        <p:spPr>
          <a:xfrm rot="21334241">
            <a:off x="8075422" y="5267428"/>
            <a:ext cx="6022201" cy="461665"/>
          </a:xfrm>
          <a:prstGeom prst="rect">
            <a:avLst/>
          </a:prstGeom>
          <a:noFill/>
        </p:spPr>
        <p:txBody>
          <a:bodyPr wrap="square">
            <a:spAutoFit/>
          </a:bodyPr>
          <a:lstStyle/>
          <a:p>
            <a:r>
              <a:rPr lang="zh-CN" altLang="en-US" sz="2400" b="1" i="0" dirty="0">
                <a:solidFill>
                  <a:srgbClr val="FF0000"/>
                </a:solidFill>
                <a:effectLst/>
                <a:latin typeface="+mj-ea"/>
                <a:ea typeface="+mj-ea"/>
              </a:rPr>
              <a:t>成本仅</a:t>
            </a:r>
            <a:r>
              <a:rPr lang="en-US" altLang="zh-CN" sz="2400" b="1" i="0" dirty="0">
                <a:solidFill>
                  <a:srgbClr val="FF0000"/>
                </a:solidFill>
                <a:effectLst/>
                <a:latin typeface="+mj-ea"/>
                <a:ea typeface="+mj-ea"/>
              </a:rPr>
              <a:t>30$</a:t>
            </a:r>
            <a:r>
              <a:rPr lang="zh-CN" altLang="en-US" sz="2400" b="1" i="0" dirty="0">
                <a:solidFill>
                  <a:srgbClr val="FF0000"/>
                </a:solidFill>
                <a:effectLst/>
                <a:latin typeface="+mj-ea"/>
                <a:ea typeface="+mj-ea"/>
              </a:rPr>
              <a:t>，</a:t>
            </a:r>
            <a:r>
              <a:rPr lang="zh-CN" altLang="en-US" sz="2400" b="1" dirty="0">
                <a:solidFill>
                  <a:srgbClr val="FF0000"/>
                </a:solidFill>
                <a:latin typeface="+mj-ea"/>
                <a:ea typeface="+mj-ea"/>
              </a:rPr>
              <a:t>功耗</a:t>
            </a:r>
            <a:r>
              <a:rPr lang="en-US" altLang="zh-CN" sz="2400" b="1" i="0" dirty="0">
                <a:solidFill>
                  <a:srgbClr val="FF0000"/>
                </a:solidFill>
                <a:effectLst/>
                <a:latin typeface="+mj-ea"/>
                <a:ea typeface="+mj-ea"/>
              </a:rPr>
              <a:t>148mW</a:t>
            </a:r>
            <a:endParaRPr lang="zh-CN" altLang="en-US" sz="2400" b="1" dirty="0">
              <a:solidFill>
                <a:srgbClr val="FF0000"/>
              </a:solidFill>
              <a:latin typeface="+mj-ea"/>
              <a:ea typeface="+mj-ea"/>
            </a:endParaRPr>
          </a:p>
        </p:txBody>
      </p:sp>
      <p:grpSp>
        <p:nvGrpSpPr>
          <p:cNvPr id="6" name="组合 5">
            <a:extLst>
              <a:ext uri="{FF2B5EF4-FFF2-40B4-BE49-F238E27FC236}">
                <a16:creationId xmlns:a16="http://schemas.microsoft.com/office/drawing/2014/main" id="{26070BCC-BF64-4D1C-BB49-212678BE14D5}"/>
              </a:ext>
            </a:extLst>
          </p:cNvPr>
          <p:cNvGrpSpPr/>
          <p:nvPr/>
        </p:nvGrpSpPr>
        <p:grpSpPr>
          <a:xfrm>
            <a:off x="4755693" y="2246525"/>
            <a:ext cx="7482334" cy="3735289"/>
            <a:chOff x="149191" y="2137927"/>
            <a:chExt cx="8229600" cy="4088020"/>
          </a:xfrm>
        </p:grpSpPr>
        <p:pic>
          <p:nvPicPr>
            <p:cNvPr id="1028" name="Picture 4">
              <a:extLst>
                <a:ext uri="{FF2B5EF4-FFF2-40B4-BE49-F238E27FC236}">
                  <a16:creationId xmlns:a16="http://schemas.microsoft.com/office/drawing/2014/main" id="{C93A28AB-C6BF-499C-A768-9CD3EBF7FA15}"/>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b="9453"/>
            <a:stretch/>
          </p:blipFill>
          <p:spPr bwMode="auto">
            <a:xfrm>
              <a:off x="149191" y="2137927"/>
              <a:ext cx="8229600" cy="4088020"/>
            </a:xfrm>
            <a:prstGeom prst="rect">
              <a:avLst/>
            </a:prstGeom>
            <a:noFill/>
            <a:extLst>
              <a:ext uri="{909E8E84-426E-40DD-AFC4-6F175D3DCCD1}">
                <a14:hiddenFill xmlns:a14="http://schemas.microsoft.com/office/drawing/2010/main">
                  <a:solidFill>
                    <a:srgbClr val="FFFFFF"/>
                  </a:solidFill>
                </a14:hiddenFill>
              </a:ext>
            </a:extLst>
          </p:spPr>
        </p:pic>
        <p:sp>
          <p:nvSpPr>
            <p:cNvPr id="19" name="文本框 18">
              <a:extLst>
                <a:ext uri="{FF2B5EF4-FFF2-40B4-BE49-F238E27FC236}">
                  <a16:creationId xmlns:a16="http://schemas.microsoft.com/office/drawing/2014/main" id="{739C3C55-C60B-4301-BA7A-6DFD60A75C69}"/>
                </a:ext>
              </a:extLst>
            </p:cNvPr>
            <p:cNvSpPr txBox="1"/>
            <p:nvPr/>
          </p:nvSpPr>
          <p:spPr>
            <a:xfrm>
              <a:off x="3655806" y="4568820"/>
              <a:ext cx="1143756" cy="336841"/>
            </a:xfrm>
            <a:prstGeom prst="rect">
              <a:avLst/>
            </a:prstGeom>
            <a:noFill/>
          </p:spPr>
          <p:txBody>
            <a:bodyPr wrap="square">
              <a:spAutoFit/>
            </a:bodyPr>
            <a:lstStyle/>
            <a:p>
              <a:r>
                <a:rPr lang="en-US" altLang="zh-CN" sz="1400" b="1" i="0" dirty="0">
                  <a:solidFill>
                    <a:srgbClr val="FF0000"/>
                  </a:solidFill>
                  <a:effectLst/>
                  <a:latin typeface="Arial" panose="020B0604020202020204" pitchFamily="34" charset="0"/>
                </a:rPr>
                <a:t>24mW</a:t>
              </a:r>
              <a:endParaRPr lang="zh-CN" altLang="en-US" sz="1400" b="1" dirty="0">
                <a:solidFill>
                  <a:srgbClr val="FF0000"/>
                </a:solidFill>
              </a:endParaRPr>
            </a:p>
          </p:txBody>
        </p:sp>
        <p:sp>
          <p:nvSpPr>
            <p:cNvPr id="21" name="文本框 20">
              <a:extLst>
                <a:ext uri="{FF2B5EF4-FFF2-40B4-BE49-F238E27FC236}">
                  <a16:creationId xmlns:a16="http://schemas.microsoft.com/office/drawing/2014/main" id="{B147DE18-F9F3-45A2-9C07-F48BA6ACE39E}"/>
                </a:ext>
              </a:extLst>
            </p:cNvPr>
            <p:cNvSpPr txBox="1"/>
            <p:nvPr/>
          </p:nvSpPr>
          <p:spPr>
            <a:xfrm>
              <a:off x="2204222" y="5835618"/>
              <a:ext cx="1047582" cy="338554"/>
            </a:xfrm>
            <a:prstGeom prst="rect">
              <a:avLst/>
            </a:prstGeom>
            <a:noFill/>
          </p:spPr>
          <p:txBody>
            <a:bodyPr wrap="square">
              <a:spAutoFit/>
            </a:bodyPr>
            <a:lstStyle/>
            <a:p>
              <a:r>
                <a:rPr lang="en-US" altLang="zh-CN" sz="1400" b="1" dirty="0">
                  <a:solidFill>
                    <a:srgbClr val="FF0000"/>
                  </a:solidFill>
                  <a:latin typeface="Arial" panose="020B0604020202020204" pitchFamily="34" charset="0"/>
                </a:rPr>
                <a:t>120mW</a:t>
              </a:r>
              <a:endParaRPr lang="zh-CN" altLang="en-US" sz="1400" b="1" dirty="0">
                <a:solidFill>
                  <a:srgbClr val="FF0000"/>
                </a:solidFill>
                <a:latin typeface="Arial" panose="020B0604020202020204" pitchFamily="34" charset="0"/>
              </a:endParaRPr>
            </a:p>
          </p:txBody>
        </p:sp>
        <p:sp>
          <p:nvSpPr>
            <p:cNvPr id="23" name="文本框 22">
              <a:extLst>
                <a:ext uri="{FF2B5EF4-FFF2-40B4-BE49-F238E27FC236}">
                  <a16:creationId xmlns:a16="http://schemas.microsoft.com/office/drawing/2014/main" id="{CA57203C-B8E3-4587-B413-2F9DC60C49EF}"/>
                </a:ext>
              </a:extLst>
            </p:cNvPr>
            <p:cNvSpPr txBox="1"/>
            <p:nvPr/>
          </p:nvSpPr>
          <p:spPr>
            <a:xfrm>
              <a:off x="5452780" y="4525872"/>
              <a:ext cx="847023" cy="338554"/>
            </a:xfrm>
            <a:prstGeom prst="rect">
              <a:avLst/>
            </a:prstGeom>
            <a:noFill/>
          </p:spPr>
          <p:txBody>
            <a:bodyPr wrap="square">
              <a:spAutoFit/>
            </a:bodyPr>
            <a:lstStyle/>
            <a:p>
              <a:r>
                <a:rPr lang="en-US" altLang="zh-CN" sz="1400" b="1" dirty="0">
                  <a:solidFill>
                    <a:srgbClr val="FF0000"/>
                  </a:solidFill>
                  <a:latin typeface="Arial" panose="020B0604020202020204" pitchFamily="34" charset="0"/>
                </a:rPr>
                <a:t>4mW</a:t>
              </a:r>
              <a:endParaRPr lang="zh-CN" altLang="en-US" sz="1400" b="1" dirty="0">
                <a:solidFill>
                  <a:srgbClr val="FF0000"/>
                </a:solidFill>
                <a:latin typeface="Arial" panose="020B0604020202020204" pitchFamily="34" charset="0"/>
              </a:endParaRPr>
            </a:p>
          </p:txBody>
        </p:sp>
      </p:grpSp>
      <p:pic>
        <p:nvPicPr>
          <p:cNvPr id="20" name="图片 19">
            <a:extLst>
              <a:ext uri="{FF2B5EF4-FFF2-40B4-BE49-F238E27FC236}">
                <a16:creationId xmlns:a16="http://schemas.microsoft.com/office/drawing/2014/main" id="{FBCCCFA7-453B-46B3-A914-B10C05D5DA6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238939" y="1016973"/>
            <a:ext cx="9591675" cy="2143125"/>
          </a:xfrm>
          <a:prstGeom prst="rect">
            <a:avLst/>
          </a:prstGeom>
        </p:spPr>
      </p:pic>
      <p:grpSp>
        <p:nvGrpSpPr>
          <p:cNvPr id="27" name="组合 26">
            <a:extLst>
              <a:ext uri="{FF2B5EF4-FFF2-40B4-BE49-F238E27FC236}">
                <a16:creationId xmlns:a16="http://schemas.microsoft.com/office/drawing/2014/main" id="{CD052A02-B9CA-48F0-84CE-2B5A30825C23}"/>
              </a:ext>
            </a:extLst>
          </p:cNvPr>
          <p:cNvGrpSpPr/>
          <p:nvPr/>
        </p:nvGrpSpPr>
        <p:grpSpPr>
          <a:xfrm>
            <a:off x="-36555" y="3244176"/>
            <a:ext cx="4792248" cy="2243471"/>
            <a:chOff x="7482334" y="3265966"/>
            <a:chExt cx="4287253" cy="2368503"/>
          </a:xfrm>
        </p:grpSpPr>
        <p:grpSp>
          <p:nvGrpSpPr>
            <p:cNvPr id="7" name="组合 6">
              <a:extLst>
                <a:ext uri="{FF2B5EF4-FFF2-40B4-BE49-F238E27FC236}">
                  <a16:creationId xmlns:a16="http://schemas.microsoft.com/office/drawing/2014/main" id="{768064B1-D66D-29AF-4811-5FB898A98A70}"/>
                </a:ext>
              </a:extLst>
            </p:cNvPr>
            <p:cNvGrpSpPr/>
            <p:nvPr/>
          </p:nvGrpSpPr>
          <p:grpSpPr>
            <a:xfrm>
              <a:off x="7838727" y="3265966"/>
              <a:ext cx="3849775" cy="2368503"/>
              <a:chOff x="501004" y="2740262"/>
              <a:chExt cx="7467783" cy="3488973"/>
            </a:xfrm>
          </p:grpSpPr>
          <p:sp>
            <p:nvSpPr>
              <p:cNvPr id="11" name="矩形: 圆角 10">
                <a:extLst>
                  <a:ext uri="{FF2B5EF4-FFF2-40B4-BE49-F238E27FC236}">
                    <a16:creationId xmlns:a16="http://schemas.microsoft.com/office/drawing/2014/main" id="{D35D52E1-CD51-6B44-63F1-CB970D38C16C}"/>
                  </a:ext>
                </a:extLst>
              </p:cNvPr>
              <p:cNvSpPr/>
              <p:nvPr/>
            </p:nvSpPr>
            <p:spPr>
              <a:xfrm>
                <a:off x="501004" y="2740262"/>
                <a:ext cx="7467783" cy="3488973"/>
              </a:xfrm>
              <a:prstGeom prst="roundRect">
                <a:avLst>
                  <a:gd name="adj" fmla="val 10405"/>
                </a:avLst>
              </a:prstGeom>
              <a:solidFill>
                <a:srgbClr val="E2EBE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文本框 9">
                <a:extLst>
                  <a:ext uri="{FF2B5EF4-FFF2-40B4-BE49-F238E27FC236}">
                    <a16:creationId xmlns:a16="http://schemas.microsoft.com/office/drawing/2014/main" id="{5139FFAD-9CCB-5F27-DB95-E56C336A0A4D}"/>
                  </a:ext>
                </a:extLst>
              </p:cNvPr>
              <p:cNvSpPr txBox="1"/>
              <p:nvPr/>
            </p:nvSpPr>
            <p:spPr>
              <a:xfrm>
                <a:off x="501004" y="3353238"/>
                <a:ext cx="6092892" cy="508885"/>
              </a:xfrm>
              <a:prstGeom prst="rect">
                <a:avLst/>
              </a:prstGeom>
              <a:noFill/>
            </p:spPr>
            <p:txBody>
              <a:bodyPr wrap="square">
                <a:spAutoFit/>
              </a:bodyPr>
              <a:lstStyle/>
              <a:p>
                <a:endParaRPr lang="en-US" altLang="zh-CN" sz="2000" dirty="0"/>
              </a:p>
            </p:txBody>
          </p:sp>
        </p:grpSp>
        <p:sp>
          <p:nvSpPr>
            <p:cNvPr id="25" name="文本框 24">
              <a:extLst>
                <a:ext uri="{FF2B5EF4-FFF2-40B4-BE49-F238E27FC236}">
                  <a16:creationId xmlns:a16="http://schemas.microsoft.com/office/drawing/2014/main" id="{5A226861-DEAE-4C69-A8A5-8F0D0D5F7A41}"/>
                </a:ext>
              </a:extLst>
            </p:cNvPr>
            <p:cNvSpPr txBox="1"/>
            <p:nvPr/>
          </p:nvSpPr>
          <p:spPr>
            <a:xfrm>
              <a:off x="7482334" y="3855746"/>
              <a:ext cx="4287253" cy="1631216"/>
            </a:xfrm>
            <a:prstGeom prst="rect">
              <a:avLst/>
            </a:prstGeom>
            <a:noFill/>
          </p:spPr>
          <p:txBody>
            <a:bodyPr wrap="square">
              <a:spAutoFit/>
            </a:bodyPr>
            <a:lstStyle/>
            <a:p>
              <a:pPr lvl="1" algn="l"/>
              <a:r>
                <a:rPr lang="zh-CN" altLang="en-US" sz="2000" b="1" dirty="0">
                  <a:latin typeface="+mj-ea"/>
                  <a:ea typeface="+mj-ea"/>
                </a:rPr>
                <a:t>扬声器：</a:t>
              </a:r>
              <a:r>
                <a:rPr lang="zh-CN" altLang="en-US" sz="2000" b="0" i="0" dirty="0">
                  <a:solidFill>
                    <a:srgbClr val="000000"/>
                  </a:solidFill>
                  <a:effectLst/>
                  <a:latin typeface="Arial" panose="020B0604020202020204" pitchFamily="34" charset="0"/>
                </a:rPr>
                <a:t>发射 </a:t>
              </a:r>
              <a:r>
                <a:rPr lang="en-US" altLang="zh-CN" sz="2000" b="0" i="0" dirty="0">
                  <a:solidFill>
                    <a:srgbClr val="000000"/>
                  </a:solidFill>
                  <a:effectLst/>
                  <a:latin typeface="Arial" panose="020B0604020202020204" pitchFamily="34" charset="0"/>
                </a:rPr>
                <a:t>20-24KHzFMCW </a:t>
              </a:r>
              <a:r>
                <a:rPr lang="zh-CN" altLang="en-US" sz="2000" b="0" i="0" dirty="0">
                  <a:solidFill>
                    <a:srgbClr val="000000"/>
                  </a:solidFill>
                  <a:effectLst/>
                  <a:latin typeface="Arial" panose="020B0604020202020204" pitchFamily="34" charset="0"/>
                </a:rPr>
                <a:t>信号，每周期 </a:t>
              </a:r>
              <a:r>
                <a:rPr lang="en-US" altLang="zh-CN" sz="2000" b="0" i="0" dirty="0">
                  <a:solidFill>
                    <a:srgbClr val="000000"/>
                  </a:solidFill>
                  <a:effectLst/>
                  <a:latin typeface="Arial" panose="020B0604020202020204" pitchFamily="34" charset="0"/>
                </a:rPr>
                <a:t>600</a:t>
              </a:r>
              <a:r>
                <a:rPr lang="zh-CN" altLang="en-US" sz="2000" b="0" i="0" dirty="0">
                  <a:solidFill>
                    <a:srgbClr val="000000"/>
                  </a:solidFill>
                  <a:effectLst/>
                  <a:latin typeface="Arial" panose="020B0604020202020204" pitchFamily="34" charset="0"/>
                </a:rPr>
                <a:t>个</a:t>
              </a:r>
              <a:r>
                <a:rPr lang="en-US" altLang="zh-CN" sz="2000" b="0" i="0" dirty="0">
                  <a:solidFill>
                    <a:srgbClr val="000000"/>
                  </a:solidFill>
                  <a:effectLst/>
                  <a:latin typeface="Arial" panose="020B0604020202020204" pitchFamily="34" charset="0"/>
                </a:rPr>
                <a:t> </a:t>
              </a:r>
              <a:r>
                <a:rPr lang="zh-CN" altLang="en-US" sz="2000" b="0" i="0" dirty="0">
                  <a:solidFill>
                    <a:srgbClr val="000000"/>
                  </a:solidFill>
                  <a:effectLst/>
                  <a:latin typeface="Arial" panose="020B0604020202020204" pitchFamily="34" charset="0"/>
                </a:rPr>
                <a:t>样本</a:t>
              </a:r>
            </a:p>
            <a:p>
              <a:pPr lvl="1" algn="l"/>
              <a:r>
                <a:rPr lang="zh-CN" altLang="en-US" sz="2000" b="1" dirty="0">
                  <a:latin typeface="+mj-ea"/>
                  <a:ea typeface="+mj-ea"/>
                </a:rPr>
                <a:t>麦克风：</a:t>
              </a:r>
              <a:r>
                <a:rPr lang="en-US" altLang="zh-CN" sz="2000" b="0" i="0" dirty="0">
                  <a:solidFill>
                    <a:srgbClr val="000000"/>
                  </a:solidFill>
                  <a:effectLst/>
                  <a:latin typeface="Arial" panose="020B0604020202020204" pitchFamily="34" charset="0"/>
                </a:rPr>
                <a:t>50KHz </a:t>
              </a:r>
              <a:r>
                <a:rPr lang="zh-CN" altLang="en-US" sz="2000" dirty="0">
                  <a:solidFill>
                    <a:srgbClr val="000000"/>
                  </a:solidFill>
                  <a:latin typeface="Arial" panose="020B0604020202020204" pitchFamily="34" charset="0"/>
                </a:rPr>
                <a:t> 采样</a:t>
              </a:r>
              <a:r>
                <a:rPr lang="en-US" altLang="zh-CN" sz="2000" dirty="0"/>
                <a:t>16</a:t>
              </a:r>
              <a:r>
                <a:rPr lang="zh-CN" altLang="en-US" sz="2000" dirty="0"/>
                <a:t>位信号</a:t>
              </a:r>
              <a:endParaRPr lang="en-US" altLang="zh-CN" sz="2000" dirty="0">
                <a:solidFill>
                  <a:srgbClr val="000000"/>
                </a:solidFill>
                <a:latin typeface="Arial" panose="020B0604020202020204" pitchFamily="34" charset="0"/>
              </a:endParaRPr>
            </a:p>
            <a:p>
              <a:pPr lvl="1" algn="l"/>
              <a:r>
                <a:rPr lang="en-US" altLang="zh-CN" sz="2000" b="1" dirty="0">
                  <a:latin typeface="+mj-ea"/>
                  <a:ea typeface="+mj-ea"/>
                </a:rPr>
                <a:t>BLE UART</a:t>
              </a:r>
              <a:r>
                <a:rPr lang="zh-CN" altLang="en-US" sz="2000" b="1" dirty="0">
                  <a:latin typeface="+mj-ea"/>
                  <a:ea typeface="+mj-ea"/>
                </a:rPr>
                <a:t>：</a:t>
              </a:r>
              <a:r>
                <a:rPr lang="en-US" altLang="zh-CN" sz="2000" dirty="0"/>
                <a:t>800Kbps</a:t>
              </a:r>
              <a:r>
                <a:rPr lang="zh-CN" altLang="en-US" sz="2000" dirty="0"/>
                <a:t>速率传输信号</a:t>
              </a:r>
              <a:endParaRPr lang="en-US" altLang="zh-CN" sz="2000" dirty="0">
                <a:solidFill>
                  <a:srgbClr val="000000"/>
                </a:solidFill>
                <a:latin typeface="Arial" panose="020B0604020202020204" pitchFamily="34" charset="0"/>
              </a:endParaRPr>
            </a:p>
          </p:txBody>
        </p:sp>
        <p:sp>
          <p:nvSpPr>
            <p:cNvPr id="13" name="文本框 12">
              <a:extLst>
                <a:ext uri="{FF2B5EF4-FFF2-40B4-BE49-F238E27FC236}">
                  <a16:creationId xmlns:a16="http://schemas.microsoft.com/office/drawing/2014/main" id="{2B32FB61-FAAA-F01C-864C-53F8EF2F6705}"/>
                </a:ext>
              </a:extLst>
            </p:cNvPr>
            <p:cNvSpPr txBox="1"/>
            <p:nvPr/>
          </p:nvSpPr>
          <p:spPr>
            <a:xfrm>
              <a:off x="7925388" y="3372222"/>
              <a:ext cx="1332549" cy="487394"/>
            </a:xfrm>
            <a:prstGeom prst="rect">
              <a:avLst/>
            </a:prstGeom>
            <a:noFill/>
          </p:spPr>
          <p:txBody>
            <a:bodyPr wrap="none" rtlCol="0">
              <a:spAutoFit/>
            </a:bodyPr>
            <a:lstStyle/>
            <a:p>
              <a:r>
                <a:rPr lang="zh-CN" altLang="en-US" sz="2400" b="1" dirty="0">
                  <a:latin typeface="+mj-ea"/>
                  <a:ea typeface="+mj-ea"/>
                </a:rPr>
                <a:t>参数细节</a:t>
              </a:r>
              <a:r>
                <a:rPr lang="en-US" altLang="zh-CN" sz="2400" b="1" dirty="0">
                  <a:latin typeface="+mj-ea"/>
                  <a:ea typeface="+mj-ea"/>
                </a:rPr>
                <a:t>:</a:t>
              </a:r>
              <a:endParaRPr lang="zh-CN" altLang="en-US" sz="2400" b="1" dirty="0">
                <a:latin typeface="+mj-ea"/>
                <a:ea typeface="+mj-ea"/>
              </a:endParaRPr>
            </a:p>
          </p:txBody>
        </p:sp>
      </p:grpSp>
      <p:sp>
        <p:nvSpPr>
          <p:cNvPr id="18" name="灯片编号占位符 17">
            <a:extLst>
              <a:ext uri="{FF2B5EF4-FFF2-40B4-BE49-F238E27FC236}">
                <a16:creationId xmlns:a16="http://schemas.microsoft.com/office/drawing/2014/main" id="{D528AC5E-C690-7035-CE57-7C8C8E543BEF}"/>
              </a:ext>
            </a:extLst>
          </p:cNvPr>
          <p:cNvSpPr>
            <a:spLocks noGrp="1"/>
          </p:cNvSpPr>
          <p:nvPr>
            <p:ph type="sldNum" sz="quarter" idx="4"/>
          </p:nvPr>
        </p:nvSpPr>
        <p:spPr/>
        <p:txBody>
          <a:bodyPr/>
          <a:lstStyle/>
          <a:p>
            <a:fld id="{7A48417F-7526-485E-AE3C-3E2AE40A04CB}" type="slidenum">
              <a:rPr lang="zh-CN" altLang="en-US" smtClean="0"/>
              <a:pPr/>
              <a:t>9</a:t>
            </a:fld>
            <a:r>
              <a:rPr lang="zh-CN" altLang="en-US"/>
              <a:t> </a:t>
            </a:r>
            <a:r>
              <a:rPr lang="en-US" altLang="zh-CN"/>
              <a:t>/ </a:t>
            </a:r>
            <a:r>
              <a:rPr lang="zh-CN" altLang="en-US"/>
              <a:t>总页数</a:t>
            </a:r>
            <a:endParaRPr lang="zh-CN" altLang="en-US" dirty="0"/>
          </a:p>
        </p:txBody>
      </p:sp>
      <p:cxnSp>
        <p:nvCxnSpPr>
          <p:cNvPr id="22" name="直接箭头连接符 21">
            <a:extLst>
              <a:ext uri="{FF2B5EF4-FFF2-40B4-BE49-F238E27FC236}">
                <a16:creationId xmlns:a16="http://schemas.microsoft.com/office/drawing/2014/main" id="{43590CBC-5546-4977-876B-7B5CC00D1680}"/>
              </a:ext>
            </a:extLst>
          </p:cNvPr>
          <p:cNvCxnSpPr>
            <a:cxnSpLocks/>
          </p:cNvCxnSpPr>
          <p:nvPr/>
        </p:nvCxnSpPr>
        <p:spPr>
          <a:xfrm flipH="1" flipV="1">
            <a:off x="2159405" y="2289967"/>
            <a:ext cx="566962" cy="107922"/>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grpSp>
        <p:nvGrpSpPr>
          <p:cNvPr id="8" name="组合 7">
            <a:extLst>
              <a:ext uri="{FF2B5EF4-FFF2-40B4-BE49-F238E27FC236}">
                <a16:creationId xmlns:a16="http://schemas.microsoft.com/office/drawing/2014/main" id="{EB9BB572-03C9-4461-B246-18E11D2DAEBD}"/>
              </a:ext>
            </a:extLst>
          </p:cNvPr>
          <p:cNvGrpSpPr/>
          <p:nvPr/>
        </p:nvGrpSpPr>
        <p:grpSpPr>
          <a:xfrm>
            <a:off x="465291" y="1630959"/>
            <a:ext cx="1753007" cy="1003663"/>
            <a:chOff x="-2085516" y="2669750"/>
            <a:chExt cx="4104896" cy="526939"/>
          </a:xfrm>
        </p:grpSpPr>
        <p:sp>
          <p:nvSpPr>
            <p:cNvPr id="24" name="矩形 23">
              <a:extLst>
                <a:ext uri="{FF2B5EF4-FFF2-40B4-BE49-F238E27FC236}">
                  <a16:creationId xmlns:a16="http://schemas.microsoft.com/office/drawing/2014/main" id="{01009998-6BB1-45D3-8508-F0701116569D}"/>
                </a:ext>
              </a:extLst>
            </p:cNvPr>
            <p:cNvSpPr/>
            <p:nvPr/>
          </p:nvSpPr>
          <p:spPr>
            <a:xfrm>
              <a:off x="-2081807" y="2673469"/>
              <a:ext cx="3914947" cy="52322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a:extLst>
                <a:ext uri="{FF2B5EF4-FFF2-40B4-BE49-F238E27FC236}">
                  <a16:creationId xmlns:a16="http://schemas.microsoft.com/office/drawing/2014/main" id="{AB7CE6FC-00E6-4026-B8FB-670F500F3B57}"/>
                </a:ext>
              </a:extLst>
            </p:cNvPr>
            <p:cNvSpPr txBox="1"/>
            <p:nvPr/>
          </p:nvSpPr>
          <p:spPr>
            <a:xfrm>
              <a:off x="-2085516" y="2669750"/>
              <a:ext cx="4104896" cy="523220"/>
            </a:xfrm>
            <a:prstGeom prst="rect">
              <a:avLst/>
            </a:prstGeom>
            <a:noFill/>
          </p:spPr>
          <p:txBody>
            <a:bodyPr wrap="square">
              <a:spAutoFit/>
            </a:bodyPr>
            <a:lstStyle/>
            <a:p>
              <a:pPr algn="l"/>
              <a:r>
                <a:rPr lang="zh-CN" altLang="en-US" sz="1400" b="1" i="0" dirty="0">
                  <a:solidFill>
                    <a:srgbClr val="000000"/>
                  </a:solidFill>
                  <a:effectLst/>
                  <a:latin typeface="+mj-ea"/>
                  <a:ea typeface="+mj-ea"/>
                </a:rPr>
                <a:t>仅用 </a:t>
              </a:r>
              <a:r>
                <a:rPr lang="en-US" altLang="zh-CN" sz="1400" b="1" i="0" dirty="0">
                  <a:solidFill>
                    <a:srgbClr val="000000"/>
                  </a:solidFill>
                  <a:effectLst/>
                  <a:latin typeface="+mj-ea"/>
                  <a:ea typeface="+mj-ea"/>
                </a:rPr>
                <a:t>1 </a:t>
              </a:r>
              <a:r>
                <a:rPr lang="zh-CN" altLang="en-US" sz="1400" b="1" i="0" dirty="0">
                  <a:solidFill>
                    <a:srgbClr val="000000"/>
                  </a:solidFill>
                  <a:effectLst/>
                  <a:latin typeface="+mj-ea"/>
                  <a:ea typeface="+mj-ea"/>
                </a:rPr>
                <a:t>组扬声器 </a:t>
              </a:r>
              <a:r>
                <a:rPr lang="en-US" altLang="zh-CN" sz="1400" b="1" i="0" dirty="0">
                  <a:solidFill>
                    <a:srgbClr val="000000"/>
                  </a:solidFill>
                  <a:effectLst/>
                  <a:latin typeface="+mj-ea"/>
                  <a:ea typeface="+mj-ea"/>
                </a:rPr>
                <a:t>+ </a:t>
              </a:r>
              <a:r>
                <a:rPr lang="zh-CN" altLang="en-US" sz="1400" b="1" i="0" dirty="0">
                  <a:solidFill>
                    <a:srgbClr val="000000"/>
                  </a:solidFill>
                  <a:effectLst/>
                  <a:latin typeface="+mj-ea"/>
                  <a:ea typeface="+mj-ea"/>
                </a:rPr>
                <a:t>麦克风（空间受限下完成 </a:t>
              </a:r>
              <a:r>
                <a:rPr lang="en-US" altLang="zh-CN" sz="1400" b="1" i="0" dirty="0">
                  <a:solidFill>
                    <a:srgbClr val="000000"/>
                  </a:solidFill>
                  <a:effectLst/>
                  <a:latin typeface="+mj-ea"/>
                  <a:ea typeface="+mj-ea"/>
                </a:rPr>
                <a:t>20 </a:t>
              </a:r>
              <a:r>
                <a:rPr lang="zh-CN" altLang="en-US" sz="1400" b="1" i="0" dirty="0">
                  <a:solidFill>
                    <a:srgbClr val="000000"/>
                  </a:solidFill>
                  <a:effectLst/>
                  <a:latin typeface="+mj-ea"/>
                  <a:ea typeface="+mj-ea"/>
                </a:rPr>
                <a:t>个手部关节 </a:t>
              </a:r>
              <a:r>
                <a:rPr lang="en-US" altLang="zh-CN" sz="1400" b="1" i="0" dirty="0">
                  <a:solidFill>
                    <a:srgbClr val="000000"/>
                  </a:solidFill>
                  <a:effectLst/>
                  <a:latin typeface="+mj-ea"/>
                  <a:ea typeface="+mj-ea"/>
                </a:rPr>
                <a:t>3D </a:t>
              </a:r>
              <a:r>
                <a:rPr lang="zh-CN" altLang="en-US" sz="1400" b="1" i="0" dirty="0">
                  <a:solidFill>
                    <a:srgbClr val="000000"/>
                  </a:solidFill>
                  <a:effectLst/>
                  <a:latin typeface="+mj-ea"/>
                  <a:ea typeface="+mj-ea"/>
                </a:rPr>
                <a:t>坐标检测）</a:t>
              </a:r>
            </a:p>
          </p:txBody>
        </p:sp>
      </p:grpSp>
      <p:sp>
        <p:nvSpPr>
          <p:cNvPr id="30" name="文本框 29">
            <a:extLst>
              <a:ext uri="{FF2B5EF4-FFF2-40B4-BE49-F238E27FC236}">
                <a16:creationId xmlns:a16="http://schemas.microsoft.com/office/drawing/2014/main" id="{D5B6696C-7DB1-4C1E-8662-5D53EF435965}"/>
              </a:ext>
            </a:extLst>
          </p:cNvPr>
          <p:cNvSpPr txBox="1"/>
          <p:nvPr/>
        </p:nvSpPr>
        <p:spPr>
          <a:xfrm>
            <a:off x="3437771" y="6257095"/>
            <a:ext cx="8800256" cy="461665"/>
          </a:xfrm>
          <a:prstGeom prst="rect">
            <a:avLst/>
          </a:prstGeom>
          <a:noFill/>
        </p:spPr>
        <p:txBody>
          <a:bodyPr wrap="square">
            <a:spAutoFit/>
          </a:bodyPr>
          <a:lstStyle/>
          <a:p>
            <a:pPr algn="l"/>
            <a:r>
              <a:rPr lang="zh-CN" altLang="en-US" sz="2400" b="1" i="0" dirty="0">
                <a:solidFill>
                  <a:srgbClr val="FF0000"/>
                </a:solidFill>
                <a:effectLst/>
                <a:latin typeface="+mj-ea"/>
                <a:ea typeface="+mj-ea"/>
              </a:rPr>
              <a:t>成本低，传感性能好，用户佩戴舒适</a:t>
            </a:r>
            <a:endParaRPr lang="en-US" altLang="zh-CN" sz="2400" b="1" i="0" dirty="0">
              <a:solidFill>
                <a:srgbClr val="FF0000"/>
              </a:solidFill>
              <a:effectLst/>
              <a:latin typeface="+mj-ea"/>
              <a:ea typeface="+mj-ea"/>
            </a:endParaRPr>
          </a:p>
        </p:txBody>
      </p:sp>
    </p:spTree>
    <p:extLst>
      <p:ext uri="{BB962C8B-B14F-4D97-AF65-F5344CB8AC3E}">
        <p14:creationId xmlns:p14="http://schemas.microsoft.com/office/powerpoint/2010/main" val="7834191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7A3415-DDBF-CCDD-891F-F705BD31AC89}"/>
            </a:ext>
          </a:extLst>
        </p:cNvPr>
        <p:cNvGrpSpPr/>
        <p:nvPr/>
      </p:nvGrpSpPr>
      <p:grpSpPr>
        <a:xfrm>
          <a:off x="0" y="0"/>
          <a:ext cx="0" cy="0"/>
          <a:chOff x="0" y="0"/>
          <a:chExt cx="0" cy="0"/>
        </a:xfrm>
      </p:grpSpPr>
      <p:sp>
        <p:nvSpPr>
          <p:cNvPr id="39" name="矩形: 圆角 38">
            <a:extLst>
              <a:ext uri="{FF2B5EF4-FFF2-40B4-BE49-F238E27FC236}">
                <a16:creationId xmlns:a16="http://schemas.microsoft.com/office/drawing/2014/main" id="{1EFD97C5-DA63-43F5-8902-759C8939EF2A}"/>
              </a:ext>
            </a:extLst>
          </p:cNvPr>
          <p:cNvSpPr/>
          <p:nvPr/>
        </p:nvSpPr>
        <p:spPr>
          <a:xfrm>
            <a:off x="2006752" y="6117965"/>
            <a:ext cx="8455554" cy="618078"/>
          </a:xfrm>
          <a:prstGeom prst="roundRect">
            <a:avLst/>
          </a:prstGeom>
          <a:solidFill>
            <a:srgbClr val="E2EBE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 name="组合 11">
            <a:extLst>
              <a:ext uri="{FF2B5EF4-FFF2-40B4-BE49-F238E27FC236}">
                <a16:creationId xmlns:a16="http://schemas.microsoft.com/office/drawing/2014/main" id="{4D3E79D4-CFBE-DCCC-FECD-B13FDBD45732}"/>
              </a:ext>
            </a:extLst>
          </p:cNvPr>
          <p:cNvGrpSpPr/>
          <p:nvPr/>
        </p:nvGrpSpPr>
        <p:grpSpPr>
          <a:xfrm>
            <a:off x="6091435" y="1324320"/>
            <a:ext cx="5922014" cy="4617386"/>
            <a:chOff x="501004" y="2740262"/>
            <a:chExt cx="7467783" cy="3488973"/>
          </a:xfrm>
        </p:grpSpPr>
        <p:sp>
          <p:nvSpPr>
            <p:cNvPr id="13" name="矩形: 圆角 12">
              <a:extLst>
                <a:ext uri="{FF2B5EF4-FFF2-40B4-BE49-F238E27FC236}">
                  <a16:creationId xmlns:a16="http://schemas.microsoft.com/office/drawing/2014/main" id="{010E7293-943F-CDBB-5F7F-07AC761A7CAB}"/>
                </a:ext>
              </a:extLst>
            </p:cNvPr>
            <p:cNvSpPr/>
            <p:nvPr/>
          </p:nvSpPr>
          <p:spPr>
            <a:xfrm>
              <a:off x="501004" y="2740262"/>
              <a:ext cx="7467783" cy="3488973"/>
            </a:xfrm>
            <a:prstGeom prst="roundRect">
              <a:avLst>
                <a:gd name="adj" fmla="val 1040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DAAFBDB4-23D0-5DC9-F6DC-F271E85E58C9}"/>
                </a:ext>
              </a:extLst>
            </p:cNvPr>
            <p:cNvSpPr txBox="1"/>
            <p:nvPr/>
          </p:nvSpPr>
          <p:spPr>
            <a:xfrm>
              <a:off x="501004" y="3353238"/>
              <a:ext cx="6092892" cy="508885"/>
            </a:xfrm>
            <a:prstGeom prst="rect">
              <a:avLst/>
            </a:prstGeom>
            <a:noFill/>
          </p:spPr>
          <p:txBody>
            <a:bodyPr wrap="square">
              <a:spAutoFit/>
            </a:bodyPr>
            <a:lstStyle/>
            <a:p>
              <a:endParaRPr lang="en-US" altLang="zh-CN" sz="2000" dirty="0"/>
            </a:p>
          </p:txBody>
        </p:sp>
      </p:grpSp>
      <p:grpSp>
        <p:nvGrpSpPr>
          <p:cNvPr id="6" name="组合 5">
            <a:extLst>
              <a:ext uri="{FF2B5EF4-FFF2-40B4-BE49-F238E27FC236}">
                <a16:creationId xmlns:a16="http://schemas.microsoft.com/office/drawing/2014/main" id="{BB1C2301-C784-90A8-54D4-2F2AAD374A66}"/>
              </a:ext>
            </a:extLst>
          </p:cNvPr>
          <p:cNvGrpSpPr/>
          <p:nvPr/>
        </p:nvGrpSpPr>
        <p:grpSpPr>
          <a:xfrm>
            <a:off x="169421" y="1339109"/>
            <a:ext cx="5759345" cy="4600644"/>
            <a:chOff x="501004" y="2740262"/>
            <a:chExt cx="7467783" cy="3488973"/>
          </a:xfrm>
        </p:grpSpPr>
        <p:sp>
          <p:nvSpPr>
            <p:cNvPr id="8" name="矩形: 圆角 7">
              <a:extLst>
                <a:ext uri="{FF2B5EF4-FFF2-40B4-BE49-F238E27FC236}">
                  <a16:creationId xmlns:a16="http://schemas.microsoft.com/office/drawing/2014/main" id="{B2BDDD46-24A6-C822-52EA-03202A6DB8E0}"/>
                </a:ext>
              </a:extLst>
            </p:cNvPr>
            <p:cNvSpPr/>
            <p:nvPr/>
          </p:nvSpPr>
          <p:spPr>
            <a:xfrm>
              <a:off x="501004" y="2740262"/>
              <a:ext cx="7467783" cy="3488973"/>
            </a:xfrm>
            <a:prstGeom prst="roundRect">
              <a:avLst>
                <a:gd name="adj" fmla="val 1040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文本框 10">
              <a:extLst>
                <a:ext uri="{FF2B5EF4-FFF2-40B4-BE49-F238E27FC236}">
                  <a16:creationId xmlns:a16="http://schemas.microsoft.com/office/drawing/2014/main" id="{B7903DB2-2860-0D29-33F9-10BC52207651}"/>
                </a:ext>
              </a:extLst>
            </p:cNvPr>
            <p:cNvSpPr txBox="1"/>
            <p:nvPr/>
          </p:nvSpPr>
          <p:spPr>
            <a:xfrm>
              <a:off x="501004" y="3353238"/>
              <a:ext cx="6092892" cy="508885"/>
            </a:xfrm>
            <a:prstGeom prst="rect">
              <a:avLst/>
            </a:prstGeom>
            <a:noFill/>
          </p:spPr>
          <p:txBody>
            <a:bodyPr wrap="square">
              <a:spAutoFit/>
            </a:bodyPr>
            <a:lstStyle/>
            <a:p>
              <a:endParaRPr lang="en-US" altLang="zh-CN" sz="2000" dirty="0"/>
            </a:p>
          </p:txBody>
        </p:sp>
      </p:grpSp>
      <p:pic>
        <p:nvPicPr>
          <p:cNvPr id="9" name="图片 8">
            <a:extLst>
              <a:ext uri="{FF2B5EF4-FFF2-40B4-BE49-F238E27FC236}">
                <a16:creationId xmlns:a16="http://schemas.microsoft.com/office/drawing/2014/main" id="{4B4CBA4F-0EF5-609D-6DB1-2C48952C0FB7}"/>
              </a:ext>
            </a:extLst>
          </p:cNvPr>
          <p:cNvPicPr>
            <a:picLocks noChangeAspect="1"/>
          </p:cNvPicPr>
          <p:nvPr/>
        </p:nvPicPr>
        <p:blipFill rotWithShape="1">
          <a:blip r:embed="rId3">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 name="矩形 1">
            <a:extLst>
              <a:ext uri="{FF2B5EF4-FFF2-40B4-BE49-F238E27FC236}">
                <a16:creationId xmlns:a16="http://schemas.microsoft.com/office/drawing/2014/main" id="{AE809225-B407-4BF2-A0FB-4AA4F72E32F7}"/>
              </a:ext>
            </a:extLst>
          </p:cNvPr>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 name="组合 2">
            <a:extLst>
              <a:ext uri="{FF2B5EF4-FFF2-40B4-BE49-F238E27FC236}">
                <a16:creationId xmlns:a16="http://schemas.microsoft.com/office/drawing/2014/main" id="{48EC8872-D31E-98A4-00E5-DF5FE73CDDAE}"/>
              </a:ext>
            </a:extLst>
          </p:cNvPr>
          <p:cNvGrpSpPr/>
          <p:nvPr/>
        </p:nvGrpSpPr>
        <p:grpSpPr>
          <a:xfrm>
            <a:off x="138529" y="112812"/>
            <a:ext cx="2674119" cy="593131"/>
            <a:chOff x="1019925" y="1507764"/>
            <a:chExt cx="2674119" cy="593131"/>
          </a:xfrm>
        </p:grpSpPr>
        <p:sp>
          <p:nvSpPr>
            <p:cNvPr id="4" name="文本框 3">
              <a:extLst>
                <a:ext uri="{FF2B5EF4-FFF2-40B4-BE49-F238E27FC236}">
                  <a16:creationId xmlns:a16="http://schemas.microsoft.com/office/drawing/2014/main" id="{0E696467-72DA-2106-3C8C-6D95CD69CF56}"/>
                </a:ext>
              </a:extLst>
            </p:cNvPr>
            <p:cNvSpPr txBox="1"/>
            <p:nvPr/>
          </p:nvSpPr>
          <p:spPr>
            <a:xfrm>
              <a:off x="1700305" y="1507764"/>
              <a:ext cx="1993739" cy="524256"/>
            </a:xfrm>
            <a:prstGeom prst="rect">
              <a:avLst/>
            </a:prstGeom>
            <a:noFill/>
          </p:spPr>
          <p:txBody>
            <a:bodyPr vert="horz" wrap="square" rtlCol="0">
              <a:spAutoFit/>
            </a:bodyPr>
            <a:lstStyle/>
            <a:p>
              <a:pPr algn="dist"/>
              <a:r>
                <a:rPr lang="zh-CN" altLang="en-US" sz="2800" b="1" dirty="0">
                  <a:solidFill>
                    <a:schemeClr val="bg1"/>
                  </a:solidFill>
                  <a:latin typeface="微软雅黑" panose="020B0503020204020204" pitchFamily="34" charset="-122"/>
                  <a:ea typeface="微软雅黑" panose="020B0503020204020204" pitchFamily="34" charset="-122"/>
                </a:rPr>
                <a:t>传感原理</a:t>
              </a:r>
            </a:p>
          </p:txBody>
        </p:sp>
        <p:pic>
          <p:nvPicPr>
            <p:cNvPr id="5" name="图片 4">
              <a:extLst>
                <a:ext uri="{FF2B5EF4-FFF2-40B4-BE49-F238E27FC236}">
                  <a16:creationId xmlns:a16="http://schemas.microsoft.com/office/drawing/2014/main" id="{E8E1EAC1-69C6-C711-FCF8-6BA15FD745A0}"/>
                </a:ext>
              </a:extLst>
            </p:cNvPr>
            <p:cNvPicPr>
              <a:picLocks noChangeAspect="1"/>
            </p:cNvPicPr>
            <p:nvPr/>
          </p:nvPicPr>
          <p:blipFill rotWithShape="1">
            <a:blip r:embed="rId4" cstate="print">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pic>
        <p:nvPicPr>
          <p:cNvPr id="36" name="图片 35">
            <a:extLst>
              <a:ext uri="{FF2B5EF4-FFF2-40B4-BE49-F238E27FC236}">
                <a16:creationId xmlns:a16="http://schemas.microsoft.com/office/drawing/2014/main" id="{B30EACD2-0C67-2783-9DCC-D01F2C995B4E}"/>
              </a:ext>
            </a:extLst>
          </p:cNvPr>
          <p:cNvPicPr>
            <a:picLocks noChangeAspect="1"/>
          </p:cNvPicPr>
          <p:nvPr/>
        </p:nvPicPr>
        <p:blipFill rotWithShape="1">
          <a:blip r:embed="rId5"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pic>
        <p:nvPicPr>
          <p:cNvPr id="10" name="图片 9">
            <a:extLst>
              <a:ext uri="{FF2B5EF4-FFF2-40B4-BE49-F238E27FC236}">
                <a16:creationId xmlns:a16="http://schemas.microsoft.com/office/drawing/2014/main" id="{64AEE94C-C246-42DD-9A32-650FF191FB7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397550" y="1724357"/>
            <a:ext cx="3305175" cy="885825"/>
          </a:xfrm>
          <a:prstGeom prst="rect">
            <a:avLst/>
          </a:prstGeom>
        </p:spPr>
      </p:pic>
      <p:sp>
        <p:nvSpPr>
          <p:cNvPr id="15" name="文本框 14">
            <a:extLst>
              <a:ext uri="{FF2B5EF4-FFF2-40B4-BE49-F238E27FC236}">
                <a16:creationId xmlns:a16="http://schemas.microsoft.com/office/drawing/2014/main" id="{73AD3625-25C6-491B-9648-5C7FE21BBD03}"/>
              </a:ext>
            </a:extLst>
          </p:cNvPr>
          <p:cNvSpPr txBox="1"/>
          <p:nvPr/>
        </p:nvSpPr>
        <p:spPr>
          <a:xfrm>
            <a:off x="138529" y="918247"/>
            <a:ext cx="6096000" cy="461665"/>
          </a:xfrm>
          <a:prstGeom prst="rect">
            <a:avLst/>
          </a:prstGeom>
          <a:noFill/>
        </p:spPr>
        <p:txBody>
          <a:bodyPr wrap="square">
            <a:spAutoFit/>
          </a:bodyPr>
          <a:lstStyle/>
          <a:p>
            <a:r>
              <a:rPr lang="zh-CN" altLang="en-US" sz="2400" b="1" dirty="0">
                <a:latin typeface="+mj-ea"/>
                <a:ea typeface="+mj-ea"/>
              </a:rPr>
              <a:t>基于</a:t>
            </a:r>
            <a:r>
              <a:rPr lang="en-US" altLang="zh-CN" sz="2400" b="1" dirty="0">
                <a:latin typeface="+mj-ea"/>
                <a:ea typeface="+mj-ea"/>
              </a:rPr>
              <a:t>C-FMCW</a:t>
            </a:r>
            <a:r>
              <a:rPr lang="zh-CN" altLang="en-US" sz="2400" b="1" dirty="0">
                <a:latin typeface="+mj-ea"/>
                <a:ea typeface="+mj-ea"/>
              </a:rPr>
              <a:t>计算回声轮廓</a:t>
            </a:r>
          </a:p>
        </p:txBody>
      </p:sp>
      <p:sp>
        <p:nvSpPr>
          <p:cNvPr id="17" name="文本框 16">
            <a:extLst>
              <a:ext uri="{FF2B5EF4-FFF2-40B4-BE49-F238E27FC236}">
                <a16:creationId xmlns:a16="http://schemas.microsoft.com/office/drawing/2014/main" id="{322DA191-36AE-4B48-AE6B-B29A5E718D55}"/>
              </a:ext>
            </a:extLst>
          </p:cNvPr>
          <p:cNvSpPr txBox="1"/>
          <p:nvPr/>
        </p:nvSpPr>
        <p:spPr>
          <a:xfrm>
            <a:off x="241919" y="1433617"/>
            <a:ext cx="6119812" cy="369332"/>
          </a:xfrm>
          <a:prstGeom prst="rect">
            <a:avLst/>
          </a:prstGeom>
          <a:noFill/>
        </p:spPr>
        <p:txBody>
          <a:bodyPr wrap="square">
            <a:spAutoFit/>
          </a:bodyPr>
          <a:lstStyle/>
          <a:p>
            <a:pPr marL="285750" indent="-285750">
              <a:buFont typeface="Wingdings" panose="05000000000000000000" pitchFamily="2" charset="2"/>
              <a:buChar char="l"/>
            </a:pPr>
            <a:r>
              <a:rPr lang="zh-CN" altLang="en-US" b="1" dirty="0">
                <a:latin typeface="+mj-ea"/>
                <a:ea typeface="+mj-ea"/>
              </a:rPr>
              <a:t>对于</a:t>
            </a:r>
            <a:r>
              <a:rPr lang="en-US" altLang="zh-CN" b="1" dirty="0">
                <a:latin typeface="+mj-ea"/>
                <a:ea typeface="+mj-ea"/>
              </a:rPr>
              <a:t>C-FMCW</a:t>
            </a:r>
            <a:r>
              <a:rPr lang="zh-CN" altLang="en-US" b="1" dirty="0">
                <a:latin typeface="+mj-ea"/>
                <a:ea typeface="+mj-ea"/>
              </a:rPr>
              <a:t>方法，理论测距分辨率相关公式如下：</a:t>
            </a:r>
          </a:p>
        </p:txBody>
      </p:sp>
      <p:sp>
        <p:nvSpPr>
          <p:cNvPr id="19" name="文本框 18">
            <a:extLst>
              <a:ext uri="{FF2B5EF4-FFF2-40B4-BE49-F238E27FC236}">
                <a16:creationId xmlns:a16="http://schemas.microsoft.com/office/drawing/2014/main" id="{B7095DAC-F3C6-4D85-9CA9-C4CF2976A983}"/>
              </a:ext>
            </a:extLst>
          </p:cNvPr>
          <p:cNvSpPr txBox="1"/>
          <p:nvPr/>
        </p:nvSpPr>
        <p:spPr>
          <a:xfrm>
            <a:off x="577833" y="2505415"/>
            <a:ext cx="5592112" cy="523220"/>
          </a:xfrm>
          <a:prstGeom prst="rect">
            <a:avLst/>
          </a:prstGeom>
          <a:noFill/>
        </p:spPr>
        <p:txBody>
          <a:bodyPr wrap="square">
            <a:spAutoFit/>
          </a:bodyPr>
          <a:lstStyle/>
          <a:p>
            <a:r>
              <a:rPr lang="zh-CN" altLang="en-US" sz="1400" i="1" dirty="0">
                <a:latin typeface="+mj-ea"/>
                <a:ea typeface="+mj-ea"/>
              </a:rPr>
              <a:t>其中，</a:t>
            </a:r>
            <a:r>
              <a:rPr lang="en-US" altLang="zh-CN" sz="1400" i="1" dirty="0">
                <a:latin typeface="+mj-ea"/>
                <a:ea typeface="+mj-ea"/>
              </a:rPr>
              <a:t>C</a:t>
            </a:r>
            <a:r>
              <a:rPr lang="zh-CN" altLang="en-US" sz="1400" i="1" dirty="0">
                <a:latin typeface="+mj-ea"/>
                <a:ea typeface="+mj-ea"/>
              </a:rPr>
              <a:t>为声速，</a:t>
            </a:r>
            <a:r>
              <a:rPr lang="en-US" altLang="zh-CN" sz="1400" i="1" dirty="0">
                <a:latin typeface="+mj-ea"/>
                <a:ea typeface="+mj-ea"/>
              </a:rPr>
              <a:t> Lag</a:t>
            </a:r>
            <a:r>
              <a:rPr lang="zh-CN" altLang="en-US" sz="1400" i="1" dirty="0">
                <a:latin typeface="+mj-ea"/>
                <a:ea typeface="+mj-ea"/>
              </a:rPr>
              <a:t>为发射信号和接收信号之间的样本偏移数</a:t>
            </a:r>
            <a:endParaRPr lang="en-US" altLang="zh-CN" sz="1400" i="1" dirty="0">
              <a:latin typeface="+mj-ea"/>
              <a:ea typeface="+mj-ea"/>
            </a:endParaRPr>
          </a:p>
          <a:p>
            <a:r>
              <a:rPr lang="en-US" altLang="zh-CN" sz="1400" i="1" dirty="0">
                <a:latin typeface="+mj-ea"/>
                <a:ea typeface="+mj-ea"/>
              </a:rPr>
              <a:t>Fs</a:t>
            </a:r>
            <a:r>
              <a:rPr lang="zh-CN" altLang="en-US" sz="1400" i="1" dirty="0">
                <a:latin typeface="+mj-ea"/>
                <a:ea typeface="+mj-ea"/>
              </a:rPr>
              <a:t>为采样频率</a:t>
            </a:r>
            <a:r>
              <a:rPr lang="en-US" altLang="zh-CN" sz="1400" i="1" dirty="0">
                <a:latin typeface="+mj-ea"/>
                <a:ea typeface="+mj-ea"/>
              </a:rPr>
              <a:t>v</a:t>
            </a:r>
            <a:r>
              <a:rPr lang="zh-CN" altLang="en-US" sz="1400" i="1" dirty="0">
                <a:latin typeface="+mj-ea"/>
                <a:ea typeface="+mj-ea"/>
              </a:rPr>
              <a:t>为被测物体的速度     </a:t>
            </a:r>
            <a:r>
              <a:rPr lang="en-US" altLang="zh-CN" sz="1400" i="1" dirty="0">
                <a:latin typeface="+mj-ea"/>
                <a:ea typeface="+mj-ea"/>
              </a:rPr>
              <a:t>t</a:t>
            </a:r>
            <a:r>
              <a:rPr lang="zh-CN" altLang="en-US" sz="1400" i="1" dirty="0">
                <a:latin typeface="+mj-ea"/>
                <a:ea typeface="+mj-ea"/>
              </a:rPr>
              <a:t>为调制周期开始后的时间</a:t>
            </a:r>
          </a:p>
        </p:txBody>
      </p:sp>
      <p:sp>
        <p:nvSpPr>
          <p:cNvPr id="21" name="文本框 20">
            <a:extLst>
              <a:ext uri="{FF2B5EF4-FFF2-40B4-BE49-F238E27FC236}">
                <a16:creationId xmlns:a16="http://schemas.microsoft.com/office/drawing/2014/main" id="{762207BB-D1D2-4FE6-AD64-7210BCEC81F4}"/>
              </a:ext>
            </a:extLst>
          </p:cNvPr>
          <p:cNvSpPr txBox="1"/>
          <p:nvPr/>
        </p:nvSpPr>
        <p:spPr>
          <a:xfrm>
            <a:off x="225351" y="3532330"/>
            <a:ext cx="5592112" cy="646331"/>
          </a:xfrm>
          <a:prstGeom prst="rect">
            <a:avLst/>
          </a:prstGeom>
          <a:noFill/>
        </p:spPr>
        <p:txBody>
          <a:bodyPr wrap="square">
            <a:spAutoFit/>
          </a:bodyPr>
          <a:lstStyle/>
          <a:p>
            <a:pPr marL="285750" indent="-285750">
              <a:buFont typeface="Wingdings" panose="05000000000000000000" pitchFamily="2" charset="2"/>
              <a:buChar char="l"/>
            </a:pPr>
            <a:r>
              <a:rPr lang="zh-CN" altLang="en-US" b="1" dirty="0">
                <a:latin typeface="+mj-ea"/>
                <a:ea typeface="+mj-ea"/>
              </a:rPr>
              <a:t>当目标静止或慢速移动，</a:t>
            </a:r>
            <a:r>
              <a:rPr lang="en-US" altLang="zh-CN" b="1" dirty="0">
                <a:latin typeface="+mj-ea"/>
                <a:ea typeface="+mj-ea"/>
              </a:rPr>
              <a:t>C-FMCW</a:t>
            </a:r>
            <a:r>
              <a:rPr lang="zh-CN" altLang="en-US" b="1" dirty="0">
                <a:latin typeface="+mj-ea"/>
                <a:ea typeface="+mj-ea"/>
              </a:rPr>
              <a:t>的分辨率上限为</a:t>
            </a:r>
          </a:p>
        </p:txBody>
      </p:sp>
      <p:pic>
        <p:nvPicPr>
          <p:cNvPr id="20" name="图片 19">
            <a:extLst>
              <a:ext uri="{FF2B5EF4-FFF2-40B4-BE49-F238E27FC236}">
                <a16:creationId xmlns:a16="http://schemas.microsoft.com/office/drawing/2014/main" id="{BB4C2050-68E7-4DDC-9A73-C7F58A73FC8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489604" y="4283353"/>
            <a:ext cx="4020945" cy="1184082"/>
          </a:xfrm>
          <a:prstGeom prst="rect">
            <a:avLst/>
          </a:prstGeom>
        </p:spPr>
      </p:pic>
      <p:sp>
        <p:nvSpPr>
          <p:cNvPr id="25" name="文本框 24">
            <a:extLst>
              <a:ext uri="{FF2B5EF4-FFF2-40B4-BE49-F238E27FC236}">
                <a16:creationId xmlns:a16="http://schemas.microsoft.com/office/drawing/2014/main" id="{4167586E-DF9E-4095-A622-DF0716CC81A9}"/>
              </a:ext>
            </a:extLst>
          </p:cNvPr>
          <p:cNvSpPr txBox="1"/>
          <p:nvPr/>
        </p:nvSpPr>
        <p:spPr>
          <a:xfrm>
            <a:off x="6096000" y="1400564"/>
            <a:ext cx="6119812" cy="369332"/>
          </a:xfrm>
          <a:prstGeom prst="rect">
            <a:avLst/>
          </a:prstGeom>
          <a:noFill/>
        </p:spPr>
        <p:txBody>
          <a:bodyPr wrap="square">
            <a:spAutoFit/>
          </a:bodyPr>
          <a:lstStyle/>
          <a:p>
            <a:pPr marL="285750" indent="-285750">
              <a:buFont typeface="Wingdings" panose="05000000000000000000" pitchFamily="2" charset="2"/>
              <a:buChar char="l"/>
            </a:pPr>
            <a:r>
              <a:rPr lang="zh-CN" altLang="en-US" b="1" dirty="0">
                <a:latin typeface="+mj-ea"/>
                <a:ea typeface="+mj-ea"/>
              </a:rPr>
              <a:t>考虑被测物体的速度（</a:t>
            </a:r>
            <a:r>
              <a:rPr lang="en-US" altLang="zh-CN" b="1" dirty="0">
                <a:latin typeface="+mj-ea"/>
                <a:ea typeface="+mj-ea"/>
              </a:rPr>
              <a:t>v</a:t>
            </a:r>
            <a:r>
              <a:rPr lang="zh-CN" altLang="en-US" b="1" dirty="0">
                <a:latin typeface="+mj-ea"/>
                <a:ea typeface="+mj-ea"/>
              </a:rPr>
              <a:t>），</a:t>
            </a:r>
            <a:r>
              <a:rPr lang="en-US" altLang="zh-CN" b="1" dirty="0">
                <a:latin typeface="+mj-ea"/>
                <a:ea typeface="+mj-ea"/>
              </a:rPr>
              <a:t>C-FMCW</a:t>
            </a:r>
            <a:r>
              <a:rPr lang="zh-CN" altLang="en-US" b="1" dirty="0">
                <a:latin typeface="+mj-ea"/>
                <a:ea typeface="+mj-ea"/>
              </a:rPr>
              <a:t>的测距分辨率：</a:t>
            </a:r>
          </a:p>
        </p:txBody>
      </p:sp>
      <p:pic>
        <p:nvPicPr>
          <p:cNvPr id="24" name="图片 23">
            <a:extLst>
              <a:ext uri="{FF2B5EF4-FFF2-40B4-BE49-F238E27FC236}">
                <a16:creationId xmlns:a16="http://schemas.microsoft.com/office/drawing/2014/main" id="{EFC73BC1-AF71-485B-AD78-BBC4A18C871D}"/>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999075" y="1756573"/>
            <a:ext cx="3625664" cy="836692"/>
          </a:xfrm>
          <a:prstGeom prst="rect">
            <a:avLst/>
          </a:prstGeom>
        </p:spPr>
      </p:pic>
      <p:sp>
        <p:nvSpPr>
          <p:cNvPr id="26" name="文本框 25">
            <a:extLst>
              <a:ext uri="{FF2B5EF4-FFF2-40B4-BE49-F238E27FC236}">
                <a16:creationId xmlns:a16="http://schemas.microsoft.com/office/drawing/2014/main" id="{4309428F-C7C4-46FF-B650-C883098D3C29}"/>
              </a:ext>
            </a:extLst>
          </p:cNvPr>
          <p:cNvSpPr txBox="1"/>
          <p:nvPr/>
        </p:nvSpPr>
        <p:spPr>
          <a:xfrm>
            <a:off x="450872" y="4480141"/>
            <a:ext cx="1444910" cy="338554"/>
          </a:xfrm>
          <a:prstGeom prst="rect">
            <a:avLst/>
          </a:prstGeom>
          <a:noFill/>
        </p:spPr>
        <p:txBody>
          <a:bodyPr wrap="square">
            <a:spAutoFit/>
          </a:bodyPr>
          <a:lstStyle/>
          <a:p>
            <a:r>
              <a:rPr lang="zh-CN" altLang="en-US" sz="1600" b="1" dirty="0">
                <a:latin typeface="+mj-ea"/>
                <a:ea typeface="+mj-ea"/>
              </a:rPr>
              <a:t>测距分辨率</a:t>
            </a:r>
            <a:endParaRPr lang="zh-CN" altLang="en-US" sz="1600" dirty="0">
              <a:latin typeface="+mj-ea"/>
              <a:ea typeface="+mj-ea"/>
            </a:endParaRPr>
          </a:p>
        </p:txBody>
      </p:sp>
      <p:sp>
        <p:nvSpPr>
          <p:cNvPr id="27" name="文本框 26">
            <a:extLst>
              <a:ext uri="{FF2B5EF4-FFF2-40B4-BE49-F238E27FC236}">
                <a16:creationId xmlns:a16="http://schemas.microsoft.com/office/drawing/2014/main" id="{B23BCB83-F0E2-4FC9-8551-70817A14EB96}"/>
              </a:ext>
            </a:extLst>
          </p:cNvPr>
          <p:cNvSpPr txBox="1"/>
          <p:nvPr/>
        </p:nvSpPr>
        <p:spPr>
          <a:xfrm>
            <a:off x="450872" y="5038456"/>
            <a:ext cx="1444910" cy="338554"/>
          </a:xfrm>
          <a:prstGeom prst="rect">
            <a:avLst/>
          </a:prstGeom>
          <a:noFill/>
        </p:spPr>
        <p:txBody>
          <a:bodyPr wrap="square">
            <a:spAutoFit/>
          </a:bodyPr>
          <a:lstStyle/>
          <a:p>
            <a:r>
              <a:rPr lang="zh-CN" altLang="en-US" sz="1600" b="1" dirty="0">
                <a:latin typeface="+mj-ea"/>
                <a:ea typeface="+mj-ea"/>
              </a:rPr>
              <a:t>理论分辨率</a:t>
            </a:r>
            <a:endParaRPr lang="zh-CN" altLang="en-US" sz="1600" dirty="0">
              <a:latin typeface="+mj-ea"/>
              <a:ea typeface="+mj-ea"/>
            </a:endParaRPr>
          </a:p>
        </p:txBody>
      </p:sp>
      <p:sp>
        <p:nvSpPr>
          <p:cNvPr id="34" name="文本框 33">
            <a:extLst>
              <a:ext uri="{FF2B5EF4-FFF2-40B4-BE49-F238E27FC236}">
                <a16:creationId xmlns:a16="http://schemas.microsoft.com/office/drawing/2014/main" id="{32CF6394-08D7-42B1-B330-A0D091C0B4DB}"/>
              </a:ext>
            </a:extLst>
          </p:cNvPr>
          <p:cNvSpPr txBox="1"/>
          <p:nvPr/>
        </p:nvSpPr>
        <p:spPr>
          <a:xfrm>
            <a:off x="7392965" y="2511796"/>
            <a:ext cx="5592112" cy="307777"/>
          </a:xfrm>
          <a:prstGeom prst="rect">
            <a:avLst/>
          </a:prstGeom>
          <a:noFill/>
        </p:spPr>
        <p:txBody>
          <a:bodyPr wrap="square">
            <a:spAutoFit/>
          </a:bodyPr>
          <a:lstStyle/>
          <a:p>
            <a:r>
              <a:rPr lang="zh-CN" altLang="en-US" sz="1400" i="1" dirty="0">
                <a:latin typeface="+mj-ea"/>
                <a:ea typeface="+mj-ea"/>
              </a:rPr>
              <a:t>其中，</a:t>
            </a:r>
            <a:r>
              <a:rPr lang="en-US" altLang="zh-CN" sz="1400" i="1" dirty="0">
                <a:latin typeface="+mj-ea"/>
                <a:ea typeface="+mj-ea"/>
              </a:rPr>
              <a:t>Lag</a:t>
            </a:r>
            <a:r>
              <a:rPr lang="zh-CN" altLang="en-US" sz="1400" i="1" dirty="0">
                <a:latin typeface="+mj-ea"/>
                <a:ea typeface="+mj-ea"/>
              </a:rPr>
              <a:t>取</a:t>
            </a:r>
            <a:r>
              <a:rPr lang="en-US" altLang="zh-CN" sz="1400" i="1" dirty="0">
                <a:latin typeface="+mj-ea"/>
                <a:ea typeface="+mj-ea"/>
              </a:rPr>
              <a:t>600</a:t>
            </a:r>
            <a:r>
              <a:rPr lang="zh-CN" altLang="en-US" sz="1400" i="1" dirty="0">
                <a:latin typeface="+mj-ea"/>
                <a:ea typeface="+mj-ea"/>
              </a:rPr>
              <a:t>，</a:t>
            </a:r>
            <a:r>
              <a:rPr lang="en-US" altLang="zh-CN" sz="1400" i="1" dirty="0">
                <a:latin typeface="+mj-ea"/>
                <a:ea typeface="+mj-ea"/>
              </a:rPr>
              <a:t>0≤t≤600/ Fs </a:t>
            </a:r>
            <a:endParaRPr lang="zh-CN" altLang="en-US" sz="1400" i="1" dirty="0">
              <a:latin typeface="+mj-ea"/>
              <a:ea typeface="+mj-ea"/>
            </a:endParaRPr>
          </a:p>
        </p:txBody>
      </p:sp>
      <p:grpSp>
        <p:nvGrpSpPr>
          <p:cNvPr id="40" name="组合 39">
            <a:extLst>
              <a:ext uri="{FF2B5EF4-FFF2-40B4-BE49-F238E27FC236}">
                <a16:creationId xmlns:a16="http://schemas.microsoft.com/office/drawing/2014/main" id="{100F2950-3E26-4F3A-944B-0AFDEBB98021}"/>
              </a:ext>
            </a:extLst>
          </p:cNvPr>
          <p:cNvGrpSpPr/>
          <p:nvPr/>
        </p:nvGrpSpPr>
        <p:grpSpPr>
          <a:xfrm>
            <a:off x="6497444" y="3835458"/>
            <a:ext cx="6210443" cy="1964483"/>
            <a:chOff x="6442374" y="3769634"/>
            <a:chExt cx="6538850" cy="2332885"/>
          </a:xfrm>
        </p:grpSpPr>
        <p:pic>
          <p:nvPicPr>
            <p:cNvPr id="30" name="图片 29">
              <a:extLst>
                <a:ext uri="{FF2B5EF4-FFF2-40B4-BE49-F238E27FC236}">
                  <a16:creationId xmlns:a16="http://schemas.microsoft.com/office/drawing/2014/main" id="{5B120F64-FEDD-41F3-B5C7-973205D62CB3}"/>
                </a:ext>
              </a:extLst>
            </p:cNvPr>
            <p:cNvPicPr>
              <a:picLocks noChangeAspect="1"/>
            </p:cNvPicPr>
            <p:nvPr/>
          </p:nvPicPr>
          <p:blipFill rotWithShape="1">
            <a:blip r:embed="rId9">
              <a:extLst>
                <a:ext uri="{28A0092B-C50C-407E-A947-70E740481C1C}">
                  <a14:useLocalDpi xmlns:a14="http://schemas.microsoft.com/office/drawing/2010/main" val="0"/>
                </a:ext>
              </a:extLst>
            </a:blip>
            <a:srcRect b="22768"/>
            <a:stretch/>
          </p:blipFill>
          <p:spPr>
            <a:xfrm>
              <a:off x="6442374" y="3769634"/>
              <a:ext cx="5462220" cy="1789193"/>
            </a:xfrm>
            <a:prstGeom prst="rect">
              <a:avLst/>
            </a:prstGeom>
          </p:spPr>
        </p:pic>
        <p:sp>
          <p:nvSpPr>
            <p:cNvPr id="14" name="文本框 13">
              <a:extLst>
                <a:ext uri="{FF2B5EF4-FFF2-40B4-BE49-F238E27FC236}">
                  <a16:creationId xmlns:a16="http://schemas.microsoft.com/office/drawing/2014/main" id="{00039034-4900-41B3-9C90-096204BF376F}"/>
                </a:ext>
              </a:extLst>
            </p:cNvPr>
            <p:cNvSpPr txBox="1"/>
            <p:nvPr/>
          </p:nvSpPr>
          <p:spPr>
            <a:xfrm>
              <a:off x="7456889" y="4731080"/>
              <a:ext cx="895683" cy="618291"/>
            </a:xfrm>
            <a:prstGeom prst="rect">
              <a:avLst/>
            </a:prstGeom>
            <a:noFill/>
            <a:ln w="28575">
              <a:solidFill>
                <a:srgbClr val="FF0000"/>
              </a:solidFill>
              <a:prstDash val="lgDash"/>
            </a:ln>
          </p:spPr>
          <p:txBody>
            <a:bodyPr wrap="square" rtlCol="0">
              <a:spAutoFit/>
            </a:bodyPr>
            <a:lstStyle/>
            <a:p>
              <a:endParaRPr lang="zh-CN" altLang="en-US" dirty="0"/>
            </a:p>
          </p:txBody>
        </p:sp>
        <p:cxnSp>
          <p:nvCxnSpPr>
            <p:cNvPr id="35" name="直接箭头连接符 34">
              <a:extLst>
                <a:ext uri="{FF2B5EF4-FFF2-40B4-BE49-F238E27FC236}">
                  <a16:creationId xmlns:a16="http://schemas.microsoft.com/office/drawing/2014/main" id="{5248F476-B9D7-4D23-9D3A-5A24CF5D8ABB}"/>
                </a:ext>
              </a:extLst>
            </p:cNvPr>
            <p:cNvCxnSpPr>
              <a:cxnSpLocks/>
            </p:cNvCxnSpPr>
            <p:nvPr/>
          </p:nvCxnSpPr>
          <p:spPr>
            <a:xfrm flipH="1">
              <a:off x="7740314" y="5538135"/>
              <a:ext cx="164416" cy="289126"/>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37" name="文本框 36">
              <a:extLst>
                <a:ext uri="{FF2B5EF4-FFF2-40B4-BE49-F238E27FC236}">
                  <a16:creationId xmlns:a16="http://schemas.microsoft.com/office/drawing/2014/main" id="{C396354D-FA4E-4B7A-8C57-58050730BC18}"/>
                </a:ext>
              </a:extLst>
            </p:cNvPr>
            <p:cNvSpPr txBox="1"/>
            <p:nvPr/>
          </p:nvSpPr>
          <p:spPr>
            <a:xfrm>
              <a:off x="6442374" y="5773574"/>
              <a:ext cx="6538850" cy="328945"/>
            </a:xfrm>
            <a:prstGeom prst="rect">
              <a:avLst/>
            </a:prstGeom>
            <a:noFill/>
          </p:spPr>
          <p:txBody>
            <a:bodyPr wrap="square">
              <a:spAutoFit/>
            </a:bodyPr>
            <a:lstStyle/>
            <a:p>
              <a:r>
                <a:rPr lang="zh-CN" altLang="en-US" sz="1200" b="1" i="0" dirty="0">
                  <a:solidFill>
                    <a:srgbClr val="FF0000"/>
                  </a:solidFill>
                  <a:effectLst/>
                  <a:latin typeface="+mj-ea"/>
                  <a:ea typeface="+mj-ea"/>
                </a:rPr>
                <a:t>轮廓无明显“模糊 </a:t>
              </a:r>
              <a:r>
                <a:rPr lang="en-US" altLang="zh-CN" sz="1200" b="1" i="0" dirty="0">
                  <a:solidFill>
                    <a:srgbClr val="FF0000"/>
                  </a:solidFill>
                  <a:effectLst/>
                  <a:latin typeface="+mj-ea"/>
                  <a:ea typeface="+mj-ea"/>
                </a:rPr>
                <a:t>/ </a:t>
              </a:r>
              <a:r>
                <a:rPr lang="zh-CN" altLang="en-US" sz="1200" b="1" i="0" dirty="0">
                  <a:solidFill>
                    <a:srgbClr val="FF0000"/>
                  </a:solidFill>
                  <a:effectLst/>
                  <a:latin typeface="+mj-ea"/>
                  <a:ea typeface="+mj-ea"/>
                </a:rPr>
                <a:t>断裂”</a:t>
              </a:r>
              <a:r>
                <a:rPr lang="en-US" altLang="zh-CN" sz="1200" b="1" i="0" dirty="0">
                  <a:solidFill>
                    <a:srgbClr val="FF0000"/>
                  </a:solidFill>
                  <a:effectLst/>
                  <a:latin typeface="+mj-ea"/>
                  <a:ea typeface="+mj-ea"/>
                </a:rPr>
                <a:t>, </a:t>
              </a:r>
              <a:r>
                <a:rPr lang="zh-CN" altLang="en-US" sz="1200" b="1" i="0" dirty="0">
                  <a:solidFill>
                    <a:srgbClr val="FF0000"/>
                  </a:solidFill>
                  <a:effectLst/>
                  <a:latin typeface="+mj-ea"/>
                  <a:ea typeface="+mj-ea"/>
                </a:rPr>
                <a:t>变化区域</a:t>
              </a:r>
              <a:r>
                <a:rPr lang="en-US" altLang="zh-CN" sz="1200" b="1" i="0" dirty="0">
                  <a:solidFill>
                    <a:srgbClr val="FF0000"/>
                  </a:solidFill>
                  <a:effectLst/>
                  <a:latin typeface="+mj-ea"/>
                  <a:ea typeface="+mj-ea"/>
                </a:rPr>
                <a:t>(</a:t>
              </a:r>
              <a:r>
                <a:rPr lang="zh-CN" altLang="en-US" sz="1200" b="1" i="0" dirty="0">
                  <a:solidFill>
                    <a:srgbClr val="FF0000"/>
                  </a:solidFill>
                  <a:effectLst/>
                  <a:latin typeface="+mj-ea"/>
                  <a:ea typeface="+mj-ea"/>
                </a:rPr>
                <a:t>彩色纹理</a:t>
              </a:r>
              <a:r>
                <a:rPr lang="en-US" altLang="zh-CN" sz="1200" b="1" i="0" dirty="0">
                  <a:solidFill>
                    <a:srgbClr val="FF0000"/>
                  </a:solidFill>
                  <a:effectLst/>
                  <a:latin typeface="+mj-ea"/>
                  <a:ea typeface="+mj-ea"/>
                </a:rPr>
                <a:t>)</a:t>
              </a:r>
              <a:r>
                <a:rPr lang="zh-CN" altLang="en-US" sz="1200" b="1" i="0" dirty="0">
                  <a:solidFill>
                    <a:srgbClr val="FF0000"/>
                  </a:solidFill>
                  <a:effectLst/>
                  <a:latin typeface="+mj-ea"/>
                  <a:ea typeface="+mj-ea"/>
                </a:rPr>
                <a:t>只出现在手势切换的瞬间</a:t>
              </a:r>
              <a:endParaRPr lang="zh-CN" altLang="en-US" sz="1200" b="1" dirty="0">
                <a:solidFill>
                  <a:srgbClr val="FF0000"/>
                </a:solidFill>
                <a:latin typeface="+mj-ea"/>
                <a:ea typeface="+mj-ea"/>
              </a:endParaRPr>
            </a:p>
          </p:txBody>
        </p:sp>
      </p:grpSp>
      <p:sp>
        <p:nvSpPr>
          <p:cNvPr id="38" name="文本框 37">
            <a:extLst>
              <a:ext uri="{FF2B5EF4-FFF2-40B4-BE49-F238E27FC236}">
                <a16:creationId xmlns:a16="http://schemas.microsoft.com/office/drawing/2014/main" id="{BF55E3A2-9BBF-40BF-8004-B704C9CC2A74}"/>
              </a:ext>
            </a:extLst>
          </p:cNvPr>
          <p:cNvSpPr txBox="1"/>
          <p:nvPr/>
        </p:nvSpPr>
        <p:spPr>
          <a:xfrm>
            <a:off x="6068694" y="2967335"/>
            <a:ext cx="5972503" cy="646331"/>
          </a:xfrm>
          <a:prstGeom prst="rect">
            <a:avLst/>
          </a:prstGeom>
          <a:noFill/>
        </p:spPr>
        <p:txBody>
          <a:bodyPr wrap="square">
            <a:spAutoFit/>
          </a:bodyPr>
          <a:lstStyle/>
          <a:p>
            <a:pPr marL="285750" indent="-285750">
              <a:buFont typeface="Wingdings" panose="05000000000000000000" pitchFamily="2" charset="2"/>
              <a:buChar char="l"/>
            </a:pPr>
            <a:r>
              <a:rPr lang="zh-CN" altLang="en-US" b="1" dirty="0">
                <a:latin typeface="+mj-ea"/>
                <a:ea typeface="+mj-ea"/>
              </a:rPr>
              <a:t>结合手部关节运动速度和男性中指平均长度，换算出速度仅 </a:t>
            </a:r>
            <a:r>
              <a:rPr lang="en-US" altLang="zh-CN" b="1" dirty="0">
                <a:latin typeface="+mj-ea"/>
                <a:ea typeface="+mj-ea"/>
              </a:rPr>
              <a:t>0.018-0.59m/s</a:t>
            </a:r>
            <a:r>
              <a:rPr lang="zh-CN" altLang="en-US" b="1" dirty="0">
                <a:latin typeface="+mj-ea"/>
                <a:ea typeface="+mj-ea"/>
              </a:rPr>
              <a:t>，远低于声速。</a:t>
            </a:r>
          </a:p>
        </p:txBody>
      </p:sp>
      <p:sp>
        <p:nvSpPr>
          <p:cNvPr id="44" name="文本框 43">
            <a:extLst>
              <a:ext uri="{FF2B5EF4-FFF2-40B4-BE49-F238E27FC236}">
                <a16:creationId xmlns:a16="http://schemas.microsoft.com/office/drawing/2014/main" id="{77888977-4AC3-4891-8B6B-E31C703426EC}"/>
              </a:ext>
            </a:extLst>
          </p:cNvPr>
          <p:cNvSpPr txBox="1"/>
          <p:nvPr/>
        </p:nvSpPr>
        <p:spPr>
          <a:xfrm>
            <a:off x="2958683" y="6212615"/>
            <a:ext cx="14164887" cy="461665"/>
          </a:xfrm>
          <a:prstGeom prst="rect">
            <a:avLst/>
          </a:prstGeom>
          <a:noFill/>
        </p:spPr>
        <p:txBody>
          <a:bodyPr wrap="square">
            <a:spAutoFit/>
          </a:bodyPr>
          <a:lstStyle/>
          <a:p>
            <a:r>
              <a:rPr lang="en-US" altLang="zh-CN" sz="2400" b="1" dirty="0">
                <a:solidFill>
                  <a:srgbClr val="FF0000"/>
                </a:solidFill>
                <a:latin typeface="+mj-ea"/>
                <a:ea typeface="+mj-ea"/>
              </a:rPr>
              <a:t>C-FMCW</a:t>
            </a:r>
            <a:r>
              <a:rPr lang="zh-CN" altLang="en-US" sz="2400" b="1" dirty="0">
                <a:solidFill>
                  <a:srgbClr val="FF0000"/>
                </a:solidFill>
                <a:latin typeface="+mj-ea"/>
                <a:ea typeface="+mj-ea"/>
              </a:rPr>
              <a:t>在手指运动</a:t>
            </a:r>
            <a:r>
              <a:rPr lang="en-US" altLang="zh-CN" sz="2400" b="1" dirty="0">
                <a:solidFill>
                  <a:srgbClr val="FF0000"/>
                </a:solidFill>
                <a:latin typeface="+mj-ea"/>
                <a:ea typeface="+mj-ea"/>
              </a:rPr>
              <a:t>/</a:t>
            </a:r>
            <a:r>
              <a:rPr lang="zh-CN" altLang="en-US" sz="2400" b="1" dirty="0">
                <a:solidFill>
                  <a:srgbClr val="FF0000"/>
                </a:solidFill>
                <a:latin typeface="+mj-ea"/>
                <a:ea typeface="+mj-ea"/>
              </a:rPr>
              <a:t>静止时均保持高分辨率</a:t>
            </a:r>
            <a:endParaRPr lang="en-US" altLang="zh-CN" sz="2400" b="1" dirty="0">
              <a:solidFill>
                <a:srgbClr val="FF0000"/>
              </a:solidFill>
              <a:latin typeface="+mj-ea"/>
              <a:ea typeface="+mj-ea"/>
            </a:endParaRPr>
          </a:p>
        </p:txBody>
      </p:sp>
      <p:sp>
        <p:nvSpPr>
          <p:cNvPr id="46" name="文本框 45">
            <a:extLst>
              <a:ext uri="{FF2B5EF4-FFF2-40B4-BE49-F238E27FC236}">
                <a16:creationId xmlns:a16="http://schemas.microsoft.com/office/drawing/2014/main" id="{9768086D-966D-474B-B3A1-E24A8AB4E06E}"/>
              </a:ext>
            </a:extLst>
          </p:cNvPr>
          <p:cNvSpPr txBox="1"/>
          <p:nvPr/>
        </p:nvSpPr>
        <p:spPr>
          <a:xfrm>
            <a:off x="4071446" y="946637"/>
            <a:ext cx="7964904" cy="369332"/>
          </a:xfrm>
          <a:prstGeom prst="rect">
            <a:avLst/>
          </a:prstGeom>
          <a:noFill/>
        </p:spPr>
        <p:txBody>
          <a:bodyPr wrap="square">
            <a:spAutoFit/>
          </a:bodyPr>
          <a:lstStyle/>
          <a:p>
            <a:r>
              <a:rPr lang="en-US" altLang="zh-CN" dirty="0"/>
              <a:t>---- </a:t>
            </a:r>
            <a:r>
              <a:rPr lang="zh-CN" altLang="en-US" b="1" dirty="0">
                <a:latin typeface="+mj-ea"/>
                <a:ea typeface="+mj-ea"/>
              </a:rPr>
              <a:t>主动声学传感技术</a:t>
            </a:r>
            <a:endParaRPr lang="zh-CN" altLang="en-US" dirty="0">
              <a:latin typeface="+mj-ea"/>
              <a:ea typeface="+mj-ea"/>
            </a:endParaRPr>
          </a:p>
        </p:txBody>
      </p:sp>
      <p:sp>
        <p:nvSpPr>
          <p:cNvPr id="28" name="灯片编号占位符 27">
            <a:extLst>
              <a:ext uri="{FF2B5EF4-FFF2-40B4-BE49-F238E27FC236}">
                <a16:creationId xmlns:a16="http://schemas.microsoft.com/office/drawing/2014/main" id="{03566D50-6577-E440-BEFE-0300ADF050AB}"/>
              </a:ext>
            </a:extLst>
          </p:cNvPr>
          <p:cNvSpPr>
            <a:spLocks noGrp="1"/>
          </p:cNvSpPr>
          <p:nvPr>
            <p:ph type="sldNum" sz="quarter" idx="4"/>
          </p:nvPr>
        </p:nvSpPr>
        <p:spPr/>
        <p:txBody>
          <a:bodyPr/>
          <a:lstStyle/>
          <a:p>
            <a:fld id="{7A48417F-7526-485E-AE3C-3E2AE40A04CB}" type="slidenum">
              <a:rPr lang="zh-CN" altLang="en-US" smtClean="0"/>
              <a:pPr/>
              <a:t>10</a:t>
            </a:fld>
            <a:r>
              <a:rPr lang="zh-CN" altLang="en-US"/>
              <a:t> </a:t>
            </a:r>
            <a:r>
              <a:rPr lang="en-US" altLang="zh-CN"/>
              <a:t>/ </a:t>
            </a:r>
            <a:r>
              <a:rPr lang="zh-CN" altLang="en-US"/>
              <a:t>总页数</a:t>
            </a:r>
            <a:endParaRPr lang="zh-CN" altLang="en-US" dirty="0"/>
          </a:p>
        </p:txBody>
      </p:sp>
    </p:spTree>
    <p:extLst>
      <p:ext uri="{BB962C8B-B14F-4D97-AF65-F5344CB8AC3E}">
        <p14:creationId xmlns:p14="http://schemas.microsoft.com/office/powerpoint/2010/main" val="22723151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7A3415-DDBF-CCDD-891F-F705BD31AC89}"/>
            </a:ext>
          </a:extLst>
        </p:cNvPr>
        <p:cNvGrpSpPr/>
        <p:nvPr/>
      </p:nvGrpSpPr>
      <p:grpSpPr>
        <a:xfrm>
          <a:off x="0" y="0"/>
          <a:ext cx="0" cy="0"/>
          <a:chOff x="0" y="0"/>
          <a:chExt cx="0" cy="0"/>
        </a:xfrm>
      </p:grpSpPr>
      <p:sp>
        <p:nvSpPr>
          <p:cNvPr id="12" name="矩形: 圆角 20">
            <a:extLst>
              <a:ext uri="{FF2B5EF4-FFF2-40B4-BE49-F238E27FC236}">
                <a16:creationId xmlns:a16="http://schemas.microsoft.com/office/drawing/2014/main" id="{969D2F89-6863-BC27-6803-707D6F5A50FA}"/>
              </a:ext>
            </a:extLst>
          </p:cNvPr>
          <p:cNvSpPr/>
          <p:nvPr/>
        </p:nvSpPr>
        <p:spPr>
          <a:xfrm>
            <a:off x="9793412" y="4729069"/>
            <a:ext cx="1908000" cy="1476000"/>
          </a:xfrm>
          <a:prstGeom prst="roundRect">
            <a:avLst>
              <a:gd name="adj" fmla="val 10405"/>
            </a:avLst>
          </a:prstGeom>
          <a:solidFill>
            <a:srgbClr val="E2EBE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圆角 20">
            <a:extLst>
              <a:ext uri="{FF2B5EF4-FFF2-40B4-BE49-F238E27FC236}">
                <a16:creationId xmlns:a16="http://schemas.microsoft.com/office/drawing/2014/main" id="{982F64F7-F5BF-71DF-3403-4A4B34BC21DD}"/>
              </a:ext>
            </a:extLst>
          </p:cNvPr>
          <p:cNvSpPr/>
          <p:nvPr/>
        </p:nvSpPr>
        <p:spPr>
          <a:xfrm>
            <a:off x="7420635" y="4725702"/>
            <a:ext cx="1908000" cy="1476000"/>
          </a:xfrm>
          <a:prstGeom prst="roundRect">
            <a:avLst>
              <a:gd name="adj" fmla="val 10405"/>
            </a:avLst>
          </a:prstGeom>
          <a:solidFill>
            <a:srgbClr val="E2EBE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圆角 20">
            <a:extLst>
              <a:ext uri="{FF2B5EF4-FFF2-40B4-BE49-F238E27FC236}">
                <a16:creationId xmlns:a16="http://schemas.microsoft.com/office/drawing/2014/main" id="{B5CC48C8-561F-2345-C4BB-CB4CD3427754}"/>
              </a:ext>
            </a:extLst>
          </p:cNvPr>
          <p:cNvSpPr/>
          <p:nvPr/>
        </p:nvSpPr>
        <p:spPr>
          <a:xfrm>
            <a:off x="5108820" y="4758049"/>
            <a:ext cx="1908000" cy="1476000"/>
          </a:xfrm>
          <a:prstGeom prst="roundRect">
            <a:avLst>
              <a:gd name="adj" fmla="val 10405"/>
            </a:avLst>
          </a:prstGeom>
          <a:solidFill>
            <a:srgbClr val="E2EBE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圆角 20">
            <a:extLst>
              <a:ext uri="{FF2B5EF4-FFF2-40B4-BE49-F238E27FC236}">
                <a16:creationId xmlns:a16="http://schemas.microsoft.com/office/drawing/2014/main" id="{CA5591D0-102D-81DE-7A00-C8AF1B8036DD}"/>
              </a:ext>
            </a:extLst>
          </p:cNvPr>
          <p:cNvSpPr/>
          <p:nvPr/>
        </p:nvSpPr>
        <p:spPr>
          <a:xfrm>
            <a:off x="2719104" y="4718139"/>
            <a:ext cx="1908000" cy="1476000"/>
          </a:xfrm>
          <a:prstGeom prst="roundRect">
            <a:avLst>
              <a:gd name="adj" fmla="val 10405"/>
            </a:avLst>
          </a:prstGeom>
          <a:solidFill>
            <a:srgbClr val="E2EBE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圆角 20">
            <a:extLst>
              <a:ext uri="{FF2B5EF4-FFF2-40B4-BE49-F238E27FC236}">
                <a16:creationId xmlns:a16="http://schemas.microsoft.com/office/drawing/2014/main" id="{7A9074FE-77D2-7DE6-265A-26255D6F2FAF}"/>
              </a:ext>
            </a:extLst>
          </p:cNvPr>
          <p:cNvSpPr/>
          <p:nvPr/>
        </p:nvSpPr>
        <p:spPr>
          <a:xfrm>
            <a:off x="386903" y="4691006"/>
            <a:ext cx="1908000" cy="1476000"/>
          </a:xfrm>
          <a:prstGeom prst="roundRect">
            <a:avLst>
              <a:gd name="adj" fmla="val 10405"/>
            </a:avLst>
          </a:prstGeom>
          <a:solidFill>
            <a:srgbClr val="E2EBE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B2445134-0845-4029-ADF1-BA54C1E0A46F}"/>
              </a:ext>
            </a:extLst>
          </p:cNvPr>
          <p:cNvSpPr txBox="1"/>
          <p:nvPr/>
        </p:nvSpPr>
        <p:spPr>
          <a:xfrm>
            <a:off x="210030" y="985631"/>
            <a:ext cx="6094070" cy="461665"/>
          </a:xfrm>
          <a:prstGeom prst="rect">
            <a:avLst/>
          </a:prstGeom>
          <a:noFill/>
        </p:spPr>
        <p:txBody>
          <a:bodyPr wrap="square">
            <a:spAutoFit/>
          </a:bodyPr>
          <a:lstStyle/>
          <a:p>
            <a:r>
              <a:rPr lang="zh-CN" altLang="en-US" sz="2400" b="1" dirty="0">
                <a:latin typeface="+mj-ea"/>
                <a:ea typeface="+mj-ea"/>
              </a:rPr>
              <a:t>回声帧计算</a:t>
            </a:r>
          </a:p>
        </p:txBody>
      </p:sp>
      <p:pic>
        <p:nvPicPr>
          <p:cNvPr id="8" name="图片 7">
            <a:extLst>
              <a:ext uri="{FF2B5EF4-FFF2-40B4-BE49-F238E27FC236}">
                <a16:creationId xmlns:a16="http://schemas.microsoft.com/office/drawing/2014/main" id="{43076151-E974-49B6-920E-DDC0D0B1DBF2}"/>
              </a:ext>
            </a:extLst>
          </p:cNvPr>
          <p:cNvPicPr>
            <a:picLocks noChangeAspect="1"/>
          </p:cNvPicPr>
          <p:nvPr/>
        </p:nvPicPr>
        <p:blipFill rotWithShape="1">
          <a:blip r:embed="rId3">
            <a:extLst>
              <a:ext uri="{28A0092B-C50C-407E-A947-70E740481C1C}">
                <a14:useLocalDpi xmlns:a14="http://schemas.microsoft.com/office/drawing/2010/main" val="0"/>
              </a:ext>
            </a:extLst>
          </a:blip>
          <a:srcRect b="44532"/>
          <a:stretch/>
        </p:blipFill>
        <p:spPr>
          <a:xfrm>
            <a:off x="642187" y="1501547"/>
            <a:ext cx="10651117" cy="2191538"/>
          </a:xfrm>
          <a:prstGeom prst="rect">
            <a:avLst/>
          </a:prstGeom>
        </p:spPr>
      </p:pic>
      <p:pic>
        <p:nvPicPr>
          <p:cNvPr id="19" name="图片 18">
            <a:extLst>
              <a:ext uri="{FF2B5EF4-FFF2-40B4-BE49-F238E27FC236}">
                <a16:creationId xmlns:a16="http://schemas.microsoft.com/office/drawing/2014/main" id="{EF47264A-3A1E-435E-A0E7-CF1832466B07}"/>
              </a:ext>
            </a:extLst>
          </p:cNvPr>
          <p:cNvPicPr>
            <a:picLocks noChangeAspect="1"/>
          </p:cNvPicPr>
          <p:nvPr/>
        </p:nvPicPr>
        <p:blipFill rotWithShape="1">
          <a:blip r:embed="rId4">
            <a:extLst>
              <a:ext uri="{28A0092B-C50C-407E-A947-70E740481C1C}">
                <a14:useLocalDpi xmlns:a14="http://schemas.microsoft.com/office/drawing/2010/main" val="0"/>
              </a:ext>
            </a:extLst>
          </a:blip>
          <a:srcRect t="22598" b="67780"/>
          <a:stretch>
            <a:fillRect/>
          </a:stretch>
        </p:blipFill>
        <p:spPr>
          <a:xfrm>
            <a:off x="0" y="18428"/>
            <a:ext cx="12192000" cy="814672"/>
          </a:xfrm>
          <a:prstGeom prst="rect">
            <a:avLst/>
          </a:prstGeom>
        </p:spPr>
      </p:pic>
      <p:sp>
        <p:nvSpPr>
          <p:cNvPr id="20" name="矩形 19">
            <a:extLst>
              <a:ext uri="{FF2B5EF4-FFF2-40B4-BE49-F238E27FC236}">
                <a16:creationId xmlns:a16="http://schemas.microsoft.com/office/drawing/2014/main" id="{B90F2844-69CD-4C7A-9B2C-0193939A4FB4}"/>
              </a:ext>
            </a:extLst>
          </p:cNvPr>
          <p:cNvSpPr/>
          <p:nvPr/>
        </p:nvSpPr>
        <p:spPr>
          <a:xfrm>
            <a:off x="0" y="0"/>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21" name="组合 20">
            <a:extLst>
              <a:ext uri="{FF2B5EF4-FFF2-40B4-BE49-F238E27FC236}">
                <a16:creationId xmlns:a16="http://schemas.microsoft.com/office/drawing/2014/main" id="{F2352DD1-9264-4AE2-B9FE-80C080007DAE}"/>
              </a:ext>
            </a:extLst>
          </p:cNvPr>
          <p:cNvGrpSpPr/>
          <p:nvPr/>
        </p:nvGrpSpPr>
        <p:grpSpPr>
          <a:xfrm>
            <a:off x="138529" y="123620"/>
            <a:ext cx="2674119" cy="593131"/>
            <a:chOff x="1019925" y="1507764"/>
            <a:chExt cx="2674119" cy="593131"/>
          </a:xfrm>
        </p:grpSpPr>
        <p:sp>
          <p:nvSpPr>
            <p:cNvPr id="22" name="文本框 21">
              <a:extLst>
                <a:ext uri="{FF2B5EF4-FFF2-40B4-BE49-F238E27FC236}">
                  <a16:creationId xmlns:a16="http://schemas.microsoft.com/office/drawing/2014/main" id="{3E10A3DF-4B03-4B9B-8B26-85C7DA8423E1}"/>
                </a:ext>
              </a:extLst>
            </p:cNvPr>
            <p:cNvSpPr txBox="1"/>
            <p:nvPr/>
          </p:nvSpPr>
          <p:spPr>
            <a:xfrm>
              <a:off x="1700305" y="1507764"/>
              <a:ext cx="1993739" cy="524256"/>
            </a:xfrm>
            <a:prstGeom prst="rect">
              <a:avLst/>
            </a:prstGeom>
            <a:noFill/>
          </p:spPr>
          <p:txBody>
            <a:bodyPr vert="horz" wrap="square" rtlCol="0">
              <a:spAutoFit/>
            </a:bodyPr>
            <a:lstStyle/>
            <a:p>
              <a:pPr algn="dist"/>
              <a:r>
                <a:rPr lang="zh-CN" altLang="en-US" sz="2800" b="1" dirty="0">
                  <a:solidFill>
                    <a:schemeClr val="bg1"/>
                  </a:solidFill>
                  <a:latin typeface="微软雅黑" panose="020B0503020204020204" pitchFamily="34" charset="-122"/>
                  <a:ea typeface="微软雅黑" panose="020B0503020204020204" pitchFamily="34" charset="-122"/>
                </a:rPr>
                <a:t>传感原理</a:t>
              </a:r>
            </a:p>
          </p:txBody>
        </p:sp>
        <p:pic>
          <p:nvPicPr>
            <p:cNvPr id="23" name="图片 22">
              <a:extLst>
                <a:ext uri="{FF2B5EF4-FFF2-40B4-BE49-F238E27FC236}">
                  <a16:creationId xmlns:a16="http://schemas.microsoft.com/office/drawing/2014/main" id="{BB4D22AB-700B-4778-8680-74A244C20EF2}"/>
                </a:ext>
              </a:extLst>
            </p:cNvPr>
            <p:cNvPicPr>
              <a:picLocks noChangeAspect="1"/>
            </p:cNvPicPr>
            <p:nvPr/>
          </p:nvPicPr>
          <p:blipFill rotWithShape="1">
            <a:blip r:embed="rId5" cstate="print">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pic>
        <p:nvPicPr>
          <p:cNvPr id="24" name="图片 23">
            <a:extLst>
              <a:ext uri="{FF2B5EF4-FFF2-40B4-BE49-F238E27FC236}">
                <a16:creationId xmlns:a16="http://schemas.microsoft.com/office/drawing/2014/main" id="{243C237E-5762-4795-8538-64639B983205}"/>
              </a:ext>
            </a:extLst>
          </p:cNvPr>
          <p:cNvPicPr>
            <a:picLocks noChangeAspect="1"/>
          </p:cNvPicPr>
          <p:nvPr/>
        </p:nvPicPr>
        <p:blipFill rotWithShape="1">
          <a:blip r:embed="rId6" cstate="print">
            <a:lum bright="70000" contrast="-70000"/>
            <a:extLst>
              <a:ext uri="{28A0092B-C50C-407E-A947-70E740481C1C}">
                <a14:useLocalDpi xmlns:a14="http://schemas.microsoft.com/office/drawing/2010/main" val="0"/>
              </a:ext>
            </a:extLst>
          </a:blip>
          <a:srcRect l="-150" r="2331"/>
          <a:stretch>
            <a:fillRect/>
          </a:stretch>
        </p:blipFill>
        <p:spPr>
          <a:xfrm>
            <a:off x="10041127" y="123619"/>
            <a:ext cx="1789487" cy="524257"/>
          </a:xfrm>
          <a:prstGeom prst="rect">
            <a:avLst/>
          </a:prstGeom>
        </p:spPr>
      </p:pic>
      <p:sp>
        <p:nvSpPr>
          <p:cNvPr id="15" name="文本框 14">
            <a:extLst>
              <a:ext uri="{FF2B5EF4-FFF2-40B4-BE49-F238E27FC236}">
                <a16:creationId xmlns:a16="http://schemas.microsoft.com/office/drawing/2014/main" id="{B768C9C5-DA5E-403E-B90E-2F32B86A57C7}"/>
              </a:ext>
            </a:extLst>
          </p:cNvPr>
          <p:cNvSpPr txBox="1"/>
          <p:nvPr/>
        </p:nvSpPr>
        <p:spPr>
          <a:xfrm>
            <a:off x="2655931" y="2101186"/>
            <a:ext cx="1374201" cy="307777"/>
          </a:xfrm>
          <a:prstGeom prst="rect">
            <a:avLst/>
          </a:prstGeom>
          <a:noFill/>
        </p:spPr>
        <p:txBody>
          <a:bodyPr wrap="square">
            <a:spAutoFit/>
          </a:bodyPr>
          <a:lstStyle/>
          <a:p>
            <a:r>
              <a:rPr lang="en-US" altLang="zh-CN" sz="1400" b="1" i="1" dirty="0">
                <a:solidFill>
                  <a:srgbClr val="FF0000"/>
                </a:solidFill>
                <a:effectLst/>
                <a:latin typeface="+mj-ea"/>
                <a:ea typeface="+mj-ea"/>
              </a:rPr>
              <a:t>FMCW</a:t>
            </a:r>
            <a:r>
              <a:rPr lang="zh-CN" altLang="en-US" sz="1400" b="1" i="1" dirty="0">
                <a:solidFill>
                  <a:srgbClr val="FF0000"/>
                </a:solidFill>
                <a:effectLst/>
                <a:latin typeface="+mj-ea"/>
                <a:ea typeface="+mj-ea"/>
              </a:rPr>
              <a:t>信号</a:t>
            </a:r>
            <a:endParaRPr lang="zh-CN" altLang="en-US" sz="1400" b="1" dirty="0">
              <a:latin typeface="+mj-ea"/>
              <a:ea typeface="+mj-ea"/>
            </a:endParaRPr>
          </a:p>
        </p:txBody>
      </p:sp>
      <p:sp>
        <p:nvSpPr>
          <p:cNvPr id="17" name="文本框 16">
            <a:extLst>
              <a:ext uri="{FF2B5EF4-FFF2-40B4-BE49-F238E27FC236}">
                <a16:creationId xmlns:a16="http://schemas.microsoft.com/office/drawing/2014/main" id="{66D3D898-C4D3-498A-A5DF-EDC3C9F83355}"/>
              </a:ext>
            </a:extLst>
          </p:cNvPr>
          <p:cNvSpPr txBox="1"/>
          <p:nvPr/>
        </p:nvSpPr>
        <p:spPr>
          <a:xfrm>
            <a:off x="1815778" y="3628337"/>
            <a:ext cx="3014909" cy="523220"/>
          </a:xfrm>
          <a:prstGeom prst="rect">
            <a:avLst/>
          </a:prstGeom>
          <a:noFill/>
        </p:spPr>
        <p:txBody>
          <a:bodyPr wrap="square">
            <a:spAutoFit/>
          </a:bodyPr>
          <a:lstStyle/>
          <a:p>
            <a:r>
              <a:rPr lang="zh-CN" altLang="en-US" sz="1400" b="1" i="1" dirty="0">
                <a:solidFill>
                  <a:srgbClr val="FF0000"/>
                </a:solidFill>
                <a:effectLst/>
                <a:latin typeface="Arial" panose="020B0604020202020204" pitchFamily="34" charset="0"/>
              </a:rPr>
              <a:t>接收信号：经 </a:t>
            </a:r>
            <a:r>
              <a:rPr lang="en-US" altLang="zh-CN" sz="1400" b="1" i="1" dirty="0">
                <a:solidFill>
                  <a:srgbClr val="FF0000"/>
                </a:solidFill>
                <a:effectLst/>
                <a:latin typeface="Arial" panose="020B0604020202020204" pitchFamily="34" charset="0"/>
              </a:rPr>
              <a:t>5</a:t>
            </a:r>
            <a:r>
              <a:rPr lang="zh-CN" altLang="en-US" sz="1400" b="1" i="1" dirty="0">
                <a:solidFill>
                  <a:srgbClr val="FF0000"/>
                </a:solidFill>
                <a:effectLst/>
                <a:latin typeface="Arial" panose="020B0604020202020204" pitchFamily="34" charset="0"/>
              </a:rPr>
              <a:t>阶巴特沃斯带通滤波（</a:t>
            </a:r>
            <a:r>
              <a:rPr lang="en-US" altLang="zh-CN" sz="1400" b="1" i="1" dirty="0">
                <a:solidFill>
                  <a:srgbClr val="FF0000"/>
                </a:solidFill>
                <a:effectLst/>
                <a:latin typeface="Arial" panose="020B0604020202020204" pitchFamily="34" charset="0"/>
              </a:rPr>
              <a:t>20-24KHz</a:t>
            </a:r>
            <a:r>
              <a:rPr lang="zh-CN" altLang="en-US" sz="1400" b="1" i="1" dirty="0">
                <a:solidFill>
                  <a:srgbClr val="FF0000"/>
                </a:solidFill>
                <a:effectLst/>
                <a:latin typeface="Arial" panose="020B0604020202020204" pitchFamily="34" charset="0"/>
              </a:rPr>
              <a:t>，与发射信号频率一致）</a:t>
            </a:r>
            <a:endParaRPr lang="zh-CN" altLang="en-US" sz="1400" b="1" dirty="0"/>
          </a:p>
        </p:txBody>
      </p:sp>
      <p:sp>
        <p:nvSpPr>
          <p:cNvPr id="18" name="文本框 17">
            <a:extLst>
              <a:ext uri="{FF2B5EF4-FFF2-40B4-BE49-F238E27FC236}">
                <a16:creationId xmlns:a16="http://schemas.microsoft.com/office/drawing/2014/main" id="{BE11B5BB-4754-4EBF-B2D6-9136B67C9A7C}"/>
              </a:ext>
            </a:extLst>
          </p:cNvPr>
          <p:cNvSpPr txBox="1"/>
          <p:nvPr/>
        </p:nvSpPr>
        <p:spPr>
          <a:xfrm>
            <a:off x="386905" y="4799424"/>
            <a:ext cx="1889211" cy="1200329"/>
          </a:xfrm>
          <a:prstGeom prst="rect">
            <a:avLst/>
          </a:prstGeom>
          <a:noFill/>
        </p:spPr>
        <p:txBody>
          <a:bodyPr wrap="square">
            <a:spAutoFit/>
          </a:bodyPr>
          <a:lstStyle/>
          <a:p>
            <a:r>
              <a:rPr lang="zh-CN" altLang="en-US" b="1" dirty="0"/>
              <a:t>戒指发射调频连续波（</a:t>
            </a:r>
            <a:r>
              <a:rPr lang="en-US" altLang="zh-CN" b="1" dirty="0"/>
              <a:t>FMCW</a:t>
            </a:r>
            <a:r>
              <a:rPr lang="zh-CN" altLang="en-US" b="1" dirty="0"/>
              <a:t>）信号，</a:t>
            </a:r>
            <a:r>
              <a:rPr lang="zh-CN" altLang="en-US" dirty="0"/>
              <a:t>麦克风接收反射信号</a:t>
            </a:r>
          </a:p>
        </p:txBody>
      </p:sp>
      <p:sp>
        <p:nvSpPr>
          <p:cNvPr id="29" name="文本框 28">
            <a:extLst>
              <a:ext uri="{FF2B5EF4-FFF2-40B4-BE49-F238E27FC236}">
                <a16:creationId xmlns:a16="http://schemas.microsoft.com/office/drawing/2014/main" id="{2D2AF314-3801-4BA7-B3E0-A11E8B02231F}"/>
              </a:ext>
            </a:extLst>
          </p:cNvPr>
          <p:cNvSpPr txBox="1"/>
          <p:nvPr/>
        </p:nvSpPr>
        <p:spPr>
          <a:xfrm>
            <a:off x="2749506" y="4991390"/>
            <a:ext cx="1850729" cy="923330"/>
          </a:xfrm>
          <a:prstGeom prst="rect">
            <a:avLst/>
          </a:prstGeom>
          <a:noFill/>
        </p:spPr>
        <p:txBody>
          <a:bodyPr wrap="square">
            <a:spAutoFit/>
          </a:bodyPr>
          <a:lstStyle/>
          <a:p>
            <a:r>
              <a:rPr lang="zh-CN" altLang="en-US" b="0" i="0" dirty="0">
                <a:solidFill>
                  <a:srgbClr val="000000"/>
                </a:solidFill>
                <a:effectLst/>
                <a:latin typeface="Arial" panose="020B0604020202020204" pitchFamily="34" charset="0"/>
              </a:rPr>
              <a:t>接收信号经 </a:t>
            </a:r>
            <a:r>
              <a:rPr lang="en-US" altLang="zh-CN" b="0" i="0" dirty="0">
                <a:solidFill>
                  <a:srgbClr val="000000"/>
                </a:solidFill>
                <a:effectLst/>
                <a:latin typeface="Arial" panose="020B0604020202020204" pitchFamily="34" charset="0"/>
              </a:rPr>
              <a:t>5 </a:t>
            </a:r>
            <a:r>
              <a:rPr lang="zh-CN" altLang="en-US" b="0" i="0" dirty="0">
                <a:solidFill>
                  <a:srgbClr val="000000"/>
                </a:solidFill>
                <a:effectLst/>
                <a:latin typeface="Arial" panose="020B0604020202020204" pitchFamily="34" charset="0"/>
              </a:rPr>
              <a:t>阶巴特沃斯带通滤波</a:t>
            </a:r>
            <a:endParaRPr lang="zh-CN" altLang="en-US" dirty="0"/>
          </a:p>
        </p:txBody>
      </p:sp>
      <p:sp>
        <p:nvSpPr>
          <p:cNvPr id="30" name="文本框 29">
            <a:extLst>
              <a:ext uri="{FF2B5EF4-FFF2-40B4-BE49-F238E27FC236}">
                <a16:creationId xmlns:a16="http://schemas.microsoft.com/office/drawing/2014/main" id="{519EEF5A-7544-49CD-8FB6-2A1F3A930849}"/>
              </a:ext>
            </a:extLst>
          </p:cNvPr>
          <p:cNvSpPr txBox="1"/>
          <p:nvPr/>
        </p:nvSpPr>
        <p:spPr>
          <a:xfrm>
            <a:off x="5121623" y="4772554"/>
            <a:ext cx="1908000" cy="1476000"/>
          </a:xfrm>
          <a:prstGeom prst="rect">
            <a:avLst/>
          </a:prstGeom>
          <a:noFill/>
        </p:spPr>
        <p:txBody>
          <a:bodyPr wrap="square">
            <a:spAutoFit/>
          </a:bodyPr>
          <a:lstStyle/>
          <a:p>
            <a:r>
              <a:rPr lang="zh-CN" altLang="en-US" b="0" i="0" dirty="0">
                <a:solidFill>
                  <a:srgbClr val="000000"/>
                </a:solidFill>
                <a:effectLst/>
                <a:latin typeface="Arial" panose="020B0604020202020204" pitchFamily="34" charset="0"/>
              </a:rPr>
              <a:t>对 “发射信号” 和 “接收信号” 做</a:t>
            </a:r>
            <a:r>
              <a:rPr lang="zh-CN" altLang="en-US" b="1" i="0" dirty="0">
                <a:solidFill>
                  <a:srgbClr val="000000"/>
                </a:solidFill>
                <a:effectLst/>
                <a:latin typeface="Arial" panose="020B0604020202020204" pitchFamily="34" charset="0"/>
              </a:rPr>
              <a:t>互相关</a:t>
            </a:r>
            <a:r>
              <a:rPr lang="zh-CN" altLang="en-US" b="0" i="0" dirty="0">
                <a:solidFill>
                  <a:srgbClr val="000000"/>
                </a:solidFill>
                <a:effectLst/>
                <a:latin typeface="Arial" panose="020B0604020202020204" pitchFamily="34" charset="0"/>
              </a:rPr>
              <a:t>运算，得到不同反射时间的信号强度</a:t>
            </a:r>
            <a:endParaRPr lang="zh-CN" altLang="en-US" dirty="0"/>
          </a:p>
        </p:txBody>
      </p:sp>
      <p:sp>
        <p:nvSpPr>
          <p:cNvPr id="31" name="文本框 30">
            <a:extLst>
              <a:ext uri="{FF2B5EF4-FFF2-40B4-BE49-F238E27FC236}">
                <a16:creationId xmlns:a16="http://schemas.microsoft.com/office/drawing/2014/main" id="{F53E5188-B1D6-466C-AFAB-13763A38586F}"/>
              </a:ext>
            </a:extLst>
          </p:cNvPr>
          <p:cNvSpPr txBox="1"/>
          <p:nvPr/>
        </p:nvSpPr>
        <p:spPr>
          <a:xfrm>
            <a:off x="7457675" y="4820192"/>
            <a:ext cx="1889210" cy="1200329"/>
          </a:xfrm>
          <a:prstGeom prst="rect">
            <a:avLst/>
          </a:prstGeom>
          <a:noFill/>
        </p:spPr>
        <p:txBody>
          <a:bodyPr wrap="square">
            <a:spAutoFit/>
          </a:bodyPr>
          <a:lstStyle/>
          <a:p>
            <a:r>
              <a:rPr lang="zh-CN" altLang="en-US" b="0" i="0" dirty="0">
                <a:solidFill>
                  <a:srgbClr val="000000"/>
                </a:solidFill>
                <a:effectLst/>
                <a:latin typeface="Arial" panose="020B0604020202020204" pitchFamily="34" charset="0"/>
              </a:rPr>
              <a:t>以 </a:t>
            </a:r>
            <a:r>
              <a:rPr lang="en-US" altLang="zh-CN" b="0" i="0" dirty="0">
                <a:solidFill>
                  <a:srgbClr val="000000"/>
                </a:solidFill>
                <a:effectLst/>
                <a:latin typeface="Arial" panose="020B0604020202020204" pitchFamily="34" charset="0"/>
              </a:rPr>
              <a:t>t0 </a:t>
            </a:r>
            <a:r>
              <a:rPr lang="zh-CN" altLang="en-US" b="0" i="0" dirty="0">
                <a:solidFill>
                  <a:srgbClr val="000000"/>
                </a:solidFill>
                <a:effectLst/>
                <a:latin typeface="Arial" panose="020B0604020202020204" pitchFamily="34" charset="0"/>
              </a:rPr>
              <a:t>处的最强相关性为基准，结合声速将</a:t>
            </a:r>
            <a:r>
              <a:rPr lang="zh-CN" altLang="en-US" b="1" i="0" dirty="0">
                <a:solidFill>
                  <a:srgbClr val="000000"/>
                </a:solidFill>
                <a:effectLst/>
                <a:latin typeface="Arial" panose="020B0604020202020204" pitchFamily="34" charset="0"/>
              </a:rPr>
              <a:t>时间域映射为距离域</a:t>
            </a:r>
            <a:endParaRPr lang="zh-CN" altLang="en-US" dirty="0"/>
          </a:p>
        </p:txBody>
      </p:sp>
      <p:sp>
        <p:nvSpPr>
          <p:cNvPr id="32" name="文本框 31">
            <a:extLst>
              <a:ext uri="{FF2B5EF4-FFF2-40B4-BE49-F238E27FC236}">
                <a16:creationId xmlns:a16="http://schemas.microsoft.com/office/drawing/2014/main" id="{A4D12C32-97E7-4691-B2C2-B5841D96B697}"/>
              </a:ext>
            </a:extLst>
          </p:cNvPr>
          <p:cNvSpPr txBox="1"/>
          <p:nvPr/>
        </p:nvSpPr>
        <p:spPr>
          <a:xfrm>
            <a:off x="9812175" y="4743988"/>
            <a:ext cx="1908000" cy="1477328"/>
          </a:xfrm>
          <a:prstGeom prst="rect">
            <a:avLst/>
          </a:prstGeom>
          <a:noFill/>
        </p:spPr>
        <p:txBody>
          <a:bodyPr wrap="square">
            <a:spAutoFit/>
          </a:bodyPr>
          <a:lstStyle/>
          <a:p>
            <a:pPr algn="l"/>
            <a:r>
              <a:rPr lang="zh-CN" altLang="en-US" b="0" i="0" dirty="0">
                <a:solidFill>
                  <a:srgbClr val="000000"/>
                </a:solidFill>
                <a:effectLst/>
                <a:latin typeface="Arial" panose="020B0604020202020204" pitchFamily="34" charset="0"/>
              </a:rPr>
              <a:t>截取回声帧中完整手部运动范围区域（排除环境反射干扰，</a:t>
            </a:r>
            <a:r>
              <a:rPr lang="zh-CN" altLang="en-US" b="1" i="0" dirty="0">
                <a:solidFill>
                  <a:srgbClr val="000000"/>
                </a:solidFill>
                <a:effectLst/>
                <a:latin typeface="Arial" panose="020B0604020202020204" pitchFamily="34" charset="0"/>
              </a:rPr>
              <a:t>专注手部传感</a:t>
            </a:r>
          </a:p>
        </p:txBody>
      </p:sp>
      <p:sp>
        <p:nvSpPr>
          <p:cNvPr id="33" name="文本框 32">
            <a:extLst>
              <a:ext uri="{FF2B5EF4-FFF2-40B4-BE49-F238E27FC236}">
                <a16:creationId xmlns:a16="http://schemas.microsoft.com/office/drawing/2014/main" id="{87884571-CCD2-43AB-A353-C3437D402464}"/>
              </a:ext>
            </a:extLst>
          </p:cNvPr>
          <p:cNvSpPr txBox="1"/>
          <p:nvPr/>
        </p:nvSpPr>
        <p:spPr>
          <a:xfrm>
            <a:off x="594324" y="4348806"/>
            <a:ext cx="2658532" cy="369332"/>
          </a:xfrm>
          <a:prstGeom prst="rect">
            <a:avLst/>
          </a:prstGeom>
          <a:noFill/>
        </p:spPr>
        <p:txBody>
          <a:bodyPr wrap="square">
            <a:spAutoFit/>
          </a:bodyPr>
          <a:lstStyle/>
          <a:p>
            <a:r>
              <a:rPr lang="zh-CN" altLang="en-US" b="1" i="0" dirty="0">
                <a:solidFill>
                  <a:srgbClr val="000000"/>
                </a:solidFill>
                <a:effectLst/>
                <a:latin typeface="+mj-ea"/>
                <a:ea typeface="+mj-ea"/>
              </a:rPr>
              <a:t>信号收发</a:t>
            </a:r>
            <a:endParaRPr lang="zh-CN" altLang="en-US" dirty="0">
              <a:latin typeface="+mj-ea"/>
              <a:ea typeface="+mj-ea"/>
            </a:endParaRPr>
          </a:p>
        </p:txBody>
      </p:sp>
      <p:sp>
        <p:nvSpPr>
          <p:cNvPr id="34" name="文本框 33">
            <a:extLst>
              <a:ext uri="{FF2B5EF4-FFF2-40B4-BE49-F238E27FC236}">
                <a16:creationId xmlns:a16="http://schemas.microsoft.com/office/drawing/2014/main" id="{D299A9D2-650D-47F1-B94C-DF155FD1A60E}"/>
              </a:ext>
            </a:extLst>
          </p:cNvPr>
          <p:cNvSpPr txBox="1"/>
          <p:nvPr/>
        </p:nvSpPr>
        <p:spPr>
          <a:xfrm>
            <a:off x="5325568" y="4362820"/>
            <a:ext cx="1782852" cy="369332"/>
          </a:xfrm>
          <a:prstGeom prst="rect">
            <a:avLst/>
          </a:prstGeom>
          <a:noFill/>
        </p:spPr>
        <p:txBody>
          <a:bodyPr wrap="square">
            <a:spAutoFit/>
          </a:bodyPr>
          <a:lstStyle/>
          <a:p>
            <a:pPr algn="l"/>
            <a:r>
              <a:rPr lang="zh-CN" altLang="en-US" b="1" i="0" dirty="0">
                <a:solidFill>
                  <a:srgbClr val="000000"/>
                </a:solidFill>
                <a:effectLst/>
                <a:latin typeface="+mj-ea"/>
                <a:ea typeface="+mj-ea"/>
              </a:rPr>
              <a:t>互相关运算</a:t>
            </a:r>
          </a:p>
        </p:txBody>
      </p:sp>
      <p:sp>
        <p:nvSpPr>
          <p:cNvPr id="36" name="文本框 35">
            <a:extLst>
              <a:ext uri="{FF2B5EF4-FFF2-40B4-BE49-F238E27FC236}">
                <a16:creationId xmlns:a16="http://schemas.microsoft.com/office/drawing/2014/main" id="{C83E86B4-ADC9-48B8-9C2C-6FEBECF50FFD}"/>
              </a:ext>
            </a:extLst>
          </p:cNvPr>
          <p:cNvSpPr txBox="1"/>
          <p:nvPr/>
        </p:nvSpPr>
        <p:spPr>
          <a:xfrm>
            <a:off x="10139085" y="4343490"/>
            <a:ext cx="13277850" cy="369332"/>
          </a:xfrm>
          <a:prstGeom prst="rect">
            <a:avLst/>
          </a:prstGeom>
          <a:noFill/>
        </p:spPr>
        <p:txBody>
          <a:bodyPr wrap="square">
            <a:spAutoFit/>
          </a:bodyPr>
          <a:lstStyle/>
          <a:p>
            <a:pPr algn="l"/>
            <a:r>
              <a:rPr lang="zh-CN" altLang="en-US" b="1" i="0" dirty="0">
                <a:solidFill>
                  <a:srgbClr val="000000"/>
                </a:solidFill>
                <a:effectLst/>
                <a:latin typeface="+mj-ea"/>
                <a:ea typeface="+mj-ea"/>
              </a:rPr>
              <a:t>回声帧截取</a:t>
            </a:r>
          </a:p>
        </p:txBody>
      </p:sp>
      <p:sp>
        <p:nvSpPr>
          <p:cNvPr id="38" name="文本框 37">
            <a:extLst>
              <a:ext uri="{FF2B5EF4-FFF2-40B4-BE49-F238E27FC236}">
                <a16:creationId xmlns:a16="http://schemas.microsoft.com/office/drawing/2014/main" id="{5E8DE786-A88F-4B1F-827D-E8FCCFC58040}"/>
              </a:ext>
            </a:extLst>
          </p:cNvPr>
          <p:cNvSpPr txBox="1"/>
          <p:nvPr/>
        </p:nvSpPr>
        <p:spPr>
          <a:xfrm>
            <a:off x="3102509" y="4348806"/>
            <a:ext cx="1889211" cy="369332"/>
          </a:xfrm>
          <a:prstGeom prst="rect">
            <a:avLst/>
          </a:prstGeom>
          <a:noFill/>
        </p:spPr>
        <p:txBody>
          <a:bodyPr wrap="square">
            <a:spAutoFit/>
          </a:bodyPr>
          <a:lstStyle/>
          <a:p>
            <a:r>
              <a:rPr lang="zh-CN" altLang="en-US" b="1" i="0" dirty="0">
                <a:solidFill>
                  <a:srgbClr val="000000"/>
                </a:solidFill>
                <a:effectLst/>
                <a:latin typeface="+mj-ea"/>
                <a:ea typeface="+mj-ea"/>
              </a:rPr>
              <a:t>预处理</a:t>
            </a:r>
            <a:endParaRPr lang="zh-CN" altLang="en-US" dirty="0">
              <a:latin typeface="+mj-ea"/>
              <a:ea typeface="+mj-ea"/>
            </a:endParaRPr>
          </a:p>
        </p:txBody>
      </p:sp>
      <p:sp>
        <p:nvSpPr>
          <p:cNvPr id="40" name="文本框 39">
            <a:extLst>
              <a:ext uri="{FF2B5EF4-FFF2-40B4-BE49-F238E27FC236}">
                <a16:creationId xmlns:a16="http://schemas.microsoft.com/office/drawing/2014/main" id="{77908BCB-A059-4090-8096-2BFA096EF4B1}"/>
              </a:ext>
            </a:extLst>
          </p:cNvPr>
          <p:cNvSpPr txBox="1"/>
          <p:nvPr/>
        </p:nvSpPr>
        <p:spPr>
          <a:xfrm>
            <a:off x="7921557" y="4374656"/>
            <a:ext cx="1417806" cy="369332"/>
          </a:xfrm>
          <a:prstGeom prst="rect">
            <a:avLst/>
          </a:prstGeom>
          <a:noFill/>
        </p:spPr>
        <p:txBody>
          <a:bodyPr wrap="square">
            <a:spAutoFit/>
          </a:bodyPr>
          <a:lstStyle/>
          <a:p>
            <a:r>
              <a:rPr lang="zh-CN" altLang="en-US" b="1" i="0" dirty="0">
                <a:solidFill>
                  <a:srgbClr val="000000"/>
                </a:solidFill>
                <a:effectLst/>
                <a:latin typeface="+mj-ea"/>
                <a:ea typeface="+mj-ea"/>
              </a:rPr>
              <a:t>域映射</a:t>
            </a:r>
            <a:endParaRPr lang="zh-CN" altLang="en-US" dirty="0">
              <a:latin typeface="+mj-ea"/>
              <a:ea typeface="+mj-ea"/>
            </a:endParaRPr>
          </a:p>
        </p:txBody>
      </p:sp>
      <p:sp>
        <p:nvSpPr>
          <p:cNvPr id="42" name="文本框 41">
            <a:extLst>
              <a:ext uri="{FF2B5EF4-FFF2-40B4-BE49-F238E27FC236}">
                <a16:creationId xmlns:a16="http://schemas.microsoft.com/office/drawing/2014/main" id="{39ACBDC0-964D-4086-B6A0-0B4DABA5E8EC}"/>
              </a:ext>
            </a:extLst>
          </p:cNvPr>
          <p:cNvSpPr txBox="1"/>
          <p:nvPr/>
        </p:nvSpPr>
        <p:spPr>
          <a:xfrm>
            <a:off x="5191824" y="3588596"/>
            <a:ext cx="3230034" cy="523220"/>
          </a:xfrm>
          <a:prstGeom prst="rect">
            <a:avLst/>
          </a:prstGeom>
          <a:noFill/>
        </p:spPr>
        <p:txBody>
          <a:bodyPr wrap="square">
            <a:spAutoFit/>
          </a:bodyPr>
          <a:lstStyle/>
          <a:p>
            <a:r>
              <a:rPr lang="en-US" altLang="zh-CN" sz="1400" b="1" i="1" dirty="0">
                <a:solidFill>
                  <a:srgbClr val="FF0000"/>
                </a:solidFill>
                <a:latin typeface="Arial" panose="020B0604020202020204" pitchFamily="34" charset="0"/>
              </a:rPr>
              <a:t>t0 </a:t>
            </a:r>
            <a:r>
              <a:rPr lang="zh-CN" altLang="en-US" sz="1400" b="1" i="1" dirty="0">
                <a:solidFill>
                  <a:srgbClr val="FF0000"/>
                </a:solidFill>
                <a:latin typeface="Arial" panose="020B0604020202020204" pitchFamily="34" charset="0"/>
              </a:rPr>
              <a:t>处的最强相关性代表扬声器 </a:t>
            </a:r>
            <a:r>
              <a:rPr lang="en-US" altLang="zh-CN" sz="1400" b="1" i="1" dirty="0">
                <a:solidFill>
                  <a:srgbClr val="FF0000"/>
                </a:solidFill>
                <a:latin typeface="Arial" panose="020B0604020202020204" pitchFamily="34" charset="0"/>
              </a:rPr>
              <a:t>- </a:t>
            </a:r>
            <a:r>
              <a:rPr lang="zh-CN" altLang="en-US" sz="1400" b="1" i="1" dirty="0">
                <a:solidFill>
                  <a:srgbClr val="FF0000"/>
                </a:solidFill>
                <a:latin typeface="Arial" panose="020B0604020202020204" pitchFamily="34" charset="0"/>
              </a:rPr>
              <a:t>麦克风直接路径，居中于 </a:t>
            </a:r>
            <a:r>
              <a:rPr lang="en-US" altLang="zh-CN" sz="1400" b="1" i="1" dirty="0">
                <a:solidFill>
                  <a:srgbClr val="FF0000"/>
                </a:solidFill>
                <a:latin typeface="Arial" panose="020B0604020202020204" pitchFamily="34" charset="0"/>
              </a:rPr>
              <a:t>6 </a:t>
            </a:r>
            <a:r>
              <a:rPr lang="zh-CN" altLang="en-US" sz="1400" b="1" i="1" dirty="0">
                <a:solidFill>
                  <a:srgbClr val="FF0000"/>
                </a:solidFill>
                <a:latin typeface="Arial" panose="020B0604020202020204" pitchFamily="34" charset="0"/>
              </a:rPr>
              <a:t>毫秒</a:t>
            </a:r>
          </a:p>
        </p:txBody>
      </p:sp>
      <p:sp>
        <p:nvSpPr>
          <p:cNvPr id="44" name="文本框 43">
            <a:extLst>
              <a:ext uri="{FF2B5EF4-FFF2-40B4-BE49-F238E27FC236}">
                <a16:creationId xmlns:a16="http://schemas.microsoft.com/office/drawing/2014/main" id="{87AC4374-6466-47B9-8091-1C176C388BC0}"/>
              </a:ext>
            </a:extLst>
          </p:cNvPr>
          <p:cNvSpPr txBox="1"/>
          <p:nvPr/>
        </p:nvSpPr>
        <p:spPr>
          <a:xfrm>
            <a:off x="8551188" y="3581703"/>
            <a:ext cx="2951252" cy="523220"/>
          </a:xfrm>
          <a:prstGeom prst="rect">
            <a:avLst/>
          </a:prstGeom>
          <a:noFill/>
        </p:spPr>
        <p:txBody>
          <a:bodyPr wrap="square">
            <a:spAutoFit/>
          </a:bodyPr>
          <a:lstStyle/>
          <a:p>
            <a:r>
              <a:rPr lang="en-US" altLang="zh-CN" sz="1400" b="1" i="1" dirty="0">
                <a:solidFill>
                  <a:srgbClr val="FF0000"/>
                </a:solidFill>
                <a:latin typeface="Arial" panose="020B0604020202020204" pitchFamily="34" charset="0"/>
              </a:rPr>
              <a:t>54 </a:t>
            </a:r>
            <a:r>
              <a:rPr lang="zh-CN" altLang="en-US" sz="1400" b="1" i="1" dirty="0">
                <a:solidFill>
                  <a:srgbClr val="FF0000"/>
                </a:solidFill>
                <a:latin typeface="Arial" panose="020B0604020202020204" pitchFamily="34" charset="0"/>
              </a:rPr>
              <a:t>像素（对应半径 </a:t>
            </a:r>
            <a:r>
              <a:rPr lang="en-US" altLang="zh-CN" sz="1400" b="1" i="1" dirty="0">
                <a:solidFill>
                  <a:srgbClr val="FF0000"/>
                </a:solidFill>
                <a:latin typeface="Arial" panose="020B0604020202020204" pitchFamily="34" charset="0"/>
              </a:rPr>
              <a:t>18.52 </a:t>
            </a:r>
            <a:r>
              <a:rPr lang="zh-CN" altLang="en-US" sz="1400" b="1" i="1" dirty="0">
                <a:solidFill>
                  <a:srgbClr val="FF0000"/>
                </a:solidFill>
                <a:latin typeface="Arial" panose="020B0604020202020204" pitchFamily="34" charset="0"/>
              </a:rPr>
              <a:t>厘米）的区域（覆盖完整手部运动范围）</a:t>
            </a:r>
          </a:p>
        </p:txBody>
      </p:sp>
      <p:cxnSp>
        <p:nvCxnSpPr>
          <p:cNvPr id="45" name="直接箭头连接符 44">
            <a:extLst>
              <a:ext uri="{FF2B5EF4-FFF2-40B4-BE49-F238E27FC236}">
                <a16:creationId xmlns:a16="http://schemas.microsoft.com/office/drawing/2014/main" id="{E647F47F-43B2-43FF-A1AA-CBA132B337D7}"/>
              </a:ext>
            </a:extLst>
          </p:cNvPr>
          <p:cNvCxnSpPr>
            <a:cxnSpLocks/>
          </p:cNvCxnSpPr>
          <p:nvPr/>
        </p:nvCxnSpPr>
        <p:spPr>
          <a:xfrm>
            <a:off x="2312394" y="5429006"/>
            <a:ext cx="437112" cy="0"/>
          </a:xfrm>
          <a:prstGeom prst="straightConnector1">
            <a:avLst/>
          </a:prstGeom>
          <a:ln w="5715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46" name="直接箭头连接符 45">
            <a:extLst>
              <a:ext uri="{FF2B5EF4-FFF2-40B4-BE49-F238E27FC236}">
                <a16:creationId xmlns:a16="http://schemas.microsoft.com/office/drawing/2014/main" id="{154378C4-E0BA-4899-B2DA-5C4311E75E89}"/>
              </a:ext>
            </a:extLst>
          </p:cNvPr>
          <p:cNvCxnSpPr>
            <a:cxnSpLocks/>
          </p:cNvCxnSpPr>
          <p:nvPr/>
        </p:nvCxnSpPr>
        <p:spPr>
          <a:xfrm>
            <a:off x="4675049" y="5429006"/>
            <a:ext cx="455308" cy="0"/>
          </a:xfrm>
          <a:prstGeom prst="straightConnector1">
            <a:avLst/>
          </a:prstGeom>
          <a:ln w="5715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接箭头连接符 46">
            <a:extLst>
              <a:ext uri="{FF2B5EF4-FFF2-40B4-BE49-F238E27FC236}">
                <a16:creationId xmlns:a16="http://schemas.microsoft.com/office/drawing/2014/main" id="{FA042BAC-4259-44EE-A73C-D11E22BBEC1D}"/>
              </a:ext>
            </a:extLst>
          </p:cNvPr>
          <p:cNvCxnSpPr>
            <a:cxnSpLocks/>
          </p:cNvCxnSpPr>
          <p:nvPr/>
        </p:nvCxnSpPr>
        <p:spPr>
          <a:xfrm>
            <a:off x="7029623" y="5429652"/>
            <a:ext cx="450161" cy="0"/>
          </a:xfrm>
          <a:prstGeom prst="straightConnector1">
            <a:avLst/>
          </a:prstGeom>
          <a:ln w="5715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51" name="直接箭头连接符 50">
            <a:extLst>
              <a:ext uri="{FF2B5EF4-FFF2-40B4-BE49-F238E27FC236}">
                <a16:creationId xmlns:a16="http://schemas.microsoft.com/office/drawing/2014/main" id="{3B33AE77-A6B0-4EC2-8F96-E4CD915C4CB8}"/>
              </a:ext>
            </a:extLst>
          </p:cNvPr>
          <p:cNvCxnSpPr>
            <a:cxnSpLocks/>
          </p:cNvCxnSpPr>
          <p:nvPr/>
        </p:nvCxnSpPr>
        <p:spPr>
          <a:xfrm>
            <a:off x="9362014" y="5429006"/>
            <a:ext cx="450161" cy="0"/>
          </a:xfrm>
          <a:prstGeom prst="straightConnector1">
            <a:avLst/>
          </a:prstGeom>
          <a:ln w="5715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5" name="灯片编号占位符 4">
            <a:extLst>
              <a:ext uri="{FF2B5EF4-FFF2-40B4-BE49-F238E27FC236}">
                <a16:creationId xmlns:a16="http://schemas.microsoft.com/office/drawing/2014/main" id="{7C5C4A83-BB2B-6CE8-BCF5-A249B886AA77}"/>
              </a:ext>
            </a:extLst>
          </p:cNvPr>
          <p:cNvSpPr>
            <a:spLocks noGrp="1"/>
          </p:cNvSpPr>
          <p:nvPr>
            <p:ph type="sldNum" sz="quarter" idx="4"/>
          </p:nvPr>
        </p:nvSpPr>
        <p:spPr>
          <a:xfrm>
            <a:off x="9329930" y="6201702"/>
            <a:ext cx="2743200" cy="365125"/>
          </a:xfrm>
        </p:spPr>
        <p:txBody>
          <a:bodyPr/>
          <a:lstStyle/>
          <a:p>
            <a:fld id="{7A48417F-7526-485E-AE3C-3E2AE40A04CB}" type="slidenum">
              <a:rPr lang="zh-CN" altLang="en-US" smtClean="0"/>
              <a:pPr/>
              <a:t>11</a:t>
            </a:fld>
            <a:r>
              <a:rPr lang="zh-CN" altLang="en-US" dirty="0"/>
              <a:t> </a:t>
            </a:r>
            <a:r>
              <a:rPr lang="en-US" altLang="zh-CN" dirty="0"/>
              <a:t>/ </a:t>
            </a:r>
            <a:r>
              <a:rPr lang="zh-CN" altLang="en-US" dirty="0"/>
              <a:t>总页数</a:t>
            </a:r>
          </a:p>
        </p:txBody>
      </p:sp>
      <p:sp>
        <p:nvSpPr>
          <p:cNvPr id="13" name="矩形 12">
            <a:extLst>
              <a:ext uri="{FF2B5EF4-FFF2-40B4-BE49-F238E27FC236}">
                <a16:creationId xmlns:a16="http://schemas.microsoft.com/office/drawing/2014/main" id="{6D1100DF-41DC-5363-B641-02533092CED1}"/>
              </a:ext>
            </a:extLst>
          </p:cNvPr>
          <p:cNvSpPr/>
          <p:nvPr/>
        </p:nvSpPr>
        <p:spPr>
          <a:xfrm>
            <a:off x="1887794" y="3609045"/>
            <a:ext cx="3014909" cy="53084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a:extLst>
              <a:ext uri="{FF2B5EF4-FFF2-40B4-BE49-F238E27FC236}">
                <a16:creationId xmlns:a16="http://schemas.microsoft.com/office/drawing/2014/main" id="{39C14DAC-BB83-1ACE-FA46-CE903924C127}"/>
              </a:ext>
            </a:extLst>
          </p:cNvPr>
          <p:cNvSpPr/>
          <p:nvPr/>
        </p:nvSpPr>
        <p:spPr>
          <a:xfrm>
            <a:off x="5272841" y="3573810"/>
            <a:ext cx="3140833" cy="55279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a:extLst>
              <a:ext uri="{FF2B5EF4-FFF2-40B4-BE49-F238E27FC236}">
                <a16:creationId xmlns:a16="http://schemas.microsoft.com/office/drawing/2014/main" id="{9A2848C3-2C63-751C-2474-9F63C12E3845}"/>
              </a:ext>
            </a:extLst>
          </p:cNvPr>
          <p:cNvSpPr/>
          <p:nvPr/>
        </p:nvSpPr>
        <p:spPr>
          <a:xfrm>
            <a:off x="8559372" y="3574659"/>
            <a:ext cx="3014909" cy="53084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1290671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7A3415-DDBF-CCDD-891F-F705BD31AC89}"/>
            </a:ext>
          </a:extLst>
        </p:cNvPr>
        <p:cNvGrpSpPr/>
        <p:nvPr/>
      </p:nvGrpSpPr>
      <p:grpSpPr>
        <a:xfrm>
          <a:off x="0" y="0"/>
          <a:ext cx="0" cy="0"/>
          <a:chOff x="0" y="0"/>
          <a:chExt cx="0" cy="0"/>
        </a:xfrm>
      </p:grpSpPr>
      <p:sp>
        <p:nvSpPr>
          <p:cNvPr id="26" name="矩形: 圆角 25">
            <a:extLst>
              <a:ext uri="{FF2B5EF4-FFF2-40B4-BE49-F238E27FC236}">
                <a16:creationId xmlns:a16="http://schemas.microsoft.com/office/drawing/2014/main" id="{5DE0AB30-E2E0-413C-8A30-91695AF1035A}"/>
              </a:ext>
            </a:extLst>
          </p:cNvPr>
          <p:cNvSpPr/>
          <p:nvPr/>
        </p:nvSpPr>
        <p:spPr>
          <a:xfrm>
            <a:off x="7190102" y="5235795"/>
            <a:ext cx="3706498" cy="1228225"/>
          </a:xfrm>
          <a:prstGeom prst="roundRect">
            <a:avLst/>
          </a:prstGeom>
          <a:solidFill>
            <a:srgbClr val="E2EBE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a:extLst>
              <a:ext uri="{FF2B5EF4-FFF2-40B4-BE49-F238E27FC236}">
                <a16:creationId xmlns:a16="http://schemas.microsoft.com/office/drawing/2014/main" id="{36B273A3-C846-4D15-AC97-E20A7DD9B7B2}"/>
              </a:ext>
            </a:extLst>
          </p:cNvPr>
          <p:cNvSpPr txBox="1"/>
          <p:nvPr/>
        </p:nvSpPr>
        <p:spPr>
          <a:xfrm>
            <a:off x="359533" y="1000100"/>
            <a:ext cx="6094070" cy="461665"/>
          </a:xfrm>
          <a:prstGeom prst="rect">
            <a:avLst/>
          </a:prstGeom>
          <a:noFill/>
        </p:spPr>
        <p:txBody>
          <a:bodyPr wrap="square">
            <a:spAutoFit/>
          </a:bodyPr>
          <a:lstStyle/>
          <a:p>
            <a:r>
              <a:rPr lang="zh-CN" altLang="en-US" sz="2400" b="1" dirty="0">
                <a:latin typeface="+mj-ea"/>
                <a:ea typeface="+mj-ea"/>
              </a:rPr>
              <a:t>原始和差分回声轮廓计算</a:t>
            </a:r>
          </a:p>
        </p:txBody>
      </p:sp>
      <p:pic>
        <p:nvPicPr>
          <p:cNvPr id="18" name="图片 17">
            <a:extLst>
              <a:ext uri="{FF2B5EF4-FFF2-40B4-BE49-F238E27FC236}">
                <a16:creationId xmlns:a16="http://schemas.microsoft.com/office/drawing/2014/main" id="{58F44151-7F0A-4619-9831-E32E1D6AE6B4}"/>
              </a:ext>
            </a:extLst>
          </p:cNvPr>
          <p:cNvPicPr>
            <a:picLocks noChangeAspect="1"/>
          </p:cNvPicPr>
          <p:nvPr/>
        </p:nvPicPr>
        <p:blipFill rotWithShape="1">
          <a:blip r:embed="rId3">
            <a:extLst>
              <a:ext uri="{28A0092B-C50C-407E-A947-70E740481C1C}">
                <a14:useLocalDpi xmlns:a14="http://schemas.microsoft.com/office/drawing/2010/main" val="0"/>
              </a:ext>
            </a:extLst>
          </a:blip>
          <a:srcRect b="21012"/>
          <a:stretch/>
        </p:blipFill>
        <p:spPr>
          <a:xfrm>
            <a:off x="1132780" y="1461765"/>
            <a:ext cx="9926440" cy="3325433"/>
          </a:xfrm>
          <a:prstGeom prst="rect">
            <a:avLst/>
          </a:prstGeom>
        </p:spPr>
      </p:pic>
      <p:pic>
        <p:nvPicPr>
          <p:cNvPr id="19" name="图片 18">
            <a:extLst>
              <a:ext uri="{FF2B5EF4-FFF2-40B4-BE49-F238E27FC236}">
                <a16:creationId xmlns:a16="http://schemas.microsoft.com/office/drawing/2014/main" id="{64BD24B3-E01D-4A91-BF5B-B36D71968112}"/>
              </a:ext>
            </a:extLst>
          </p:cNvPr>
          <p:cNvPicPr>
            <a:picLocks noChangeAspect="1"/>
          </p:cNvPicPr>
          <p:nvPr/>
        </p:nvPicPr>
        <p:blipFill rotWithShape="1">
          <a:blip r:embed="rId4">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0" name="矩形 19">
            <a:extLst>
              <a:ext uri="{FF2B5EF4-FFF2-40B4-BE49-F238E27FC236}">
                <a16:creationId xmlns:a16="http://schemas.microsoft.com/office/drawing/2014/main" id="{188A2030-8DDF-42C0-A763-62BDC3793C3A}"/>
              </a:ext>
            </a:extLst>
          </p:cNvPr>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21" name="组合 20">
            <a:extLst>
              <a:ext uri="{FF2B5EF4-FFF2-40B4-BE49-F238E27FC236}">
                <a16:creationId xmlns:a16="http://schemas.microsoft.com/office/drawing/2014/main" id="{026E1668-EBFC-4A64-A267-31BEF5B688DD}"/>
              </a:ext>
            </a:extLst>
          </p:cNvPr>
          <p:cNvGrpSpPr/>
          <p:nvPr/>
        </p:nvGrpSpPr>
        <p:grpSpPr>
          <a:xfrm>
            <a:off x="138529" y="112812"/>
            <a:ext cx="2674119" cy="593131"/>
            <a:chOff x="1019925" y="1507764"/>
            <a:chExt cx="2674119" cy="593131"/>
          </a:xfrm>
        </p:grpSpPr>
        <p:sp>
          <p:nvSpPr>
            <p:cNvPr id="22" name="文本框 21">
              <a:extLst>
                <a:ext uri="{FF2B5EF4-FFF2-40B4-BE49-F238E27FC236}">
                  <a16:creationId xmlns:a16="http://schemas.microsoft.com/office/drawing/2014/main" id="{7D5DA9FE-7620-458D-9D77-08B5C049A8C4}"/>
                </a:ext>
              </a:extLst>
            </p:cNvPr>
            <p:cNvSpPr txBox="1"/>
            <p:nvPr/>
          </p:nvSpPr>
          <p:spPr>
            <a:xfrm>
              <a:off x="1700305" y="1507764"/>
              <a:ext cx="1993739" cy="524256"/>
            </a:xfrm>
            <a:prstGeom prst="rect">
              <a:avLst/>
            </a:prstGeom>
            <a:noFill/>
          </p:spPr>
          <p:txBody>
            <a:bodyPr vert="horz" wrap="square" rtlCol="0">
              <a:spAutoFit/>
            </a:bodyPr>
            <a:lstStyle/>
            <a:p>
              <a:pPr algn="dist"/>
              <a:r>
                <a:rPr lang="zh-CN" altLang="en-US" sz="2800" b="1" dirty="0">
                  <a:solidFill>
                    <a:schemeClr val="bg1"/>
                  </a:solidFill>
                  <a:latin typeface="微软雅黑" panose="020B0503020204020204" pitchFamily="34" charset="-122"/>
                  <a:ea typeface="微软雅黑" panose="020B0503020204020204" pitchFamily="34" charset="-122"/>
                </a:rPr>
                <a:t>传感原理</a:t>
              </a:r>
            </a:p>
          </p:txBody>
        </p:sp>
        <p:pic>
          <p:nvPicPr>
            <p:cNvPr id="23" name="图片 22">
              <a:extLst>
                <a:ext uri="{FF2B5EF4-FFF2-40B4-BE49-F238E27FC236}">
                  <a16:creationId xmlns:a16="http://schemas.microsoft.com/office/drawing/2014/main" id="{F2585D6D-F485-4E0C-9184-6197ACAC3EA4}"/>
                </a:ext>
              </a:extLst>
            </p:cNvPr>
            <p:cNvPicPr>
              <a:picLocks noChangeAspect="1"/>
            </p:cNvPicPr>
            <p:nvPr/>
          </p:nvPicPr>
          <p:blipFill rotWithShape="1">
            <a:blip r:embed="rId5" cstate="print">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pic>
        <p:nvPicPr>
          <p:cNvPr id="24" name="图片 23">
            <a:extLst>
              <a:ext uri="{FF2B5EF4-FFF2-40B4-BE49-F238E27FC236}">
                <a16:creationId xmlns:a16="http://schemas.microsoft.com/office/drawing/2014/main" id="{8F7C37C7-2BE3-48C1-9910-AA92B76FA49C}"/>
              </a:ext>
            </a:extLst>
          </p:cNvPr>
          <p:cNvPicPr>
            <a:picLocks noChangeAspect="1"/>
          </p:cNvPicPr>
          <p:nvPr/>
        </p:nvPicPr>
        <p:blipFill rotWithShape="1">
          <a:blip r:embed="rId6"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graphicFrame>
        <p:nvGraphicFramePr>
          <p:cNvPr id="2" name="表格 1">
            <a:extLst>
              <a:ext uri="{FF2B5EF4-FFF2-40B4-BE49-F238E27FC236}">
                <a16:creationId xmlns:a16="http://schemas.microsoft.com/office/drawing/2014/main" id="{6230DFC4-20B1-4E04-A569-1D9F6F8A1D8E}"/>
              </a:ext>
            </a:extLst>
          </p:cNvPr>
          <p:cNvGraphicFramePr>
            <a:graphicFrameLocks noGrp="1"/>
          </p:cNvGraphicFramePr>
          <p:nvPr>
            <p:extLst>
              <p:ext uri="{D42A27DB-BD31-4B8C-83A1-F6EECF244321}">
                <p14:modId xmlns:p14="http://schemas.microsoft.com/office/powerpoint/2010/main" val="405768982"/>
              </p:ext>
            </p:extLst>
          </p:nvPr>
        </p:nvGraphicFramePr>
        <p:xfrm>
          <a:off x="969150" y="4787198"/>
          <a:ext cx="5313117" cy="1757176"/>
        </p:xfrm>
        <a:graphic>
          <a:graphicData uri="http://schemas.openxmlformats.org/drawingml/2006/table">
            <a:tbl>
              <a:tblPr/>
              <a:tblGrid>
                <a:gridCol w="1789298">
                  <a:extLst>
                    <a:ext uri="{9D8B030D-6E8A-4147-A177-3AD203B41FA5}">
                      <a16:colId xmlns:a16="http://schemas.microsoft.com/office/drawing/2014/main" val="1065724679"/>
                    </a:ext>
                  </a:extLst>
                </a:gridCol>
                <a:gridCol w="3523819">
                  <a:extLst>
                    <a:ext uri="{9D8B030D-6E8A-4147-A177-3AD203B41FA5}">
                      <a16:colId xmlns:a16="http://schemas.microsoft.com/office/drawing/2014/main" val="4192955943"/>
                    </a:ext>
                  </a:extLst>
                </a:gridCol>
              </a:tblGrid>
              <a:tr h="404922">
                <a:tc>
                  <a:txBody>
                    <a:bodyPr/>
                    <a:lstStyle/>
                    <a:p>
                      <a:pPr algn="ctr"/>
                      <a:r>
                        <a:rPr lang="zh-CN" altLang="en-US" b="1" dirty="0">
                          <a:solidFill>
                            <a:srgbClr val="000000"/>
                          </a:solidFill>
                          <a:effectLst/>
                        </a:rPr>
                        <a:t>类型</a:t>
                      </a:r>
                    </a:p>
                  </a:txBody>
                  <a:tcPr marL="114300" marR="114300" marT="76200" marB="76200" anchor="ctr">
                    <a:lnL w="3848" cap="flat" cmpd="sng" algn="ctr">
                      <a:solidFill>
                        <a:srgbClr val="C00570"/>
                      </a:solidFill>
                      <a:prstDash val="solid"/>
                      <a:round/>
                      <a:headEnd type="none" w="med" len="med"/>
                      <a:tailEnd type="none" w="med" len="med"/>
                    </a:lnL>
                    <a:lnR w="3848" cap="flat" cmpd="sng" algn="ctr">
                      <a:solidFill>
                        <a:srgbClr val="E00170"/>
                      </a:solidFill>
                      <a:prstDash val="solid"/>
                      <a:round/>
                      <a:headEnd type="none" w="med" len="med"/>
                      <a:tailEnd type="none" w="med" len="med"/>
                    </a:lnR>
                    <a:lnT w="3848" cap="flat" cmpd="sng" algn="ctr">
                      <a:solidFill>
                        <a:srgbClr val="200570"/>
                      </a:solidFill>
                      <a:prstDash val="solid"/>
                      <a:round/>
                      <a:headEnd type="none" w="med" len="med"/>
                      <a:tailEnd type="none" w="med" len="med"/>
                    </a:lnT>
                    <a:lnB w="3848" cap="flat" cmpd="sng" algn="ctr">
                      <a:solidFill>
                        <a:srgbClr val="C02B70"/>
                      </a:solidFill>
                      <a:prstDash val="solid"/>
                      <a:round/>
                      <a:headEnd type="none" w="med" len="med"/>
                      <a:tailEnd type="none" w="med" len="med"/>
                    </a:lnB>
                    <a:solidFill>
                      <a:srgbClr val="F2F2F2"/>
                    </a:solidFill>
                  </a:tcPr>
                </a:tc>
                <a:tc>
                  <a:txBody>
                    <a:bodyPr/>
                    <a:lstStyle/>
                    <a:p>
                      <a:pPr algn="ctr"/>
                      <a:r>
                        <a:rPr lang="zh-CN" altLang="en-US" b="1" dirty="0">
                          <a:solidFill>
                            <a:srgbClr val="000000"/>
                          </a:solidFill>
                          <a:effectLst/>
                        </a:rPr>
                        <a:t>计算方式</a:t>
                      </a:r>
                    </a:p>
                  </a:txBody>
                  <a:tcPr marL="114300" marR="114300" marT="76200" marB="76200" anchor="ctr">
                    <a:lnL w="3848" cap="flat" cmpd="sng" algn="ctr">
                      <a:solidFill>
                        <a:srgbClr val="E00170"/>
                      </a:solidFill>
                      <a:prstDash val="solid"/>
                      <a:round/>
                      <a:headEnd type="none" w="med" len="med"/>
                      <a:tailEnd type="none" w="med" len="med"/>
                    </a:lnL>
                    <a:lnR w="3848" cap="flat" cmpd="sng" algn="ctr">
                      <a:solidFill>
                        <a:srgbClr val="400370"/>
                      </a:solidFill>
                      <a:prstDash val="solid"/>
                      <a:round/>
                      <a:headEnd type="none" w="med" len="med"/>
                      <a:tailEnd type="none" w="med" len="med"/>
                    </a:lnR>
                    <a:lnT w="3848" cap="flat" cmpd="sng" algn="ctr">
                      <a:solidFill>
                        <a:srgbClr val="200370"/>
                      </a:solidFill>
                      <a:prstDash val="solid"/>
                      <a:round/>
                      <a:headEnd type="none" w="med" len="med"/>
                      <a:tailEnd type="none" w="med" len="med"/>
                    </a:lnT>
                    <a:lnB w="3848" cap="flat" cmpd="sng" algn="ctr">
                      <a:solidFill>
                        <a:srgbClr val="C02B70"/>
                      </a:solidFill>
                      <a:prstDash val="solid"/>
                      <a:round/>
                      <a:headEnd type="none" w="med" len="med"/>
                      <a:tailEnd type="none" w="med" len="med"/>
                    </a:lnB>
                    <a:solidFill>
                      <a:srgbClr val="F2F2F2"/>
                    </a:solidFill>
                  </a:tcPr>
                </a:tc>
                <a:extLst>
                  <a:ext uri="{0D108BD9-81ED-4DB2-BD59-A6C34878D82A}">
                    <a16:rowId xmlns:a16="http://schemas.microsoft.com/office/drawing/2014/main" val="530813309"/>
                  </a:ext>
                </a:extLst>
              </a:tr>
              <a:tr h="665228">
                <a:tc>
                  <a:txBody>
                    <a:bodyPr/>
                    <a:lstStyle/>
                    <a:p>
                      <a:pPr algn="ctr"/>
                      <a:r>
                        <a:rPr lang="zh-CN" altLang="en-US" b="0">
                          <a:effectLst/>
                        </a:rPr>
                        <a:t>原始回声轮廓</a:t>
                      </a:r>
                    </a:p>
                  </a:txBody>
                  <a:tcPr marL="114300" marR="114300" marT="76200" marB="76200" anchor="ctr">
                    <a:lnL w="3848" cap="flat" cmpd="sng" algn="ctr">
                      <a:solidFill>
                        <a:srgbClr val="402A70"/>
                      </a:solidFill>
                      <a:prstDash val="solid"/>
                      <a:round/>
                      <a:headEnd type="none" w="med" len="med"/>
                      <a:tailEnd type="none" w="med" len="med"/>
                    </a:lnL>
                    <a:lnR w="3848" cap="flat" cmpd="sng" algn="ctr">
                      <a:solidFill>
                        <a:srgbClr val="603970"/>
                      </a:solidFill>
                      <a:prstDash val="solid"/>
                      <a:round/>
                      <a:headEnd type="none" w="med" len="med"/>
                      <a:tailEnd type="none" w="med" len="med"/>
                    </a:lnR>
                    <a:lnT w="3848" cap="flat" cmpd="sng" algn="ctr">
                      <a:solidFill>
                        <a:srgbClr val="C02B70"/>
                      </a:solidFill>
                      <a:prstDash val="solid"/>
                      <a:round/>
                      <a:headEnd type="none" w="med" len="med"/>
                      <a:tailEnd type="none" w="med" len="med"/>
                    </a:lnT>
                    <a:lnB w="3848" cap="flat" cmpd="sng" algn="ctr">
                      <a:solidFill>
                        <a:srgbClr val="803E70"/>
                      </a:solidFill>
                      <a:prstDash val="solid"/>
                      <a:round/>
                      <a:headEnd type="none" w="med" len="med"/>
                      <a:tailEnd type="none" w="med" len="med"/>
                    </a:lnB>
                    <a:solidFill>
                      <a:srgbClr val="FFFFFF"/>
                    </a:solidFill>
                  </a:tcPr>
                </a:tc>
                <a:tc>
                  <a:txBody>
                    <a:bodyPr/>
                    <a:lstStyle/>
                    <a:p>
                      <a:pPr algn="ctr"/>
                      <a:r>
                        <a:rPr lang="zh-CN" altLang="en-US" b="0" dirty="0">
                          <a:effectLst/>
                        </a:rPr>
                        <a:t>回声帧沿时间轴（</a:t>
                      </a:r>
                      <a:r>
                        <a:rPr lang="en-US" altLang="zh-CN" b="0" dirty="0">
                          <a:effectLst/>
                        </a:rPr>
                        <a:t>x </a:t>
                      </a:r>
                      <a:r>
                        <a:rPr lang="zh-CN" altLang="en-US" b="0" dirty="0">
                          <a:effectLst/>
                        </a:rPr>
                        <a:t>轴）堆叠</a:t>
                      </a:r>
                    </a:p>
                  </a:txBody>
                  <a:tcPr marL="114300" marR="114300" marT="76200" marB="76200" anchor="ctr">
                    <a:lnL w="3848" cap="flat" cmpd="sng" algn="ctr">
                      <a:solidFill>
                        <a:srgbClr val="603970"/>
                      </a:solidFill>
                      <a:prstDash val="solid"/>
                      <a:round/>
                      <a:headEnd type="none" w="med" len="med"/>
                      <a:tailEnd type="none" w="med" len="med"/>
                    </a:lnL>
                    <a:lnR w="3848" cap="flat" cmpd="sng" algn="ctr">
                      <a:solidFill>
                        <a:srgbClr val="E00370"/>
                      </a:solidFill>
                      <a:prstDash val="solid"/>
                      <a:round/>
                      <a:headEnd type="none" w="med" len="med"/>
                      <a:tailEnd type="none" w="med" len="med"/>
                    </a:lnR>
                    <a:lnT w="3848" cap="flat" cmpd="sng" algn="ctr">
                      <a:solidFill>
                        <a:srgbClr val="C02B70"/>
                      </a:solidFill>
                      <a:prstDash val="solid"/>
                      <a:round/>
                      <a:headEnd type="none" w="med" len="med"/>
                      <a:tailEnd type="none" w="med" len="med"/>
                    </a:lnT>
                    <a:lnB w="3848" cap="flat" cmpd="sng" algn="ctr">
                      <a:solidFill>
                        <a:srgbClr val="E03F70"/>
                      </a:solidFill>
                      <a:prstDash val="solid"/>
                      <a:round/>
                      <a:headEnd type="none" w="med" len="med"/>
                      <a:tailEnd type="none" w="med" len="med"/>
                    </a:lnB>
                    <a:solidFill>
                      <a:srgbClr val="FFFFFF"/>
                    </a:solidFill>
                  </a:tcPr>
                </a:tc>
                <a:extLst>
                  <a:ext uri="{0D108BD9-81ED-4DB2-BD59-A6C34878D82A}">
                    <a16:rowId xmlns:a16="http://schemas.microsoft.com/office/drawing/2014/main" val="1666750886"/>
                  </a:ext>
                </a:extLst>
              </a:tr>
              <a:tr h="665228">
                <a:tc>
                  <a:txBody>
                    <a:bodyPr/>
                    <a:lstStyle/>
                    <a:p>
                      <a:pPr algn="ctr"/>
                      <a:r>
                        <a:rPr lang="zh-CN" altLang="en-US" b="0" dirty="0">
                          <a:effectLst/>
                        </a:rPr>
                        <a:t>差分回声轮廓</a:t>
                      </a:r>
                    </a:p>
                  </a:txBody>
                  <a:tcPr marL="114300" marR="114300" marT="76200" marB="76200" anchor="ctr">
                    <a:lnL w="3848" cap="flat" cmpd="sng" algn="ctr">
                      <a:solidFill>
                        <a:srgbClr val="203E70"/>
                      </a:solidFill>
                      <a:prstDash val="solid"/>
                      <a:round/>
                      <a:headEnd type="none" w="med" len="med"/>
                      <a:tailEnd type="none" w="med" len="med"/>
                    </a:lnL>
                    <a:lnR w="3848" cap="flat" cmpd="sng" algn="ctr">
                      <a:solidFill>
                        <a:srgbClr val="005670"/>
                      </a:solidFill>
                      <a:prstDash val="solid"/>
                      <a:round/>
                      <a:headEnd type="none" w="med" len="med"/>
                      <a:tailEnd type="none" w="med" len="med"/>
                    </a:lnR>
                    <a:lnT w="3848" cap="flat" cmpd="sng" algn="ctr">
                      <a:solidFill>
                        <a:srgbClr val="803E70"/>
                      </a:solidFill>
                      <a:prstDash val="solid"/>
                      <a:round/>
                      <a:headEnd type="none" w="med" len="med"/>
                      <a:tailEnd type="none" w="med" len="med"/>
                    </a:lnT>
                    <a:lnB w="3848" cap="flat" cmpd="sng" algn="ctr">
                      <a:solidFill>
                        <a:srgbClr val="603970"/>
                      </a:solidFill>
                      <a:prstDash val="solid"/>
                      <a:round/>
                      <a:headEnd type="none" w="med" len="med"/>
                      <a:tailEnd type="none" w="med" len="med"/>
                    </a:lnB>
                    <a:solidFill>
                      <a:srgbClr val="FFFFFF"/>
                    </a:solidFill>
                  </a:tcPr>
                </a:tc>
                <a:tc>
                  <a:txBody>
                    <a:bodyPr/>
                    <a:lstStyle/>
                    <a:p>
                      <a:pPr algn="ctr"/>
                      <a:r>
                        <a:rPr lang="zh-CN" altLang="en-US" b="0" dirty="0">
                          <a:effectLst/>
                        </a:rPr>
                        <a:t>当前回声帧 </a:t>
                      </a:r>
                      <a:r>
                        <a:rPr lang="en-US" altLang="zh-CN" b="0" dirty="0">
                          <a:effectLst/>
                        </a:rPr>
                        <a:t>- </a:t>
                      </a:r>
                      <a:r>
                        <a:rPr lang="zh-CN" altLang="en-US" b="0" dirty="0">
                          <a:effectLst/>
                        </a:rPr>
                        <a:t>前一个回声帧</a:t>
                      </a:r>
                    </a:p>
                  </a:txBody>
                  <a:tcPr marL="114300" marR="114300" marT="76200" marB="76200" anchor="ctr">
                    <a:lnL w="3848" cap="flat" cmpd="sng" algn="ctr">
                      <a:solidFill>
                        <a:srgbClr val="005670"/>
                      </a:solidFill>
                      <a:prstDash val="solid"/>
                      <a:round/>
                      <a:headEnd type="none" w="med" len="med"/>
                      <a:tailEnd type="none" w="med" len="med"/>
                    </a:lnL>
                    <a:lnR w="3848" cap="flat" cmpd="sng" algn="ctr">
                      <a:solidFill>
                        <a:srgbClr val="602B70"/>
                      </a:solidFill>
                      <a:prstDash val="solid"/>
                      <a:round/>
                      <a:headEnd type="none" w="med" len="med"/>
                      <a:tailEnd type="none" w="med" len="med"/>
                    </a:lnR>
                    <a:lnT w="3848" cap="flat" cmpd="sng" algn="ctr">
                      <a:solidFill>
                        <a:srgbClr val="E03F70"/>
                      </a:solidFill>
                      <a:prstDash val="solid"/>
                      <a:round/>
                      <a:headEnd type="none" w="med" len="med"/>
                      <a:tailEnd type="none" w="med" len="med"/>
                    </a:lnT>
                    <a:lnB w="3848" cap="flat" cmpd="sng" algn="ctr">
                      <a:solidFill>
                        <a:srgbClr val="603970"/>
                      </a:solidFill>
                      <a:prstDash val="solid"/>
                      <a:round/>
                      <a:headEnd type="none" w="med" len="med"/>
                      <a:tailEnd type="none" w="med" len="med"/>
                    </a:lnB>
                    <a:solidFill>
                      <a:srgbClr val="FFFFFF"/>
                    </a:solidFill>
                  </a:tcPr>
                </a:tc>
                <a:extLst>
                  <a:ext uri="{0D108BD9-81ED-4DB2-BD59-A6C34878D82A}">
                    <a16:rowId xmlns:a16="http://schemas.microsoft.com/office/drawing/2014/main" val="4271623581"/>
                  </a:ext>
                </a:extLst>
              </a:tr>
            </a:tbl>
          </a:graphicData>
        </a:graphic>
      </p:graphicFrame>
      <p:sp>
        <p:nvSpPr>
          <p:cNvPr id="6" name="灯片编号占位符 5">
            <a:extLst>
              <a:ext uri="{FF2B5EF4-FFF2-40B4-BE49-F238E27FC236}">
                <a16:creationId xmlns:a16="http://schemas.microsoft.com/office/drawing/2014/main" id="{888ED5DE-B680-0750-548D-FB33624CA4E3}"/>
              </a:ext>
            </a:extLst>
          </p:cNvPr>
          <p:cNvSpPr>
            <a:spLocks noGrp="1"/>
          </p:cNvSpPr>
          <p:nvPr>
            <p:ph type="sldNum" sz="quarter" idx="4"/>
          </p:nvPr>
        </p:nvSpPr>
        <p:spPr/>
        <p:txBody>
          <a:bodyPr/>
          <a:lstStyle/>
          <a:p>
            <a:fld id="{7A48417F-7526-485E-AE3C-3E2AE40A04CB}" type="slidenum">
              <a:rPr lang="zh-CN" altLang="en-US" smtClean="0"/>
              <a:pPr/>
              <a:t>12</a:t>
            </a:fld>
            <a:r>
              <a:rPr lang="zh-CN" altLang="en-US"/>
              <a:t> </a:t>
            </a:r>
            <a:r>
              <a:rPr lang="en-US" altLang="zh-CN"/>
              <a:t>/ </a:t>
            </a:r>
            <a:r>
              <a:rPr lang="zh-CN" altLang="en-US"/>
              <a:t>总页数</a:t>
            </a:r>
            <a:endParaRPr lang="zh-CN" altLang="en-US" dirty="0"/>
          </a:p>
        </p:txBody>
      </p:sp>
      <p:sp>
        <p:nvSpPr>
          <p:cNvPr id="3" name="箭头: 左弧形 2">
            <a:extLst>
              <a:ext uri="{FF2B5EF4-FFF2-40B4-BE49-F238E27FC236}">
                <a16:creationId xmlns:a16="http://schemas.microsoft.com/office/drawing/2014/main" id="{5DE523E3-94E3-45D5-BF2C-D743BF62813C}"/>
              </a:ext>
            </a:extLst>
          </p:cNvPr>
          <p:cNvSpPr/>
          <p:nvPr/>
        </p:nvSpPr>
        <p:spPr>
          <a:xfrm>
            <a:off x="418261" y="3429000"/>
            <a:ext cx="550889" cy="2066307"/>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3" name="箭头: 左弧形 12">
            <a:extLst>
              <a:ext uri="{FF2B5EF4-FFF2-40B4-BE49-F238E27FC236}">
                <a16:creationId xmlns:a16="http://schemas.microsoft.com/office/drawing/2014/main" id="{649086F5-4123-4496-984C-F2FC3045564C}"/>
              </a:ext>
            </a:extLst>
          </p:cNvPr>
          <p:cNvSpPr/>
          <p:nvPr/>
        </p:nvSpPr>
        <p:spPr>
          <a:xfrm>
            <a:off x="418260" y="3962501"/>
            <a:ext cx="550889" cy="2319546"/>
          </a:xfrm>
          <a:prstGeom prst="curvedRightArrow">
            <a:avLst>
              <a:gd name="adj1" fmla="val 25000"/>
              <a:gd name="adj2" fmla="val 50000"/>
              <a:gd name="adj3" fmla="val 29311"/>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6" name="文本框 15">
            <a:extLst>
              <a:ext uri="{FF2B5EF4-FFF2-40B4-BE49-F238E27FC236}">
                <a16:creationId xmlns:a16="http://schemas.microsoft.com/office/drawing/2014/main" id="{04054F69-FAB3-4922-8645-CBF07785A996}"/>
              </a:ext>
            </a:extLst>
          </p:cNvPr>
          <p:cNvSpPr txBox="1"/>
          <p:nvPr/>
        </p:nvSpPr>
        <p:spPr>
          <a:xfrm>
            <a:off x="7361539" y="5349832"/>
            <a:ext cx="3383575" cy="1015663"/>
          </a:xfrm>
          <a:prstGeom prst="rect">
            <a:avLst/>
          </a:prstGeom>
          <a:noFill/>
        </p:spPr>
        <p:txBody>
          <a:bodyPr wrap="square">
            <a:spAutoFit/>
          </a:bodyPr>
          <a:lstStyle/>
          <a:p>
            <a:pPr algn="ctr"/>
            <a:r>
              <a:rPr lang="zh-CN" altLang="en-US" sz="2000" b="1" dirty="0">
                <a:effectLst/>
                <a:latin typeface="+mj-ea"/>
                <a:ea typeface="+mj-ea"/>
              </a:rPr>
              <a:t>捕捉不同距离的连续反射强度</a:t>
            </a:r>
            <a:r>
              <a:rPr lang="zh-CN" altLang="en-US" sz="2000" b="1" dirty="0">
                <a:solidFill>
                  <a:srgbClr val="FF0000"/>
                </a:solidFill>
                <a:effectLst/>
                <a:latin typeface="+mj-ea"/>
                <a:ea typeface="+mj-ea"/>
              </a:rPr>
              <a:t>（静态），</a:t>
            </a:r>
            <a:r>
              <a:rPr lang="zh-CN" altLang="en-US" sz="2000" b="1" dirty="0">
                <a:effectLst/>
                <a:latin typeface="+mj-ea"/>
                <a:ea typeface="+mj-ea"/>
              </a:rPr>
              <a:t>同时放大回声帧间的变化（</a:t>
            </a:r>
            <a:r>
              <a:rPr lang="zh-CN" altLang="en-US" sz="2000" b="1" dirty="0">
                <a:solidFill>
                  <a:srgbClr val="FF0000"/>
                </a:solidFill>
                <a:effectLst/>
                <a:latin typeface="+mj-ea"/>
                <a:ea typeface="+mj-ea"/>
              </a:rPr>
              <a:t>姿态动态</a:t>
            </a:r>
            <a:r>
              <a:rPr lang="zh-CN" altLang="en-US" sz="2000" b="1" dirty="0">
                <a:effectLst/>
                <a:latin typeface="+mj-ea"/>
                <a:ea typeface="+mj-ea"/>
              </a:rPr>
              <a:t>）</a:t>
            </a:r>
          </a:p>
        </p:txBody>
      </p:sp>
      <p:cxnSp>
        <p:nvCxnSpPr>
          <p:cNvPr id="25" name="直接箭头连接符 24">
            <a:extLst>
              <a:ext uri="{FF2B5EF4-FFF2-40B4-BE49-F238E27FC236}">
                <a16:creationId xmlns:a16="http://schemas.microsoft.com/office/drawing/2014/main" id="{7BCC43FA-B0F1-4FA2-9801-57639A198CD9}"/>
              </a:ext>
            </a:extLst>
          </p:cNvPr>
          <p:cNvCxnSpPr>
            <a:cxnSpLocks/>
          </p:cNvCxnSpPr>
          <p:nvPr/>
        </p:nvCxnSpPr>
        <p:spPr>
          <a:xfrm>
            <a:off x="6453603" y="5849908"/>
            <a:ext cx="736499" cy="0"/>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31568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7A3415-DDBF-CCDD-891F-F705BD31AC89}"/>
            </a:ext>
          </a:extLst>
        </p:cNvPr>
        <p:cNvGrpSpPr/>
        <p:nvPr/>
      </p:nvGrpSpPr>
      <p:grpSpPr>
        <a:xfrm>
          <a:off x="0" y="0"/>
          <a:ext cx="0" cy="0"/>
          <a:chOff x="0" y="0"/>
          <a:chExt cx="0" cy="0"/>
        </a:xfrm>
      </p:grpSpPr>
      <p:grpSp>
        <p:nvGrpSpPr>
          <p:cNvPr id="23" name="组合 22">
            <a:extLst>
              <a:ext uri="{FF2B5EF4-FFF2-40B4-BE49-F238E27FC236}">
                <a16:creationId xmlns:a16="http://schemas.microsoft.com/office/drawing/2014/main" id="{162D4764-412D-419B-B843-6702E05E5AB4}"/>
              </a:ext>
            </a:extLst>
          </p:cNvPr>
          <p:cNvGrpSpPr/>
          <p:nvPr/>
        </p:nvGrpSpPr>
        <p:grpSpPr>
          <a:xfrm>
            <a:off x="705835" y="5565335"/>
            <a:ext cx="10909686" cy="1159439"/>
            <a:chOff x="501004" y="2740262"/>
            <a:chExt cx="7467783" cy="3488973"/>
          </a:xfrm>
        </p:grpSpPr>
        <p:sp>
          <p:nvSpPr>
            <p:cNvPr id="24" name="矩形: 圆角 23">
              <a:extLst>
                <a:ext uri="{FF2B5EF4-FFF2-40B4-BE49-F238E27FC236}">
                  <a16:creationId xmlns:a16="http://schemas.microsoft.com/office/drawing/2014/main" id="{E2A1AC65-5A4E-414D-83F6-467873418C7F}"/>
                </a:ext>
              </a:extLst>
            </p:cNvPr>
            <p:cNvSpPr/>
            <p:nvPr/>
          </p:nvSpPr>
          <p:spPr>
            <a:xfrm>
              <a:off x="501004" y="2740262"/>
              <a:ext cx="7467783" cy="3488973"/>
            </a:xfrm>
            <a:prstGeom prst="roundRect">
              <a:avLst>
                <a:gd name="adj" fmla="val 10405"/>
              </a:avLst>
            </a:prstGeom>
            <a:solidFill>
              <a:srgbClr val="E2EBE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5" name="文本框 24">
              <a:extLst>
                <a:ext uri="{FF2B5EF4-FFF2-40B4-BE49-F238E27FC236}">
                  <a16:creationId xmlns:a16="http://schemas.microsoft.com/office/drawing/2014/main" id="{E3B4486A-F012-4E75-885D-EF96908E0EE9}"/>
                </a:ext>
              </a:extLst>
            </p:cNvPr>
            <p:cNvSpPr txBox="1"/>
            <p:nvPr/>
          </p:nvSpPr>
          <p:spPr>
            <a:xfrm>
              <a:off x="501004" y="3353238"/>
              <a:ext cx="6092892" cy="508885"/>
            </a:xfrm>
            <a:prstGeom prst="rect">
              <a:avLst/>
            </a:prstGeom>
            <a:noFill/>
          </p:spPr>
          <p:txBody>
            <a:bodyPr wrap="square">
              <a:spAutoFit/>
            </a:bodyPr>
            <a:lstStyle/>
            <a:p>
              <a:endParaRPr lang="en-US" altLang="zh-CN" sz="2000" dirty="0"/>
            </a:p>
          </p:txBody>
        </p:sp>
      </p:grpSp>
      <p:sp>
        <p:nvSpPr>
          <p:cNvPr id="10" name="文本框 9">
            <a:extLst>
              <a:ext uri="{FF2B5EF4-FFF2-40B4-BE49-F238E27FC236}">
                <a16:creationId xmlns:a16="http://schemas.microsoft.com/office/drawing/2014/main" id="{95F48D7B-0E1E-4E19-B744-568EE78A8CAF}"/>
              </a:ext>
            </a:extLst>
          </p:cNvPr>
          <p:cNvSpPr txBox="1"/>
          <p:nvPr/>
        </p:nvSpPr>
        <p:spPr>
          <a:xfrm>
            <a:off x="138529" y="923765"/>
            <a:ext cx="6094070" cy="461665"/>
          </a:xfrm>
          <a:prstGeom prst="rect">
            <a:avLst/>
          </a:prstGeom>
          <a:noFill/>
        </p:spPr>
        <p:txBody>
          <a:bodyPr wrap="square">
            <a:spAutoFit/>
          </a:bodyPr>
          <a:lstStyle/>
          <a:p>
            <a:r>
              <a:rPr lang="en-US" altLang="zh-CN" sz="2400" b="1" dirty="0">
                <a:latin typeface="+mj-ea"/>
                <a:ea typeface="+mj-ea"/>
              </a:rPr>
              <a:t>Ring-a-Pose</a:t>
            </a:r>
            <a:r>
              <a:rPr lang="zh-CN" altLang="en-US" sz="2400" b="1" dirty="0">
                <a:latin typeface="+mj-ea"/>
                <a:ea typeface="+mj-ea"/>
              </a:rPr>
              <a:t>的回声轮廓</a:t>
            </a:r>
          </a:p>
        </p:txBody>
      </p:sp>
      <p:sp>
        <p:nvSpPr>
          <p:cNvPr id="14" name="文本框 13">
            <a:extLst>
              <a:ext uri="{FF2B5EF4-FFF2-40B4-BE49-F238E27FC236}">
                <a16:creationId xmlns:a16="http://schemas.microsoft.com/office/drawing/2014/main" id="{CD92F116-ACAF-4007-AFE4-0ADF6B86E866}"/>
              </a:ext>
            </a:extLst>
          </p:cNvPr>
          <p:cNvSpPr txBox="1"/>
          <p:nvPr/>
        </p:nvSpPr>
        <p:spPr>
          <a:xfrm>
            <a:off x="6952687" y="1116956"/>
            <a:ext cx="11953754" cy="369332"/>
          </a:xfrm>
          <a:prstGeom prst="rect">
            <a:avLst/>
          </a:prstGeom>
          <a:noFill/>
        </p:spPr>
        <p:txBody>
          <a:bodyPr wrap="square">
            <a:spAutoFit/>
          </a:bodyPr>
          <a:lstStyle/>
          <a:p>
            <a:endParaRPr lang="zh-CN" altLang="en-US" dirty="0"/>
          </a:p>
        </p:txBody>
      </p:sp>
      <p:pic>
        <p:nvPicPr>
          <p:cNvPr id="15" name="图片 14">
            <a:extLst>
              <a:ext uri="{FF2B5EF4-FFF2-40B4-BE49-F238E27FC236}">
                <a16:creationId xmlns:a16="http://schemas.microsoft.com/office/drawing/2014/main" id="{E2318645-23C9-4353-8B66-78DB2009E700}"/>
              </a:ext>
            </a:extLst>
          </p:cNvPr>
          <p:cNvPicPr>
            <a:picLocks noChangeAspect="1"/>
          </p:cNvPicPr>
          <p:nvPr/>
        </p:nvPicPr>
        <p:blipFill rotWithShape="1">
          <a:blip r:embed="rId3">
            <a:extLst>
              <a:ext uri="{28A0092B-C50C-407E-A947-70E740481C1C}">
                <a14:useLocalDpi xmlns:a14="http://schemas.microsoft.com/office/drawing/2010/main" val="0"/>
              </a:ext>
            </a:extLst>
          </a:blip>
          <a:srcRect b="23608"/>
          <a:stretch/>
        </p:blipFill>
        <p:spPr>
          <a:xfrm>
            <a:off x="818909" y="1857240"/>
            <a:ext cx="10183029" cy="3299264"/>
          </a:xfrm>
          <a:prstGeom prst="rect">
            <a:avLst/>
          </a:prstGeom>
        </p:spPr>
      </p:pic>
      <p:pic>
        <p:nvPicPr>
          <p:cNvPr id="16" name="图片 15">
            <a:extLst>
              <a:ext uri="{FF2B5EF4-FFF2-40B4-BE49-F238E27FC236}">
                <a16:creationId xmlns:a16="http://schemas.microsoft.com/office/drawing/2014/main" id="{286B82EE-C1C9-4D63-8766-1E1DCED4B346}"/>
              </a:ext>
            </a:extLst>
          </p:cNvPr>
          <p:cNvPicPr>
            <a:picLocks noChangeAspect="1"/>
          </p:cNvPicPr>
          <p:nvPr/>
        </p:nvPicPr>
        <p:blipFill rotWithShape="1">
          <a:blip r:embed="rId4">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17" name="矩形 16">
            <a:extLst>
              <a:ext uri="{FF2B5EF4-FFF2-40B4-BE49-F238E27FC236}">
                <a16:creationId xmlns:a16="http://schemas.microsoft.com/office/drawing/2014/main" id="{A025F402-BE58-427D-9C9F-154E29284F6F}"/>
              </a:ext>
            </a:extLst>
          </p:cNvPr>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8" name="组合 17">
            <a:extLst>
              <a:ext uri="{FF2B5EF4-FFF2-40B4-BE49-F238E27FC236}">
                <a16:creationId xmlns:a16="http://schemas.microsoft.com/office/drawing/2014/main" id="{AF60FDFA-650E-40A4-8FC2-C70CA691DCA7}"/>
              </a:ext>
            </a:extLst>
          </p:cNvPr>
          <p:cNvGrpSpPr/>
          <p:nvPr/>
        </p:nvGrpSpPr>
        <p:grpSpPr>
          <a:xfrm>
            <a:off x="138529" y="112812"/>
            <a:ext cx="2674119" cy="593131"/>
            <a:chOff x="1019925" y="1507764"/>
            <a:chExt cx="2674119" cy="593131"/>
          </a:xfrm>
        </p:grpSpPr>
        <p:sp>
          <p:nvSpPr>
            <p:cNvPr id="19" name="文本框 18">
              <a:extLst>
                <a:ext uri="{FF2B5EF4-FFF2-40B4-BE49-F238E27FC236}">
                  <a16:creationId xmlns:a16="http://schemas.microsoft.com/office/drawing/2014/main" id="{43015BB9-34FB-41DF-8B5C-16979777D938}"/>
                </a:ext>
              </a:extLst>
            </p:cNvPr>
            <p:cNvSpPr txBox="1"/>
            <p:nvPr/>
          </p:nvSpPr>
          <p:spPr>
            <a:xfrm>
              <a:off x="1700305" y="1507764"/>
              <a:ext cx="1993739" cy="524256"/>
            </a:xfrm>
            <a:prstGeom prst="rect">
              <a:avLst/>
            </a:prstGeom>
            <a:noFill/>
          </p:spPr>
          <p:txBody>
            <a:bodyPr vert="horz" wrap="square" rtlCol="0">
              <a:spAutoFit/>
            </a:bodyPr>
            <a:lstStyle/>
            <a:p>
              <a:pPr algn="dist"/>
              <a:r>
                <a:rPr lang="zh-CN" altLang="en-US" sz="2800" b="1" dirty="0">
                  <a:solidFill>
                    <a:schemeClr val="bg1"/>
                  </a:solidFill>
                  <a:latin typeface="微软雅黑" panose="020B0503020204020204" pitchFamily="34" charset="-122"/>
                  <a:ea typeface="微软雅黑" panose="020B0503020204020204" pitchFamily="34" charset="-122"/>
                </a:rPr>
                <a:t>传感原理</a:t>
              </a:r>
            </a:p>
          </p:txBody>
        </p:sp>
        <p:pic>
          <p:nvPicPr>
            <p:cNvPr id="20" name="图片 19">
              <a:extLst>
                <a:ext uri="{FF2B5EF4-FFF2-40B4-BE49-F238E27FC236}">
                  <a16:creationId xmlns:a16="http://schemas.microsoft.com/office/drawing/2014/main" id="{BD7390C9-4560-4847-B3F1-56300D7E67EC}"/>
                </a:ext>
              </a:extLst>
            </p:cNvPr>
            <p:cNvPicPr>
              <a:picLocks noChangeAspect="1"/>
            </p:cNvPicPr>
            <p:nvPr/>
          </p:nvPicPr>
          <p:blipFill rotWithShape="1">
            <a:blip r:embed="rId5" cstate="print">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pic>
        <p:nvPicPr>
          <p:cNvPr id="21" name="图片 20">
            <a:extLst>
              <a:ext uri="{FF2B5EF4-FFF2-40B4-BE49-F238E27FC236}">
                <a16:creationId xmlns:a16="http://schemas.microsoft.com/office/drawing/2014/main" id="{7D2D0F4F-74EF-4E2E-BA75-D43CD62D4EDA}"/>
              </a:ext>
            </a:extLst>
          </p:cNvPr>
          <p:cNvPicPr>
            <a:picLocks noChangeAspect="1"/>
          </p:cNvPicPr>
          <p:nvPr/>
        </p:nvPicPr>
        <p:blipFill rotWithShape="1">
          <a:blip r:embed="rId6"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sp>
        <p:nvSpPr>
          <p:cNvPr id="22" name="文本框 21">
            <a:extLst>
              <a:ext uri="{FF2B5EF4-FFF2-40B4-BE49-F238E27FC236}">
                <a16:creationId xmlns:a16="http://schemas.microsoft.com/office/drawing/2014/main" id="{FE70036D-CC8C-4EA4-BE95-B13F3D2968B4}"/>
              </a:ext>
            </a:extLst>
          </p:cNvPr>
          <p:cNvSpPr txBox="1"/>
          <p:nvPr/>
        </p:nvSpPr>
        <p:spPr>
          <a:xfrm>
            <a:off x="780279" y="5578422"/>
            <a:ext cx="6483752" cy="369332"/>
          </a:xfrm>
          <a:prstGeom prst="rect">
            <a:avLst/>
          </a:prstGeom>
          <a:noFill/>
        </p:spPr>
        <p:txBody>
          <a:bodyPr wrap="square">
            <a:spAutoFit/>
          </a:bodyPr>
          <a:lstStyle/>
          <a:p>
            <a:pPr algn="l"/>
            <a:r>
              <a:rPr lang="zh-CN" altLang="en-US" b="1" i="0" dirty="0">
                <a:solidFill>
                  <a:srgbClr val="000000"/>
                </a:solidFill>
                <a:effectLst/>
                <a:latin typeface="+mj-ea"/>
                <a:ea typeface="+mj-ea"/>
              </a:rPr>
              <a:t>关键优势</a:t>
            </a:r>
          </a:p>
        </p:txBody>
      </p:sp>
      <p:sp>
        <p:nvSpPr>
          <p:cNvPr id="27" name="文本框 26">
            <a:extLst>
              <a:ext uri="{FF2B5EF4-FFF2-40B4-BE49-F238E27FC236}">
                <a16:creationId xmlns:a16="http://schemas.microsoft.com/office/drawing/2014/main" id="{4DF78DA3-10B8-460A-A6F8-FD9DBCE78E30}"/>
              </a:ext>
            </a:extLst>
          </p:cNvPr>
          <p:cNvSpPr txBox="1"/>
          <p:nvPr/>
        </p:nvSpPr>
        <p:spPr>
          <a:xfrm>
            <a:off x="1991049" y="1595630"/>
            <a:ext cx="1413219" cy="523220"/>
          </a:xfrm>
          <a:prstGeom prst="rect">
            <a:avLst/>
          </a:prstGeom>
          <a:noFill/>
        </p:spPr>
        <p:txBody>
          <a:bodyPr wrap="square">
            <a:spAutoFit/>
          </a:bodyPr>
          <a:lstStyle/>
          <a:p>
            <a:r>
              <a:rPr lang="zh-CN" altLang="en-US" sz="1400" b="1" i="1" dirty="0">
                <a:solidFill>
                  <a:srgbClr val="FF0000"/>
                </a:solidFill>
              </a:rPr>
              <a:t>除内部球体外几乎没有反射</a:t>
            </a:r>
          </a:p>
        </p:txBody>
      </p:sp>
      <p:sp>
        <p:nvSpPr>
          <p:cNvPr id="28" name="文本框 27">
            <a:extLst>
              <a:ext uri="{FF2B5EF4-FFF2-40B4-BE49-F238E27FC236}">
                <a16:creationId xmlns:a16="http://schemas.microsoft.com/office/drawing/2014/main" id="{A6281054-CCC6-4C8B-937A-2D0364607F83}"/>
              </a:ext>
            </a:extLst>
          </p:cNvPr>
          <p:cNvSpPr txBox="1"/>
          <p:nvPr/>
        </p:nvSpPr>
        <p:spPr>
          <a:xfrm>
            <a:off x="4760091" y="1233162"/>
            <a:ext cx="4886024" cy="523220"/>
          </a:xfrm>
          <a:prstGeom prst="rect">
            <a:avLst/>
          </a:prstGeom>
          <a:noFill/>
        </p:spPr>
        <p:txBody>
          <a:bodyPr wrap="square">
            <a:spAutoFit/>
          </a:bodyPr>
          <a:lstStyle/>
          <a:p>
            <a:r>
              <a:rPr lang="zh-CN" altLang="en-US" sz="1400" b="1" i="1" dirty="0">
                <a:solidFill>
                  <a:srgbClr val="FF0000"/>
                </a:solidFill>
              </a:rPr>
              <a:t>两种相似的手部姿态，仅拇指姿态不同，虽然它们的回声帧在视觉上相似，但深度学习模型能够区分。</a:t>
            </a:r>
          </a:p>
        </p:txBody>
      </p:sp>
      <p:sp>
        <p:nvSpPr>
          <p:cNvPr id="29" name="文本框 28">
            <a:extLst>
              <a:ext uri="{FF2B5EF4-FFF2-40B4-BE49-F238E27FC236}">
                <a16:creationId xmlns:a16="http://schemas.microsoft.com/office/drawing/2014/main" id="{464A9CD5-9CC2-4745-B6ED-CD9E97F1364A}"/>
              </a:ext>
            </a:extLst>
          </p:cNvPr>
          <p:cNvSpPr txBox="1"/>
          <p:nvPr/>
        </p:nvSpPr>
        <p:spPr>
          <a:xfrm>
            <a:off x="3771900" y="5207031"/>
            <a:ext cx="7614214" cy="307777"/>
          </a:xfrm>
          <a:prstGeom prst="rect">
            <a:avLst/>
          </a:prstGeom>
          <a:noFill/>
        </p:spPr>
        <p:txBody>
          <a:bodyPr wrap="square">
            <a:spAutoFit/>
          </a:bodyPr>
          <a:lstStyle/>
          <a:p>
            <a:r>
              <a:rPr lang="zh-CN" altLang="en-US" sz="1400" b="1" i="1" dirty="0">
                <a:solidFill>
                  <a:srgbClr val="FF0000"/>
                </a:solidFill>
              </a:rPr>
              <a:t>戒指大多被遮挡，都有很强的反射，但拇指和小指位置的细微差异导致回声帧不同</a:t>
            </a:r>
          </a:p>
        </p:txBody>
      </p:sp>
      <p:cxnSp>
        <p:nvCxnSpPr>
          <p:cNvPr id="30" name="直接箭头连接符 29">
            <a:extLst>
              <a:ext uri="{FF2B5EF4-FFF2-40B4-BE49-F238E27FC236}">
                <a16:creationId xmlns:a16="http://schemas.microsoft.com/office/drawing/2014/main" id="{D61FF956-42B1-4B82-A9CC-CA68C432FE46}"/>
              </a:ext>
            </a:extLst>
          </p:cNvPr>
          <p:cNvCxnSpPr>
            <a:cxnSpLocks/>
          </p:cNvCxnSpPr>
          <p:nvPr/>
        </p:nvCxnSpPr>
        <p:spPr>
          <a:xfrm>
            <a:off x="4826000" y="4876800"/>
            <a:ext cx="88900" cy="392224"/>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a:extLst>
              <a:ext uri="{FF2B5EF4-FFF2-40B4-BE49-F238E27FC236}">
                <a16:creationId xmlns:a16="http://schemas.microsoft.com/office/drawing/2014/main" id="{3D91BDDE-F060-477A-B284-ED501F0C437B}"/>
              </a:ext>
            </a:extLst>
          </p:cNvPr>
          <p:cNvCxnSpPr>
            <a:cxnSpLocks/>
          </p:cNvCxnSpPr>
          <p:nvPr/>
        </p:nvCxnSpPr>
        <p:spPr>
          <a:xfrm flipH="1" flipV="1">
            <a:off x="7729820" y="1701496"/>
            <a:ext cx="309280" cy="255406"/>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接箭头连接符 37">
            <a:extLst>
              <a:ext uri="{FF2B5EF4-FFF2-40B4-BE49-F238E27FC236}">
                <a16:creationId xmlns:a16="http://schemas.microsoft.com/office/drawing/2014/main" id="{F2199A63-DE70-433C-9E47-F4EC210D2775}"/>
              </a:ext>
            </a:extLst>
          </p:cNvPr>
          <p:cNvCxnSpPr>
            <a:cxnSpLocks/>
          </p:cNvCxnSpPr>
          <p:nvPr/>
        </p:nvCxnSpPr>
        <p:spPr>
          <a:xfrm flipV="1">
            <a:off x="5623042" y="1702598"/>
            <a:ext cx="287381" cy="339747"/>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接箭头连接符 42">
            <a:extLst>
              <a:ext uri="{FF2B5EF4-FFF2-40B4-BE49-F238E27FC236}">
                <a16:creationId xmlns:a16="http://schemas.microsoft.com/office/drawing/2014/main" id="{89A895FE-0A93-4190-B957-0982E546AC86}"/>
              </a:ext>
            </a:extLst>
          </p:cNvPr>
          <p:cNvCxnSpPr>
            <a:cxnSpLocks/>
          </p:cNvCxnSpPr>
          <p:nvPr/>
        </p:nvCxnSpPr>
        <p:spPr>
          <a:xfrm flipH="1">
            <a:off x="8921991" y="4864838"/>
            <a:ext cx="704609" cy="404186"/>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48" name="文本框 47">
            <a:extLst>
              <a:ext uri="{FF2B5EF4-FFF2-40B4-BE49-F238E27FC236}">
                <a16:creationId xmlns:a16="http://schemas.microsoft.com/office/drawing/2014/main" id="{BD7AC074-B7C1-4057-9CC5-28E135E9642A}"/>
              </a:ext>
            </a:extLst>
          </p:cNvPr>
          <p:cNvSpPr txBox="1"/>
          <p:nvPr/>
        </p:nvSpPr>
        <p:spPr>
          <a:xfrm>
            <a:off x="1162399" y="6000593"/>
            <a:ext cx="12725400" cy="646331"/>
          </a:xfrm>
          <a:prstGeom prst="rect">
            <a:avLst/>
          </a:prstGeom>
          <a:noFill/>
        </p:spPr>
        <p:txBody>
          <a:bodyPr wrap="square">
            <a:spAutoFit/>
          </a:bodyPr>
          <a:lstStyle/>
          <a:p>
            <a:r>
              <a:rPr lang="zh-CN" altLang="en-US" b="1" i="0" dirty="0">
                <a:solidFill>
                  <a:srgbClr val="FF0000"/>
                </a:solidFill>
                <a:effectLst/>
                <a:latin typeface="Arial" panose="020B0604020202020204" pitchFamily="34" charset="0"/>
              </a:rPr>
              <a:t>抗遮挡</a:t>
            </a:r>
            <a:r>
              <a:rPr lang="zh-CN" altLang="en-US" b="0" i="0" dirty="0">
                <a:solidFill>
                  <a:srgbClr val="FF0000"/>
                </a:solidFill>
                <a:effectLst/>
                <a:latin typeface="Arial" panose="020B0604020202020204" pitchFamily="34" charset="0"/>
              </a:rPr>
              <a:t>：</a:t>
            </a:r>
            <a:r>
              <a:rPr lang="zh-CN" altLang="en-US" sz="1800" dirty="0"/>
              <a:t>戒指的独特佩戴位置可将手部几何遮挡转化为有用且可重复的信息</a:t>
            </a:r>
            <a:endParaRPr lang="zh-CN" altLang="en-US" dirty="0"/>
          </a:p>
          <a:p>
            <a:pPr algn="l"/>
            <a:r>
              <a:rPr lang="zh-CN" altLang="en-US" b="1" i="0" dirty="0">
                <a:solidFill>
                  <a:srgbClr val="FF0000"/>
                </a:solidFill>
                <a:effectLst/>
                <a:latin typeface="Arial" panose="020B0604020202020204" pitchFamily="34" charset="0"/>
              </a:rPr>
              <a:t>用户无关性</a:t>
            </a:r>
            <a:r>
              <a:rPr lang="zh-CN" altLang="en-US" b="0" i="0" dirty="0">
                <a:solidFill>
                  <a:srgbClr val="FF0000"/>
                </a:solidFill>
                <a:effectLst/>
                <a:latin typeface="Arial" panose="020B0604020202020204" pitchFamily="34" charset="0"/>
              </a:rPr>
              <a:t>：</a:t>
            </a:r>
            <a:r>
              <a:rPr lang="zh-CN" altLang="en-US" b="0" i="0" dirty="0">
                <a:solidFill>
                  <a:srgbClr val="000000"/>
                </a:solidFill>
                <a:effectLst/>
                <a:latin typeface="Arial" panose="020B0604020202020204" pitchFamily="34" charset="0"/>
              </a:rPr>
              <a:t>依赖手部解剖结构的回声，不同用户相同姿态的回声轮廓相似，无需大量个性化训练。</a:t>
            </a:r>
          </a:p>
        </p:txBody>
      </p:sp>
      <p:sp>
        <p:nvSpPr>
          <p:cNvPr id="5" name="灯片编号占位符 4">
            <a:extLst>
              <a:ext uri="{FF2B5EF4-FFF2-40B4-BE49-F238E27FC236}">
                <a16:creationId xmlns:a16="http://schemas.microsoft.com/office/drawing/2014/main" id="{B43E2110-2DD3-6F18-527C-5D312F709BCB}"/>
              </a:ext>
            </a:extLst>
          </p:cNvPr>
          <p:cNvSpPr>
            <a:spLocks noGrp="1"/>
          </p:cNvSpPr>
          <p:nvPr>
            <p:ph type="sldNum" sz="quarter" idx="4"/>
          </p:nvPr>
        </p:nvSpPr>
        <p:spPr/>
        <p:txBody>
          <a:bodyPr/>
          <a:lstStyle/>
          <a:p>
            <a:fld id="{7A48417F-7526-485E-AE3C-3E2AE40A04CB}" type="slidenum">
              <a:rPr lang="zh-CN" altLang="en-US" smtClean="0"/>
              <a:pPr/>
              <a:t>13</a:t>
            </a:fld>
            <a:r>
              <a:rPr lang="zh-CN" altLang="en-US" dirty="0"/>
              <a:t> </a:t>
            </a:r>
            <a:r>
              <a:rPr lang="en-US" altLang="zh-CN" dirty="0"/>
              <a:t>/ </a:t>
            </a:r>
            <a:r>
              <a:rPr lang="zh-CN" altLang="en-US" dirty="0"/>
              <a:t>总页数</a:t>
            </a:r>
          </a:p>
        </p:txBody>
      </p:sp>
    </p:spTree>
    <p:extLst>
      <p:ext uri="{BB962C8B-B14F-4D97-AF65-F5344CB8AC3E}">
        <p14:creationId xmlns:p14="http://schemas.microsoft.com/office/powerpoint/2010/main" val="40708797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7A3415-DDBF-CCDD-891F-F705BD31AC89}"/>
            </a:ext>
          </a:extLst>
        </p:cNvPr>
        <p:cNvGrpSpPr/>
        <p:nvPr/>
      </p:nvGrpSpPr>
      <p:grpSpPr>
        <a:xfrm>
          <a:off x="0" y="0"/>
          <a:ext cx="0" cy="0"/>
          <a:chOff x="0" y="0"/>
          <a:chExt cx="0" cy="0"/>
        </a:xfrm>
      </p:grpSpPr>
      <p:pic>
        <p:nvPicPr>
          <p:cNvPr id="21" name="图形 20">
            <a:extLst>
              <a:ext uri="{FF2B5EF4-FFF2-40B4-BE49-F238E27FC236}">
                <a16:creationId xmlns:a16="http://schemas.microsoft.com/office/drawing/2014/main" id="{D2FC081A-BC31-4B89-8DC3-78C0C3C9DDD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84970" y="705943"/>
            <a:ext cx="9683611" cy="6567312"/>
          </a:xfrm>
          <a:prstGeom prst="rect">
            <a:avLst/>
          </a:prstGeom>
        </p:spPr>
      </p:pic>
      <p:pic>
        <p:nvPicPr>
          <p:cNvPr id="9" name="图片 8">
            <a:extLst>
              <a:ext uri="{FF2B5EF4-FFF2-40B4-BE49-F238E27FC236}">
                <a16:creationId xmlns:a16="http://schemas.microsoft.com/office/drawing/2014/main" id="{4B4CBA4F-0EF5-609D-6DB1-2C48952C0FB7}"/>
              </a:ext>
            </a:extLst>
          </p:cNvPr>
          <p:cNvPicPr>
            <a:picLocks noChangeAspect="1"/>
          </p:cNvPicPr>
          <p:nvPr/>
        </p:nvPicPr>
        <p:blipFill rotWithShape="1">
          <a:blip r:embed="rId5">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 name="矩形 1">
            <a:extLst>
              <a:ext uri="{FF2B5EF4-FFF2-40B4-BE49-F238E27FC236}">
                <a16:creationId xmlns:a16="http://schemas.microsoft.com/office/drawing/2014/main" id="{AE809225-B407-4BF2-A0FB-4AA4F72E32F7}"/>
              </a:ext>
            </a:extLst>
          </p:cNvPr>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 name="组合 2">
            <a:extLst>
              <a:ext uri="{FF2B5EF4-FFF2-40B4-BE49-F238E27FC236}">
                <a16:creationId xmlns:a16="http://schemas.microsoft.com/office/drawing/2014/main" id="{48EC8872-D31E-98A4-00E5-DF5FE73CDDAE}"/>
              </a:ext>
            </a:extLst>
          </p:cNvPr>
          <p:cNvGrpSpPr/>
          <p:nvPr/>
        </p:nvGrpSpPr>
        <p:grpSpPr>
          <a:xfrm>
            <a:off x="138529" y="112812"/>
            <a:ext cx="3488591" cy="593131"/>
            <a:chOff x="1019925" y="1507764"/>
            <a:chExt cx="3488591" cy="593131"/>
          </a:xfrm>
        </p:grpSpPr>
        <p:sp>
          <p:nvSpPr>
            <p:cNvPr id="4" name="文本框 3">
              <a:extLst>
                <a:ext uri="{FF2B5EF4-FFF2-40B4-BE49-F238E27FC236}">
                  <a16:creationId xmlns:a16="http://schemas.microsoft.com/office/drawing/2014/main" id="{0E696467-72DA-2106-3C8C-6D95CD69CF56}"/>
                </a:ext>
              </a:extLst>
            </p:cNvPr>
            <p:cNvSpPr txBox="1"/>
            <p:nvPr/>
          </p:nvSpPr>
          <p:spPr>
            <a:xfrm>
              <a:off x="1700305" y="1507764"/>
              <a:ext cx="2808211" cy="524256"/>
            </a:xfrm>
            <a:prstGeom prst="rect">
              <a:avLst/>
            </a:prstGeom>
            <a:noFill/>
          </p:spPr>
          <p:txBody>
            <a:bodyPr vert="horz" wrap="square" rtlCol="0">
              <a:spAutoFit/>
            </a:bodyPr>
            <a:lstStyle/>
            <a:p>
              <a:pPr algn="dist"/>
              <a:r>
                <a:rPr lang="zh-CN" altLang="en-US" sz="2800" b="1" dirty="0">
                  <a:solidFill>
                    <a:schemeClr val="bg1"/>
                  </a:solidFill>
                  <a:latin typeface="微软雅黑" panose="020B0503020204020204" pitchFamily="34" charset="-122"/>
                  <a:ea typeface="微软雅黑" panose="020B0503020204020204" pitchFamily="34" charset="-122"/>
                </a:rPr>
                <a:t>深度学习流程</a:t>
              </a:r>
            </a:p>
          </p:txBody>
        </p:sp>
        <p:pic>
          <p:nvPicPr>
            <p:cNvPr id="5" name="图片 4">
              <a:extLst>
                <a:ext uri="{FF2B5EF4-FFF2-40B4-BE49-F238E27FC236}">
                  <a16:creationId xmlns:a16="http://schemas.microsoft.com/office/drawing/2014/main" id="{E8E1EAC1-69C6-C711-FCF8-6BA15FD745A0}"/>
                </a:ext>
              </a:extLst>
            </p:cNvPr>
            <p:cNvPicPr>
              <a:picLocks noChangeAspect="1"/>
            </p:cNvPicPr>
            <p:nvPr/>
          </p:nvPicPr>
          <p:blipFill rotWithShape="1">
            <a:blip r:embed="rId6" cstate="print">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pic>
        <p:nvPicPr>
          <p:cNvPr id="36" name="图片 35">
            <a:extLst>
              <a:ext uri="{FF2B5EF4-FFF2-40B4-BE49-F238E27FC236}">
                <a16:creationId xmlns:a16="http://schemas.microsoft.com/office/drawing/2014/main" id="{B30EACD2-0C67-2783-9DCC-D01F2C995B4E}"/>
              </a:ext>
            </a:extLst>
          </p:cNvPr>
          <p:cNvPicPr>
            <a:picLocks noChangeAspect="1"/>
          </p:cNvPicPr>
          <p:nvPr/>
        </p:nvPicPr>
        <p:blipFill rotWithShape="1">
          <a:blip r:embed="rId7"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sp>
        <p:nvSpPr>
          <p:cNvPr id="14" name="文本框 13">
            <a:extLst>
              <a:ext uri="{FF2B5EF4-FFF2-40B4-BE49-F238E27FC236}">
                <a16:creationId xmlns:a16="http://schemas.microsoft.com/office/drawing/2014/main" id="{77A5B489-D872-4F5D-A293-4D64850B2435}"/>
              </a:ext>
            </a:extLst>
          </p:cNvPr>
          <p:cNvSpPr txBox="1"/>
          <p:nvPr/>
        </p:nvSpPr>
        <p:spPr>
          <a:xfrm>
            <a:off x="232918" y="941599"/>
            <a:ext cx="6094070" cy="461665"/>
          </a:xfrm>
          <a:prstGeom prst="rect">
            <a:avLst/>
          </a:prstGeom>
          <a:noFill/>
        </p:spPr>
        <p:txBody>
          <a:bodyPr wrap="square">
            <a:spAutoFit/>
          </a:bodyPr>
          <a:lstStyle/>
          <a:p>
            <a:r>
              <a:rPr lang="zh-CN" altLang="en-US" sz="2400" b="1" dirty="0">
                <a:latin typeface="+mj-ea"/>
                <a:ea typeface="+mj-ea"/>
              </a:rPr>
              <a:t>手部姿态真值获取</a:t>
            </a:r>
          </a:p>
        </p:txBody>
      </p:sp>
      <p:grpSp>
        <p:nvGrpSpPr>
          <p:cNvPr id="8" name="组合 7">
            <a:extLst>
              <a:ext uri="{FF2B5EF4-FFF2-40B4-BE49-F238E27FC236}">
                <a16:creationId xmlns:a16="http://schemas.microsoft.com/office/drawing/2014/main" id="{002202FD-B2BE-4377-91D3-BB6964B2C04D}"/>
              </a:ext>
            </a:extLst>
          </p:cNvPr>
          <p:cNvGrpSpPr/>
          <p:nvPr/>
        </p:nvGrpSpPr>
        <p:grpSpPr>
          <a:xfrm>
            <a:off x="9078865" y="2010693"/>
            <a:ext cx="9540123" cy="3311822"/>
            <a:chOff x="1946325" y="4301873"/>
            <a:chExt cx="7870430" cy="2466071"/>
          </a:xfrm>
        </p:grpSpPr>
        <p:grpSp>
          <p:nvGrpSpPr>
            <p:cNvPr id="6" name="组合 5">
              <a:extLst>
                <a:ext uri="{FF2B5EF4-FFF2-40B4-BE49-F238E27FC236}">
                  <a16:creationId xmlns:a16="http://schemas.microsoft.com/office/drawing/2014/main" id="{9B5414B1-009C-43BD-93FB-A3C1D2EE544E}"/>
                </a:ext>
              </a:extLst>
            </p:cNvPr>
            <p:cNvGrpSpPr/>
            <p:nvPr/>
          </p:nvGrpSpPr>
          <p:grpSpPr>
            <a:xfrm>
              <a:off x="1946325" y="4301873"/>
              <a:ext cx="1816141" cy="2443315"/>
              <a:chOff x="1256093" y="3749250"/>
              <a:chExt cx="1816141" cy="2443315"/>
            </a:xfrm>
          </p:grpSpPr>
          <p:pic>
            <p:nvPicPr>
              <p:cNvPr id="17" name="图片 16">
                <a:extLst>
                  <a:ext uri="{FF2B5EF4-FFF2-40B4-BE49-F238E27FC236}">
                    <a16:creationId xmlns:a16="http://schemas.microsoft.com/office/drawing/2014/main" id="{FE4774F8-08EA-4A5C-8918-3AC1A40B3D54}"/>
                  </a:ext>
                </a:extLst>
              </p:cNvPr>
              <p:cNvPicPr>
                <a:picLocks noChangeAspect="1"/>
              </p:cNvPicPr>
              <p:nvPr/>
            </p:nvPicPr>
            <p:blipFill rotWithShape="1">
              <a:blip r:embed="rId8">
                <a:extLst>
                  <a:ext uri="{28A0092B-C50C-407E-A947-70E740481C1C}">
                    <a14:useLocalDpi xmlns:a14="http://schemas.microsoft.com/office/drawing/2010/main" val="0"/>
                  </a:ext>
                </a:extLst>
              </a:blip>
              <a:srcRect l="77612" r="2537" b="20086"/>
              <a:stretch/>
            </p:blipFill>
            <p:spPr>
              <a:xfrm>
                <a:off x="1256093" y="3749250"/>
                <a:ext cx="1816141" cy="2443315"/>
              </a:xfrm>
              <a:prstGeom prst="rect">
                <a:avLst/>
              </a:prstGeom>
            </p:spPr>
          </p:pic>
          <p:cxnSp>
            <p:nvCxnSpPr>
              <p:cNvPr id="24" name="直接箭头连接符 23">
                <a:extLst>
                  <a:ext uri="{FF2B5EF4-FFF2-40B4-BE49-F238E27FC236}">
                    <a16:creationId xmlns:a16="http://schemas.microsoft.com/office/drawing/2014/main" id="{024E14C6-0727-4641-85A8-A183B359A9D2}"/>
                  </a:ext>
                </a:extLst>
              </p:cNvPr>
              <p:cNvCxnSpPr/>
              <p:nvPr/>
            </p:nvCxnSpPr>
            <p:spPr>
              <a:xfrm>
                <a:off x="2447841" y="5488474"/>
                <a:ext cx="500514" cy="327259"/>
              </a:xfrm>
              <a:prstGeom prst="straightConnector1">
                <a:avLst/>
              </a:prstGeom>
              <a:ln w="57150">
                <a:solidFill>
                  <a:srgbClr val="00B0F0"/>
                </a:solidFill>
                <a:tailEnd type="triangle"/>
              </a:ln>
            </p:spPr>
            <p:style>
              <a:lnRef idx="1">
                <a:schemeClr val="accent1"/>
              </a:lnRef>
              <a:fillRef idx="0">
                <a:schemeClr val="accent1"/>
              </a:fillRef>
              <a:effectRef idx="0">
                <a:schemeClr val="accent1"/>
              </a:effectRef>
              <a:fontRef idx="minor">
                <a:schemeClr val="tx1"/>
              </a:fontRef>
            </p:style>
          </p:cxnSp>
        </p:grpSp>
        <p:sp>
          <p:nvSpPr>
            <p:cNvPr id="29" name="文本框 28">
              <a:extLst>
                <a:ext uri="{FF2B5EF4-FFF2-40B4-BE49-F238E27FC236}">
                  <a16:creationId xmlns:a16="http://schemas.microsoft.com/office/drawing/2014/main" id="{CFB45F71-C2BF-4773-8282-6D9B3627A4D2}"/>
                </a:ext>
              </a:extLst>
            </p:cNvPr>
            <p:cNvSpPr txBox="1"/>
            <p:nvPr/>
          </p:nvSpPr>
          <p:spPr>
            <a:xfrm>
              <a:off x="3252327" y="6398612"/>
              <a:ext cx="6564428" cy="369332"/>
            </a:xfrm>
            <a:prstGeom prst="rect">
              <a:avLst/>
            </a:prstGeom>
            <a:noFill/>
          </p:spPr>
          <p:txBody>
            <a:bodyPr wrap="square">
              <a:spAutoFit/>
            </a:bodyPr>
            <a:lstStyle/>
            <a:p>
              <a:r>
                <a:rPr lang="zh-CN" altLang="en-US" sz="1800" b="1" i="0" dirty="0">
                  <a:solidFill>
                    <a:srgbClr val="00B0F0"/>
                  </a:solidFill>
                  <a:effectLst/>
                  <a:latin typeface="+mj-ea"/>
                  <a:ea typeface="+mj-ea"/>
                </a:rPr>
                <a:t>手腕关键点</a:t>
              </a:r>
              <a:endParaRPr lang="zh-CN" altLang="en-US" dirty="0">
                <a:solidFill>
                  <a:srgbClr val="00B0F0"/>
                </a:solidFill>
                <a:latin typeface="+mj-ea"/>
                <a:ea typeface="+mj-ea"/>
              </a:endParaRPr>
            </a:p>
          </p:txBody>
        </p:sp>
      </p:grpSp>
      <p:sp>
        <p:nvSpPr>
          <p:cNvPr id="13" name="灯片编号占位符 12">
            <a:extLst>
              <a:ext uri="{FF2B5EF4-FFF2-40B4-BE49-F238E27FC236}">
                <a16:creationId xmlns:a16="http://schemas.microsoft.com/office/drawing/2014/main" id="{8C7A32C1-E2E8-6166-5A88-C042DA4F6EED}"/>
              </a:ext>
            </a:extLst>
          </p:cNvPr>
          <p:cNvSpPr>
            <a:spLocks noGrp="1"/>
          </p:cNvSpPr>
          <p:nvPr>
            <p:ph type="sldNum" sz="quarter" idx="4"/>
          </p:nvPr>
        </p:nvSpPr>
        <p:spPr/>
        <p:txBody>
          <a:bodyPr/>
          <a:lstStyle/>
          <a:p>
            <a:fld id="{7A48417F-7526-485E-AE3C-3E2AE40A04CB}" type="slidenum">
              <a:rPr lang="zh-CN" altLang="en-US" smtClean="0"/>
              <a:pPr/>
              <a:t>14</a:t>
            </a:fld>
            <a:r>
              <a:rPr lang="zh-CN" altLang="en-US"/>
              <a:t> </a:t>
            </a:r>
            <a:r>
              <a:rPr lang="en-US" altLang="zh-CN"/>
              <a:t>/ </a:t>
            </a:r>
            <a:r>
              <a:rPr lang="zh-CN" altLang="en-US"/>
              <a:t>总页数</a:t>
            </a:r>
            <a:endParaRPr lang="zh-CN" altLang="en-US" dirty="0"/>
          </a:p>
        </p:txBody>
      </p:sp>
      <p:sp>
        <p:nvSpPr>
          <p:cNvPr id="19" name="矩形: 圆角 18">
            <a:extLst>
              <a:ext uri="{FF2B5EF4-FFF2-40B4-BE49-F238E27FC236}">
                <a16:creationId xmlns:a16="http://schemas.microsoft.com/office/drawing/2014/main" id="{6D2AA560-3255-40E5-B9F7-DF9DE66D597D}"/>
              </a:ext>
            </a:extLst>
          </p:cNvPr>
          <p:cNvSpPr/>
          <p:nvPr/>
        </p:nvSpPr>
        <p:spPr>
          <a:xfrm>
            <a:off x="2099211" y="6123900"/>
            <a:ext cx="8455554" cy="618078"/>
          </a:xfrm>
          <a:prstGeom prst="roundRect">
            <a:avLst/>
          </a:prstGeom>
          <a:solidFill>
            <a:srgbClr val="E2EBE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DD60D1C0-CD7E-495E-8271-3EA2716D9262}"/>
              </a:ext>
            </a:extLst>
          </p:cNvPr>
          <p:cNvSpPr txBox="1"/>
          <p:nvPr/>
        </p:nvSpPr>
        <p:spPr>
          <a:xfrm>
            <a:off x="3472321" y="6218183"/>
            <a:ext cx="14164887" cy="461665"/>
          </a:xfrm>
          <a:prstGeom prst="rect">
            <a:avLst/>
          </a:prstGeom>
          <a:noFill/>
        </p:spPr>
        <p:txBody>
          <a:bodyPr wrap="square">
            <a:spAutoFit/>
          </a:bodyPr>
          <a:lstStyle/>
          <a:p>
            <a:r>
              <a:rPr lang="zh-CN" altLang="en-US" sz="2400" b="1" dirty="0">
                <a:solidFill>
                  <a:srgbClr val="FF0000"/>
                </a:solidFill>
                <a:latin typeface="+mj-ea"/>
                <a:ea typeface="+mj-ea"/>
              </a:rPr>
              <a:t>采用</a:t>
            </a:r>
            <a:r>
              <a:rPr lang="en-US" altLang="zh-CN" sz="2400" b="1" dirty="0" err="1">
                <a:solidFill>
                  <a:srgbClr val="FF0000"/>
                </a:solidFill>
                <a:latin typeface="+mj-ea"/>
                <a:ea typeface="+mj-ea"/>
              </a:rPr>
              <a:t>MediaPipe</a:t>
            </a:r>
            <a:r>
              <a:rPr lang="zh-CN" altLang="en-US" sz="2400" b="1" dirty="0">
                <a:solidFill>
                  <a:srgbClr val="FF0000"/>
                </a:solidFill>
                <a:latin typeface="+mj-ea"/>
                <a:ea typeface="+mj-ea"/>
              </a:rPr>
              <a:t>计算手部姿态的真值</a:t>
            </a:r>
            <a:endParaRPr lang="en-US" altLang="zh-CN" sz="2400" b="1" dirty="0">
              <a:solidFill>
                <a:srgbClr val="FF0000"/>
              </a:solidFill>
              <a:latin typeface="+mj-ea"/>
              <a:ea typeface="+mj-ea"/>
            </a:endParaRPr>
          </a:p>
        </p:txBody>
      </p:sp>
    </p:spTree>
    <p:extLst>
      <p:ext uri="{BB962C8B-B14F-4D97-AF65-F5344CB8AC3E}">
        <p14:creationId xmlns:p14="http://schemas.microsoft.com/office/powerpoint/2010/main" val="30321402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7A3415-DDBF-CCDD-891F-F705BD31AC89}"/>
            </a:ext>
          </a:extLst>
        </p:cNvPr>
        <p:cNvGrpSpPr/>
        <p:nvPr/>
      </p:nvGrpSpPr>
      <p:grpSpPr>
        <a:xfrm>
          <a:off x="0" y="0"/>
          <a:ext cx="0" cy="0"/>
          <a:chOff x="0" y="0"/>
          <a:chExt cx="0" cy="0"/>
        </a:xfrm>
      </p:grpSpPr>
      <p:pic>
        <p:nvPicPr>
          <p:cNvPr id="9" name="图片 8">
            <a:extLst>
              <a:ext uri="{FF2B5EF4-FFF2-40B4-BE49-F238E27FC236}">
                <a16:creationId xmlns:a16="http://schemas.microsoft.com/office/drawing/2014/main" id="{4B4CBA4F-0EF5-609D-6DB1-2C48952C0FB7}"/>
              </a:ext>
            </a:extLst>
          </p:cNvPr>
          <p:cNvPicPr>
            <a:picLocks noChangeAspect="1"/>
          </p:cNvPicPr>
          <p:nvPr/>
        </p:nvPicPr>
        <p:blipFill rotWithShape="1">
          <a:blip r:embed="rId3">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 name="矩形 1">
            <a:extLst>
              <a:ext uri="{FF2B5EF4-FFF2-40B4-BE49-F238E27FC236}">
                <a16:creationId xmlns:a16="http://schemas.microsoft.com/office/drawing/2014/main" id="{AE809225-B407-4BF2-A0FB-4AA4F72E32F7}"/>
              </a:ext>
            </a:extLst>
          </p:cNvPr>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 name="组合 2">
            <a:extLst>
              <a:ext uri="{FF2B5EF4-FFF2-40B4-BE49-F238E27FC236}">
                <a16:creationId xmlns:a16="http://schemas.microsoft.com/office/drawing/2014/main" id="{48EC8872-D31E-98A4-00E5-DF5FE73CDDAE}"/>
              </a:ext>
            </a:extLst>
          </p:cNvPr>
          <p:cNvGrpSpPr/>
          <p:nvPr/>
        </p:nvGrpSpPr>
        <p:grpSpPr>
          <a:xfrm>
            <a:off x="138529" y="112812"/>
            <a:ext cx="3488591" cy="593131"/>
            <a:chOff x="1019925" y="1507764"/>
            <a:chExt cx="3488591" cy="593131"/>
          </a:xfrm>
        </p:grpSpPr>
        <p:sp>
          <p:nvSpPr>
            <p:cNvPr id="4" name="文本框 3">
              <a:extLst>
                <a:ext uri="{FF2B5EF4-FFF2-40B4-BE49-F238E27FC236}">
                  <a16:creationId xmlns:a16="http://schemas.microsoft.com/office/drawing/2014/main" id="{0E696467-72DA-2106-3C8C-6D95CD69CF56}"/>
                </a:ext>
              </a:extLst>
            </p:cNvPr>
            <p:cNvSpPr txBox="1"/>
            <p:nvPr/>
          </p:nvSpPr>
          <p:spPr>
            <a:xfrm>
              <a:off x="1700305" y="1507764"/>
              <a:ext cx="2808211" cy="524256"/>
            </a:xfrm>
            <a:prstGeom prst="rect">
              <a:avLst/>
            </a:prstGeom>
            <a:noFill/>
          </p:spPr>
          <p:txBody>
            <a:bodyPr vert="horz" wrap="square" rtlCol="0">
              <a:spAutoFit/>
            </a:bodyPr>
            <a:lstStyle/>
            <a:p>
              <a:pPr algn="dist"/>
              <a:r>
                <a:rPr lang="zh-CN" altLang="en-US" sz="2800" b="1" dirty="0">
                  <a:solidFill>
                    <a:schemeClr val="bg1"/>
                  </a:solidFill>
                  <a:latin typeface="微软雅黑" panose="020B0503020204020204" pitchFamily="34" charset="-122"/>
                  <a:ea typeface="微软雅黑" panose="020B0503020204020204" pitchFamily="34" charset="-122"/>
                </a:rPr>
                <a:t>深度学习流程</a:t>
              </a:r>
            </a:p>
          </p:txBody>
        </p:sp>
        <p:pic>
          <p:nvPicPr>
            <p:cNvPr id="5" name="图片 4">
              <a:extLst>
                <a:ext uri="{FF2B5EF4-FFF2-40B4-BE49-F238E27FC236}">
                  <a16:creationId xmlns:a16="http://schemas.microsoft.com/office/drawing/2014/main" id="{E8E1EAC1-69C6-C711-FCF8-6BA15FD745A0}"/>
                </a:ext>
              </a:extLst>
            </p:cNvPr>
            <p:cNvPicPr>
              <a:picLocks noChangeAspect="1"/>
            </p:cNvPicPr>
            <p:nvPr/>
          </p:nvPicPr>
          <p:blipFill rotWithShape="1">
            <a:blip r:embed="rId4" cstate="print">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sp>
        <p:nvSpPr>
          <p:cNvPr id="62" name="矩形 61">
            <a:extLst>
              <a:ext uri="{FF2B5EF4-FFF2-40B4-BE49-F238E27FC236}">
                <a16:creationId xmlns:a16="http://schemas.microsoft.com/office/drawing/2014/main" id="{037E14DF-31E8-7BF2-1727-3BA71652CEA3}"/>
              </a:ext>
            </a:extLst>
          </p:cNvPr>
          <p:cNvSpPr/>
          <p:nvPr/>
        </p:nvSpPr>
        <p:spPr>
          <a:xfrm>
            <a:off x="0" y="6553271"/>
            <a:ext cx="12192000" cy="3112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36" name="图片 35">
            <a:extLst>
              <a:ext uri="{FF2B5EF4-FFF2-40B4-BE49-F238E27FC236}">
                <a16:creationId xmlns:a16="http://schemas.microsoft.com/office/drawing/2014/main" id="{B30EACD2-0C67-2783-9DCC-D01F2C995B4E}"/>
              </a:ext>
            </a:extLst>
          </p:cNvPr>
          <p:cNvPicPr>
            <a:picLocks noChangeAspect="1"/>
          </p:cNvPicPr>
          <p:nvPr/>
        </p:nvPicPr>
        <p:blipFill rotWithShape="1">
          <a:blip r:embed="rId5"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pic>
        <p:nvPicPr>
          <p:cNvPr id="2050" name="Picture 2">
            <a:extLst>
              <a:ext uri="{FF2B5EF4-FFF2-40B4-BE49-F238E27FC236}">
                <a16:creationId xmlns:a16="http://schemas.microsoft.com/office/drawing/2014/main" id="{0663B89B-7A54-498B-92E7-676FEE69947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94835" y="-231052"/>
            <a:ext cx="15576997" cy="7503919"/>
          </a:xfrm>
          <a:prstGeom prst="rect">
            <a:avLst/>
          </a:prstGeom>
          <a:noFill/>
          <a:extLst>
            <a:ext uri="{909E8E84-426E-40DD-AFC4-6F175D3DCCD1}">
              <a14:hiddenFill xmlns:a14="http://schemas.microsoft.com/office/drawing/2010/main">
                <a:solidFill>
                  <a:srgbClr val="FFFFFF"/>
                </a:solidFill>
              </a14:hiddenFill>
            </a:ext>
          </a:extLst>
        </p:spPr>
      </p:pic>
      <p:sp>
        <p:nvSpPr>
          <p:cNvPr id="15" name="文本框 14">
            <a:extLst>
              <a:ext uri="{FF2B5EF4-FFF2-40B4-BE49-F238E27FC236}">
                <a16:creationId xmlns:a16="http://schemas.microsoft.com/office/drawing/2014/main" id="{6FB8560D-0BD7-47B6-BE25-75435AFC211F}"/>
              </a:ext>
            </a:extLst>
          </p:cNvPr>
          <p:cNvSpPr txBox="1"/>
          <p:nvPr/>
        </p:nvSpPr>
        <p:spPr>
          <a:xfrm>
            <a:off x="138529" y="996484"/>
            <a:ext cx="6094070" cy="461665"/>
          </a:xfrm>
          <a:prstGeom prst="rect">
            <a:avLst/>
          </a:prstGeom>
          <a:noFill/>
        </p:spPr>
        <p:txBody>
          <a:bodyPr wrap="square">
            <a:spAutoFit/>
          </a:bodyPr>
          <a:lstStyle/>
          <a:p>
            <a:r>
              <a:rPr lang="zh-CN" altLang="en-US" sz="2400" b="1" dirty="0">
                <a:latin typeface="+mj-ea"/>
                <a:ea typeface="+mj-ea"/>
              </a:rPr>
              <a:t>手部姿态和尺寸归一化</a:t>
            </a:r>
          </a:p>
        </p:txBody>
      </p:sp>
      <p:sp>
        <p:nvSpPr>
          <p:cNvPr id="10" name="灯片编号占位符 9">
            <a:extLst>
              <a:ext uri="{FF2B5EF4-FFF2-40B4-BE49-F238E27FC236}">
                <a16:creationId xmlns:a16="http://schemas.microsoft.com/office/drawing/2014/main" id="{DA50A1FC-66A7-24B5-6D32-72F034C9F08B}"/>
              </a:ext>
            </a:extLst>
          </p:cNvPr>
          <p:cNvSpPr>
            <a:spLocks noGrp="1"/>
          </p:cNvSpPr>
          <p:nvPr>
            <p:ph type="sldNum" sz="quarter" idx="4"/>
          </p:nvPr>
        </p:nvSpPr>
        <p:spPr/>
        <p:txBody>
          <a:bodyPr/>
          <a:lstStyle/>
          <a:p>
            <a:fld id="{7A48417F-7526-485E-AE3C-3E2AE40A04CB}" type="slidenum">
              <a:rPr lang="zh-CN" altLang="en-US" smtClean="0"/>
              <a:pPr/>
              <a:t>15</a:t>
            </a:fld>
            <a:r>
              <a:rPr lang="zh-CN" altLang="en-US"/>
              <a:t> </a:t>
            </a:r>
            <a:r>
              <a:rPr lang="en-US" altLang="zh-CN"/>
              <a:t>/ </a:t>
            </a:r>
            <a:r>
              <a:rPr lang="zh-CN" altLang="en-US"/>
              <a:t>总页数</a:t>
            </a:r>
            <a:endParaRPr lang="zh-CN" altLang="en-US" dirty="0"/>
          </a:p>
        </p:txBody>
      </p:sp>
    </p:spTree>
    <p:extLst>
      <p:ext uri="{BB962C8B-B14F-4D97-AF65-F5344CB8AC3E}">
        <p14:creationId xmlns:p14="http://schemas.microsoft.com/office/powerpoint/2010/main" val="32828888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7A3415-DDBF-CCDD-891F-F705BD31AC89}"/>
            </a:ext>
          </a:extLst>
        </p:cNvPr>
        <p:cNvGrpSpPr/>
        <p:nvPr/>
      </p:nvGrpSpPr>
      <p:grpSpPr>
        <a:xfrm>
          <a:off x="0" y="0"/>
          <a:ext cx="0" cy="0"/>
          <a:chOff x="0" y="0"/>
          <a:chExt cx="0" cy="0"/>
        </a:xfrm>
      </p:grpSpPr>
      <p:sp>
        <p:nvSpPr>
          <p:cNvPr id="26" name="矩形: 圆角 25">
            <a:extLst>
              <a:ext uri="{FF2B5EF4-FFF2-40B4-BE49-F238E27FC236}">
                <a16:creationId xmlns:a16="http://schemas.microsoft.com/office/drawing/2014/main" id="{646D2954-86F3-4B1F-B711-6F646FB019E4}"/>
              </a:ext>
            </a:extLst>
          </p:cNvPr>
          <p:cNvSpPr/>
          <p:nvPr/>
        </p:nvSpPr>
        <p:spPr>
          <a:xfrm>
            <a:off x="470448" y="5993772"/>
            <a:ext cx="11360166" cy="558976"/>
          </a:xfrm>
          <a:prstGeom prst="roundRect">
            <a:avLst/>
          </a:prstGeom>
          <a:solidFill>
            <a:srgbClr val="E2EBE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a:extLst>
              <a:ext uri="{FF2B5EF4-FFF2-40B4-BE49-F238E27FC236}">
                <a16:creationId xmlns:a16="http://schemas.microsoft.com/office/drawing/2014/main" id="{E99DDC48-EA54-8536-E117-F23982022623}"/>
              </a:ext>
            </a:extLst>
          </p:cNvPr>
          <p:cNvGrpSpPr/>
          <p:nvPr/>
        </p:nvGrpSpPr>
        <p:grpSpPr>
          <a:xfrm>
            <a:off x="561894" y="4280427"/>
            <a:ext cx="2647787" cy="1385322"/>
            <a:chOff x="501004" y="2740262"/>
            <a:chExt cx="7467783" cy="3488973"/>
          </a:xfrm>
        </p:grpSpPr>
        <p:sp>
          <p:nvSpPr>
            <p:cNvPr id="4" name="矩形: 圆角 3">
              <a:extLst>
                <a:ext uri="{FF2B5EF4-FFF2-40B4-BE49-F238E27FC236}">
                  <a16:creationId xmlns:a16="http://schemas.microsoft.com/office/drawing/2014/main" id="{335FE2A8-2431-C34A-5344-E73CDDC88981}"/>
                </a:ext>
              </a:extLst>
            </p:cNvPr>
            <p:cNvSpPr/>
            <p:nvPr/>
          </p:nvSpPr>
          <p:spPr>
            <a:xfrm>
              <a:off x="501004" y="2740262"/>
              <a:ext cx="7467783" cy="3488973"/>
            </a:xfrm>
            <a:prstGeom prst="roundRect">
              <a:avLst>
                <a:gd name="adj" fmla="val 10405"/>
              </a:avLst>
            </a:prstGeom>
            <a:solidFill>
              <a:srgbClr val="E2EBE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文本框 4">
              <a:extLst>
                <a:ext uri="{FF2B5EF4-FFF2-40B4-BE49-F238E27FC236}">
                  <a16:creationId xmlns:a16="http://schemas.microsoft.com/office/drawing/2014/main" id="{0CFBB8B8-689D-718B-CFDD-70B4CCB97B9A}"/>
                </a:ext>
              </a:extLst>
            </p:cNvPr>
            <p:cNvSpPr txBox="1"/>
            <p:nvPr/>
          </p:nvSpPr>
          <p:spPr>
            <a:xfrm>
              <a:off x="501004" y="3353238"/>
              <a:ext cx="6092892" cy="508885"/>
            </a:xfrm>
            <a:prstGeom prst="rect">
              <a:avLst/>
            </a:prstGeom>
            <a:noFill/>
          </p:spPr>
          <p:txBody>
            <a:bodyPr wrap="square">
              <a:spAutoFit/>
            </a:bodyPr>
            <a:lstStyle/>
            <a:p>
              <a:endParaRPr lang="en-US" altLang="zh-CN" sz="2000" dirty="0"/>
            </a:p>
          </p:txBody>
        </p:sp>
      </p:grpSp>
      <p:sp>
        <p:nvSpPr>
          <p:cNvPr id="10" name="文本框 9">
            <a:extLst>
              <a:ext uri="{FF2B5EF4-FFF2-40B4-BE49-F238E27FC236}">
                <a16:creationId xmlns:a16="http://schemas.microsoft.com/office/drawing/2014/main" id="{615A59F0-BC3E-4320-9CE5-6414533EE32E}"/>
              </a:ext>
            </a:extLst>
          </p:cNvPr>
          <p:cNvSpPr txBox="1"/>
          <p:nvPr/>
        </p:nvSpPr>
        <p:spPr>
          <a:xfrm>
            <a:off x="138529" y="946198"/>
            <a:ext cx="6094070" cy="461665"/>
          </a:xfrm>
          <a:prstGeom prst="rect">
            <a:avLst/>
          </a:prstGeom>
          <a:noFill/>
        </p:spPr>
        <p:txBody>
          <a:bodyPr wrap="square">
            <a:spAutoFit/>
          </a:bodyPr>
          <a:lstStyle/>
          <a:p>
            <a:r>
              <a:rPr lang="zh-CN" altLang="en-US" sz="2400" b="1" dirty="0">
                <a:latin typeface="+mj-ea"/>
                <a:ea typeface="+mj-ea"/>
              </a:rPr>
              <a:t>模型架构</a:t>
            </a:r>
          </a:p>
        </p:txBody>
      </p:sp>
      <p:pic>
        <p:nvPicPr>
          <p:cNvPr id="11" name="图片 10">
            <a:extLst>
              <a:ext uri="{FF2B5EF4-FFF2-40B4-BE49-F238E27FC236}">
                <a16:creationId xmlns:a16="http://schemas.microsoft.com/office/drawing/2014/main" id="{BA98E139-7E28-4A2C-B65C-0D765E14084A}"/>
              </a:ext>
            </a:extLst>
          </p:cNvPr>
          <p:cNvPicPr>
            <a:picLocks noChangeAspect="1"/>
          </p:cNvPicPr>
          <p:nvPr/>
        </p:nvPicPr>
        <p:blipFill rotWithShape="1">
          <a:blip r:embed="rId3">
            <a:extLst>
              <a:ext uri="{28A0092B-C50C-407E-A947-70E740481C1C}">
                <a14:useLocalDpi xmlns:a14="http://schemas.microsoft.com/office/drawing/2010/main" val="0"/>
              </a:ext>
            </a:extLst>
          </a:blip>
          <a:srcRect b="20014"/>
          <a:stretch/>
        </p:blipFill>
        <p:spPr>
          <a:xfrm>
            <a:off x="671336" y="1531769"/>
            <a:ext cx="9997258" cy="2326624"/>
          </a:xfrm>
          <a:prstGeom prst="rect">
            <a:avLst/>
          </a:prstGeom>
        </p:spPr>
      </p:pic>
      <p:pic>
        <p:nvPicPr>
          <p:cNvPr id="15" name="图片 14">
            <a:extLst>
              <a:ext uri="{FF2B5EF4-FFF2-40B4-BE49-F238E27FC236}">
                <a16:creationId xmlns:a16="http://schemas.microsoft.com/office/drawing/2014/main" id="{3538B467-EEB8-4191-9125-B1026D4E0B86}"/>
              </a:ext>
            </a:extLst>
          </p:cNvPr>
          <p:cNvPicPr>
            <a:picLocks noChangeAspect="1"/>
          </p:cNvPicPr>
          <p:nvPr/>
        </p:nvPicPr>
        <p:blipFill rotWithShape="1">
          <a:blip r:embed="rId4">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16" name="矩形 15">
            <a:extLst>
              <a:ext uri="{FF2B5EF4-FFF2-40B4-BE49-F238E27FC236}">
                <a16:creationId xmlns:a16="http://schemas.microsoft.com/office/drawing/2014/main" id="{4362F29E-5326-47D5-8B77-34D6B1F01FD1}"/>
              </a:ext>
            </a:extLst>
          </p:cNvPr>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7" name="组合 16">
            <a:extLst>
              <a:ext uri="{FF2B5EF4-FFF2-40B4-BE49-F238E27FC236}">
                <a16:creationId xmlns:a16="http://schemas.microsoft.com/office/drawing/2014/main" id="{DA5BE96B-6C70-4AF0-944C-4A57E1C722EF}"/>
              </a:ext>
            </a:extLst>
          </p:cNvPr>
          <p:cNvGrpSpPr/>
          <p:nvPr/>
        </p:nvGrpSpPr>
        <p:grpSpPr>
          <a:xfrm>
            <a:off x="138529" y="112812"/>
            <a:ext cx="3488591" cy="593131"/>
            <a:chOff x="1019925" y="1507764"/>
            <a:chExt cx="3488591" cy="593131"/>
          </a:xfrm>
        </p:grpSpPr>
        <p:sp>
          <p:nvSpPr>
            <p:cNvPr id="18" name="文本框 17">
              <a:extLst>
                <a:ext uri="{FF2B5EF4-FFF2-40B4-BE49-F238E27FC236}">
                  <a16:creationId xmlns:a16="http://schemas.microsoft.com/office/drawing/2014/main" id="{86907824-4929-4DA2-AC43-820C88E33C26}"/>
                </a:ext>
              </a:extLst>
            </p:cNvPr>
            <p:cNvSpPr txBox="1"/>
            <p:nvPr/>
          </p:nvSpPr>
          <p:spPr>
            <a:xfrm>
              <a:off x="1700305" y="1507764"/>
              <a:ext cx="2808211" cy="524256"/>
            </a:xfrm>
            <a:prstGeom prst="rect">
              <a:avLst/>
            </a:prstGeom>
            <a:noFill/>
          </p:spPr>
          <p:txBody>
            <a:bodyPr vert="horz" wrap="square" rtlCol="0">
              <a:spAutoFit/>
            </a:bodyPr>
            <a:lstStyle/>
            <a:p>
              <a:pPr algn="dist"/>
              <a:r>
                <a:rPr lang="zh-CN" altLang="en-US" sz="2800" b="1" dirty="0">
                  <a:solidFill>
                    <a:schemeClr val="bg1"/>
                  </a:solidFill>
                  <a:latin typeface="微软雅黑" panose="020B0503020204020204" pitchFamily="34" charset="-122"/>
                  <a:ea typeface="微软雅黑" panose="020B0503020204020204" pitchFamily="34" charset="-122"/>
                </a:rPr>
                <a:t>深度学习流程</a:t>
              </a:r>
            </a:p>
          </p:txBody>
        </p:sp>
        <p:pic>
          <p:nvPicPr>
            <p:cNvPr id="19" name="图片 18">
              <a:extLst>
                <a:ext uri="{FF2B5EF4-FFF2-40B4-BE49-F238E27FC236}">
                  <a16:creationId xmlns:a16="http://schemas.microsoft.com/office/drawing/2014/main" id="{A26B2CEB-E4D7-4DBE-BD2F-5707960CBEE5}"/>
                </a:ext>
              </a:extLst>
            </p:cNvPr>
            <p:cNvPicPr>
              <a:picLocks noChangeAspect="1"/>
            </p:cNvPicPr>
            <p:nvPr/>
          </p:nvPicPr>
          <p:blipFill rotWithShape="1">
            <a:blip r:embed="rId5" cstate="print">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pic>
        <p:nvPicPr>
          <p:cNvPr id="20" name="图片 19">
            <a:extLst>
              <a:ext uri="{FF2B5EF4-FFF2-40B4-BE49-F238E27FC236}">
                <a16:creationId xmlns:a16="http://schemas.microsoft.com/office/drawing/2014/main" id="{180B0920-6DDB-4733-B197-1CA8E03E8645}"/>
              </a:ext>
            </a:extLst>
          </p:cNvPr>
          <p:cNvPicPr>
            <a:picLocks noChangeAspect="1"/>
          </p:cNvPicPr>
          <p:nvPr/>
        </p:nvPicPr>
        <p:blipFill rotWithShape="1">
          <a:blip r:embed="rId6"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sp>
        <p:nvSpPr>
          <p:cNvPr id="2" name="文本框 1">
            <a:extLst>
              <a:ext uri="{FF2B5EF4-FFF2-40B4-BE49-F238E27FC236}">
                <a16:creationId xmlns:a16="http://schemas.microsoft.com/office/drawing/2014/main" id="{AD56A5F6-2FFC-4049-8B93-712B82C4DDA5}"/>
              </a:ext>
            </a:extLst>
          </p:cNvPr>
          <p:cNvSpPr txBox="1"/>
          <p:nvPr/>
        </p:nvSpPr>
        <p:spPr>
          <a:xfrm>
            <a:off x="501004" y="1597940"/>
            <a:ext cx="3568820" cy="2112114"/>
          </a:xfrm>
          <a:prstGeom prst="rect">
            <a:avLst/>
          </a:prstGeom>
          <a:noFill/>
          <a:ln w="38100">
            <a:solidFill>
              <a:srgbClr val="FF0000"/>
            </a:solidFill>
            <a:prstDash val="lgDash"/>
          </a:ln>
        </p:spPr>
        <p:txBody>
          <a:bodyPr wrap="square" rtlCol="0">
            <a:spAutoFit/>
          </a:bodyPr>
          <a:lstStyle/>
          <a:p>
            <a:endParaRPr lang="zh-CN" altLang="en-US" dirty="0"/>
          </a:p>
        </p:txBody>
      </p:sp>
      <p:sp>
        <p:nvSpPr>
          <p:cNvPr id="14" name="文本框 13">
            <a:extLst>
              <a:ext uri="{FF2B5EF4-FFF2-40B4-BE49-F238E27FC236}">
                <a16:creationId xmlns:a16="http://schemas.microsoft.com/office/drawing/2014/main" id="{FDC5DBD9-9692-4C44-8FD9-DC018E6D092E}"/>
              </a:ext>
            </a:extLst>
          </p:cNvPr>
          <p:cNvSpPr txBox="1"/>
          <p:nvPr/>
        </p:nvSpPr>
        <p:spPr>
          <a:xfrm>
            <a:off x="742725" y="4511423"/>
            <a:ext cx="2396067" cy="923330"/>
          </a:xfrm>
          <a:prstGeom prst="rect">
            <a:avLst/>
          </a:prstGeom>
          <a:noFill/>
        </p:spPr>
        <p:txBody>
          <a:bodyPr wrap="square">
            <a:spAutoFit/>
          </a:bodyPr>
          <a:lstStyle/>
          <a:p>
            <a:r>
              <a:rPr lang="zh-CN" altLang="en-US" b="1" dirty="0"/>
              <a:t>差分</a:t>
            </a:r>
            <a:r>
              <a:rPr lang="en-US" altLang="zh-CN" b="1" dirty="0"/>
              <a:t>/ </a:t>
            </a:r>
            <a:r>
              <a:rPr lang="zh-CN" altLang="en-US" b="1" dirty="0"/>
              <a:t>原始回声轮廓</a:t>
            </a:r>
            <a:endParaRPr lang="en-US" altLang="zh-CN" b="1" dirty="0"/>
          </a:p>
          <a:p>
            <a:r>
              <a:rPr lang="zh-CN" altLang="en-US" dirty="0"/>
              <a:t>堆叠为</a:t>
            </a:r>
            <a:r>
              <a:rPr lang="en-US" altLang="zh-CN" dirty="0"/>
              <a:t>2</a:t>
            </a:r>
            <a:r>
              <a:rPr lang="zh-CN" altLang="en-US" dirty="0"/>
              <a:t>通道输入，并进行归一化</a:t>
            </a:r>
          </a:p>
        </p:txBody>
      </p:sp>
      <p:sp>
        <p:nvSpPr>
          <p:cNvPr id="23" name="文本框 22">
            <a:extLst>
              <a:ext uri="{FF2B5EF4-FFF2-40B4-BE49-F238E27FC236}">
                <a16:creationId xmlns:a16="http://schemas.microsoft.com/office/drawing/2014/main" id="{65C8B39A-C16D-4E34-9ADF-682F34519D2B}"/>
              </a:ext>
            </a:extLst>
          </p:cNvPr>
          <p:cNvSpPr txBox="1"/>
          <p:nvPr/>
        </p:nvSpPr>
        <p:spPr>
          <a:xfrm>
            <a:off x="671336" y="6073078"/>
            <a:ext cx="13553663" cy="400110"/>
          </a:xfrm>
          <a:prstGeom prst="rect">
            <a:avLst/>
          </a:prstGeom>
          <a:noFill/>
        </p:spPr>
        <p:txBody>
          <a:bodyPr wrap="square">
            <a:spAutoFit/>
          </a:bodyPr>
          <a:lstStyle/>
          <a:p>
            <a:r>
              <a:rPr lang="zh-CN" altLang="en-US" sz="2000" b="1" dirty="0">
                <a:solidFill>
                  <a:srgbClr val="FF0000"/>
                </a:solidFill>
                <a:latin typeface="+mj-ea"/>
                <a:ea typeface="+mj-ea"/>
              </a:rPr>
              <a:t>深度学习模型以回声轮廓为输入，根据传感任务输出</a:t>
            </a:r>
            <a:r>
              <a:rPr lang="en-US" altLang="zh-CN" sz="2000" b="1" dirty="0">
                <a:solidFill>
                  <a:srgbClr val="FF0000"/>
                </a:solidFill>
                <a:latin typeface="+mj-ea"/>
                <a:ea typeface="+mj-ea"/>
              </a:rPr>
              <a:t>3D</a:t>
            </a:r>
            <a:r>
              <a:rPr lang="zh-CN" altLang="en-US" sz="2000" b="1" dirty="0">
                <a:solidFill>
                  <a:srgbClr val="FF0000"/>
                </a:solidFill>
                <a:latin typeface="+mj-ea"/>
                <a:ea typeface="+mj-ea"/>
              </a:rPr>
              <a:t>手部关节坐标（回归）或分类标签（分类）</a:t>
            </a:r>
          </a:p>
        </p:txBody>
      </p:sp>
      <p:cxnSp>
        <p:nvCxnSpPr>
          <p:cNvPr id="6" name="直接连接符 5">
            <a:extLst>
              <a:ext uri="{FF2B5EF4-FFF2-40B4-BE49-F238E27FC236}">
                <a16:creationId xmlns:a16="http://schemas.microsoft.com/office/drawing/2014/main" id="{52BD96D8-2EF0-41CE-9C30-C58D2EEEFCA8}"/>
              </a:ext>
            </a:extLst>
          </p:cNvPr>
          <p:cNvCxnSpPr/>
          <p:nvPr/>
        </p:nvCxnSpPr>
        <p:spPr>
          <a:xfrm>
            <a:off x="4404256" y="2681672"/>
            <a:ext cx="6045200" cy="0"/>
          </a:xfrm>
          <a:prstGeom prst="line">
            <a:avLst/>
          </a:prstGeom>
          <a:ln w="28575">
            <a:solidFill>
              <a:srgbClr val="FF0000"/>
            </a:solidFill>
            <a:prstDash val="lgDash"/>
          </a:ln>
        </p:spPr>
        <p:style>
          <a:lnRef idx="1">
            <a:schemeClr val="accent1"/>
          </a:lnRef>
          <a:fillRef idx="0">
            <a:schemeClr val="accent1"/>
          </a:fillRef>
          <a:effectRef idx="0">
            <a:schemeClr val="accent1"/>
          </a:effectRef>
          <a:fontRef idx="minor">
            <a:schemeClr val="tx1"/>
          </a:fontRef>
        </p:style>
      </p:cxnSp>
      <p:sp>
        <p:nvSpPr>
          <p:cNvPr id="24" name="文本框 23">
            <a:extLst>
              <a:ext uri="{FF2B5EF4-FFF2-40B4-BE49-F238E27FC236}">
                <a16:creationId xmlns:a16="http://schemas.microsoft.com/office/drawing/2014/main" id="{52DD36B7-821D-4FC7-9168-7DCFFB5C583A}"/>
              </a:ext>
            </a:extLst>
          </p:cNvPr>
          <p:cNvSpPr txBox="1"/>
          <p:nvPr/>
        </p:nvSpPr>
        <p:spPr>
          <a:xfrm>
            <a:off x="10573393" y="1856388"/>
            <a:ext cx="1126067" cy="646331"/>
          </a:xfrm>
          <a:prstGeom prst="rect">
            <a:avLst/>
          </a:prstGeom>
          <a:noFill/>
        </p:spPr>
        <p:txBody>
          <a:bodyPr wrap="square">
            <a:spAutoFit/>
          </a:bodyPr>
          <a:lstStyle/>
          <a:p>
            <a:r>
              <a:rPr lang="en-US" altLang="zh-CN" b="1" dirty="0"/>
              <a:t>3D</a:t>
            </a:r>
            <a:r>
              <a:rPr lang="zh-CN" altLang="en-US" b="1" dirty="0"/>
              <a:t>手部关节坐标</a:t>
            </a:r>
          </a:p>
        </p:txBody>
      </p:sp>
      <p:sp>
        <p:nvSpPr>
          <p:cNvPr id="25" name="文本框 24">
            <a:extLst>
              <a:ext uri="{FF2B5EF4-FFF2-40B4-BE49-F238E27FC236}">
                <a16:creationId xmlns:a16="http://schemas.microsoft.com/office/drawing/2014/main" id="{5C0EFE57-C07E-40C2-9052-BFDD8A983764}"/>
              </a:ext>
            </a:extLst>
          </p:cNvPr>
          <p:cNvSpPr txBox="1"/>
          <p:nvPr/>
        </p:nvSpPr>
        <p:spPr>
          <a:xfrm>
            <a:off x="10668594" y="2741444"/>
            <a:ext cx="760094" cy="656455"/>
          </a:xfrm>
          <a:prstGeom prst="rect">
            <a:avLst/>
          </a:prstGeom>
          <a:noFill/>
        </p:spPr>
        <p:txBody>
          <a:bodyPr wrap="square">
            <a:spAutoFit/>
          </a:bodyPr>
          <a:lstStyle/>
          <a:p>
            <a:r>
              <a:rPr lang="zh-CN" altLang="en-US" b="1" dirty="0"/>
              <a:t>手势分类</a:t>
            </a:r>
          </a:p>
        </p:txBody>
      </p:sp>
      <p:graphicFrame>
        <p:nvGraphicFramePr>
          <p:cNvPr id="13" name="表格 12">
            <a:extLst>
              <a:ext uri="{FF2B5EF4-FFF2-40B4-BE49-F238E27FC236}">
                <a16:creationId xmlns:a16="http://schemas.microsoft.com/office/drawing/2014/main" id="{936D5373-7171-4352-AE45-6A40D08B25DA}"/>
              </a:ext>
            </a:extLst>
          </p:cNvPr>
          <p:cNvGraphicFramePr>
            <a:graphicFrameLocks noGrp="1"/>
          </p:cNvGraphicFramePr>
          <p:nvPr>
            <p:extLst>
              <p:ext uri="{D42A27DB-BD31-4B8C-83A1-F6EECF244321}">
                <p14:modId xmlns:p14="http://schemas.microsoft.com/office/powerpoint/2010/main" val="2844590059"/>
              </p:ext>
            </p:extLst>
          </p:nvPr>
        </p:nvGraphicFramePr>
        <p:xfrm>
          <a:off x="3701941" y="3921585"/>
          <a:ext cx="8142836" cy="1828800"/>
        </p:xfrm>
        <a:graphic>
          <a:graphicData uri="http://schemas.openxmlformats.org/drawingml/2006/table">
            <a:tbl>
              <a:tblPr/>
              <a:tblGrid>
                <a:gridCol w="1678536">
                  <a:extLst>
                    <a:ext uri="{9D8B030D-6E8A-4147-A177-3AD203B41FA5}">
                      <a16:colId xmlns:a16="http://schemas.microsoft.com/office/drawing/2014/main" val="3382881709"/>
                    </a:ext>
                  </a:extLst>
                </a:gridCol>
                <a:gridCol w="1498600">
                  <a:extLst>
                    <a:ext uri="{9D8B030D-6E8A-4147-A177-3AD203B41FA5}">
                      <a16:colId xmlns:a16="http://schemas.microsoft.com/office/drawing/2014/main" val="1777571827"/>
                    </a:ext>
                  </a:extLst>
                </a:gridCol>
                <a:gridCol w="1663700">
                  <a:extLst>
                    <a:ext uri="{9D8B030D-6E8A-4147-A177-3AD203B41FA5}">
                      <a16:colId xmlns:a16="http://schemas.microsoft.com/office/drawing/2014/main" val="1630109092"/>
                    </a:ext>
                  </a:extLst>
                </a:gridCol>
                <a:gridCol w="3302000">
                  <a:extLst>
                    <a:ext uri="{9D8B030D-6E8A-4147-A177-3AD203B41FA5}">
                      <a16:colId xmlns:a16="http://schemas.microsoft.com/office/drawing/2014/main" val="597324716"/>
                    </a:ext>
                  </a:extLst>
                </a:gridCol>
              </a:tblGrid>
              <a:tr h="390633">
                <a:tc>
                  <a:txBody>
                    <a:bodyPr/>
                    <a:lstStyle/>
                    <a:p>
                      <a:pPr algn="ctr"/>
                      <a:r>
                        <a:rPr lang="zh-CN" altLang="en-US" b="1" dirty="0">
                          <a:solidFill>
                            <a:srgbClr val="000000"/>
                          </a:solidFill>
                          <a:effectLst/>
                        </a:rPr>
                        <a:t>任务类型</a:t>
                      </a:r>
                    </a:p>
                  </a:txBody>
                  <a:tcPr marL="114300" marR="114300" marT="76200" marB="76200" anchor="ctr">
                    <a:lnL w="3848" cap="flat" cmpd="sng" algn="ctr">
                      <a:solidFill>
                        <a:srgbClr val="006970"/>
                      </a:solidFill>
                      <a:prstDash val="solid"/>
                      <a:round/>
                      <a:headEnd type="none" w="med" len="med"/>
                      <a:tailEnd type="none" w="med" len="med"/>
                    </a:lnL>
                    <a:lnR w="3848" cap="flat" cmpd="sng" algn="ctr">
                      <a:solidFill>
                        <a:srgbClr val="E06D70"/>
                      </a:solidFill>
                      <a:prstDash val="solid"/>
                      <a:round/>
                      <a:headEnd type="none" w="med" len="med"/>
                      <a:tailEnd type="none" w="med" len="med"/>
                    </a:lnR>
                    <a:lnT w="3848" cap="flat" cmpd="sng" algn="ctr">
                      <a:solidFill>
                        <a:srgbClr val="006D70"/>
                      </a:solidFill>
                      <a:prstDash val="solid"/>
                      <a:round/>
                      <a:headEnd type="none" w="med" len="med"/>
                      <a:tailEnd type="none" w="med" len="med"/>
                    </a:lnT>
                    <a:lnB w="3848" cap="flat" cmpd="sng" algn="ctr">
                      <a:solidFill>
                        <a:srgbClr val="A04070"/>
                      </a:solidFill>
                      <a:prstDash val="solid"/>
                      <a:round/>
                      <a:headEnd type="none" w="med" len="med"/>
                      <a:tailEnd type="none" w="med" len="med"/>
                    </a:lnB>
                    <a:solidFill>
                      <a:srgbClr val="F2F2F2"/>
                    </a:solidFill>
                  </a:tcPr>
                </a:tc>
                <a:tc>
                  <a:txBody>
                    <a:bodyPr/>
                    <a:lstStyle/>
                    <a:p>
                      <a:pPr algn="ctr"/>
                      <a:r>
                        <a:rPr lang="zh-CN" altLang="en-US" b="1">
                          <a:solidFill>
                            <a:srgbClr val="000000"/>
                          </a:solidFill>
                          <a:effectLst/>
                        </a:rPr>
                        <a:t>输入维度</a:t>
                      </a:r>
                    </a:p>
                  </a:txBody>
                  <a:tcPr marL="114300" marR="114300" marT="76200" marB="76200" anchor="ctr">
                    <a:lnL w="3848" cap="flat" cmpd="sng" algn="ctr">
                      <a:solidFill>
                        <a:srgbClr val="E06D70"/>
                      </a:solidFill>
                      <a:prstDash val="solid"/>
                      <a:round/>
                      <a:headEnd type="none" w="med" len="med"/>
                      <a:tailEnd type="none" w="med" len="med"/>
                    </a:lnL>
                    <a:lnR w="3848" cap="flat" cmpd="sng" algn="ctr">
                      <a:solidFill>
                        <a:srgbClr val="406E70"/>
                      </a:solidFill>
                      <a:prstDash val="solid"/>
                      <a:round/>
                      <a:headEnd type="none" w="med" len="med"/>
                      <a:tailEnd type="none" w="med" len="med"/>
                    </a:lnR>
                    <a:lnT w="3848" cap="flat" cmpd="sng" algn="ctr">
                      <a:solidFill>
                        <a:srgbClr val="606D70"/>
                      </a:solidFill>
                      <a:prstDash val="solid"/>
                      <a:round/>
                      <a:headEnd type="none" w="med" len="med"/>
                      <a:tailEnd type="none" w="med" len="med"/>
                    </a:lnT>
                    <a:lnB w="3848" cap="flat" cmpd="sng" algn="ctr">
                      <a:solidFill>
                        <a:srgbClr val="C04870"/>
                      </a:solidFill>
                      <a:prstDash val="solid"/>
                      <a:round/>
                      <a:headEnd type="none" w="med" len="med"/>
                      <a:tailEnd type="none" w="med" len="med"/>
                    </a:lnB>
                    <a:solidFill>
                      <a:srgbClr val="F2F2F2"/>
                    </a:solidFill>
                  </a:tcPr>
                </a:tc>
                <a:tc>
                  <a:txBody>
                    <a:bodyPr/>
                    <a:lstStyle/>
                    <a:p>
                      <a:pPr algn="ctr"/>
                      <a:r>
                        <a:rPr lang="zh-CN" altLang="en-US" b="1">
                          <a:solidFill>
                            <a:srgbClr val="000000"/>
                          </a:solidFill>
                          <a:effectLst/>
                        </a:rPr>
                        <a:t>对应窗口时长</a:t>
                      </a:r>
                    </a:p>
                  </a:txBody>
                  <a:tcPr marL="114300" marR="114300" marT="76200" marB="76200" anchor="ctr">
                    <a:lnL w="3848" cap="flat" cmpd="sng" algn="ctr">
                      <a:solidFill>
                        <a:srgbClr val="406E70"/>
                      </a:solidFill>
                      <a:prstDash val="solid"/>
                      <a:round/>
                      <a:headEnd type="none" w="med" len="med"/>
                      <a:tailEnd type="none" w="med" len="med"/>
                    </a:lnL>
                    <a:lnR w="3848" cap="flat" cmpd="sng" algn="ctr">
                      <a:solidFill>
                        <a:srgbClr val="206B70"/>
                      </a:solidFill>
                      <a:prstDash val="solid"/>
                      <a:round/>
                      <a:headEnd type="none" w="med" len="med"/>
                      <a:tailEnd type="none" w="med" len="med"/>
                    </a:lnR>
                    <a:lnT w="3848" cap="flat" cmpd="sng" algn="ctr">
                      <a:solidFill>
                        <a:srgbClr val="206F70"/>
                      </a:solidFill>
                      <a:prstDash val="solid"/>
                      <a:round/>
                      <a:headEnd type="none" w="med" len="med"/>
                      <a:tailEnd type="none" w="med" len="med"/>
                    </a:lnT>
                    <a:lnB w="3848" cap="flat" cmpd="sng" algn="ctr">
                      <a:solidFill>
                        <a:srgbClr val="20C0BB"/>
                      </a:solidFill>
                      <a:prstDash val="solid"/>
                      <a:round/>
                      <a:headEnd type="none" w="med" len="med"/>
                      <a:tailEnd type="none" w="med" len="med"/>
                    </a:lnB>
                    <a:solidFill>
                      <a:srgbClr val="F2F2F2"/>
                    </a:solidFill>
                  </a:tcPr>
                </a:tc>
                <a:tc>
                  <a:txBody>
                    <a:bodyPr/>
                    <a:lstStyle/>
                    <a:p>
                      <a:pPr algn="ctr"/>
                      <a:r>
                        <a:rPr lang="zh-CN" altLang="en-US" b="1">
                          <a:solidFill>
                            <a:srgbClr val="000000"/>
                          </a:solidFill>
                          <a:effectLst/>
                        </a:rPr>
                        <a:t>数据特点</a:t>
                      </a:r>
                    </a:p>
                  </a:txBody>
                  <a:tcPr marL="114300" marR="114300" marT="76200" marB="76200" anchor="ctr">
                    <a:lnL w="3848" cap="flat" cmpd="sng" algn="ctr">
                      <a:solidFill>
                        <a:srgbClr val="206B70"/>
                      </a:solidFill>
                      <a:prstDash val="solid"/>
                      <a:round/>
                      <a:headEnd type="none" w="med" len="med"/>
                      <a:tailEnd type="none" w="med" len="med"/>
                    </a:lnL>
                    <a:lnR w="3848" cap="flat" cmpd="sng" algn="ctr">
                      <a:solidFill>
                        <a:srgbClr val="206B70"/>
                      </a:solidFill>
                      <a:prstDash val="solid"/>
                      <a:round/>
                      <a:headEnd type="none" w="med" len="med"/>
                      <a:tailEnd type="none" w="med" len="med"/>
                    </a:lnR>
                    <a:lnT w="3848" cap="flat" cmpd="sng" algn="ctr">
                      <a:solidFill>
                        <a:srgbClr val="206B70"/>
                      </a:solidFill>
                      <a:prstDash val="solid"/>
                      <a:round/>
                      <a:headEnd type="none" w="med" len="med"/>
                      <a:tailEnd type="none" w="med" len="med"/>
                    </a:lnT>
                    <a:lnB w="3848" cap="flat" cmpd="sng" algn="ctr">
                      <a:solidFill>
                        <a:srgbClr val="B0879E"/>
                      </a:solidFill>
                      <a:prstDash val="solid"/>
                      <a:round/>
                      <a:headEnd type="none" w="med" len="med"/>
                      <a:tailEnd type="none" w="med" len="med"/>
                    </a:lnB>
                    <a:solidFill>
                      <a:srgbClr val="F2F2F2"/>
                    </a:solidFill>
                  </a:tcPr>
                </a:tc>
                <a:extLst>
                  <a:ext uri="{0D108BD9-81ED-4DB2-BD59-A6C34878D82A}">
                    <a16:rowId xmlns:a16="http://schemas.microsoft.com/office/drawing/2014/main" val="2659538227"/>
                  </a:ext>
                </a:extLst>
              </a:tr>
              <a:tr h="641754">
                <a:tc>
                  <a:txBody>
                    <a:bodyPr/>
                    <a:lstStyle/>
                    <a:p>
                      <a:pPr algn="ctr"/>
                      <a:r>
                        <a:rPr lang="zh-CN" altLang="en-US" b="0">
                          <a:effectLst/>
                        </a:rPr>
                        <a:t>手部姿态追踪</a:t>
                      </a:r>
                    </a:p>
                  </a:txBody>
                  <a:tcPr marL="114300" marR="114300" marT="76200" marB="76200" anchor="ctr">
                    <a:lnL w="3848" cap="flat" cmpd="sng" algn="ctr">
                      <a:solidFill>
                        <a:srgbClr val="604870"/>
                      </a:solidFill>
                      <a:prstDash val="solid"/>
                      <a:round/>
                      <a:headEnd type="none" w="med" len="med"/>
                      <a:tailEnd type="none" w="med" len="med"/>
                    </a:lnL>
                    <a:lnR w="3848" cap="flat" cmpd="sng" algn="ctr">
                      <a:solidFill>
                        <a:srgbClr val="805170"/>
                      </a:solidFill>
                      <a:prstDash val="solid"/>
                      <a:round/>
                      <a:headEnd type="none" w="med" len="med"/>
                      <a:tailEnd type="none" w="med" len="med"/>
                    </a:lnR>
                    <a:lnT w="3848" cap="flat" cmpd="sng" algn="ctr">
                      <a:solidFill>
                        <a:srgbClr val="A04070"/>
                      </a:solidFill>
                      <a:prstDash val="solid"/>
                      <a:round/>
                      <a:headEnd type="none" w="med" len="med"/>
                      <a:tailEnd type="none" w="med" len="med"/>
                    </a:lnT>
                    <a:lnB w="3848" cap="flat" cmpd="sng" algn="ctr">
                      <a:solidFill>
                        <a:srgbClr val="00C1BB"/>
                      </a:solidFill>
                      <a:prstDash val="solid"/>
                      <a:round/>
                      <a:headEnd type="none" w="med" len="med"/>
                      <a:tailEnd type="none" w="med" len="med"/>
                    </a:lnB>
                    <a:solidFill>
                      <a:srgbClr val="FFFFFF"/>
                    </a:solidFill>
                  </a:tcPr>
                </a:tc>
                <a:tc>
                  <a:txBody>
                    <a:bodyPr/>
                    <a:lstStyle/>
                    <a:p>
                      <a:pPr algn="ctr"/>
                      <a:r>
                        <a:rPr lang="en-US" altLang="zh-CN" b="0" dirty="0">
                          <a:effectLst/>
                        </a:rPr>
                        <a:t>[2×54×100]</a:t>
                      </a:r>
                    </a:p>
                  </a:txBody>
                  <a:tcPr marL="114300" marR="114300" marT="76200" marB="76200" anchor="ctr">
                    <a:lnL w="3848" cap="flat" cmpd="sng" algn="ctr">
                      <a:solidFill>
                        <a:srgbClr val="805170"/>
                      </a:solidFill>
                      <a:prstDash val="solid"/>
                      <a:round/>
                      <a:headEnd type="none" w="med" len="med"/>
                      <a:tailEnd type="none" w="med" len="med"/>
                    </a:lnL>
                    <a:lnR w="3848" cap="flat" cmpd="sng" algn="ctr">
                      <a:solidFill>
                        <a:srgbClr val="40BCBB"/>
                      </a:solidFill>
                      <a:prstDash val="solid"/>
                      <a:round/>
                      <a:headEnd type="none" w="med" len="med"/>
                      <a:tailEnd type="none" w="med" len="med"/>
                    </a:lnR>
                    <a:lnT w="3848" cap="flat" cmpd="sng" algn="ctr">
                      <a:solidFill>
                        <a:srgbClr val="C04870"/>
                      </a:solidFill>
                      <a:prstDash val="solid"/>
                      <a:round/>
                      <a:headEnd type="none" w="med" len="med"/>
                      <a:tailEnd type="none" w="med" len="med"/>
                    </a:lnT>
                    <a:lnB w="3848" cap="flat" cmpd="sng" algn="ctr">
                      <a:solidFill>
                        <a:srgbClr val="E0BDBB"/>
                      </a:solidFill>
                      <a:prstDash val="solid"/>
                      <a:round/>
                      <a:headEnd type="none" w="med" len="med"/>
                      <a:tailEnd type="none" w="med" len="med"/>
                    </a:lnB>
                    <a:solidFill>
                      <a:srgbClr val="FFFFFF"/>
                    </a:solidFill>
                  </a:tcPr>
                </a:tc>
                <a:tc>
                  <a:txBody>
                    <a:bodyPr/>
                    <a:lstStyle/>
                    <a:p>
                      <a:pPr algn="ctr"/>
                      <a:r>
                        <a:rPr lang="en-US" altLang="zh-CN" b="0">
                          <a:effectLst/>
                        </a:rPr>
                        <a:t>1.2 </a:t>
                      </a:r>
                      <a:r>
                        <a:rPr lang="zh-CN" altLang="en-US" b="0">
                          <a:effectLst/>
                        </a:rPr>
                        <a:t>秒</a:t>
                      </a:r>
                    </a:p>
                  </a:txBody>
                  <a:tcPr marL="114300" marR="114300" marT="76200" marB="76200" anchor="ctr">
                    <a:lnL w="3848" cap="flat" cmpd="sng" algn="ctr">
                      <a:solidFill>
                        <a:srgbClr val="40BCBB"/>
                      </a:solidFill>
                      <a:prstDash val="solid"/>
                      <a:round/>
                      <a:headEnd type="none" w="med" len="med"/>
                      <a:tailEnd type="none" w="med" len="med"/>
                    </a:lnL>
                    <a:lnR w="3848" cap="flat" cmpd="sng" algn="ctr">
                      <a:solidFill>
                        <a:srgbClr val="206F70"/>
                      </a:solidFill>
                      <a:prstDash val="solid"/>
                      <a:round/>
                      <a:headEnd type="none" w="med" len="med"/>
                      <a:tailEnd type="none" w="med" len="med"/>
                    </a:lnR>
                    <a:lnT w="3848" cap="flat" cmpd="sng" algn="ctr">
                      <a:solidFill>
                        <a:srgbClr val="20C0BB"/>
                      </a:solidFill>
                      <a:prstDash val="solid"/>
                      <a:round/>
                      <a:headEnd type="none" w="med" len="med"/>
                      <a:tailEnd type="none" w="med" len="med"/>
                    </a:lnT>
                    <a:lnB w="3848" cap="flat" cmpd="sng" algn="ctr">
                      <a:solidFill>
                        <a:srgbClr val="60C8BB"/>
                      </a:solidFill>
                      <a:prstDash val="solid"/>
                      <a:round/>
                      <a:headEnd type="none" w="med" len="med"/>
                      <a:tailEnd type="none" w="med" len="med"/>
                    </a:lnB>
                    <a:solidFill>
                      <a:srgbClr val="FFFFFF"/>
                    </a:solidFill>
                  </a:tcPr>
                </a:tc>
                <a:tc>
                  <a:txBody>
                    <a:bodyPr/>
                    <a:lstStyle/>
                    <a:p>
                      <a:pPr algn="ctr"/>
                      <a:r>
                        <a:rPr lang="zh-CN" altLang="en-US" b="0">
                          <a:effectLst/>
                        </a:rPr>
                        <a:t>覆盖姿态转换 </a:t>
                      </a:r>
                      <a:r>
                        <a:rPr lang="en-US" altLang="zh-CN" b="0">
                          <a:effectLst/>
                        </a:rPr>
                        <a:t>+ </a:t>
                      </a:r>
                      <a:r>
                        <a:rPr lang="zh-CN" altLang="en-US" b="0">
                          <a:effectLst/>
                        </a:rPr>
                        <a:t>静态姿态，学动态 </a:t>
                      </a:r>
                      <a:r>
                        <a:rPr lang="en-US" altLang="zh-CN" b="0">
                          <a:effectLst/>
                        </a:rPr>
                        <a:t>/ </a:t>
                      </a:r>
                      <a:r>
                        <a:rPr lang="zh-CN" altLang="en-US" b="0">
                          <a:effectLst/>
                        </a:rPr>
                        <a:t>静态</a:t>
                      </a:r>
                    </a:p>
                  </a:txBody>
                  <a:tcPr marL="114300" marR="114300" marT="76200" marB="76200" anchor="ctr">
                    <a:lnL w="3848" cap="flat" cmpd="sng" algn="ctr">
                      <a:solidFill>
                        <a:srgbClr val="206F70"/>
                      </a:solidFill>
                      <a:prstDash val="solid"/>
                      <a:round/>
                      <a:headEnd type="none" w="med" len="med"/>
                      <a:tailEnd type="none" w="med" len="med"/>
                    </a:lnL>
                    <a:lnR w="3848" cap="flat" cmpd="sng" algn="ctr">
                      <a:solidFill>
                        <a:srgbClr val="A06B70"/>
                      </a:solidFill>
                      <a:prstDash val="solid"/>
                      <a:round/>
                      <a:headEnd type="none" w="med" len="med"/>
                      <a:tailEnd type="none" w="med" len="med"/>
                    </a:lnR>
                    <a:lnT w="3848" cap="flat" cmpd="sng" algn="ctr">
                      <a:solidFill>
                        <a:srgbClr val="B0879E"/>
                      </a:solidFill>
                      <a:prstDash val="solid"/>
                      <a:round/>
                      <a:headEnd type="none" w="med" len="med"/>
                      <a:tailEnd type="none" w="med" len="med"/>
                    </a:lnT>
                    <a:lnB w="3848" cap="flat" cmpd="sng" algn="ctr">
                      <a:solidFill>
                        <a:srgbClr val="808D9E"/>
                      </a:solidFill>
                      <a:prstDash val="solid"/>
                      <a:round/>
                      <a:headEnd type="none" w="med" len="med"/>
                      <a:tailEnd type="none" w="med" len="med"/>
                    </a:lnB>
                    <a:solidFill>
                      <a:srgbClr val="FFFFFF"/>
                    </a:solidFill>
                  </a:tcPr>
                </a:tc>
                <a:extLst>
                  <a:ext uri="{0D108BD9-81ED-4DB2-BD59-A6C34878D82A}">
                    <a16:rowId xmlns:a16="http://schemas.microsoft.com/office/drawing/2014/main" val="1899979166"/>
                  </a:ext>
                </a:extLst>
              </a:tr>
              <a:tr h="641754">
                <a:tc>
                  <a:txBody>
                    <a:bodyPr/>
                    <a:lstStyle/>
                    <a:p>
                      <a:pPr algn="ctr"/>
                      <a:r>
                        <a:rPr lang="zh-CN" altLang="en-US" b="0">
                          <a:effectLst/>
                        </a:rPr>
                        <a:t>手势分类</a:t>
                      </a:r>
                    </a:p>
                  </a:txBody>
                  <a:tcPr marL="114300" marR="114300" marT="76200" marB="76200" anchor="ctr">
                    <a:lnL w="3848" cap="flat" cmpd="sng" algn="ctr">
                      <a:solidFill>
                        <a:srgbClr val="40C5BB"/>
                      </a:solidFill>
                      <a:prstDash val="solid"/>
                      <a:round/>
                      <a:headEnd type="none" w="med" len="med"/>
                      <a:tailEnd type="none" w="med" len="med"/>
                    </a:lnL>
                    <a:lnR w="3848" cap="flat" cmpd="sng" algn="ctr">
                      <a:solidFill>
                        <a:srgbClr val="60C9BB"/>
                      </a:solidFill>
                      <a:prstDash val="solid"/>
                      <a:round/>
                      <a:headEnd type="none" w="med" len="med"/>
                      <a:tailEnd type="none" w="med" len="med"/>
                    </a:lnR>
                    <a:lnT w="3848" cap="flat" cmpd="sng" algn="ctr">
                      <a:solidFill>
                        <a:srgbClr val="00C1BB"/>
                      </a:solidFill>
                      <a:prstDash val="solid"/>
                      <a:round/>
                      <a:headEnd type="none" w="med" len="med"/>
                      <a:tailEnd type="none" w="med" len="med"/>
                    </a:lnT>
                    <a:lnB w="3848" cap="flat" cmpd="sng" algn="ctr">
                      <a:solidFill>
                        <a:srgbClr val="60BBBB"/>
                      </a:solidFill>
                      <a:prstDash val="solid"/>
                      <a:round/>
                      <a:headEnd type="none" w="med" len="med"/>
                      <a:tailEnd type="none" w="med" len="med"/>
                    </a:lnB>
                    <a:solidFill>
                      <a:srgbClr val="FFFFFF"/>
                    </a:solidFill>
                  </a:tcPr>
                </a:tc>
                <a:tc>
                  <a:txBody>
                    <a:bodyPr/>
                    <a:lstStyle/>
                    <a:p>
                      <a:pPr algn="ctr"/>
                      <a:r>
                        <a:rPr lang="en-US" altLang="zh-CN" b="0" dirty="0">
                          <a:effectLst/>
                        </a:rPr>
                        <a:t>[2×54×160]</a:t>
                      </a:r>
                    </a:p>
                  </a:txBody>
                  <a:tcPr marL="114300" marR="114300" marT="76200" marB="76200" anchor="ctr">
                    <a:lnL w="3848" cap="flat" cmpd="sng" algn="ctr">
                      <a:solidFill>
                        <a:srgbClr val="60C9BB"/>
                      </a:solidFill>
                      <a:prstDash val="solid"/>
                      <a:round/>
                      <a:headEnd type="none" w="med" len="med"/>
                      <a:tailEnd type="none" w="med" len="med"/>
                    </a:lnL>
                    <a:lnR w="3848" cap="flat" cmpd="sng" algn="ctr">
                      <a:solidFill>
                        <a:srgbClr val="60CBBB"/>
                      </a:solidFill>
                      <a:prstDash val="solid"/>
                      <a:round/>
                      <a:headEnd type="none" w="med" len="med"/>
                      <a:tailEnd type="none" w="med" len="med"/>
                    </a:lnR>
                    <a:lnT w="3848" cap="flat" cmpd="sng" algn="ctr">
                      <a:solidFill>
                        <a:srgbClr val="E0BDBB"/>
                      </a:solidFill>
                      <a:prstDash val="solid"/>
                      <a:round/>
                      <a:headEnd type="none" w="med" len="med"/>
                      <a:tailEnd type="none" w="med" len="med"/>
                    </a:lnT>
                    <a:lnB w="3848" cap="flat" cmpd="sng" algn="ctr">
                      <a:solidFill>
                        <a:srgbClr val="C0C3BB"/>
                      </a:solidFill>
                      <a:prstDash val="solid"/>
                      <a:round/>
                      <a:headEnd type="none" w="med" len="med"/>
                      <a:tailEnd type="none" w="med" len="med"/>
                    </a:lnB>
                    <a:solidFill>
                      <a:srgbClr val="FFFFFF"/>
                    </a:solidFill>
                  </a:tcPr>
                </a:tc>
                <a:tc>
                  <a:txBody>
                    <a:bodyPr/>
                    <a:lstStyle/>
                    <a:p>
                      <a:pPr algn="ctr"/>
                      <a:r>
                        <a:rPr lang="en-US" altLang="zh-CN" b="0" dirty="0">
                          <a:effectLst/>
                        </a:rPr>
                        <a:t>1.92 </a:t>
                      </a:r>
                      <a:r>
                        <a:rPr lang="zh-CN" altLang="en-US" b="0" dirty="0">
                          <a:effectLst/>
                        </a:rPr>
                        <a:t>秒</a:t>
                      </a:r>
                    </a:p>
                  </a:txBody>
                  <a:tcPr marL="114300" marR="114300" marT="76200" marB="76200" anchor="ctr">
                    <a:lnL w="3848" cap="flat" cmpd="sng" algn="ctr">
                      <a:solidFill>
                        <a:srgbClr val="60CBBB"/>
                      </a:solidFill>
                      <a:prstDash val="solid"/>
                      <a:round/>
                      <a:headEnd type="none" w="med" len="med"/>
                      <a:tailEnd type="none" w="med" len="med"/>
                    </a:lnL>
                    <a:lnR w="3848" cap="flat" cmpd="sng" algn="ctr">
                      <a:solidFill>
                        <a:srgbClr val="80C2BB"/>
                      </a:solidFill>
                      <a:prstDash val="solid"/>
                      <a:round/>
                      <a:headEnd type="none" w="med" len="med"/>
                      <a:tailEnd type="none" w="med" len="med"/>
                    </a:lnR>
                    <a:lnT w="3848" cap="flat" cmpd="sng" algn="ctr">
                      <a:solidFill>
                        <a:srgbClr val="60C8BB"/>
                      </a:solidFill>
                      <a:prstDash val="solid"/>
                      <a:round/>
                      <a:headEnd type="none" w="med" len="med"/>
                      <a:tailEnd type="none" w="med" len="med"/>
                    </a:lnT>
                    <a:lnB w="3848" cap="flat" cmpd="sng" algn="ctr">
                      <a:solidFill>
                        <a:srgbClr val="80C6BB"/>
                      </a:solidFill>
                      <a:prstDash val="solid"/>
                      <a:round/>
                      <a:headEnd type="none" w="med" len="med"/>
                      <a:tailEnd type="none" w="med" len="med"/>
                    </a:lnB>
                    <a:solidFill>
                      <a:srgbClr val="FFFFFF"/>
                    </a:solidFill>
                  </a:tcPr>
                </a:tc>
                <a:tc>
                  <a:txBody>
                    <a:bodyPr/>
                    <a:lstStyle/>
                    <a:p>
                      <a:pPr algn="ctr"/>
                      <a:r>
                        <a:rPr lang="zh-CN" altLang="en-US" b="0" dirty="0">
                          <a:effectLst/>
                        </a:rPr>
                        <a:t>覆盖 </a:t>
                      </a:r>
                      <a:r>
                        <a:rPr lang="en-US" altLang="zh-CN" b="0" dirty="0">
                          <a:effectLst/>
                        </a:rPr>
                        <a:t>2 </a:t>
                      </a:r>
                      <a:r>
                        <a:rPr lang="zh-CN" altLang="en-US" b="0" dirty="0">
                          <a:effectLst/>
                        </a:rPr>
                        <a:t>秒内完整手势，每个手势对应独立实例</a:t>
                      </a:r>
                    </a:p>
                  </a:txBody>
                  <a:tcPr marL="114300" marR="114300" marT="76200" marB="76200" anchor="ctr">
                    <a:lnL w="3848" cap="flat" cmpd="sng" algn="ctr">
                      <a:solidFill>
                        <a:srgbClr val="80C2BB"/>
                      </a:solidFill>
                      <a:prstDash val="solid"/>
                      <a:round/>
                      <a:headEnd type="none" w="med" len="med"/>
                      <a:tailEnd type="none" w="med" len="med"/>
                    </a:lnL>
                    <a:lnR w="3848" cap="flat" cmpd="sng" algn="ctr">
                      <a:solidFill>
                        <a:srgbClr val="20C0BB"/>
                      </a:solidFill>
                      <a:prstDash val="solid"/>
                      <a:round/>
                      <a:headEnd type="none" w="med" len="med"/>
                      <a:tailEnd type="none" w="med" len="med"/>
                    </a:lnR>
                    <a:lnT w="3848" cap="flat" cmpd="sng" algn="ctr">
                      <a:solidFill>
                        <a:srgbClr val="808D9E"/>
                      </a:solidFill>
                      <a:prstDash val="solid"/>
                      <a:round/>
                      <a:headEnd type="none" w="med" len="med"/>
                      <a:tailEnd type="none" w="med" len="med"/>
                    </a:lnT>
                    <a:lnB w="3848" cap="flat" cmpd="sng" algn="ctr">
                      <a:solidFill>
                        <a:srgbClr val="00C1BB"/>
                      </a:solidFill>
                      <a:prstDash val="solid"/>
                      <a:round/>
                      <a:headEnd type="none" w="med" len="med"/>
                      <a:tailEnd type="none" w="med" len="med"/>
                    </a:lnB>
                    <a:solidFill>
                      <a:srgbClr val="FFFFFF"/>
                    </a:solidFill>
                  </a:tcPr>
                </a:tc>
                <a:extLst>
                  <a:ext uri="{0D108BD9-81ED-4DB2-BD59-A6C34878D82A}">
                    <a16:rowId xmlns:a16="http://schemas.microsoft.com/office/drawing/2014/main" val="1031022796"/>
                  </a:ext>
                </a:extLst>
              </a:tr>
            </a:tbl>
          </a:graphicData>
        </a:graphic>
      </p:graphicFrame>
      <p:cxnSp>
        <p:nvCxnSpPr>
          <p:cNvPr id="31" name="直接箭头连接符 30">
            <a:extLst>
              <a:ext uri="{FF2B5EF4-FFF2-40B4-BE49-F238E27FC236}">
                <a16:creationId xmlns:a16="http://schemas.microsoft.com/office/drawing/2014/main" id="{F47CF9B7-64E8-406D-8AE9-304E75FE94FE}"/>
              </a:ext>
            </a:extLst>
          </p:cNvPr>
          <p:cNvCxnSpPr>
            <a:cxnSpLocks/>
          </p:cNvCxnSpPr>
          <p:nvPr/>
        </p:nvCxnSpPr>
        <p:spPr>
          <a:xfrm>
            <a:off x="1980992" y="3841181"/>
            <a:ext cx="16419" cy="429899"/>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12" name="灯片编号占位符 11">
            <a:extLst>
              <a:ext uri="{FF2B5EF4-FFF2-40B4-BE49-F238E27FC236}">
                <a16:creationId xmlns:a16="http://schemas.microsoft.com/office/drawing/2014/main" id="{288B1817-698A-EDCB-B26D-CB5BCEE9973C}"/>
              </a:ext>
            </a:extLst>
          </p:cNvPr>
          <p:cNvSpPr>
            <a:spLocks noGrp="1"/>
          </p:cNvSpPr>
          <p:nvPr>
            <p:ph type="sldNum" sz="quarter" idx="4"/>
          </p:nvPr>
        </p:nvSpPr>
        <p:spPr/>
        <p:txBody>
          <a:bodyPr/>
          <a:lstStyle/>
          <a:p>
            <a:fld id="{7A48417F-7526-485E-AE3C-3E2AE40A04CB}" type="slidenum">
              <a:rPr lang="zh-CN" altLang="en-US" smtClean="0"/>
              <a:pPr/>
              <a:t>16</a:t>
            </a:fld>
            <a:r>
              <a:rPr lang="zh-CN" altLang="en-US"/>
              <a:t> </a:t>
            </a:r>
            <a:r>
              <a:rPr lang="en-US" altLang="zh-CN"/>
              <a:t>/ </a:t>
            </a:r>
            <a:r>
              <a:rPr lang="zh-CN" altLang="en-US"/>
              <a:t>总页数</a:t>
            </a:r>
            <a:endParaRPr lang="zh-CN" altLang="en-US" dirty="0"/>
          </a:p>
        </p:txBody>
      </p:sp>
    </p:spTree>
    <p:extLst>
      <p:ext uri="{BB962C8B-B14F-4D97-AF65-F5344CB8AC3E}">
        <p14:creationId xmlns:p14="http://schemas.microsoft.com/office/powerpoint/2010/main" val="32273480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7A3415-DDBF-CCDD-891F-F705BD31AC89}"/>
            </a:ext>
          </a:extLst>
        </p:cNvPr>
        <p:cNvGrpSpPr/>
        <p:nvPr/>
      </p:nvGrpSpPr>
      <p:grpSpPr>
        <a:xfrm>
          <a:off x="0" y="0"/>
          <a:ext cx="0" cy="0"/>
          <a:chOff x="0" y="0"/>
          <a:chExt cx="0" cy="0"/>
        </a:xfrm>
      </p:grpSpPr>
      <p:sp>
        <p:nvSpPr>
          <p:cNvPr id="12" name="文本框 11">
            <a:extLst>
              <a:ext uri="{FF2B5EF4-FFF2-40B4-BE49-F238E27FC236}">
                <a16:creationId xmlns:a16="http://schemas.microsoft.com/office/drawing/2014/main" id="{F571D919-CCE9-46B1-BE77-B6DFD547C70E}"/>
              </a:ext>
            </a:extLst>
          </p:cNvPr>
          <p:cNvSpPr txBox="1"/>
          <p:nvPr/>
        </p:nvSpPr>
        <p:spPr>
          <a:xfrm>
            <a:off x="269969" y="931202"/>
            <a:ext cx="6094070" cy="461665"/>
          </a:xfrm>
          <a:prstGeom prst="rect">
            <a:avLst/>
          </a:prstGeom>
          <a:noFill/>
        </p:spPr>
        <p:txBody>
          <a:bodyPr wrap="square">
            <a:spAutoFit/>
          </a:bodyPr>
          <a:lstStyle/>
          <a:p>
            <a:r>
              <a:rPr lang="zh-CN" altLang="en-US" sz="2400" b="1" dirty="0">
                <a:latin typeface="+mj-ea"/>
                <a:ea typeface="+mj-ea"/>
              </a:rPr>
              <a:t>训练方案</a:t>
            </a:r>
          </a:p>
        </p:txBody>
      </p:sp>
      <p:pic>
        <p:nvPicPr>
          <p:cNvPr id="13" name="图片 12">
            <a:extLst>
              <a:ext uri="{FF2B5EF4-FFF2-40B4-BE49-F238E27FC236}">
                <a16:creationId xmlns:a16="http://schemas.microsoft.com/office/drawing/2014/main" id="{FE760BA4-2629-4046-AA61-5E211692FAD3}"/>
              </a:ext>
            </a:extLst>
          </p:cNvPr>
          <p:cNvPicPr>
            <a:picLocks noChangeAspect="1"/>
          </p:cNvPicPr>
          <p:nvPr/>
        </p:nvPicPr>
        <p:blipFill rotWithShape="1">
          <a:blip r:embed="rId3">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14" name="矩形 13">
            <a:extLst>
              <a:ext uri="{FF2B5EF4-FFF2-40B4-BE49-F238E27FC236}">
                <a16:creationId xmlns:a16="http://schemas.microsoft.com/office/drawing/2014/main" id="{2E4F7423-9297-401C-B939-CD36A1B5487D}"/>
              </a:ext>
            </a:extLst>
          </p:cNvPr>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5" name="组合 14">
            <a:extLst>
              <a:ext uri="{FF2B5EF4-FFF2-40B4-BE49-F238E27FC236}">
                <a16:creationId xmlns:a16="http://schemas.microsoft.com/office/drawing/2014/main" id="{8DCB89B2-74F3-482F-9CB6-DF21644D800B}"/>
              </a:ext>
            </a:extLst>
          </p:cNvPr>
          <p:cNvGrpSpPr/>
          <p:nvPr/>
        </p:nvGrpSpPr>
        <p:grpSpPr>
          <a:xfrm>
            <a:off x="138529" y="112812"/>
            <a:ext cx="3488591" cy="593131"/>
            <a:chOff x="1019925" y="1507764"/>
            <a:chExt cx="3488591" cy="593131"/>
          </a:xfrm>
        </p:grpSpPr>
        <p:sp>
          <p:nvSpPr>
            <p:cNvPr id="16" name="文本框 15">
              <a:extLst>
                <a:ext uri="{FF2B5EF4-FFF2-40B4-BE49-F238E27FC236}">
                  <a16:creationId xmlns:a16="http://schemas.microsoft.com/office/drawing/2014/main" id="{103C2082-B5C0-4E2D-8C10-CB531DF4B528}"/>
                </a:ext>
              </a:extLst>
            </p:cNvPr>
            <p:cNvSpPr txBox="1"/>
            <p:nvPr/>
          </p:nvSpPr>
          <p:spPr>
            <a:xfrm>
              <a:off x="1700305" y="1507764"/>
              <a:ext cx="2808211" cy="524256"/>
            </a:xfrm>
            <a:prstGeom prst="rect">
              <a:avLst/>
            </a:prstGeom>
            <a:noFill/>
          </p:spPr>
          <p:txBody>
            <a:bodyPr vert="horz" wrap="square" rtlCol="0">
              <a:spAutoFit/>
            </a:bodyPr>
            <a:lstStyle/>
            <a:p>
              <a:pPr algn="dist"/>
              <a:r>
                <a:rPr lang="zh-CN" altLang="en-US" sz="2800" b="1" dirty="0">
                  <a:solidFill>
                    <a:schemeClr val="bg1"/>
                  </a:solidFill>
                  <a:latin typeface="微软雅黑" panose="020B0503020204020204" pitchFamily="34" charset="-122"/>
                  <a:ea typeface="微软雅黑" panose="020B0503020204020204" pitchFamily="34" charset="-122"/>
                </a:rPr>
                <a:t>深度学习流程</a:t>
              </a:r>
            </a:p>
          </p:txBody>
        </p:sp>
        <p:pic>
          <p:nvPicPr>
            <p:cNvPr id="17" name="图片 16">
              <a:extLst>
                <a:ext uri="{FF2B5EF4-FFF2-40B4-BE49-F238E27FC236}">
                  <a16:creationId xmlns:a16="http://schemas.microsoft.com/office/drawing/2014/main" id="{999EC109-01A8-4373-9E67-F7313C4695C8}"/>
                </a:ext>
              </a:extLst>
            </p:cNvPr>
            <p:cNvPicPr>
              <a:picLocks noChangeAspect="1"/>
            </p:cNvPicPr>
            <p:nvPr/>
          </p:nvPicPr>
          <p:blipFill rotWithShape="1">
            <a:blip r:embed="rId4" cstate="print">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pic>
        <p:nvPicPr>
          <p:cNvPr id="18" name="图片 17">
            <a:extLst>
              <a:ext uri="{FF2B5EF4-FFF2-40B4-BE49-F238E27FC236}">
                <a16:creationId xmlns:a16="http://schemas.microsoft.com/office/drawing/2014/main" id="{70B7F8E8-6396-425E-8A84-FD3EFC540788}"/>
              </a:ext>
            </a:extLst>
          </p:cNvPr>
          <p:cNvPicPr>
            <a:picLocks noChangeAspect="1"/>
          </p:cNvPicPr>
          <p:nvPr/>
        </p:nvPicPr>
        <p:blipFill rotWithShape="1">
          <a:blip r:embed="rId5"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pic>
        <p:nvPicPr>
          <p:cNvPr id="4" name="图形 3">
            <a:extLst>
              <a:ext uri="{FF2B5EF4-FFF2-40B4-BE49-F238E27FC236}">
                <a16:creationId xmlns:a16="http://schemas.microsoft.com/office/drawing/2014/main" id="{4FB6F7FA-4B9F-4D39-841A-4F6ECDD75DA5}"/>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94" b="7159"/>
          <a:stretch/>
        </p:blipFill>
        <p:spPr>
          <a:xfrm>
            <a:off x="1323195" y="1392867"/>
            <a:ext cx="9694334" cy="4703133"/>
          </a:xfrm>
          <a:prstGeom prst="rect">
            <a:avLst/>
          </a:prstGeom>
        </p:spPr>
      </p:pic>
      <p:sp>
        <p:nvSpPr>
          <p:cNvPr id="20" name="文本框 19">
            <a:extLst>
              <a:ext uri="{FF2B5EF4-FFF2-40B4-BE49-F238E27FC236}">
                <a16:creationId xmlns:a16="http://schemas.microsoft.com/office/drawing/2014/main" id="{6A7EC984-C580-4B07-93F0-B6D6F831814C}"/>
              </a:ext>
            </a:extLst>
          </p:cNvPr>
          <p:cNvSpPr txBox="1"/>
          <p:nvPr/>
        </p:nvSpPr>
        <p:spPr>
          <a:xfrm>
            <a:off x="3416757" y="6139352"/>
            <a:ext cx="6094070" cy="461665"/>
          </a:xfrm>
          <a:prstGeom prst="rect">
            <a:avLst/>
          </a:prstGeom>
          <a:noFill/>
        </p:spPr>
        <p:txBody>
          <a:bodyPr wrap="square">
            <a:spAutoFit/>
          </a:bodyPr>
          <a:lstStyle/>
          <a:p>
            <a:r>
              <a:rPr lang="zh-CN" altLang="en-US" sz="2400" b="1" dirty="0">
                <a:solidFill>
                  <a:srgbClr val="FF0000"/>
                </a:solidFill>
                <a:latin typeface="+mj-ea"/>
                <a:ea typeface="+mj-ea"/>
              </a:rPr>
              <a:t>针对回归和分类模型采取不同的训练方案</a:t>
            </a:r>
            <a:endParaRPr lang="en-US" altLang="zh-CN" sz="2400" b="1" dirty="0">
              <a:solidFill>
                <a:srgbClr val="FF0000"/>
              </a:solidFill>
              <a:latin typeface="+mj-ea"/>
              <a:ea typeface="+mj-ea"/>
            </a:endParaRPr>
          </a:p>
        </p:txBody>
      </p:sp>
      <p:sp>
        <p:nvSpPr>
          <p:cNvPr id="6" name="灯片编号占位符 5">
            <a:extLst>
              <a:ext uri="{FF2B5EF4-FFF2-40B4-BE49-F238E27FC236}">
                <a16:creationId xmlns:a16="http://schemas.microsoft.com/office/drawing/2014/main" id="{769D56B1-59BC-FED7-3A70-181A571AF6D1}"/>
              </a:ext>
            </a:extLst>
          </p:cNvPr>
          <p:cNvSpPr>
            <a:spLocks noGrp="1"/>
          </p:cNvSpPr>
          <p:nvPr>
            <p:ph type="sldNum" sz="quarter" idx="4"/>
          </p:nvPr>
        </p:nvSpPr>
        <p:spPr/>
        <p:txBody>
          <a:bodyPr/>
          <a:lstStyle/>
          <a:p>
            <a:fld id="{7A48417F-7526-485E-AE3C-3E2AE40A04CB}" type="slidenum">
              <a:rPr lang="zh-CN" altLang="en-US" smtClean="0"/>
              <a:pPr/>
              <a:t>17</a:t>
            </a:fld>
            <a:r>
              <a:rPr lang="zh-CN" altLang="en-US"/>
              <a:t> </a:t>
            </a:r>
            <a:r>
              <a:rPr lang="en-US" altLang="zh-CN"/>
              <a:t>/ </a:t>
            </a:r>
            <a:r>
              <a:rPr lang="zh-CN" altLang="en-US"/>
              <a:t>总页数</a:t>
            </a:r>
            <a:endParaRPr lang="zh-CN" altLang="en-US" dirty="0"/>
          </a:p>
        </p:txBody>
      </p:sp>
    </p:spTree>
    <p:extLst>
      <p:ext uri="{BB962C8B-B14F-4D97-AF65-F5344CB8AC3E}">
        <p14:creationId xmlns:p14="http://schemas.microsoft.com/office/powerpoint/2010/main" val="24776339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7A3415-DDBF-CCDD-891F-F705BD31AC89}"/>
            </a:ext>
          </a:extLst>
        </p:cNvPr>
        <p:cNvGrpSpPr/>
        <p:nvPr/>
      </p:nvGrpSpPr>
      <p:grpSpPr>
        <a:xfrm>
          <a:off x="0" y="0"/>
          <a:ext cx="0" cy="0"/>
          <a:chOff x="0" y="0"/>
          <a:chExt cx="0" cy="0"/>
        </a:xfrm>
      </p:grpSpPr>
      <p:sp>
        <p:nvSpPr>
          <p:cNvPr id="10" name="文本框 9">
            <a:extLst>
              <a:ext uri="{FF2B5EF4-FFF2-40B4-BE49-F238E27FC236}">
                <a16:creationId xmlns:a16="http://schemas.microsoft.com/office/drawing/2014/main" id="{977A9490-7930-4F83-8FF3-56B6F9D93D80}"/>
              </a:ext>
            </a:extLst>
          </p:cNvPr>
          <p:cNvSpPr txBox="1"/>
          <p:nvPr/>
        </p:nvSpPr>
        <p:spPr>
          <a:xfrm>
            <a:off x="203093" y="923765"/>
            <a:ext cx="6094070" cy="461665"/>
          </a:xfrm>
          <a:prstGeom prst="rect">
            <a:avLst/>
          </a:prstGeom>
          <a:noFill/>
        </p:spPr>
        <p:txBody>
          <a:bodyPr wrap="square">
            <a:spAutoFit/>
          </a:bodyPr>
          <a:lstStyle/>
          <a:p>
            <a:r>
              <a:rPr lang="zh-CN" altLang="en-US" sz="2400" b="1" dirty="0">
                <a:latin typeface="+mj-ea"/>
                <a:ea typeface="+mj-ea"/>
              </a:rPr>
              <a:t>数据增强</a:t>
            </a:r>
          </a:p>
        </p:txBody>
      </p:sp>
      <p:pic>
        <p:nvPicPr>
          <p:cNvPr id="13" name="图片 12">
            <a:extLst>
              <a:ext uri="{FF2B5EF4-FFF2-40B4-BE49-F238E27FC236}">
                <a16:creationId xmlns:a16="http://schemas.microsoft.com/office/drawing/2014/main" id="{60F0F99B-7240-4D77-BE82-1AE8F66DDCA9}"/>
              </a:ext>
            </a:extLst>
          </p:cNvPr>
          <p:cNvPicPr>
            <a:picLocks noChangeAspect="1"/>
          </p:cNvPicPr>
          <p:nvPr/>
        </p:nvPicPr>
        <p:blipFill rotWithShape="1">
          <a:blip r:embed="rId3">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14" name="矩形 13">
            <a:extLst>
              <a:ext uri="{FF2B5EF4-FFF2-40B4-BE49-F238E27FC236}">
                <a16:creationId xmlns:a16="http://schemas.microsoft.com/office/drawing/2014/main" id="{AAFC843B-7161-4DB6-96F3-8C4B6F0D6E78}"/>
              </a:ext>
            </a:extLst>
          </p:cNvPr>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5" name="组合 14">
            <a:extLst>
              <a:ext uri="{FF2B5EF4-FFF2-40B4-BE49-F238E27FC236}">
                <a16:creationId xmlns:a16="http://schemas.microsoft.com/office/drawing/2014/main" id="{EB53D5FB-12A2-433D-AF52-93AFE8DFB4CD}"/>
              </a:ext>
            </a:extLst>
          </p:cNvPr>
          <p:cNvGrpSpPr/>
          <p:nvPr/>
        </p:nvGrpSpPr>
        <p:grpSpPr>
          <a:xfrm>
            <a:off x="138529" y="112812"/>
            <a:ext cx="3488591" cy="593131"/>
            <a:chOff x="1019925" y="1507764"/>
            <a:chExt cx="3488591" cy="593131"/>
          </a:xfrm>
        </p:grpSpPr>
        <p:sp>
          <p:nvSpPr>
            <p:cNvPr id="16" name="文本框 15">
              <a:extLst>
                <a:ext uri="{FF2B5EF4-FFF2-40B4-BE49-F238E27FC236}">
                  <a16:creationId xmlns:a16="http://schemas.microsoft.com/office/drawing/2014/main" id="{5CA6F9B0-75DE-4122-89E5-B59AFF2B25F3}"/>
                </a:ext>
              </a:extLst>
            </p:cNvPr>
            <p:cNvSpPr txBox="1"/>
            <p:nvPr/>
          </p:nvSpPr>
          <p:spPr>
            <a:xfrm>
              <a:off x="1700305" y="1507764"/>
              <a:ext cx="2808211" cy="524256"/>
            </a:xfrm>
            <a:prstGeom prst="rect">
              <a:avLst/>
            </a:prstGeom>
            <a:noFill/>
          </p:spPr>
          <p:txBody>
            <a:bodyPr vert="horz" wrap="square" rtlCol="0">
              <a:spAutoFit/>
            </a:bodyPr>
            <a:lstStyle/>
            <a:p>
              <a:pPr algn="dist"/>
              <a:r>
                <a:rPr lang="zh-CN" altLang="en-US" sz="2800" b="1" dirty="0">
                  <a:solidFill>
                    <a:schemeClr val="bg1"/>
                  </a:solidFill>
                  <a:latin typeface="微软雅黑" panose="020B0503020204020204" pitchFamily="34" charset="-122"/>
                  <a:ea typeface="微软雅黑" panose="020B0503020204020204" pitchFamily="34" charset="-122"/>
                </a:rPr>
                <a:t>深度学习流程</a:t>
              </a:r>
            </a:p>
          </p:txBody>
        </p:sp>
        <p:pic>
          <p:nvPicPr>
            <p:cNvPr id="17" name="图片 16">
              <a:extLst>
                <a:ext uri="{FF2B5EF4-FFF2-40B4-BE49-F238E27FC236}">
                  <a16:creationId xmlns:a16="http://schemas.microsoft.com/office/drawing/2014/main" id="{A1332996-7F06-45FE-B606-0112307B23CC}"/>
                </a:ext>
              </a:extLst>
            </p:cNvPr>
            <p:cNvPicPr>
              <a:picLocks noChangeAspect="1"/>
            </p:cNvPicPr>
            <p:nvPr/>
          </p:nvPicPr>
          <p:blipFill rotWithShape="1">
            <a:blip r:embed="rId4" cstate="print">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pic>
        <p:nvPicPr>
          <p:cNvPr id="18" name="图片 17">
            <a:extLst>
              <a:ext uri="{FF2B5EF4-FFF2-40B4-BE49-F238E27FC236}">
                <a16:creationId xmlns:a16="http://schemas.microsoft.com/office/drawing/2014/main" id="{7F4FED9F-7074-49BC-B1DB-60FED4E2209A}"/>
              </a:ext>
            </a:extLst>
          </p:cNvPr>
          <p:cNvPicPr>
            <a:picLocks noChangeAspect="1"/>
          </p:cNvPicPr>
          <p:nvPr/>
        </p:nvPicPr>
        <p:blipFill rotWithShape="1">
          <a:blip r:embed="rId5"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pic>
        <p:nvPicPr>
          <p:cNvPr id="5" name="图形 4">
            <a:extLst>
              <a:ext uri="{FF2B5EF4-FFF2-40B4-BE49-F238E27FC236}">
                <a16:creationId xmlns:a16="http://schemas.microsoft.com/office/drawing/2014/main" id="{E69D7FBB-C0D0-4E14-8FAF-37AA4BF0B2DA}"/>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5833" t="12963" r="2014" b="17721"/>
          <a:stretch/>
        </p:blipFill>
        <p:spPr>
          <a:xfrm>
            <a:off x="863480" y="1909183"/>
            <a:ext cx="10094947" cy="4271242"/>
          </a:xfrm>
          <a:prstGeom prst="rect">
            <a:avLst/>
          </a:prstGeom>
        </p:spPr>
      </p:pic>
      <p:sp>
        <p:nvSpPr>
          <p:cNvPr id="20" name="文本框 19">
            <a:extLst>
              <a:ext uri="{FF2B5EF4-FFF2-40B4-BE49-F238E27FC236}">
                <a16:creationId xmlns:a16="http://schemas.microsoft.com/office/drawing/2014/main" id="{91398DA3-9E4B-4167-A4BA-328797614C24}"/>
              </a:ext>
            </a:extLst>
          </p:cNvPr>
          <p:cNvSpPr txBox="1"/>
          <p:nvPr/>
        </p:nvSpPr>
        <p:spPr>
          <a:xfrm>
            <a:off x="818909" y="1453747"/>
            <a:ext cx="12192000" cy="707886"/>
          </a:xfrm>
          <a:prstGeom prst="rect">
            <a:avLst/>
          </a:prstGeom>
          <a:noFill/>
        </p:spPr>
        <p:txBody>
          <a:bodyPr wrap="square">
            <a:spAutoFit/>
          </a:bodyPr>
          <a:lstStyle/>
          <a:p>
            <a:pPr marL="285750" indent="-285750">
              <a:buFont typeface="Arial" panose="020B0604020202020204" pitchFamily="34" charset="0"/>
              <a:buChar char="•"/>
            </a:pPr>
            <a:r>
              <a:rPr lang="zh-CN" altLang="en-US" sz="2000" b="1" i="0" dirty="0">
                <a:effectLst/>
                <a:latin typeface="Arial" panose="020B0604020202020204" pitchFamily="34" charset="0"/>
              </a:rPr>
              <a:t>为提高模型鲁棒性，采用以下原位数据增强技术</a:t>
            </a:r>
            <a:endParaRPr lang="en-US" altLang="zh-CN" sz="2000" b="1" i="0" dirty="0">
              <a:effectLst/>
              <a:latin typeface="Arial" panose="020B0604020202020204" pitchFamily="34" charset="0"/>
            </a:endParaRPr>
          </a:p>
          <a:p>
            <a:endParaRPr lang="zh-CN" altLang="en-US" sz="2000" b="1" dirty="0"/>
          </a:p>
        </p:txBody>
      </p:sp>
      <p:sp>
        <p:nvSpPr>
          <p:cNvPr id="6" name="灯片编号占位符 5">
            <a:extLst>
              <a:ext uri="{FF2B5EF4-FFF2-40B4-BE49-F238E27FC236}">
                <a16:creationId xmlns:a16="http://schemas.microsoft.com/office/drawing/2014/main" id="{D4CE42AC-9E60-9B26-7A4A-12F9A161B4CE}"/>
              </a:ext>
            </a:extLst>
          </p:cNvPr>
          <p:cNvSpPr>
            <a:spLocks noGrp="1"/>
          </p:cNvSpPr>
          <p:nvPr>
            <p:ph type="sldNum" sz="quarter" idx="4"/>
          </p:nvPr>
        </p:nvSpPr>
        <p:spPr/>
        <p:txBody>
          <a:bodyPr/>
          <a:lstStyle/>
          <a:p>
            <a:fld id="{7A48417F-7526-485E-AE3C-3E2AE40A04CB}" type="slidenum">
              <a:rPr lang="zh-CN" altLang="en-US" smtClean="0"/>
              <a:pPr/>
              <a:t>18</a:t>
            </a:fld>
            <a:r>
              <a:rPr lang="zh-CN" altLang="en-US"/>
              <a:t> </a:t>
            </a:r>
            <a:r>
              <a:rPr lang="en-US" altLang="zh-CN"/>
              <a:t>/ </a:t>
            </a:r>
            <a:r>
              <a:rPr lang="zh-CN" altLang="en-US"/>
              <a:t>总页数</a:t>
            </a:r>
            <a:endParaRPr lang="zh-CN" altLang="en-US" dirty="0"/>
          </a:p>
        </p:txBody>
      </p:sp>
    </p:spTree>
    <p:extLst>
      <p:ext uri="{BB962C8B-B14F-4D97-AF65-F5344CB8AC3E}">
        <p14:creationId xmlns:p14="http://schemas.microsoft.com/office/powerpoint/2010/main" val="12931051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rotWithShape="1">
          <a:blip r:embed="rId2">
            <a:extLst>
              <a:ext uri="{28A0092B-C50C-407E-A947-70E740481C1C}">
                <a14:useLocalDpi xmlns:a14="http://schemas.microsoft.com/office/drawing/2010/main" val="0"/>
              </a:ext>
            </a:extLst>
          </a:blip>
          <a:srcRect t="32889" b="22667"/>
          <a:stretch>
            <a:fillRect/>
          </a:stretch>
        </p:blipFill>
        <p:spPr>
          <a:xfrm>
            <a:off x="-3" y="1904998"/>
            <a:ext cx="12192002" cy="3048000"/>
          </a:xfrm>
          <a:prstGeom prst="rect">
            <a:avLst/>
          </a:prstGeom>
        </p:spPr>
      </p:pic>
      <p:sp>
        <p:nvSpPr>
          <p:cNvPr id="6" name="矩形 5"/>
          <p:cNvSpPr/>
          <p:nvPr/>
        </p:nvSpPr>
        <p:spPr>
          <a:xfrm>
            <a:off x="1" y="1904999"/>
            <a:ext cx="4236720" cy="3048000"/>
          </a:xfrm>
          <a:prstGeom prst="rect">
            <a:avLst/>
          </a:prstGeom>
          <a:solidFill>
            <a:schemeClr val="accent1">
              <a:alpha val="7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矩形 10"/>
          <p:cNvSpPr/>
          <p:nvPr/>
        </p:nvSpPr>
        <p:spPr>
          <a:xfrm>
            <a:off x="4236722" y="1904997"/>
            <a:ext cx="7955278" cy="3048000"/>
          </a:xfrm>
          <a:prstGeom prst="rect">
            <a:avLst/>
          </a:prstGeom>
          <a:solidFill>
            <a:schemeClr val="bg1">
              <a:alpha val="8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文本框 11"/>
          <p:cNvSpPr txBox="1"/>
          <p:nvPr/>
        </p:nvSpPr>
        <p:spPr>
          <a:xfrm>
            <a:off x="5038288" y="2819385"/>
            <a:ext cx="5716774" cy="1200329"/>
          </a:xfrm>
          <a:prstGeom prst="rect">
            <a:avLst/>
          </a:prstGeom>
          <a:noFill/>
        </p:spPr>
        <p:txBody>
          <a:bodyPr wrap="square" rtlCol="0">
            <a:spAutoFit/>
          </a:bodyPr>
          <a:lstStyle/>
          <a:p>
            <a:pPr algn="dist"/>
            <a:r>
              <a:rPr lang="zh-CN" altLang="en-US" sz="7200" b="1" dirty="0">
                <a:solidFill>
                  <a:schemeClr val="accent1"/>
                </a:solidFill>
                <a:latin typeface="微软雅黑" panose="020B0503020204020204" pitchFamily="34" charset="-122"/>
                <a:ea typeface="微软雅黑" panose="020B0503020204020204" pitchFamily="34" charset="-122"/>
              </a:rPr>
              <a:t>评估概述</a:t>
            </a:r>
          </a:p>
        </p:txBody>
      </p:sp>
      <p:grpSp>
        <p:nvGrpSpPr>
          <p:cNvPr id="3" name="组合 2"/>
          <p:cNvGrpSpPr/>
          <p:nvPr/>
        </p:nvGrpSpPr>
        <p:grpSpPr>
          <a:xfrm>
            <a:off x="1104549" y="2523714"/>
            <a:ext cx="3816495" cy="1443647"/>
            <a:chOff x="1576991" y="2614329"/>
            <a:chExt cx="3816495" cy="1443647"/>
          </a:xfrm>
        </p:grpSpPr>
        <p:sp>
          <p:nvSpPr>
            <p:cNvPr id="9" name="文本框 8"/>
            <p:cNvSpPr txBox="1"/>
            <p:nvPr/>
          </p:nvSpPr>
          <p:spPr>
            <a:xfrm>
              <a:off x="1576991" y="2857647"/>
              <a:ext cx="3816495" cy="1200329"/>
            </a:xfrm>
            <a:prstGeom prst="rect">
              <a:avLst/>
            </a:prstGeom>
            <a:noFill/>
          </p:spPr>
          <p:txBody>
            <a:bodyPr wrap="square" rtlCol="0">
              <a:spAutoFit/>
            </a:bodyPr>
            <a:lstStyle/>
            <a:p>
              <a:pPr algn="dist"/>
              <a:r>
                <a:rPr lang="zh-CN" altLang="en-US" sz="7200" b="1" dirty="0">
                  <a:solidFill>
                    <a:schemeClr val="bg1"/>
                  </a:solidFill>
                  <a:latin typeface="微软雅黑" panose="020B0503020204020204" pitchFamily="34" charset="-122"/>
                  <a:ea typeface="微软雅黑" panose="020B0503020204020204" pitchFamily="34" charset="-122"/>
                </a:rPr>
                <a:t>四</a:t>
              </a:r>
            </a:p>
          </p:txBody>
        </p:sp>
        <p:pic>
          <p:nvPicPr>
            <p:cNvPr id="7" name="图片 6"/>
            <p:cNvPicPr>
              <a:picLocks noChangeAspect="1"/>
            </p:cNvPicPr>
            <p:nvPr/>
          </p:nvPicPr>
          <p:blipFill rotWithShape="1">
            <a:blip r:embed="rId3" cstate="print">
              <a:biLevel thresh="25000"/>
              <a:extLst>
                <a:ext uri="{28A0092B-C50C-407E-A947-70E740481C1C}">
                  <a14:useLocalDpi xmlns:a14="http://schemas.microsoft.com/office/drawing/2010/main" val="0"/>
                </a:ext>
              </a:extLst>
            </a:blip>
            <a:srcRect l="33369" t="21333" r="33139" b="58431"/>
            <a:stretch>
              <a:fillRect/>
            </a:stretch>
          </p:blipFill>
          <p:spPr>
            <a:xfrm>
              <a:off x="1798904" y="2614329"/>
              <a:ext cx="1002008" cy="814671"/>
            </a:xfrm>
            <a:prstGeom prst="rect">
              <a:avLst/>
            </a:prstGeom>
          </p:spPr>
        </p:pic>
      </p:grpSp>
      <p:sp>
        <p:nvSpPr>
          <p:cNvPr id="19" name="等腰三角形 18"/>
          <p:cNvSpPr/>
          <p:nvPr/>
        </p:nvSpPr>
        <p:spPr>
          <a:xfrm rot="5400000">
            <a:off x="3919524" y="3310725"/>
            <a:ext cx="945018" cy="310625"/>
          </a:xfrm>
          <a:prstGeom prst="triangle">
            <a:avLst/>
          </a:prstGeom>
          <a:solidFill>
            <a:schemeClr val="accent1">
              <a:lumMod val="75000"/>
              <a:alpha val="7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0" name="图片 19"/>
          <p:cNvPicPr>
            <a:picLocks noChangeAspect="1"/>
          </p:cNvPicPr>
          <p:nvPr/>
        </p:nvPicPr>
        <p:blipFill rotWithShape="1">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l="33369" t="21333" r="33139" b="58431"/>
          <a:stretch>
            <a:fillRect/>
          </a:stretch>
        </p:blipFill>
        <p:spPr>
          <a:xfrm flipH="1" flipV="1">
            <a:off x="10755063" y="3560025"/>
            <a:ext cx="1002008" cy="814671"/>
          </a:xfrm>
          <a:prstGeom prst="rect">
            <a:avLst/>
          </a:prstGeom>
        </p:spPr>
      </p:pic>
      <p:sp>
        <p:nvSpPr>
          <p:cNvPr id="10" name="灯片编号占位符 9">
            <a:extLst>
              <a:ext uri="{FF2B5EF4-FFF2-40B4-BE49-F238E27FC236}">
                <a16:creationId xmlns:a16="http://schemas.microsoft.com/office/drawing/2014/main" id="{892285CA-7FCA-6E9A-1399-B1DF7ED1ADFB}"/>
              </a:ext>
            </a:extLst>
          </p:cNvPr>
          <p:cNvSpPr>
            <a:spLocks noGrp="1"/>
          </p:cNvSpPr>
          <p:nvPr>
            <p:ph type="sldNum" sz="quarter" idx="4"/>
          </p:nvPr>
        </p:nvSpPr>
        <p:spPr/>
        <p:txBody>
          <a:bodyPr/>
          <a:lstStyle/>
          <a:p>
            <a:fld id="{7A48417F-7526-485E-AE3C-3E2AE40A04CB}" type="slidenum">
              <a:rPr lang="zh-CN" altLang="en-US" smtClean="0"/>
              <a:pPr/>
              <a:t>19</a:t>
            </a:fld>
            <a:r>
              <a:rPr lang="zh-CN" altLang="en-US"/>
              <a:t> </a:t>
            </a:r>
            <a:r>
              <a:rPr lang="en-US" altLang="zh-CN"/>
              <a:t>/ </a:t>
            </a:r>
            <a:r>
              <a:rPr lang="zh-CN" altLang="en-US"/>
              <a:t>总页数</a:t>
            </a:r>
            <a:endParaRPr lang="zh-CN" altLang="en-US" dirty="0"/>
          </a:p>
        </p:txBody>
      </p:sp>
    </p:spTree>
    <p:extLst>
      <p:ext uri="{BB962C8B-B14F-4D97-AF65-F5344CB8AC3E}">
        <p14:creationId xmlns:p14="http://schemas.microsoft.com/office/powerpoint/2010/main" val="23931156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7A3415-DDBF-CCDD-891F-F705BD31AC89}"/>
            </a:ext>
          </a:extLst>
        </p:cNvPr>
        <p:cNvGrpSpPr/>
        <p:nvPr/>
      </p:nvGrpSpPr>
      <p:grpSpPr>
        <a:xfrm>
          <a:off x="0" y="0"/>
          <a:ext cx="0" cy="0"/>
          <a:chOff x="0" y="0"/>
          <a:chExt cx="0" cy="0"/>
        </a:xfrm>
      </p:grpSpPr>
      <p:pic>
        <p:nvPicPr>
          <p:cNvPr id="9" name="图片 8">
            <a:extLst>
              <a:ext uri="{FF2B5EF4-FFF2-40B4-BE49-F238E27FC236}">
                <a16:creationId xmlns:a16="http://schemas.microsoft.com/office/drawing/2014/main" id="{4B4CBA4F-0EF5-609D-6DB1-2C48952C0FB7}"/>
              </a:ext>
            </a:extLst>
          </p:cNvPr>
          <p:cNvPicPr>
            <a:picLocks noChangeAspect="1"/>
          </p:cNvPicPr>
          <p:nvPr/>
        </p:nvPicPr>
        <p:blipFill rotWithShape="1">
          <a:blip r:embed="rId3">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 name="矩形 1">
            <a:extLst>
              <a:ext uri="{FF2B5EF4-FFF2-40B4-BE49-F238E27FC236}">
                <a16:creationId xmlns:a16="http://schemas.microsoft.com/office/drawing/2014/main" id="{AE809225-B407-4BF2-A0FB-4AA4F72E32F7}"/>
              </a:ext>
            </a:extLst>
          </p:cNvPr>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 name="组合 2">
            <a:extLst>
              <a:ext uri="{FF2B5EF4-FFF2-40B4-BE49-F238E27FC236}">
                <a16:creationId xmlns:a16="http://schemas.microsoft.com/office/drawing/2014/main" id="{48EC8872-D31E-98A4-00E5-DF5FE73CDDAE}"/>
              </a:ext>
            </a:extLst>
          </p:cNvPr>
          <p:cNvGrpSpPr/>
          <p:nvPr/>
        </p:nvGrpSpPr>
        <p:grpSpPr>
          <a:xfrm>
            <a:off x="138529" y="112813"/>
            <a:ext cx="2940337" cy="954107"/>
            <a:chOff x="1019925" y="1507765"/>
            <a:chExt cx="2940337" cy="954107"/>
          </a:xfrm>
        </p:grpSpPr>
        <p:sp>
          <p:nvSpPr>
            <p:cNvPr id="4" name="文本框 3">
              <a:extLst>
                <a:ext uri="{FF2B5EF4-FFF2-40B4-BE49-F238E27FC236}">
                  <a16:creationId xmlns:a16="http://schemas.microsoft.com/office/drawing/2014/main" id="{0E696467-72DA-2106-3C8C-6D95CD69CF56}"/>
                </a:ext>
              </a:extLst>
            </p:cNvPr>
            <p:cNvSpPr txBox="1"/>
            <p:nvPr/>
          </p:nvSpPr>
          <p:spPr>
            <a:xfrm>
              <a:off x="1700305" y="1507765"/>
              <a:ext cx="2259957" cy="954107"/>
            </a:xfrm>
            <a:prstGeom prst="rect">
              <a:avLst/>
            </a:prstGeom>
            <a:noFill/>
          </p:spPr>
          <p:txBody>
            <a:bodyPr vert="horz" wrap="square" rtlCol="0">
              <a:spAutoFit/>
            </a:bodyPr>
            <a:lstStyle/>
            <a:p>
              <a:pPr algn="dist"/>
              <a:r>
                <a:rPr lang="zh-CN" altLang="en-US" sz="2800" b="1" dirty="0">
                  <a:solidFill>
                    <a:schemeClr val="bg1"/>
                  </a:solidFill>
                  <a:latin typeface="微软雅黑" panose="020B0503020204020204" pitchFamily="34" charset="-122"/>
                  <a:ea typeface="微软雅黑" panose="020B0503020204020204" pitchFamily="34" charset="-122"/>
                </a:rPr>
                <a:t>评估概述</a:t>
              </a:r>
            </a:p>
            <a:p>
              <a:pPr algn="dist"/>
              <a:endParaRPr lang="zh-CN" altLang="en-US" sz="2800" b="1" dirty="0">
                <a:solidFill>
                  <a:schemeClr val="bg1"/>
                </a:solidFill>
                <a:latin typeface="微软雅黑" panose="020B0503020204020204" pitchFamily="34" charset="-122"/>
                <a:ea typeface="微软雅黑" panose="020B0503020204020204" pitchFamily="34" charset="-122"/>
              </a:endParaRPr>
            </a:p>
          </p:txBody>
        </p:sp>
        <p:pic>
          <p:nvPicPr>
            <p:cNvPr id="5" name="图片 4">
              <a:extLst>
                <a:ext uri="{FF2B5EF4-FFF2-40B4-BE49-F238E27FC236}">
                  <a16:creationId xmlns:a16="http://schemas.microsoft.com/office/drawing/2014/main" id="{E8E1EAC1-69C6-C711-FCF8-6BA15FD745A0}"/>
                </a:ext>
              </a:extLst>
            </p:cNvPr>
            <p:cNvPicPr>
              <a:picLocks noChangeAspect="1"/>
            </p:cNvPicPr>
            <p:nvPr/>
          </p:nvPicPr>
          <p:blipFill rotWithShape="1">
            <a:blip r:embed="rId4" cstate="print">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sp>
        <p:nvSpPr>
          <p:cNvPr id="62" name="矩形 61">
            <a:extLst>
              <a:ext uri="{FF2B5EF4-FFF2-40B4-BE49-F238E27FC236}">
                <a16:creationId xmlns:a16="http://schemas.microsoft.com/office/drawing/2014/main" id="{037E14DF-31E8-7BF2-1727-3BA71652CEA3}"/>
              </a:ext>
            </a:extLst>
          </p:cNvPr>
          <p:cNvSpPr/>
          <p:nvPr/>
        </p:nvSpPr>
        <p:spPr>
          <a:xfrm>
            <a:off x="0" y="6553271"/>
            <a:ext cx="12192000" cy="3112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36" name="图片 35">
            <a:extLst>
              <a:ext uri="{FF2B5EF4-FFF2-40B4-BE49-F238E27FC236}">
                <a16:creationId xmlns:a16="http://schemas.microsoft.com/office/drawing/2014/main" id="{B30EACD2-0C67-2783-9DCC-D01F2C995B4E}"/>
              </a:ext>
            </a:extLst>
          </p:cNvPr>
          <p:cNvPicPr>
            <a:picLocks noChangeAspect="1"/>
          </p:cNvPicPr>
          <p:nvPr/>
        </p:nvPicPr>
        <p:blipFill rotWithShape="1">
          <a:blip r:embed="rId5"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pic>
        <p:nvPicPr>
          <p:cNvPr id="3074" name="Picture 2">
            <a:extLst>
              <a:ext uri="{FF2B5EF4-FFF2-40B4-BE49-F238E27FC236}">
                <a16:creationId xmlns:a16="http://schemas.microsoft.com/office/drawing/2014/main" id="{8FE798EF-B084-4685-A82C-0AE16010207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0933" y="287867"/>
            <a:ext cx="12954000" cy="7295174"/>
          </a:xfrm>
          <a:prstGeom prst="rect">
            <a:avLst/>
          </a:prstGeom>
          <a:noFill/>
          <a:extLst>
            <a:ext uri="{909E8E84-426E-40DD-AFC4-6F175D3DCCD1}">
              <a14:hiddenFill xmlns:a14="http://schemas.microsoft.com/office/drawing/2010/main">
                <a:solidFill>
                  <a:srgbClr val="FFFFFF"/>
                </a:solidFill>
              </a14:hiddenFill>
            </a:ext>
          </a:extLst>
        </p:spPr>
      </p:pic>
      <p:sp>
        <p:nvSpPr>
          <p:cNvPr id="10" name="灯片编号占位符 9">
            <a:extLst>
              <a:ext uri="{FF2B5EF4-FFF2-40B4-BE49-F238E27FC236}">
                <a16:creationId xmlns:a16="http://schemas.microsoft.com/office/drawing/2014/main" id="{107D37C3-C8B2-665B-9496-D77973221168}"/>
              </a:ext>
            </a:extLst>
          </p:cNvPr>
          <p:cNvSpPr>
            <a:spLocks noGrp="1"/>
          </p:cNvSpPr>
          <p:nvPr>
            <p:ph type="sldNum" sz="quarter" idx="4"/>
          </p:nvPr>
        </p:nvSpPr>
        <p:spPr/>
        <p:txBody>
          <a:bodyPr/>
          <a:lstStyle/>
          <a:p>
            <a:fld id="{7A48417F-7526-485E-AE3C-3E2AE40A04CB}" type="slidenum">
              <a:rPr lang="zh-CN" altLang="en-US" smtClean="0"/>
              <a:pPr/>
              <a:t>20</a:t>
            </a:fld>
            <a:r>
              <a:rPr lang="zh-CN" altLang="en-US"/>
              <a:t> </a:t>
            </a:r>
            <a:r>
              <a:rPr lang="en-US" altLang="zh-CN"/>
              <a:t>/ </a:t>
            </a:r>
            <a:r>
              <a:rPr lang="zh-CN" altLang="en-US"/>
              <a:t>总页数</a:t>
            </a:r>
            <a:endParaRPr lang="zh-CN" altLang="en-US" dirty="0"/>
          </a:p>
        </p:txBody>
      </p:sp>
      <p:sp>
        <p:nvSpPr>
          <p:cNvPr id="11" name="文本框 10">
            <a:extLst>
              <a:ext uri="{FF2B5EF4-FFF2-40B4-BE49-F238E27FC236}">
                <a16:creationId xmlns:a16="http://schemas.microsoft.com/office/drawing/2014/main" id="{C0096EEE-770F-4A46-8602-A322F8F6130D}"/>
              </a:ext>
            </a:extLst>
          </p:cNvPr>
          <p:cNvSpPr txBox="1"/>
          <p:nvPr/>
        </p:nvSpPr>
        <p:spPr>
          <a:xfrm>
            <a:off x="1215898" y="2163206"/>
            <a:ext cx="1862968" cy="3231754"/>
          </a:xfrm>
          <a:prstGeom prst="rect">
            <a:avLst/>
          </a:prstGeom>
          <a:noFill/>
          <a:ln w="38100">
            <a:solidFill>
              <a:srgbClr val="FF0000"/>
            </a:solidFill>
            <a:prstDash val="lgDash"/>
          </a:ln>
        </p:spPr>
        <p:txBody>
          <a:bodyPr wrap="square" rtlCol="0">
            <a:spAutoFit/>
          </a:bodyPr>
          <a:lstStyle/>
          <a:p>
            <a:endParaRPr lang="zh-CN" altLang="en-US" dirty="0"/>
          </a:p>
        </p:txBody>
      </p:sp>
      <p:sp>
        <p:nvSpPr>
          <p:cNvPr id="12" name="文本框 11">
            <a:extLst>
              <a:ext uri="{FF2B5EF4-FFF2-40B4-BE49-F238E27FC236}">
                <a16:creationId xmlns:a16="http://schemas.microsoft.com/office/drawing/2014/main" id="{FF198137-EE68-460C-B2A9-7E7C06E9D263}"/>
              </a:ext>
            </a:extLst>
          </p:cNvPr>
          <p:cNvSpPr txBox="1"/>
          <p:nvPr/>
        </p:nvSpPr>
        <p:spPr>
          <a:xfrm>
            <a:off x="1822728" y="5514076"/>
            <a:ext cx="886605" cy="790848"/>
          </a:xfrm>
          <a:prstGeom prst="rect">
            <a:avLst/>
          </a:prstGeom>
          <a:noFill/>
          <a:ln w="38100">
            <a:solidFill>
              <a:srgbClr val="FF0000"/>
            </a:solidFill>
            <a:prstDash val="lgDash"/>
          </a:ln>
        </p:spPr>
        <p:txBody>
          <a:bodyPr wrap="square" rtlCol="0">
            <a:spAutoFit/>
          </a:bodyPr>
          <a:lstStyle/>
          <a:p>
            <a:endParaRPr lang="zh-CN" altLang="en-US" dirty="0"/>
          </a:p>
        </p:txBody>
      </p:sp>
    </p:spTree>
    <p:extLst>
      <p:ext uri="{BB962C8B-B14F-4D97-AF65-F5344CB8AC3E}">
        <p14:creationId xmlns:p14="http://schemas.microsoft.com/office/powerpoint/2010/main" val="14098968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rotWithShape="1">
          <a:blip r:embed="rId2">
            <a:extLst>
              <a:ext uri="{28A0092B-C50C-407E-A947-70E740481C1C}">
                <a14:useLocalDpi xmlns:a14="http://schemas.microsoft.com/office/drawing/2010/main" val="0"/>
              </a:ext>
            </a:extLst>
          </a:blip>
          <a:srcRect t="32889" b="22667"/>
          <a:stretch>
            <a:fillRect/>
          </a:stretch>
        </p:blipFill>
        <p:spPr>
          <a:xfrm>
            <a:off x="-3" y="1904998"/>
            <a:ext cx="12192002" cy="3048000"/>
          </a:xfrm>
          <a:prstGeom prst="rect">
            <a:avLst/>
          </a:prstGeom>
        </p:spPr>
      </p:pic>
      <p:sp>
        <p:nvSpPr>
          <p:cNvPr id="6" name="矩形 5"/>
          <p:cNvSpPr/>
          <p:nvPr/>
        </p:nvSpPr>
        <p:spPr>
          <a:xfrm>
            <a:off x="1" y="1904999"/>
            <a:ext cx="4236720" cy="3048000"/>
          </a:xfrm>
          <a:prstGeom prst="rect">
            <a:avLst/>
          </a:prstGeom>
          <a:solidFill>
            <a:schemeClr val="accent1">
              <a:alpha val="7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矩形 10"/>
          <p:cNvSpPr/>
          <p:nvPr/>
        </p:nvSpPr>
        <p:spPr>
          <a:xfrm>
            <a:off x="4236722" y="1904997"/>
            <a:ext cx="7955278" cy="3048000"/>
          </a:xfrm>
          <a:prstGeom prst="rect">
            <a:avLst/>
          </a:prstGeom>
          <a:solidFill>
            <a:schemeClr val="bg1">
              <a:alpha val="8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文本框 11"/>
          <p:cNvSpPr txBox="1"/>
          <p:nvPr/>
        </p:nvSpPr>
        <p:spPr>
          <a:xfrm>
            <a:off x="5038289" y="2274835"/>
            <a:ext cx="5716774" cy="2308324"/>
          </a:xfrm>
          <a:prstGeom prst="rect">
            <a:avLst/>
          </a:prstGeom>
          <a:noFill/>
        </p:spPr>
        <p:txBody>
          <a:bodyPr wrap="square" rtlCol="0">
            <a:spAutoFit/>
          </a:bodyPr>
          <a:lstStyle/>
          <a:p>
            <a:pPr algn="dist"/>
            <a:r>
              <a:rPr lang="zh-CN" altLang="en-US" sz="7200" b="1" dirty="0">
                <a:solidFill>
                  <a:schemeClr val="accent1"/>
                </a:solidFill>
                <a:latin typeface="微软雅黑" panose="020B0503020204020204" pitchFamily="34" charset="-122"/>
                <a:ea typeface="微软雅黑" panose="020B0503020204020204" pitchFamily="34" charset="-122"/>
              </a:rPr>
              <a:t>用户研究</a:t>
            </a:r>
            <a:r>
              <a:rPr lang="en-US" altLang="zh-CN" sz="7200" b="1" dirty="0">
                <a:solidFill>
                  <a:schemeClr val="accent1"/>
                </a:solidFill>
                <a:latin typeface="微软雅黑" panose="020B0503020204020204" pitchFamily="34" charset="-122"/>
                <a:ea typeface="微软雅黑" panose="020B0503020204020204" pitchFamily="34" charset="-122"/>
              </a:rPr>
              <a:t>1:</a:t>
            </a:r>
            <a:r>
              <a:rPr lang="zh-CN" altLang="en-US" sz="7200" b="1" dirty="0">
                <a:solidFill>
                  <a:schemeClr val="accent1"/>
                </a:solidFill>
                <a:latin typeface="微软雅黑" panose="020B0503020204020204" pitchFamily="34" charset="-122"/>
                <a:ea typeface="微软雅黑" panose="020B0503020204020204" pitchFamily="34" charset="-122"/>
              </a:rPr>
              <a:t>佩戴手指对比</a:t>
            </a:r>
          </a:p>
        </p:txBody>
      </p:sp>
      <p:grpSp>
        <p:nvGrpSpPr>
          <p:cNvPr id="3" name="组合 2"/>
          <p:cNvGrpSpPr/>
          <p:nvPr/>
        </p:nvGrpSpPr>
        <p:grpSpPr>
          <a:xfrm>
            <a:off x="1104549" y="2523714"/>
            <a:ext cx="3816495" cy="1443647"/>
            <a:chOff x="1576991" y="2614329"/>
            <a:chExt cx="3816495" cy="1443647"/>
          </a:xfrm>
        </p:grpSpPr>
        <p:sp>
          <p:nvSpPr>
            <p:cNvPr id="9" name="文本框 8"/>
            <p:cNvSpPr txBox="1"/>
            <p:nvPr/>
          </p:nvSpPr>
          <p:spPr>
            <a:xfrm>
              <a:off x="1576991" y="2857647"/>
              <a:ext cx="3816495" cy="1200329"/>
            </a:xfrm>
            <a:prstGeom prst="rect">
              <a:avLst/>
            </a:prstGeom>
            <a:noFill/>
          </p:spPr>
          <p:txBody>
            <a:bodyPr wrap="square" rtlCol="0">
              <a:spAutoFit/>
            </a:bodyPr>
            <a:lstStyle/>
            <a:p>
              <a:pPr algn="dist"/>
              <a:r>
                <a:rPr lang="zh-CN" altLang="en-US" sz="7200" b="1" dirty="0">
                  <a:solidFill>
                    <a:schemeClr val="bg1"/>
                  </a:solidFill>
                  <a:latin typeface="微软雅黑" panose="020B0503020204020204" pitchFamily="34" charset="-122"/>
                  <a:ea typeface="微软雅黑" panose="020B0503020204020204" pitchFamily="34" charset="-122"/>
                </a:rPr>
                <a:t>五</a:t>
              </a:r>
            </a:p>
          </p:txBody>
        </p:sp>
        <p:pic>
          <p:nvPicPr>
            <p:cNvPr id="7" name="图片 6"/>
            <p:cNvPicPr>
              <a:picLocks noChangeAspect="1"/>
            </p:cNvPicPr>
            <p:nvPr/>
          </p:nvPicPr>
          <p:blipFill rotWithShape="1">
            <a:blip r:embed="rId3" cstate="print">
              <a:biLevel thresh="25000"/>
              <a:extLst>
                <a:ext uri="{28A0092B-C50C-407E-A947-70E740481C1C}">
                  <a14:useLocalDpi xmlns:a14="http://schemas.microsoft.com/office/drawing/2010/main" val="0"/>
                </a:ext>
              </a:extLst>
            </a:blip>
            <a:srcRect l="33369" t="21333" r="33139" b="58431"/>
            <a:stretch>
              <a:fillRect/>
            </a:stretch>
          </p:blipFill>
          <p:spPr>
            <a:xfrm>
              <a:off x="1798904" y="2614329"/>
              <a:ext cx="1002008" cy="814671"/>
            </a:xfrm>
            <a:prstGeom prst="rect">
              <a:avLst/>
            </a:prstGeom>
          </p:spPr>
        </p:pic>
      </p:grpSp>
      <p:sp>
        <p:nvSpPr>
          <p:cNvPr id="19" name="等腰三角形 18"/>
          <p:cNvSpPr/>
          <p:nvPr/>
        </p:nvSpPr>
        <p:spPr>
          <a:xfrm rot="5400000">
            <a:off x="3919524" y="3310725"/>
            <a:ext cx="945018" cy="310625"/>
          </a:xfrm>
          <a:prstGeom prst="triangle">
            <a:avLst/>
          </a:prstGeom>
          <a:solidFill>
            <a:schemeClr val="accent1">
              <a:lumMod val="75000"/>
              <a:alpha val="7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0" name="图片 19"/>
          <p:cNvPicPr>
            <a:picLocks noChangeAspect="1"/>
          </p:cNvPicPr>
          <p:nvPr/>
        </p:nvPicPr>
        <p:blipFill rotWithShape="1">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l="33369" t="21333" r="33139" b="58431"/>
          <a:stretch>
            <a:fillRect/>
          </a:stretch>
        </p:blipFill>
        <p:spPr>
          <a:xfrm flipH="1" flipV="1">
            <a:off x="10755063" y="3560025"/>
            <a:ext cx="1002008" cy="814671"/>
          </a:xfrm>
          <a:prstGeom prst="rect">
            <a:avLst/>
          </a:prstGeom>
        </p:spPr>
      </p:pic>
      <p:sp>
        <p:nvSpPr>
          <p:cNvPr id="10" name="灯片编号占位符 9">
            <a:extLst>
              <a:ext uri="{FF2B5EF4-FFF2-40B4-BE49-F238E27FC236}">
                <a16:creationId xmlns:a16="http://schemas.microsoft.com/office/drawing/2014/main" id="{F8D84418-026E-9A5A-A39A-B600B13E41E8}"/>
              </a:ext>
            </a:extLst>
          </p:cNvPr>
          <p:cNvSpPr>
            <a:spLocks noGrp="1"/>
          </p:cNvSpPr>
          <p:nvPr>
            <p:ph type="sldNum" sz="quarter" idx="4"/>
          </p:nvPr>
        </p:nvSpPr>
        <p:spPr/>
        <p:txBody>
          <a:bodyPr/>
          <a:lstStyle/>
          <a:p>
            <a:fld id="{7A48417F-7526-485E-AE3C-3E2AE40A04CB}" type="slidenum">
              <a:rPr lang="zh-CN" altLang="en-US" smtClean="0"/>
              <a:pPr/>
              <a:t>21</a:t>
            </a:fld>
            <a:r>
              <a:rPr lang="zh-CN" altLang="en-US"/>
              <a:t> </a:t>
            </a:r>
            <a:r>
              <a:rPr lang="en-US" altLang="zh-CN"/>
              <a:t>/ </a:t>
            </a:r>
            <a:r>
              <a:rPr lang="zh-CN" altLang="en-US"/>
              <a:t>总页数</a:t>
            </a:r>
            <a:endParaRPr lang="zh-CN"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2" name="矩形: 圆角 20">
            <a:extLst>
              <a:ext uri="{FF2B5EF4-FFF2-40B4-BE49-F238E27FC236}">
                <a16:creationId xmlns:a16="http://schemas.microsoft.com/office/drawing/2014/main" id="{592FDB7A-2FB9-2519-DC27-0A4F71833C69}"/>
              </a:ext>
            </a:extLst>
          </p:cNvPr>
          <p:cNvSpPr/>
          <p:nvPr/>
        </p:nvSpPr>
        <p:spPr>
          <a:xfrm>
            <a:off x="1107457" y="4958938"/>
            <a:ext cx="3519774" cy="1409105"/>
          </a:xfrm>
          <a:prstGeom prst="roundRect">
            <a:avLst>
              <a:gd name="adj" fmla="val 10405"/>
            </a:avLst>
          </a:prstGeom>
          <a:solidFill>
            <a:srgbClr val="E2EBE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矩形: 圆角 20">
            <a:extLst>
              <a:ext uri="{FF2B5EF4-FFF2-40B4-BE49-F238E27FC236}">
                <a16:creationId xmlns:a16="http://schemas.microsoft.com/office/drawing/2014/main" id="{F1C88741-9B09-1D24-1830-80045F6D7953}"/>
              </a:ext>
            </a:extLst>
          </p:cNvPr>
          <p:cNvSpPr/>
          <p:nvPr/>
        </p:nvSpPr>
        <p:spPr>
          <a:xfrm>
            <a:off x="5659917" y="4590742"/>
            <a:ext cx="6320860" cy="1958810"/>
          </a:xfrm>
          <a:prstGeom prst="roundRect">
            <a:avLst>
              <a:gd name="adj" fmla="val 10405"/>
            </a:avLst>
          </a:prstGeom>
          <a:solidFill>
            <a:srgbClr val="E2EBE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p:cNvPicPr>
            <a:picLocks noChangeAspect="1"/>
          </p:cNvPicPr>
          <p:nvPr/>
        </p:nvPicPr>
        <p:blipFill rotWithShape="1">
          <a:blip r:embed="rId2">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 name="矩形 1"/>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 name="组合 2"/>
          <p:cNvGrpSpPr/>
          <p:nvPr/>
        </p:nvGrpSpPr>
        <p:grpSpPr>
          <a:xfrm>
            <a:off x="138529" y="112811"/>
            <a:ext cx="5442150" cy="954107"/>
            <a:chOff x="1019925" y="1507763"/>
            <a:chExt cx="5442150" cy="954107"/>
          </a:xfrm>
        </p:grpSpPr>
        <p:sp>
          <p:nvSpPr>
            <p:cNvPr id="4" name="文本框 3"/>
            <p:cNvSpPr txBox="1"/>
            <p:nvPr/>
          </p:nvSpPr>
          <p:spPr>
            <a:xfrm>
              <a:off x="1700306" y="1507763"/>
              <a:ext cx="4761769" cy="954107"/>
            </a:xfrm>
            <a:prstGeom prst="rect">
              <a:avLst/>
            </a:prstGeom>
            <a:noFill/>
          </p:spPr>
          <p:txBody>
            <a:bodyPr vert="horz" wrap="square" rtlCol="0">
              <a:spAutoFit/>
            </a:bodyPr>
            <a:lstStyle/>
            <a:p>
              <a:pPr algn="dist"/>
              <a:r>
                <a:rPr lang="zh-CN" altLang="en-US" sz="2800" b="1" dirty="0">
                  <a:solidFill>
                    <a:schemeClr val="bg1"/>
                  </a:solidFill>
                  <a:latin typeface="微软雅黑" panose="020B0503020204020204" pitchFamily="34" charset="-122"/>
                  <a:ea typeface="微软雅黑" panose="020B0503020204020204" pitchFamily="34" charset="-122"/>
                </a:rPr>
                <a:t>姿势集</a:t>
              </a:r>
              <a:r>
                <a:rPr lang="en-US" altLang="zh-CN" sz="2800" b="1" dirty="0">
                  <a:solidFill>
                    <a:schemeClr val="bg1"/>
                  </a:solidFill>
                  <a:latin typeface="微软雅黑" panose="020B0503020204020204" pitchFamily="34" charset="-122"/>
                  <a:ea typeface="微软雅黑" panose="020B0503020204020204" pitchFamily="34" charset="-122"/>
                </a:rPr>
                <a:t>&amp;</a:t>
              </a:r>
              <a:r>
                <a:rPr lang="zh-CN" altLang="en-US" sz="2800" b="1" dirty="0">
                  <a:solidFill>
                    <a:schemeClr val="bg1"/>
                  </a:solidFill>
                  <a:latin typeface="微软雅黑" panose="020B0503020204020204" pitchFamily="34" charset="-122"/>
                  <a:ea typeface="微软雅黑" panose="020B0503020204020204" pitchFamily="34" charset="-122"/>
                </a:rPr>
                <a:t>建立过程</a:t>
              </a:r>
            </a:p>
            <a:p>
              <a:pPr algn="dist"/>
              <a:endParaRPr lang="zh-CN" altLang="en-US" sz="2800" b="1" dirty="0">
                <a:solidFill>
                  <a:schemeClr val="bg1"/>
                </a:solidFill>
                <a:latin typeface="微软雅黑" panose="020B0503020204020204" pitchFamily="34" charset="-122"/>
                <a:ea typeface="微软雅黑" panose="020B0503020204020204" pitchFamily="34" charset="-122"/>
              </a:endParaRPr>
            </a:p>
          </p:txBody>
        </p:sp>
        <p:pic>
          <p:nvPicPr>
            <p:cNvPr id="5" name="图片 4"/>
            <p:cNvPicPr>
              <a:picLocks noChangeAspect="1"/>
            </p:cNvPicPr>
            <p:nvPr/>
          </p:nvPicPr>
          <p:blipFill rotWithShape="1">
            <a:blip r:embed="rId3" cstate="print">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sp>
        <p:nvSpPr>
          <p:cNvPr id="11" name="文本框 10"/>
          <p:cNvSpPr txBox="1"/>
          <p:nvPr/>
        </p:nvSpPr>
        <p:spPr>
          <a:xfrm>
            <a:off x="8420859" y="2698051"/>
            <a:ext cx="2974340" cy="369332"/>
          </a:xfrm>
          <a:prstGeom prst="rect">
            <a:avLst/>
          </a:prstGeom>
          <a:noFill/>
        </p:spPr>
        <p:txBody>
          <a:bodyPr wrap="square" lIns="0" tIns="0" rIns="0" bIns="0" rtlCol="0">
            <a:spAutoFit/>
          </a:bodyPr>
          <a:lstStyle/>
          <a:p>
            <a:endParaRPr lang="zh-CN" altLang="en-US" sz="2400" b="1" dirty="0">
              <a:solidFill>
                <a:schemeClr val="accent1"/>
              </a:solidFill>
              <a:latin typeface="+mj-ea"/>
              <a:ea typeface="+mj-ea"/>
            </a:endParaRPr>
          </a:p>
        </p:txBody>
      </p:sp>
      <p:sp>
        <p:nvSpPr>
          <p:cNvPr id="62" name="矩形 61"/>
          <p:cNvSpPr/>
          <p:nvPr/>
        </p:nvSpPr>
        <p:spPr>
          <a:xfrm>
            <a:off x="0" y="6553271"/>
            <a:ext cx="12192000" cy="3112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36" name="图片 35"/>
          <p:cNvPicPr>
            <a:picLocks noChangeAspect="1"/>
          </p:cNvPicPr>
          <p:nvPr/>
        </p:nvPicPr>
        <p:blipFill rotWithShape="1">
          <a:blip r:embed="rId4"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grpSp>
        <p:nvGrpSpPr>
          <p:cNvPr id="46" name="组合 45">
            <a:extLst>
              <a:ext uri="{FF2B5EF4-FFF2-40B4-BE49-F238E27FC236}">
                <a16:creationId xmlns:a16="http://schemas.microsoft.com/office/drawing/2014/main" id="{507335CE-EF70-FEB6-715D-A6A5CFFEC500}"/>
              </a:ext>
            </a:extLst>
          </p:cNvPr>
          <p:cNvGrpSpPr/>
          <p:nvPr/>
        </p:nvGrpSpPr>
        <p:grpSpPr>
          <a:xfrm>
            <a:off x="597432" y="1548948"/>
            <a:ext cx="4531283" cy="3281555"/>
            <a:chOff x="138529" y="1007396"/>
            <a:chExt cx="6688810" cy="5542156"/>
          </a:xfrm>
        </p:grpSpPr>
        <p:pic>
          <p:nvPicPr>
            <p:cNvPr id="8" name="图片 7">
              <a:extLst>
                <a:ext uri="{FF2B5EF4-FFF2-40B4-BE49-F238E27FC236}">
                  <a16:creationId xmlns:a16="http://schemas.microsoft.com/office/drawing/2014/main" id="{4FB0DDC4-FB94-2E3D-EAF7-3C268B619FF9}"/>
                </a:ext>
              </a:extLst>
            </p:cNvPr>
            <p:cNvPicPr>
              <a:picLocks noChangeAspect="1"/>
            </p:cNvPicPr>
            <p:nvPr/>
          </p:nvPicPr>
          <p:blipFill>
            <a:blip r:embed="rId5"/>
            <a:stretch>
              <a:fillRect/>
            </a:stretch>
          </p:blipFill>
          <p:spPr>
            <a:xfrm>
              <a:off x="138529" y="1007396"/>
              <a:ext cx="6688810" cy="5542156"/>
            </a:xfrm>
            <a:prstGeom prst="rect">
              <a:avLst/>
            </a:prstGeom>
          </p:spPr>
        </p:pic>
        <p:sp>
          <p:nvSpPr>
            <p:cNvPr id="37" name="矩形 36">
              <a:extLst>
                <a:ext uri="{FF2B5EF4-FFF2-40B4-BE49-F238E27FC236}">
                  <a16:creationId xmlns:a16="http://schemas.microsoft.com/office/drawing/2014/main" id="{32C6300B-890D-6C83-7380-47AD73EEE1A3}"/>
                </a:ext>
              </a:extLst>
            </p:cNvPr>
            <p:cNvSpPr/>
            <p:nvPr/>
          </p:nvSpPr>
          <p:spPr>
            <a:xfrm>
              <a:off x="3232032" y="1007396"/>
              <a:ext cx="501804" cy="2771078"/>
            </a:xfrm>
            <a:prstGeom prst="rect">
              <a:avLst/>
            </a:prstGeom>
            <a:noFill/>
            <a:ln>
              <a:solidFill>
                <a:srgbClr val="B494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8" name="矩形 37">
              <a:extLst>
                <a:ext uri="{FF2B5EF4-FFF2-40B4-BE49-F238E27FC236}">
                  <a16:creationId xmlns:a16="http://schemas.microsoft.com/office/drawing/2014/main" id="{C29B9361-4346-CA2D-A119-EF0B757277C4}"/>
                </a:ext>
              </a:extLst>
            </p:cNvPr>
            <p:cNvSpPr/>
            <p:nvPr/>
          </p:nvSpPr>
          <p:spPr>
            <a:xfrm>
              <a:off x="3830481" y="3778474"/>
              <a:ext cx="501804" cy="2771078"/>
            </a:xfrm>
            <a:prstGeom prst="rect">
              <a:avLst/>
            </a:prstGeom>
            <a:noFill/>
            <a:ln>
              <a:solidFill>
                <a:srgbClr val="B494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9" name="矩形 38">
              <a:extLst>
                <a:ext uri="{FF2B5EF4-FFF2-40B4-BE49-F238E27FC236}">
                  <a16:creationId xmlns:a16="http://schemas.microsoft.com/office/drawing/2014/main" id="{F47C3AD4-AD15-9A63-8A73-28104DBF12C6}"/>
                </a:ext>
              </a:extLst>
            </p:cNvPr>
            <p:cNvSpPr/>
            <p:nvPr/>
          </p:nvSpPr>
          <p:spPr>
            <a:xfrm>
              <a:off x="4437261" y="3778474"/>
              <a:ext cx="501804" cy="2771078"/>
            </a:xfrm>
            <a:prstGeom prst="rect">
              <a:avLst/>
            </a:prstGeom>
            <a:noFill/>
            <a:ln>
              <a:solidFill>
                <a:srgbClr val="B494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0" name="矩形 39">
              <a:extLst>
                <a:ext uri="{FF2B5EF4-FFF2-40B4-BE49-F238E27FC236}">
                  <a16:creationId xmlns:a16="http://schemas.microsoft.com/office/drawing/2014/main" id="{AAB90B23-52FA-B0F3-30D9-EA751CBD859E}"/>
                </a:ext>
              </a:extLst>
            </p:cNvPr>
            <p:cNvSpPr/>
            <p:nvPr/>
          </p:nvSpPr>
          <p:spPr>
            <a:xfrm>
              <a:off x="4983222" y="3778474"/>
              <a:ext cx="501804" cy="2771078"/>
            </a:xfrm>
            <a:prstGeom prst="rect">
              <a:avLst/>
            </a:prstGeom>
            <a:noFill/>
            <a:ln>
              <a:solidFill>
                <a:srgbClr val="B494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1" name="矩形 40">
              <a:extLst>
                <a:ext uri="{FF2B5EF4-FFF2-40B4-BE49-F238E27FC236}">
                  <a16:creationId xmlns:a16="http://schemas.microsoft.com/office/drawing/2014/main" id="{FBD61F16-2972-8EF0-E5B5-FE1B5914F79F}"/>
                </a:ext>
              </a:extLst>
            </p:cNvPr>
            <p:cNvSpPr/>
            <p:nvPr/>
          </p:nvSpPr>
          <p:spPr>
            <a:xfrm>
              <a:off x="1480842" y="1007396"/>
              <a:ext cx="501804" cy="2771078"/>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2" name="矩形 41">
              <a:extLst>
                <a:ext uri="{FF2B5EF4-FFF2-40B4-BE49-F238E27FC236}">
                  <a16:creationId xmlns:a16="http://schemas.microsoft.com/office/drawing/2014/main" id="{291729E9-E7B9-A1AA-B421-6C32E366E8AE}"/>
                </a:ext>
              </a:extLst>
            </p:cNvPr>
            <p:cNvSpPr/>
            <p:nvPr/>
          </p:nvSpPr>
          <p:spPr>
            <a:xfrm>
              <a:off x="2677739" y="1007396"/>
              <a:ext cx="501804" cy="2771078"/>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3" name="矩形 42">
              <a:extLst>
                <a:ext uri="{FF2B5EF4-FFF2-40B4-BE49-F238E27FC236}">
                  <a16:creationId xmlns:a16="http://schemas.microsoft.com/office/drawing/2014/main" id="{87DC63D6-AD32-6EF3-BD08-64D0B151DDA5}"/>
                </a:ext>
              </a:extLst>
            </p:cNvPr>
            <p:cNvSpPr/>
            <p:nvPr/>
          </p:nvSpPr>
          <p:spPr>
            <a:xfrm>
              <a:off x="3830481" y="1007396"/>
              <a:ext cx="501804" cy="2771078"/>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4" name="矩形 43">
              <a:extLst>
                <a:ext uri="{FF2B5EF4-FFF2-40B4-BE49-F238E27FC236}">
                  <a16:creationId xmlns:a16="http://schemas.microsoft.com/office/drawing/2014/main" id="{3815F5F7-00D0-6362-6A5F-49D5E5935AE5}"/>
                </a:ext>
              </a:extLst>
            </p:cNvPr>
            <p:cNvSpPr/>
            <p:nvPr/>
          </p:nvSpPr>
          <p:spPr>
            <a:xfrm>
              <a:off x="4936374" y="1007396"/>
              <a:ext cx="501804" cy="2771078"/>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5" name="矩形 44">
              <a:extLst>
                <a:ext uri="{FF2B5EF4-FFF2-40B4-BE49-F238E27FC236}">
                  <a16:creationId xmlns:a16="http://schemas.microsoft.com/office/drawing/2014/main" id="{11155859-4FDD-FB3D-8D29-71137C0A7FC0}"/>
                </a:ext>
              </a:extLst>
            </p:cNvPr>
            <p:cNvSpPr/>
            <p:nvPr/>
          </p:nvSpPr>
          <p:spPr>
            <a:xfrm>
              <a:off x="6149934" y="1007396"/>
              <a:ext cx="501804" cy="2771078"/>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12" name="文本框 11">
            <a:extLst>
              <a:ext uri="{FF2B5EF4-FFF2-40B4-BE49-F238E27FC236}">
                <a16:creationId xmlns:a16="http://schemas.microsoft.com/office/drawing/2014/main" id="{2F75CB9F-6DAF-8E1C-E10B-B1B1E1BC1793}"/>
              </a:ext>
            </a:extLst>
          </p:cNvPr>
          <p:cNvSpPr txBox="1"/>
          <p:nvPr/>
        </p:nvSpPr>
        <p:spPr>
          <a:xfrm>
            <a:off x="1216264" y="5078848"/>
            <a:ext cx="3868380" cy="1600438"/>
          </a:xfrm>
          <a:prstGeom prst="rect">
            <a:avLst/>
          </a:prstGeom>
          <a:noFill/>
        </p:spPr>
        <p:txBody>
          <a:bodyPr wrap="square">
            <a:spAutoFit/>
          </a:bodyPr>
          <a:lstStyle/>
          <a:p>
            <a:pPr marL="342900" indent="-342900">
              <a:buFont typeface="Arial" panose="020B0604020202020204" pitchFamily="34" charset="0"/>
              <a:buChar char="•"/>
            </a:pPr>
            <a:r>
              <a:rPr kumimoji="1" lang="zh-CN" altLang="en-US" sz="2000" dirty="0">
                <a:latin typeface="+mj-ea"/>
                <a:ea typeface="+mj-ea"/>
              </a:rPr>
              <a:t>总共九个动作</a:t>
            </a:r>
            <a:r>
              <a:rPr kumimoji="1" lang="en-US" altLang="zh-CN" sz="2000" dirty="0">
                <a:latin typeface="+mj-ea"/>
                <a:ea typeface="+mj-ea"/>
              </a:rPr>
              <a:t>:	</a:t>
            </a:r>
          </a:p>
          <a:p>
            <a:r>
              <a:rPr kumimoji="1" lang="en-US" altLang="zh-CN" sz="2000" b="1" dirty="0">
                <a:latin typeface="+mj-ea"/>
                <a:ea typeface="+mj-ea"/>
              </a:rPr>
              <a:t>	</a:t>
            </a:r>
            <a:r>
              <a:rPr kumimoji="1" lang="zh-CN" altLang="en-US" b="1" dirty="0">
                <a:latin typeface="+mj-ea"/>
                <a:ea typeface="+mj-ea"/>
              </a:rPr>
              <a:t>四个单指</a:t>
            </a:r>
            <a:r>
              <a:rPr kumimoji="1" lang="zh-CN" altLang="en-US" dirty="0">
                <a:latin typeface="+mj-ea"/>
                <a:ea typeface="+mj-ea"/>
              </a:rPr>
              <a:t>动作</a:t>
            </a:r>
            <a:r>
              <a:rPr kumimoji="1" lang="en-US" altLang="zh-CN" dirty="0">
                <a:latin typeface="+mj-ea"/>
                <a:ea typeface="+mj-ea"/>
              </a:rPr>
              <a:t>,	</a:t>
            </a:r>
          </a:p>
          <a:p>
            <a:r>
              <a:rPr kumimoji="1" lang="en-US" altLang="zh-CN" b="1" dirty="0">
                <a:latin typeface="+mj-ea"/>
                <a:ea typeface="+mj-ea"/>
              </a:rPr>
              <a:t>	</a:t>
            </a:r>
            <a:r>
              <a:rPr kumimoji="1" lang="zh-CN" altLang="en-US" b="1" dirty="0">
                <a:latin typeface="+mj-ea"/>
                <a:ea typeface="+mj-ea"/>
              </a:rPr>
              <a:t>五个复合指</a:t>
            </a:r>
            <a:r>
              <a:rPr kumimoji="1" lang="zh-CN" altLang="en-US" dirty="0">
                <a:latin typeface="+mj-ea"/>
                <a:ea typeface="+mj-ea"/>
              </a:rPr>
              <a:t>动作</a:t>
            </a:r>
            <a:endParaRPr kumimoji="1" lang="en-US" altLang="zh-CN" dirty="0">
              <a:latin typeface="+mj-ea"/>
              <a:ea typeface="+mj-ea"/>
            </a:endParaRPr>
          </a:p>
          <a:p>
            <a:endParaRPr kumimoji="1" lang="zh-CN" altLang="en-US" sz="2000" dirty="0">
              <a:latin typeface="+mj-ea"/>
              <a:ea typeface="+mj-ea"/>
            </a:endParaRPr>
          </a:p>
          <a:p>
            <a:endParaRPr kumimoji="1" lang="zh-CN" altLang="en-US" sz="2000" dirty="0">
              <a:solidFill>
                <a:srgbClr val="B49400"/>
              </a:solidFill>
              <a:latin typeface="+mj-ea"/>
              <a:ea typeface="+mj-ea"/>
            </a:endParaRPr>
          </a:p>
        </p:txBody>
      </p:sp>
      <p:sp>
        <p:nvSpPr>
          <p:cNvPr id="16" name="文本框 15">
            <a:extLst>
              <a:ext uri="{FF2B5EF4-FFF2-40B4-BE49-F238E27FC236}">
                <a16:creationId xmlns:a16="http://schemas.microsoft.com/office/drawing/2014/main" id="{7D0A6EA2-5CC8-EBB1-48FF-0C9D839842F3}"/>
              </a:ext>
            </a:extLst>
          </p:cNvPr>
          <p:cNvSpPr txBox="1"/>
          <p:nvPr/>
        </p:nvSpPr>
        <p:spPr>
          <a:xfrm>
            <a:off x="358761" y="956466"/>
            <a:ext cx="2487039" cy="461665"/>
          </a:xfrm>
          <a:prstGeom prst="rect">
            <a:avLst/>
          </a:prstGeom>
          <a:noFill/>
        </p:spPr>
        <p:txBody>
          <a:bodyPr wrap="square">
            <a:spAutoFit/>
          </a:bodyPr>
          <a:lstStyle/>
          <a:p>
            <a:r>
              <a:rPr lang="zh-CN" altLang="en-US" sz="2400" b="1" dirty="0">
                <a:latin typeface="+mj-ea"/>
                <a:ea typeface="+mj-ea"/>
              </a:rPr>
              <a:t>确定动作</a:t>
            </a:r>
          </a:p>
        </p:txBody>
      </p:sp>
      <p:grpSp>
        <p:nvGrpSpPr>
          <p:cNvPr id="17" name="组合 16">
            <a:extLst>
              <a:ext uri="{FF2B5EF4-FFF2-40B4-BE49-F238E27FC236}">
                <a16:creationId xmlns:a16="http://schemas.microsoft.com/office/drawing/2014/main" id="{AF851E0F-EE37-D09F-5AD2-228F4B30CD61}"/>
              </a:ext>
            </a:extLst>
          </p:cNvPr>
          <p:cNvGrpSpPr/>
          <p:nvPr/>
        </p:nvGrpSpPr>
        <p:grpSpPr>
          <a:xfrm>
            <a:off x="6353687" y="975644"/>
            <a:ext cx="4366623" cy="3666657"/>
            <a:chOff x="-632620" y="666273"/>
            <a:chExt cx="7170903" cy="7010835"/>
          </a:xfrm>
        </p:grpSpPr>
        <p:sp>
          <p:nvSpPr>
            <p:cNvPr id="18" name="矩形 17">
              <a:extLst>
                <a:ext uri="{FF2B5EF4-FFF2-40B4-BE49-F238E27FC236}">
                  <a16:creationId xmlns:a16="http://schemas.microsoft.com/office/drawing/2014/main" id="{BBA09704-6678-E791-2A67-9123BC7396A4}"/>
                </a:ext>
              </a:extLst>
            </p:cNvPr>
            <p:cNvSpPr/>
            <p:nvPr/>
          </p:nvSpPr>
          <p:spPr>
            <a:xfrm>
              <a:off x="618969" y="666273"/>
              <a:ext cx="5919314" cy="5420939"/>
            </a:xfrm>
            <a:prstGeom prst="rect">
              <a:avLst/>
            </a:prstGeom>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kumimoji="1" lang="zh-CN" altLang="en-US" dirty="0"/>
            </a:p>
          </p:txBody>
        </p:sp>
        <p:sp>
          <p:nvSpPr>
            <p:cNvPr id="19" name="矩形 18">
              <a:extLst>
                <a:ext uri="{FF2B5EF4-FFF2-40B4-BE49-F238E27FC236}">
                  <a16:creationId xmlns:a16="http://schemas.microsoft.com/office/drawing/2014/main" id="{F7579EA0-5FF5-CCE2-3AD1-0B5EAAA64C10}"/>
                </a:ext>
              </a:extLst>
            </p:cNvPr>
            <p:cNvSpPr/>
            <p:nvPr/>
          </p:nvSpPr>
          <p:spPr>
            <a:xfrm>
              <a:off x="442964" y="840824"/>
              <a:ext cx="5919314" cy="5420939"/>
            </a:xfrm>
            <a:prstGeom prst="rect">
              <a:avLst/>
            </a:prstGeom>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kumimoji="1" lang="zh-CN" altLang="en-US"/>
            </a:p>
          </p:txBody>
        </p:sp>
        <p:sp>
          <p:nvSpPr>
            <p:cNvPr id="20" name="矩形 19">
              <a:extLst>
                <a:ext uri="{FF2B5EF4-FFF2-40B4-BE49-F238E27FC236}">
                  <a16:creationId xmlns:a16="http://schemas.microsoft.com/office/drawing/2014/main" id="{C2026AB0-D39B-6E37-20C2-14C43EB52FDB}"/>
                </a:ext>
              </a:extLst>
            </p:cNvPr>
            <p:cNvSpPr/>
            <p:nvPr/>
          </p:nvSpPr>
          <p:spPr>
            <a:xfrm>
              <a:off x="232940" y="1001632"/>
              <a:ext cx="5919314" cy="5420939"/>
            </a:xfrm>
            <a:prstGeom prst="rect">
              <a:avLst/>
            </a:prstGeom>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kumimoji="1" lang="zh-CN" altLang="en-US" dirty="0"/>
            </a:p>
          </p:txBody>
        </p:sp>
        <p:sp>
          <p:nvSpPr>
            <p:cNvPr id="21" name="矩形 20">
              <a:extLst>
                <a:ext uri="{FF2B5EF4-FFF2-40B4-BE49-F238E27FC236}">
                  <a16:creationId xmlns:a16="http://schemas.microsoft.com/office/drawing/2014/main" id="{19242EC9-B3B9-FDFC-CF9C-6CB4593CAA69}"/>
                </a:ext>
              </a:extLst>
            </p:cNvPr>
            <p:cNvSpPr/>
            <p:nvPr/>
          </p:nvSpPr>
          <p:spPr>
            <a:xfrm>
              <a:off x="32252" y="1162440"/>
              <a:ext cx="5919314" cy="5420939"/>
            </a:xfrm>
            <a:prstGeom prst="rect">
              <a:avLst/>
            </a:prstGeom>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kumimoji="1" lang="zh-CN" altLang="en-US" dirty="0"/>
            </a:p>
          </p:txBody>
        </p:sp>
        <p:grpSp>
          <p:nvGrpSpPr>
            <p:cNvPr id="22" name="组合 21">
              <a:extLst>
                <a:ext uri="{FF2B5EF4-FFF2-40B4-BE49-F238E27FC236}">
                  <a16:creationId xmlns:a16="http://schemas.microsoft.com/office/drawing/2014/main" id="{9D4B1C20-5E1C-EA0B-5A2F-B2F7C75B080A}"/>
                </a:ext>
              </a:extLst>
            </p:cNvPr>
            <p:cNvGrpSpPr/>
            <p:nvPr/>
          </p:nvGrpSpPr>
          <p:grpSpPr>
            <a:xfrm>
              <a:off x="-632620" y="1431998"/>
              <a:ext cx="6584185" cy="6245110"/>
              <a:chOff x="-820445" y="692302"/>
              <a:chExt cx="8391038" cy="7170750"/>
            </a:xfrm>
          </p:grpSpPr>
          <p:sp>
            <p:nvSpPr>
              <p:cNvPr id="23" name="左大括号 22">
                <a:extLst>
                  <a:ext uri="{FF2B5EF4-FFF2-40B4-BE49-F238E27FC236}">
                    <a16:creationId xmlns:a16="http://schemas.microsoft.com/office/drawing/2014/main" id="{75E77D0E-DCC4-3C93-E458-B66F8DBCCA26}"/>
                  </a:ext>
                </a:extLst>
              </p:cNvPr>
              <p:cNvSpPr/>
              <p:nvPr/>
            </p:nvSpPr>
            <p:spPr>
              <a:xfrm rot="16200000">
                <a:off x="3645574" y="3154315"/>
                <a:ext cx="313867" cy="7536171"/>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zh-CN" altLang="en-US" dirty="0"/>
              </a:p>
            </p:txBody>
          </p:sp>
          <p:sp>
            <p:nvSpPr>
              <p:cNvPr id="24" name="文本框 23">
                <a:extLst>
                  <a:ext uri="{FF2B5EF4-FFF2-40B4-BE49-F238E27FC236}">
                    <a16:creationId xmlns:a16="http://schemas.microsoft.com/office/drawing/2014/main" id="{49F0490F-AF15-3930-65ED-BF6618CB31D9}"/>
                  </a:ext>
                </a:extLst>
              </p:cNvPr>
              <p:cNvSpPr txBox="1"/>
              <p:nvPr/>
            </p:nvSpPr>
            <p:spPr>
              <a:xfrm>
                <a:off x="3221883" y="7052201"/>
                <a:ext cx="2325206" cy="810851"/>
              </a:xfrm>
              <a:prstGeom prst="rect">
                <a:avLst/>
              </a:prstGeom>
              <a:noFill/>
            </p:spPr>
            <p:txBody>
              <a:bodyPr wrap="square" rtlCol="0">
                <a:spAutoFit/>
              </a:bodyPr>
              <a:lstStyle/>
              <a:p>
                <a:r>
                  <a:rPr kumimoji="1" lang="en-US" altLang="zh-CN" dirty="0"/>
                  <a:t>9</a:t>
                </a:r>
                <a:r>
                  <a:rPr kumimoji="1" lang="zh-CN" altLang="en-US" dirty="0"/>
                  <a:t> </a:t>
                </a:r>
                <a:r>
                  <a:rPr kumimoji="1" lang="en-US" altLang="zh-CN" dirty="0"/>
                  <a:t>×</a:t>
                </a:r>
                <a:r>
                  <a:rPr kumimoji="1" lang="zh-CN" altLang="en-US" dirty="0"/>
                  <a:t> </a:t>
                </a:r>
                <a:r>
                  <a:rPr kumimoji="1" lang="en-US" altLang="zh-CN" dirty="0"/>
                  <a:t>9</a:t>
                </a:r>
                <a:endParaRPr kumimoji="1" lang="zh-CN" altLang="en-US" dirty="0"/>
              </a:p>
            </p:txBody>
          </p:sp>
          <p:grpSp>
            <p:nvGrpSpPr>
              <p:cNvPr id="25" name="组合 24">
                <a:extLst>
                  <a:ext uri="{FF2B5EF4-FFF2-40B4-BE49-F238E27FC236}">
                    <a16:creationId xmlns:a16="http://schemas.microsoft.com/office/drawing/2014/main" id="{A1559057-35D9-2B12-1884-F19CA4ABCE1E}"/>
                  </a:ext>
                </a:extLst>
              </p:cNvPr>
              <p:cNvGrpSpPr/>
              <p:nvPr/>
            </p:nvGrpSpPr>
            <p:grpSpPr>
              <a:xfrm>
                <a:off x="591668" y="902393"/>
                <a:ext cx="6527801" cy="1156328"/>
                <a:chOff x="591668" y="902393"/>
                <a:chExt cx="6527801" cy="1156328"/>
              </a:xfrm>
            </p:grpSpPr>
            <p:pic>
              <p:nvPicPr>
                <p:cNvPr id="65" name="图片 64">
                  <a:extLst>
                    <a:ext uri="{FF2B5EF4-FFF2-40B4-BE49-F238E27FC236}">
                      <a16:creationId xmlns:a16="http://schemas.microsoft.com/office/drawing/2014/main" id="{44CB775B-FD85-EDED-5683-2CCDACE848B2}"/>
                    </a:ext>
                  </a:extLst>
                </p:cNvPr>
                <p:cNvPicPr>
                  <a:picLocks noChangeAspect="1"/>
                </p:cNvPicPr>
                <p:nvPr/>
              </p:nvPicPr>
              <p:blipFill>
                <a:blip r:embed="rId6"/>
                <a:srcRect t="6098"/>
                <a:stretch>
                  <a:fillRect/>
                </a:stretch>
              </p:blipFill>
              <p:spPr>
                <a:xfrm>
                  <a:off x="591668" y="902393"/>
                  <a:ext cx="812800" cy="1132934"/>
                </a:xfrm>
                <a:prstGeom prst="rect">
                  <a:avLst/>
                </a:prstGeom>
              </p:spPr>
            </p:pic>
            <p:pic>
              <p:nvPicPr>
                <p:cNvPr id="66" name="图片 65">
                  <a:extLst>
                    <a:ext uri="{FF2B5EF4-FFF2-40B4-BE49-F238E27FC236}">
                      <a16:creationId xmlns:a16="http://schemas.microsoft.com/office/drawing/2014/main" id="{033565DF-35E2-12E7-C043-612A1459B85F}"/>
                    </a:ext>
                  </a:extLst>
                </p:cNvPr>
                <p:cNvPicPr>
                  <a:picLocks noChangeAspect="1"/>
                </p:cNvPicPr>
                <p:nvPr/>
              </p:nvPicPr>
              <p:blipFill>
                <a:blip r:embed="rId7"/>
                <a:srcRect t="4545" r="65196"/>
                <a:stretch>
                  <a:fillRect/>
                </a:stretch>
              </p:blipFill>
              <p:spPr>
                <a:xfrm>
                  <a:off x="2610969" y="902393"/>
                  <a:ext cx="901700" cy="1081443"/>
                </a:xfrm>
                <a:prstGeom prst="rect">
                  <a:avLst/>
                </a:prstGeom>
              </p:spPr>
            </p:pic>
            <p:pic>
              <p:nvPicPr>
                <p:cNvPr id="67" name="图片 66">
                  <a:extLst>
                    <a:ext uri="{FF2B5EF4-FFF2-40B4-BE49-F238E27FC236}">
                      <a16:creationId xmlns:a16="http://schemas.microsoft.com/office/drawing/2014/main" id="{39C6524C-4299-4E6D-991F-28CF52300386}"/>
                    </a:ext>
                  </a:extLst>
                </p:cNvPr>
                <p:cNvPicPr>
                  <a:picLocks noChangeAspect="1"/>
                </p:cNvPicPr>
                <p:nvPr/>
              </p:nvPicPr>
              <p:blipFill>
                <a:blip r:embed="rId8"/>
                <a:srcRect t="6425"/>
                <a:stretch>
                  <a:fillRect/>
                </a:stretch>
              </p:blipFill>
              <p:spPr>
                <a:xfrm>
                  <a:off x="1556870" y="953885"/>
                  <a:ext cx="901700" cy="1081443"/>
                </a:xfrm>
                <a:prstGeom prst="rect">
                  <a:avLst/>
                </a:prstGeom>
              </p:spPr>
            </p:pic>
            <p:pic>
              <p:nvPicPr>
                <p:cNvPr id="68" name="图片 67">
                  <a:extLst>
                    <a:ext uri="{FF2B5EF4-FFF2-40B4-BE49-F238E27FC236}">
                      <a16:creationId xmlns:a16="http://schemas.microsoft.com/office/drawing/2014/main" id="{517CC8BD-3D58-6F97-6A66-2E1A9B4E5FC0}"/>
                    </a:ext>
                  </a:extLst>
                </p:cNvPr>
                <p:cNvPicPr>
                  <a:picLocks noChangeAspect="1"/>
                </p:cNvPicPr>
                <p:nvPr/>
              </p:nvPicPr>
              <p:blipFill>
                <a:blip r:embed="rId7"/>
                <a:srcRect l="34313" t="4545" r="31373"/>
                <a:stretch>
                  <a:fillRect/>
                </a:stretch>
              </p:blipFill>
              <p:spPr>
                <a:xfrm>
                  <a:off x="4528670" y="902393"/>
                  <a:ext cx="889001" cy="1081443"/>
                </a:xfrm>
                <a:prstGeom prst="rect">
                  <a:avLst/>
                </a:prstGeom>
              </p:spPr>
            </p:pic>
            <p:pic>
              <p:nvPicPr>
                <p:cNvPr id="69" name="图片 68">
                  <a:extLst>
                    <a:ext uri="{FF2B5EF4-FFF2-40B4-BE49-F238E27FC236}">
                      <a16:creationId xmlns:a16="http://schemas.microsoft.com/office/drawing/2014/main" id="{3FF7AE17-6C56-FFE1-213D-307CADC889DB}"/>
                    </a:ext>
                  </a:extLst>
                </p:cNvPr>
                <p:cNvPicPr>
                  <a:picLocks noChangeAspect="1"/>
                </p:cNvPicPr>
                <p:nvPr/>
              </p:nvPicPr>
              <p:blipFill>
                <a:blip r:embed="rId9"/>
                <a:srcRect t="4456"/>
                <a:stretch>
                  <a:fillRect/>
                </a:stretch>
              </p:blipFill>
              <p:spPr>
                <a:xfrm>
                  <a:off x="3544419" y="953885"/>
                  <a:ext cx="901700" cy="1104208"/>
                </a:xfrm>
                <a:prstGeom prst="rect">
                  <a:avLst/>
                </a:prstGeom>
              </p:spPr>
            </p:pic>
            <p:pic>
              <p:nvPicPr>
                <p:cNvPr id="70" name="图片 69">
                  <a:extLst>
                    <a:ext uri="{FF2B5EF4-FFF2-40B4-BE49-F238E27FC236}">
                      <a16:creationId xmlns:a16="http://schemas.microsoft.com/office/drawing/2014/main" id="{A57E2A4A-7BBA-16C8-FCBA-B48441930558}"/>
                    </a:ext>
                  </a:extLst>
                </p:cNvPr>
                <p:cNvPicPr>
                  <a:picLocks noChangeAspect="1"/>
                </p:cNvPicPr>
                <p:nvPr/>
              </p:nvPicPr>
              <p:blipFill>
                <a:blip r:embed="rId10"/>
                <a:stretch>
                  <a:fillRect/>
                </a:stretch>
              </p:blipFill>
              <p:spPr>
                <a:xfrm>
                  <a:off x="6319370" y="902393"/>
                  <a:ext cx="800099" cy="1117600"/>
                </a:xfrm>
                <a:prstGeom prst="rect">
                  <a:avLst/>
                </a:prstGeom>
              </p:spPr>
            </p:pic>
            <p:pic>
              <p:nvPicPr>
                <p:cNvPr id="71" name="图片 70">
                  <a:extLst>
                    <a:ext uri="{FF2B5EF4-FFF2-40B4-BE49-F238E27FC236}">
                      <a16:creationId xmlns:a16="http://schemas.microsoft.com/office/drawing/2014/main" id="{715CA17B-27DD-6DBC-02C2-9C2CE73FB079}"/>
                    </a:ext>
                  </a:extLst>
                </p:cNvPr>
                <p:cNvPicPr>
                  <a:picLocks noChangeAspect="1"/>
                </p:cNvPicPr>
                <p:nvPr/>
              </p:nvPicPr>
              <p:blipFill>
                <a:blip r:embed="rId9"/>
                <a:srcRect t="4456"/>
                <a:stretch>
                  <a:fillRect/>
                </a:stretch>
              </p:blipFill>
              <p:spPr>
                <a:xfrm>
                  <a:off x="5417671" y="954513"/>
                  <a:ext cx="901700" cy="1104208"/>
                </a:xfrm>
                <a:prstGeom prst="rect">
                  <a:avLst/>
                </a:prstGeom>
              </p:spPr>
            </p:pic>
          </p:grpSp>
          <p:grpSp>
            <p:nvGrpSpPr>
              <p:cNvPr id="26" name="组合 25">
                <a:extLst>
                  <a:ext uri="{FF2B5EF4-FFF2-40B4-BE49-F238E27FC236}">
                    <a16:creationId xmlns:a16="http://schemas.microsoft.com/office/drawing/2014/main" id="{4864F229-3B66-B8B2-5F40-F54184360576}"/>
                  </a:ext>
                </a:extLst>
              </p:cNvPr>
              <p:cNvGrpSpPr/>
              <p:nvPr/>
            </p:nvGrpSpPr>
            <p:grpSpPr>
              <a:xfrm>
                <a:off x="550305" y="3691766"/>
                <a:ext cx="6527800" cy="1156328"/>
                <a:chOff x="622877" y="1038308"/>
                <a:chExt cx="6527800" cy="1156328"/>
              </a:xfrm>
            </p:grpSpPr>
            <p:pic>
              <p:nvPicPr>
                <p:cNvPr id="57" name="图片 56">
                  <a:extLst>
                    <a:ext uri="{FF2B5EF4-FFF2-40B4-BE49-F238E27FC236}">
                      <a16:creationId xmlns:a16="http://schemas.microsoft.com/office/drawing/2014/main" id="{818551F4-0CB8-C191-7C49-13A244A97959}"/>
                    </a:ext>
                  </a:extLst>
                </p:cNvPr>
                <p:cNvPicPr>
                  <a:picLocks noChangeAspect="1"/>
                </p:cNvPicPr>
                <p:nvPr/>
              </p:nvPicPr>
              <p:blipFill>
                <a:blip r:embed="rId11"/>
                <a:srcRect t="6098"/>
                <a:stretch>
                  <a:fillRect/>
                </a:stretch>
              </p:blipFill>
              <p:spPr>
                <a:xfrm>
                  <a:off x="622877" y="1038308"/>
                  <a:ext cx="812800" cy="1132934"/>
                </a:xfrm>
                <a:prstGeom prst="rect">
                  <a:avLst/>
                </a:prstGeom>
              </p:spPr>
            </p:pic>
            <p:pic>
              <p:nvPicPr>
                <p:cNvPr id="58" name="图片 57">
                  <a:extLst>
                    <a:ext uri="{FF2B5EF4-FFF2-40B4-BE49-F238E27FC236}">
                      <a16:creationId xmlns:a16="http://schemas.microsoft.com/office/drawing/2014/main" id="{D0FA7CB7-CB6F-AE26-5915-167417461D06}"/>
                    </a:ext>
                  </a:extLst>
                </p:cNvPr>
                <p:cNvPicPr>
                  <a:picLocks noChangeAspect="1"/>
                </p:cNvPicPr>
                <p:nvPr/>
              </p:nvPicPr>
              <p:blipFill>
                <a:blip r:embed="rId7"/>
                <a:srcRect t="4545" r="65196"/>
                <a:stretch>
                  <a:fillRect/>
                </a:stretch>
              </p:blipFill>
              <p:spPr>
                <a:xfrm>
                  <a:off x="2642176" y="1038308"/>
                  <a:ext cx="901700" cy="1081442"/>
                </a:xfrm>
                <a:prstGeom prst="rect">
                  <a:avLst/>
                </a:prstGeom>
              </p:spPr>
            </p:pic>
            <p:pic>
              <p:nvPicPr>
                <p:cNvPr id="59" name="图片 58">
                  <a:extLst>
                    <a:ext uri="{FF2B5EF4-FFF2-40B4-BE49-F238E27FC236}">
                      <a16:creationId xmlns:a16="http://schemas.microsoft.com/office/drawing/2014/main" id="{3E542EE6-95C2-8639-6EDF-4B7B0E37C682}"/>
                    </a:ext>
                  </a:extLst>
                </p:cNvPr>
                <p:cNvPicPr>
                  <a:picLocks noChangeAspect="1"/>
                </p:cNvPicPr>
                <p:nvPr/>
              </p:nvPicPr>
              <p:blipFill>
                <a:blip r:embed="rId9"/>
                <a:srcRect t="6425"/>
                <a:stretch>
                  <a:fillRect/>
                </a:stretch>
              </p:blipFill>
              <p:spPr>
                <a:xfrm>
                  <a:off x="1588078" y="1089800"/>
                  <a:ext cx="901700" cy="1081442"/>
                </a:xfrm>
                <a:prstGeom prst="rect">
                  <a:avLst/>
                </a:prstGeom>
              </p:spPr>
            </p:pic>
            <p:pic>
              <p:nvPicPr>
                <p:cNvPr id="60" name="图片 59">
                  <a:extLst>
                    <a:ext uri="{FF2B5EF4-FFF2-40B4-BE49-F238E27FC236}">
                      <a16:creationId xmlns:a16="http://schemas.microsoft.com/office/drawing/2014/main" id="{FAAEED7E-3A42-3707-BADF-95EA1B5429C4}"/>
                    </a:ext>
                  </a:extLst>
                </p:cNvPr>
                <p:cNvPicPr>
                  <a:picLocks noChangeAspect="1"/>
                </p:cNvPicPr>
                <p:nvPr/>
              </p:nvPicPr>
              <p:blipFill>
                <a:blip r:embed="rId7"/>
                <a:srcRect l="34313" t="4545" r="31373"/>
                <a:stretch>
                  <a:fillRect/>
                </a:stretch>
              </p:blipFill>
              <p:spPr>
                <a:xfrm>
                  <a:off x="4559877" y="1038308"/>
                  <a:ext cx="889001" cy="1081442"/>
                </a:xfrm>
                <a:prstGeom prst="rect">
                  <a:avLst/>
                </a:prstGeom>
              </p:spPr>
            </p:pic>
            <p:pic>
              <p:nvPicPr>
                <p:cNvPr id="61" name="图片 60">
                  <a:extLst>
                    <a:ext uri="{FF2B5EF4-FFF2-40B4-BE49-F238E27FC236}">
                      <a16:creationId xmlns:a16="http://schemas.microsoft.com/office/drawing/2014/main" id="{1AC0770F-35FB-9592-60EC-E6EDBD7526E6}"/>
                    </a:ext>
                  </a:extLst>
                </p:cNvPr>
                <p:cNvPicPr>
                  <a:picLocks noChangeAspect="1"/>
                </p:cNvPicPr>
                <p:nvPr/>
              </p:nvPicPr>
              <p:blipFill>
                <a:blip r:embed="rId9"/>
                <a:srcRect t="4456"/>
                <a:stretch>
                  <a:fillRect/>
                </a:stretch>
              </p:blipFill>
              <p:spPr>
                <a:xfrm>
                  <a:off x="3575626" y="1089800"/>
                  <a:ext cx="901700" cy="1104208"/>
                </a:xfrm>
                <a:prstGeom prst="rect">
                  <a:avLst/>
                </a:prstGeom>
              </p:spPr>
            </p:pic>
            <p:pic>
              <p:nvPicPr>
                <p:cNvPr id="63" name="图片 62">
                  <a:extLst>
                    <a:ext uri="{FF2B5EF4-FFF2-40B4-BE49-F238E27FC236}">
                      <a16:creationId xmlns:a16="http://schemas.microsoft.com/office/drawing/2014/main" id="{203FFE24-5970-D8AF-DF01-1723E5F1608E}"/>
                    </a:ext>
                  </a:extLst>
                </p:cNvPr>
                <p:cNvPicPr>
                  <a:picLocks noChangeAspect="1"/>
                </p:cNvPicPr>
                <p:nvPr/>
              </p:nvPicPr>
              <p:blipFill>
                <a:blip r:embed="rId10"/>
                <a:stretch>
                  <a:fillRect/>
                </a:stretch>
              </p:blipFill>
              <p:spPr>
                <a:xfrm>
                  <a:off x="6350578" y="1038308"/>
                  <a:ext cx="800099" cy="1117600"/>
                </a:xfrm>
                <a:prstGeom prst="rect">
                  <a:avLst/>
                </a:prstGeom>
              </p:spPr>
            </p:pic>
            <p:pic>
              <p:nvPicPr>
                <p:cNvPr id="64" name="图片 63">
                  <a:extLst>
                    <a:ext uri="{FF2B5EF4-FFF2-40B4-BE49-F238E27FC236}">
                      <a16:creationId xmlns:a16="http://schemas.microsoft.com/office/drawing/2014/main" id="{7C0AD08B-DDF3-B305-AE9E-C22A40F71800}"/>
                    </a:ext>
                  </a:extLst>
                </p:cNvPr>
                <p:cNvPicPr>
                  <a:picLocks noChangeAspect="1"/>
                </p:cNvPicPr>
                <p:nvPr/>
              </p:nvPicPr>
              <p:blipFill>
                <a:blip r:embed="rId9"/>
                <a:srcRect t="4456"/>
                <a:stretch>
                  <a:fillRect/>
                </a:stretch>
              </p:blipFill>
              <p:spPr>
                <a:xfrm>
                  <a:off x="5448879" y="1090428"/>
                  <a:ext cx="901700" cy="1104208"/>
                </a:xfrm>
                <a:prstGeom prst="rect">
                  <a:avLst/>
                </a:prstGeom>
              </p:spPr>
            </p:pic>
          </p:grpSp>
          <p:sp>
            <p:nvSpPr>
              <p:cNvPr id="27" name="左大括号 26">
                <a:extLst>
                  <a:ext uri="{FF2B5EF4-FFF2-40B4-BE49-F238E27FC236}">
                    <a16:creationId xmlns:a16="http://schemas.microsoft.com/office/drawing/2014/main" id="{EA01AF0A-9680-8683-FCA7-C83E7DF9F184}"/>
                  </a:ext>
                </a:extLst>
              </p:cNvPr>
              <p:cNvSpPr/>
              <p:nvPr/>
            </p:nvSpPr>
            <p:spPr>
              <a:xfrm>
                <a:off x="-465336" y="692302"/>
                <a:ext cx="387900" cy="5837058"/>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zh-CN" altLang="en-US"/>
              </a:p>
            </p:txBody>
          </p:sp>
          <p:grpSp>
            <p:nvGrpSpPr>
              <p:cNvPr id="28" name="组合 27">
                <a:extLst>
                  <a:ext uri="{FF2B5EF4-FFF2-40B4-BE49-F238E27FC236}">
                    <a16:creationId xmlns:a16="http://schemas.microsoft.com/office/drawing/2014/main" id="{41FE2500-5837-C159-2DC9-E851EC0A0031}"/>
                  </a:ext>
                </a:extLst>
              </p:cNvPr>
              <p:cNvGrpSpPr/>
              <p:nvPr/>
            </p:nvGrpSpPr>
            <p:grpSpPr>
              <a:xfrm>
                <a:off x="591670" y="2272067"/>
                <a:ext cx="6527800" cy="1156328"/>
                <a:chOff x="664242" y="971084"/>
                <a:chExt cx="6527800" cy="1156328"/>
              </a:xfrm>
            </p:grpSpPr>
            <p:pic>
              <p:nvPicPr>
                <p:cNvPr id="50" name="图片 49">
                  <a:extLst>
                    <a:ext uri="{FF2B5EF4-FFF2-40B4-BE49-F238E27FC236}">
                      <a16:creationId xmlns:a16="http://schemas.microsoft.com/office/drawing/2014/main" id="{220CD72B-1C01-B1C0-2CA7-5F174B924708}"/>
                    </a:ext>
                  </a:extLst>
                </p:cNvPr>
                <p:cNvPicPr>
                  <a:picLocks noChangeAspect="1"/>
                </p:cNvPicPr>
                <p:nvPr/>
              </p:nvPicPr>
              <p:blipFill>
                <a:blip r:embed="rId11"/>
                <a:srcRect t="6098"/>
                <a:stretch>
                  <a:fillRect/>
                </a:stretch>
              </p:blipFill>
              <p:spPr>
                <a:xfrm>
                  <a:off x="664242" y="971084"/>
                  <a:ext cx="812800" cy="1132934"/>
                </a:xfrm>
                <a:prstGeom prst="rect">
                  <a:avLst/>
                </a:prstGeom>
              </p:spPr>
            </p:pic>
            <p:pic>
              <p:nvPicPr>
                <p:cNvPr id="51" name="图片 50">
                  <a:extLst>
                    <a:ext uri="{FF2B5EF4-FFF2-40B4-BE49-F238E27FC236}">
                      <a16:creationId xmlns:a16="http://schemas.microsoft.com/office/drawing/2014/main" id="{8AFD213F-A772-795C-9532-594B69DEF69E}"/>
                    </a:ext>
                  </a:extLst>
                </p:cNvPr>
                <p:cNvPicPr>
                  <a:picLocks noChangeAspect="1"/>
                </p:cNvPicPr>
                <p:nvPr/>
              </p:nvPicPr>
              <p:blipFill>
                <a:blip r:embed="rId7"/>
                <a:srcRect t="4545" r="65196"/>
                <a:stretch>
                  <a:fillRect/>
                </a:stretch>
              </p:blipFill>
              <p:spPr>
                <a:xfrm>
                  <a:off x="2683541" y="971084"/>
                  <a:ext cx="901700" cy="1081443"/>
                </a:xfrm>
                <a:prstGeom prst="rect">
                  <a:avLst/>
                </a:prstGeom>
              </p:spPr>
            </p:pic>
            <p:pic>
              <p:nvPicPr>
                <p:cNvPr id="52" name="图片 51">
                  <a:extLst>
                    <a:ext uri="{FF2B5EF4-FFF2-40B4-BE49-F238E27FC236}">
                      <a16:creationId xmlns:a16="http://schemas.microsoft.com/office/drawing/2014/main" id="{4CCFF0A4-442A-FA3B-0677-242654691BFF}"/>
                    </a:ext>
                  </a:extLst>
                </p:cNvPr>
                <p:cNvPicPr>
                  <a:picLocks noChangeAspect="1"/>
                </p:cNvPicPr>
                <p:nvPr/>
              </p:nvPicPr>
              <p:blipFill>
                <a:blip r:embed="rId9"/>
                <a:srcRect t="6425"/>
                <a:stretch>
                  <a:fillRect/>
                </a:stretch>
              </p:blipFill>
              <p:spPr>
                <a:xfrm>
                  <a:off x="1629442" y="1022576"/>
                  <a:ext cx="901700" cy="1081443"/>
                </a:xfrm>
                <a:prstGeom prst="rect">
                  <a:avLst/>
                </a:prstGeom>
              </p:spPr>
            </p:pic>
            <p:pic>
              <p:nvPicPr>
                <p:cNvPr id="53" name="图片 52">
                  <a:extLst>
                    <a:ext uri="{FF2B5EF4-FFF2-40B4-BE49-F238E27FC236}">
                      <a16:creationId xmlns:a16="http://schemas.microsoft.com/office/drawing/2014/main" id="{0784022E-FB19-4BC7-6170-A4DC92BE7C30}"/>
                    </a:ext>
                  </a:extLst>
                </p:cNvPr>
                <p:cNvPicPr>
                  <a:picLocks noChangeAspect="1"/>
                </p:cNvPicPr>
                <p:nvPr/>
              </p:nvPicPr>
              <p:blipFill>
                <a:blip r:embed="rId7"/>
                <a:srcRect l="34313" t="4545" r="31373"/>
                <a:stretch>
                  <a:fillRect/>
                </a:stretch>
              </p:blipFill>
              <p:spPr>
                <a:xfrm>
                  <a:off x="4601242" y="971084"/>
                  <a:ext cx="889001" cy="1081442"/>
                </a:xfrm>
                <a:prstGeom prst="rect">
                  <a:avLst/>
                </a:prstGeom>
              </p:spPr>
            </p:pic>
            <p:pic>
              <p:nvPicPr>
                <p:cNvPr id="54" name="图片 53">
                  <a:extLst>
                    <a:ext uri="{FF2B5EF4-FFF2-40B4-BE49-F238E27FC236}">
                      <a16:creationId xmlns:a16="http://schemas.microsoft.com/office/drawing/2014/main" id="{E8B8D3E3-419F-6438-0EB2-6468929D36C6}"/>
                    </a:ext>
                  </a:extLst>
                </p:cNvPr>
                <p:cNvPicPr>
                  <a:picLocks noChangeAspect="1"/>
                </p:cNvPicPr>
                <p:nvPr/>
              </p:nvPicPr>
              <p:blipFill>
                <a:blip r:embed="rId9"/>
                <a:srcRect t="4456"/>
                <a:stretch>
                  <a:fillRect/>
                </a:stretch>
              </p:blipFill>
              <p:spPr>
                <a:xfrm>
                  <a:off x="3616991" y="1022576"/>
                  <a:ext cx="901700" cy="1104208"/>
                </a:xfrm>
                <a:prstGeom prst="rect">
                  <a:avLst/>
                </a:prstGeom>
              </p:spPr>
            </p:pic>
            <p:pic>
              <p:nvPicPr>
                <p:cNvPr id="55" name="图片 54">
                  <a:extLst>
                    <a:ext uri="{FF2B5EF4-FFF2-40B4-BE49-F238E27FC236}">
                      <a16:creationId xmlns:a16="http://schemas.microsoft.com/office/drawing/2014/main" id="{21C9B61E-A36D-6E32-8B60-0302C35289B2}"/>
                    </a:ext>
                  </a:extLst>
                </p:cNvPr>
                <p:cNvPicPr>
                  <a:picLocks noChangeAspect="1"/>
                </p:cNvPicPr>
                <p:nvPr/>
              </p:nvPicPr>
              <p:blipFill>
                <a:blip r:embed="rId10"/>
                <a:stretch>
                  <a:fillRect/>
                </a:stretch>
              </p:blipFill>
              <p:spPr>
                <a:xfrm>
                  <a:off x="6391943" y="971084"/>
                  <a:ext cx="800099" cy="1117600"/>
                </a:xfrm>
                <a:prstGeom prst="rect">
                  <a:avLst/>
                </a:prstGeom>
              </p:spPr>
            </p:pic>
            <p:pic>
              <p:nvPicPr>
                <p:cNvPr id="56" name="图片 55">
                  <a:extLst>
                    <a:ext uri="{FF2B5EF4-FFF2-40B4-BE49-F238E27FC236}">
                      <a16:creationId xmlns:a16="http://schemas.microsoft.com/office/drawing/2014/main" id="{64A82FF3-F4CE-2414-C597-5EC8FD0DE60E}"/>
                    </a:ext>
                  </a:extLst>
                </p:cNvPr>
                <p:cNvPicPr>
                  <a:picLocks noChangeAspect="1"/>
                </p:cNvPicPr>
                <p:nvPr/>
              </p:nvPicPr>
              <p:blipFill>
                <a:blip r:embed="rId9"/>
                <a:srcRect t="4456"/>
                <a:stretch>
                  <a:fillRect/>
                </a:stretch>
              </p:blipFill>
              <p:spPr>
                <a:xfrm>
                  <a:off x="5490242" y="1023204"/>
                  <a:ext cx="901700" cy="1104208"/>
                </a:xfrm>
                <a:prstGeom prst="rect">
                  <a:avLst/>
                </a:prstGeom>
              </p:spPr>
            </p:pic>
          </p:grpSp>
          <p:grpSp>
            <p:nvGrpSpPr>
              <p:cNvPr id="29" name="组合 28">
                <a:extLst>
                  <a:ext uri="{FF2B5EF4-FFF2-40B4-BE49-F238E27FC236}">
                    <a16:creationId xmlns:a16="http://schemas.microsoft.com/office/drawing/2014/main" id="{3F516099-1D29-A930-D5DC-542A5EB761A4}"/>
                  </a:ext>
                </a:extLst>
              </p:cNvPr>
              <p:cNvGrpSpPr/>
              <p:nvPr/>
            </p:nvGrpSpPr>
            <p:grpSpPr>
              <a:xfrm>
                <a:off x="591670" y="5072735"/>
                <a:ext cx="6527800" cy="1156330"/>
                <a:chOff x="664242" y="1049615"/>
                <a:chExt cx="6527800" cy="1156330"/>
              </a:xfrm>
            </p:grpSpPr>
            <p:pic>
              <p:nvPicPr>
                <p:cNvPr id="31" name="图片 30">
                  <a:extLst>
                    <a:ext uri="{FF2B5EF4-FFF2-40B4-BE49-F238E27FC236}">
                      <a16:creationId xmlns:a16="http://schemas.microsoft.com/office/drawing/2014/main" id="{75902FEB-64C7-7A23-4545-28CA0D994FBA}"/>
                    </a:ext>
                  </a:extLst>
                </p:cNvPr>
                <p:cNvPicPr>
                  <a:picLocks noChangeAspect="1"/>
                </p:cNvPicPr>
                <p:nvPr/>
              </p:nvPicPr>
              <p:blipFill>
                <a:blip r:embed="rId11"/>
                <a:srcRect t="6098"/>
                <a:stretch>
                  <a:fillRect/>
                </a:stretch>
              </p:blipFill>
              <p:spPr>
                <a:xfrm>
                  <a:off x="664242" y="1049615"/>
                  <a:ext cx="812800" cy="1132934"/>
                </a:xfrm>
                <a:prstGeom prst="rect">
                  <a:avLst/>
                </a:prstGeom>
              </p:spPr>
            </p:pic>
            <p:pic>
              <p:nvPicPr>
                <p:cNvPr id="32" name="图片 31">
                  <a:extLst>
                    <a:ext uri="{FF2B5EF4-FFF2-40B4-BE49-F238E27FC236}">
                      <a16:creationId xmlns:a16="http://schemas.microsoft.com/office/drawing/2014/main" id="{B29FF142-C97E-B9EB-484B-CE531CC83760}"/>
                    </a:ext>
                  </a:extLst>
                </p:cNvPr>
                <p:cNvPicPr>
                  <a:picLocks noChangeAspect="1"/>
                </p:cNvPicPr>
                <p:nvPr/>
              </p:nvPicPr>
              <p:blipFill>
                <a:blip r:embed="rId7"/>
                <a:srcRect t="4545" r="65196"/>
                <a:stretch>
                  <a:fillRect/>
                </a:stretch>
              </p:blipFill>
              <p:spPr>
                <a:xfrm>
                  <a:off x="2683541" y="1049616"/>
                  <a:ext cx="901700" cy="1081442"/>
                </a:xfrm>
                <a:prstGeom prst="rect">
                  <a:avLst/>
                </a:prstGeom>
              </p:spPr>
            </p:pic>
            <p:pic>
              <p:nvPicPr>
                <p:cNvPr id="33" name="图片 32">
                  <a:extLst>
                    <a:ext uri="{FF2B5EF4-FFF2-40B4-BE49-F238E27FC236}">
                      <a16:creationId xmlns:a16="http://schemas.microsoft.com/office/drawing/2014/main" id="{DD13DCE2-4857-BFCB-A864-EBA7876D9F49}"/>
                    </a:ext>
                  </a:extLst>
                </p:cNvPr>
                <p:cNvPicPr>
                  <a:picLocks noChangeAspect="1"/>
                </p:cNvPicPr>
                <p:nvPr/>
              </p:nvPicPr>
              <p:blipFill>
                <a:blip r:embed="rId9"/>
                <a:srcRect t="6425"/>
                <a:stretch>
                  <a:fillRect/>
                </a:stretch>
              </p:blipFill>
              <p:spPr>
                <a:xfrm>
                  <a:off x="1629442" y="1101108"/>
                  <a:ext cx="901700" cy="1081442"/>
                </a:xfrm>
                <a:prstGeom prst="rect">
                  <a:avLst/>
                </a:prstGeom>
              </p:spPr>
            </p:pic>
            <p:pic>
              <p:nvPicPr>
                <p:cNvPr id="34" name="图片 33">
                  <a:extLst>
                    <a:ext uri="{FF2B5EF4-FFF2-40B4-BE49-F238E27FC236}">
                      <a16:creationId xmlns:a16="http://schemas.microsoft.com/office/drawing/2014/main" id="{395E763F-A469-BCB5-5800-AE63C0116AA5}"/>
                    </a:ext>
                  </a:extLst>
                </p:cNvPr>
                <p:cNvPicPr>
                  <a:picLocks noChangeAspect="1"/>
                </p:cNvPicPr>
                <p:nvPr/>
              </p:nvPicPr>
              <p:blipFill>
                <a:blip r:embed="rId7"/>
                <a:srcRect l="34313" t="4545" r="31373"/>
                <a:stretch>
                  <a:fillRect/>
                </a:stretch>
              </p:blipFill>
              <p:spPr>
                <a:xfrm>
                  <a:off x="4601242" y="1049616"/>
                  <a:ext cx="889001" cy="1081442"/>
                </a:xfrm>
                <a:prstGeom prst="rect">
                  <a:avLst/>
                </a:prstGeom>
              </p:spPr>
            </p:pic>
            <p:pic>
              <p:nvPicPr>
                <p:cNvPr id="35" name="图片 34">
                  <a:extLst>
                    <a:ext uri="{FF2B5EF4-FFF2-40B4-BE49-F238E27FC236}">
                      <a16:creationId xmlns:a16="http://schemas.microsoft.com/office/drawing/2014/main" id="{06F9BA2B-EBEC-6E46-19C8-DE51D34B413B}"/>
                    </a:ext>
                  </a:extLst>
                </p:cNvPr>
                <p:cNvPicPr>
                  <a:picLocks noChangeAspect="1"/>
                </p:cNvPicPr>
                <p:nvPr/>
              </p:nvPicPr>
              <p:blipFill>
                <a:blip r:embed="rId9"/>
                <a:srcRect t="4456"/>
                <a:stretch>
                  <a:fillRect/>
                </a:stretch>
              </p:blipFill>
              <p:spPr>
                <a:xfrm>
                  <a:off x="3616991" y="1101108"/>
                  <a:ext cx="901700" cy="1104209"/>
                </a:xfrm>
                <a:prstGeom prst="rect">
                  <a:avLst/>
                </a:prstGeom>
              </p:spPr>
            </p:pic>
            <p:pic>
              <p:nvPicPr>
                <p:cNvPr id="47" name="图片 46">
                  <a:extLst>
                    <a:ext uri="{FF2B5EF4-FFF2-40B4-BE49-F238E27FC236}">
                      <a16:creationId xmlns:a16="http://schemas.microsoft.com/office/drawing/2014/main" id="{A7426EC8-6A6F-6559-FA2B-011EF352F834}"/>
                    </a:ext>
                  </a:extLst>
                </p:cNvPr>
                <p:cNvPicPr>
                  <a:picLocks noChangeAspect="1"/>
                </p:cNvPicPr>
                <p:nvPr/>
              </p:nvPicPr>
              <p:blipFill>
                <a:blip r:embed="rId10"/>
                <a:stretch>
                  <a:fillRect/>
                </a:stretch>
              </p:blipFill>
              <p:spPr>
                <a:xfrm>
                  <a:off x="6391943" y="1049616"/>
                  <a:ext cx="800099" cy="1117601"/>
                </a:xfrm>
                <a:prstGeom prst="rect">
                  <a:avLst/>
                </a:prstGeom>
              </p:spPr>
            </p:pic>
            <p:pic>
              <p:nvPicPr>
                <p:cNvPr id="49" name="图片 48">
                  <a:extLst>
                    <a:ext uri="{FF2B5EF4-FFF2-40B4-BE49-F238E27FC236}">
                      <a16:creationId xmlns:a16="http://schemas.microsoft.com/office/drawing/2014/main" id="{0A05C533-6907-9FBD-5C69-FEE0CE5842EA}"/>
                    </a:ext>
                  </a:extLst>
                </p:cNvPr>
                <p:cNvPicPr>
                  <a:picLocks noChangeAspect="1"/>
                </p:cNvPicPr>
                <p:nvPr/>
              </p:nvPicPr>
              <p:blipFill>
                <a:blip r:embed="rId9"/>
                <a:srcRect t="4456"/>
                <a:stretch>
                  <a:fillRect/>
                </a:stretch>
              </p:blipFill>
              <p:spPr>
                <a:xfrm>
                  <a:off x="5490242" y="1101736"/>
                  <a:ext cx="901700" cy="1104209"/>
                </a:xfrm>
                <a:prstGeom prst="rect">
                  <a:avLst/>
                </a:prstGeom>
              </p:spPr>
            </p:pic>
          </p:grpSp>
          <p:sp>
            <p:nvSpPr>
              <p:cNvPr id="30" name="文本框 29">
                <a:extLst>
                  <a:ext uri="{FF2B5EF4-FFF2-40B4-BE49-F238E27FC236}">
                    <a16:creationId xmlns:a16="http://schemas.microsoft.com/office/drawing/2014/main" id="{260FAB63-5620-27EF-86A3-91E2A544EAD5}"/>
                  </a:ext>
                </a:extLst>
              </p:cNvPr>
              <p:cNvSpPr txBox="1"/>
              <p:nvPr/>
            </p:nvSpPr>
            <p:spPr>
              <a:xfrm>
                <a:off x="-820445" y="3267222"/>
                <a:ext cx="461665" cy="849086"/>
              </a:xfrm>
              <a:prstGeom prst="rect">
                <a:avLst/>
              </a:prstGeom>
              <a:noFill/>
            </p:spPr>
            <p:txBody>
              <a:bodyPr vert="eaVert" wrap="square" rtlCol="0">
                <a:spAutoFit/>
              </a:bodyPr>
              <a:lstStyle/>
              <a:p>
                <a:r>
                  <a:rPr kumimoji="1" lang="en-US" altLang="zh-CN" dirty="0"/>
                  <a:t>4</a:t>
                </a:r>
                <a:r>
                  <a:rPr kumimoji="1" lang="zh-CN" altLang="en-US" dirty="0"/>
                  <a:t>组</a:t>
                </a:r>
              </a:p>
            </p:txBody>
          </p:sp>
        </p:grpSp>
      </p:grpSp>
      <p:sp>
        <p:nvSpPr>
          <p:cNvPr id="72" name="左大括号 71">
            <a:extLst>
              <a:ext uri="{FF2B5EF4-FFF2-40B4-BE49-F238E27FC236}">
                <a16:creationId xmlns:a16="http://schemas.microsoft.com/office/drawing/2014/main" id="{F48940F9-5D4A-12FF-C4BF-A05600E3420D}"/>
              </a:ext>
            </a:extLst>
          </p:cNvPr>
          <p:cNvSpPr/>
          <p:nvPr/>
        </p:nvSpPr>
        <p:spPr>
          <a:xfrm rot="13736008">
            <a:off x="10559422" y="3771197"/>
            <a:ext cx="264423" cy="604605"/>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zh-CN" altLang="en-US" dirty="0"/>
          </a:p>
        </p:txBody>
      </p:sp>
      <p:sp>
        <p:nvSpPr>
          <p:cNvPr id="74" name="文本框 73">
            <a:extLst>
              <a:ext uri="{FF2B5EF4-FFF2-40B4-BE49-F238E27FC236}">
                <a16:creationId xmlns:a16="http://schemas.microsoft.com/office/drawing/2014/main" id="{91455E84-51E9-DB13-7116-41663E7D9CE9}"/>
              </a:ext>
            </a:extLst>
          </p:cNvPr>
          <p:cNvSpPr txBox="1"/>
          <p:nvPr/>
        </p:nvSpPr>
        <p:spPr>
          <a:xfrm>
            <a:off x="10890910" y="3964039"/>
            <a:ext cx="3814459" cy="369332"/>
          </a:xfrm>
          <a:prstGeom prst="rect">
            <a:avLst/>
          </a:prstGeom>
          <a:noFill/>
        </p:spPr>
        <p:txBody>
          <a:bodyPr wrap="square">
            <a:spAutoFit/>
          </a:bodyPr>
          <a:lstStyle/>
          <a:p>
            <a:r>
              <a:rPr kumimoji="1" lang="en-US" altLang="zh-CN" dirty="0"/>
              <a:t>5</a:t>
            </a:r>
            <a:r>
              <a:rPr kumimoji="1" lang="zh-CN" altLang="en-US" dirty="0"/>
              <a:t>根手指</a:t>
            </a:r>
            <a:endParaRPr lang="zh-CN" altLang="en-US" dirty="0"/>
          </a:p>
        </p:txBody>
      </p:sp>
      <p:sp>
        <p:nvSpPr>
          <p:cNvPr id="76" name="文本框 75">
            <a:extLst>
              <a:ext uri="{FF2B5EF4-FFF2-40B4-BE49-F238E27FC236}">
                <a16:creationId xmlns:a16="http://schemas.microsoft.com/office/drawing/2014/main" id="{B406E1B3-3876-54BD-E9D1-FA841FF45F3B}"/>
              </a:ext>
            </a:extLst>
          </p:cNvPr>
          <p:cNvSpPr txBox="1"/>
          <p:nvPr/>
        </p:nvSpPr>
        <p:spPr>
          <a:xfrm>
            <a:off x="5766023" y="4706515"/>
            <a:ext cx="6951557" cy="1785104"/>
          </a:xfrm>
          <a:prstGeom prst="rect">
            <a:avLst/>
          </a:prstGeom>
          <a:noFill/>
        </p:spPr>
        <p:txBody>
          <a:bodyPr wrap="square">
            <a:spAutoFit/>
          </a:bodyPr>
          <a:lstStyle/>
          <a:p>
            <a:pPr marL="342900" indent="-342900">
              <a:buFont typeface="Arial" panose="020B0604020202020204" pitchFamily="34" charset="0"/>
              <a:buChar char="•"/>
            </a:pPr>
            <a:r>
              <a:rPr kumimoji="1" lang="zh-CN" altLang="en-US" dirty="0">
                <a:latin typeface="+mj-ea"/>
                <a:ea typeface="+mj-ea"/>
              </a:rPr>
              <a:t>总共</a:t>
            </a:r>
            <a:r>
              <a:rPr kumimoji="1" lang="en-US" altLang="zh-CN" dirty="0">
                <a:latin typeface="+mj-ea"/>
                <a:ea typeface="+mj-ea"/>
              </a:rPr>
              <a:t>10</a:t>
            </a:r>
            <a:r>
              <a:rPr kumimoji="1" lang="zh-CN" altLang="en-US" dirty="0">
                <a:latin typeface="+mj-ea"/>
                <a:ea typeface="+mj-ea"/>
              </a:rPr>
              <a:t>位参与者</a:t>
            </a:r>
            <a:endParaRPr kumimoji="1" lang="en-US" altLang="zh-CN" dirty="0">
              <a:latin typeface="+mj-ea"/>
              <a:ea typeface="+mj-ea"/>
            </a:endParaRPr>
          </a:p>
          <a:p>
            <a:r>
              <a:rPr kumimoji="1" lang="en-US" altLang="zh-CN" dirty="0">
                <a:latin typeface="+mj-ea"/>
                <a:ea typeface="+mj-ea"/>
              </a:rPr>
              <a:t>	</a:t>
            </a:r>
            <a:r>
              <a:rPr kumimoji="1" lang="zh-CN" altLang="en-US" dirty="0">
                <a:latin typeface="+mj-ea"/>
                <a:ea typeface="+mj-ea"/>
              </a:rPr>
              <a:t>分别给五个手指带上戒指进行测试</a:t>
            </a:r>
            <a:endParaRPr kumimoji="1" lang="en-US" altLang="zh-CN" dirty="0">
              <a:latin typeface="+mj-ea"/>
              <a:ea typeface="+mj-ea"/>
            </a:endParaRPr>
          </a:p>
          <a:p>
            <a:pPr marL="342900" indent="-342900">
              <a:buFont typeface="Arial" panose="020B0604020202020204" pitchFamily="34" charset="0"/>
              <a:buChar char="•"/>
            </a:pPr>
            <a:r>
              <a:rPr kumimoji="1" lang="zh-CN" altLang="en-US" dirty="0">
                <a:latin typeface="+mj-ea"/>
                <a:ea typeface="+mj-ea"/>
              </a:rPr>
              <a:t>每组四个环节</a:t>
            </a:r>
            <a:endParaRPr kumimoji="1" lang="en-US" altLang="zh-CN" dirty="0">
              <a:latin typeface="+mj-ea"/>
              <a:ea typeface="+mj-ea"/>
            </a:endParaRPr>
          </a:p>
          <a:p>
            <a:r>
              <a:rPr kumimoji="1" lang="en-US" altLang="zh-CN" dirty="0">
                <a:latin typeface="+mj-ea"/>
                <a:ea typeface="+mj-ea"/>
              </a:rPr>
              <a:t>	</a:t>
            </a:r>
            <a:r>
              <a:rPr kumimoji="1" lang="zh-CN" altLang="en-US" dirty="0">
                <a:latin typeface="+mj-ea"/>
                <a:ea typeface="+mj-ea"/>
              </a:rPr>
              <a:t>每个环节</a:t>
            </a:r>
            <a:r>
              <a:rPr kumimoji="1" lang="en-US" altLang="zh-CN" dirty="0">
                <a:latin typeface="+mj-ea"/>
                <a:ea typeface="+mj-ea"/>
              </a:rPr>
              <a:t>9</a:t>
            </a:r>
            <a:r>
              <a:rPr kumimoji="1" lang="zh-CN" altLang="en-US" dirty="0">
                <a:latin typeface="+mj-ea"/>
                <a:ea typeface="+mj-ea"/>
              </a:rPr>
              <a:t>个手势随机都要做</a:t>
            </a:r>
            <a:r>
              <a:rPr kumimoji="1" lang="en-US" altLang="zh-CN" dirty="0">
                <a:latin typeface="+mj-ea"/>
                <a:ea typeface="+mj-ea"/>
              </a:rPr>
              <a:t>9</a:t>
            </a:r>
            <a:r>
              <a:rPr kumimoji="1" lang="zh-CN" altLang="en-US" dirty="0">
                <a:latin typeface="+mj-ea"/>
                <a:ea typeface="+mj-ea"/>
              </a:rPr>
              <a:t>遍</a:t>
            </a:r>
            <a:endParaRPr kumimoji="1" lang="en-US" altLang="zh-CN" dirty="0">
              <a:latin typeface="+mj-ea"/>
              <a:ea typeface="+mj-ea"/>
            </a:endParaRPr>
          </a:p>
          <a:p>
            <a:pPr marL="342900" indent="-342900">
              <a:buFont typeface="Arial" panose="020B0604020202020204" pitchFamily="34" charset="0"/>
              <a:buChar char="•"/>
            </a:pPr>
            <a:r>
              <a:rPr kumimoji="1" lang="zh-CN" altLang="en-US" dirty="0">
                <a:latin typeface="+mj-ea"/>
                <a:ea typeface="+mj-ea"/>
              </a:rPr>
              <a:t>每个手势时间为</a:t>
            </a:r>
            <a:r>
              <a:rPr kumimoji="1" lang="en-US" altLang="zh-CN" dirty="0">
                <a:latin typeface="+mj-ea"/>
                <a:ea typeface="+mj-ea"/>
              </a:rPr>
              <a:t>2s,</a:t>
            </a:r>
            <a:r>
              <a:rPr kumimoji="1" lang="en-US" altLang="zh-CN" dirty="0">
                <a:latin typeface="+mj-ea"/>
              </a:rPr>
              <a:t> </a:t>
            </a:r>
            <a:r>
              <a:rPr kumimoji="1" lang="en-US" altLang="zh-CN" dirty="0">
                <a:latin typeface="+mj-ea"/>
                <a:ea typeface="+mj-ea"/>
              </a:rPr>
              <a:t>2s</a:t>
            </a:r>
            <a:r>
              <a:rPr kumimoji="1" lang="zh-CN" altLang="en-US" dirty="0">
                <a:latin typeface="+mj-ea"/>
                <a:ea typeface="+mj-ea"/>
              </a:rPr>
              <a:t> </a:t>
            </a:r>
            <a:r>
              <a:rPr kumimoji="1" lang="en-US" altLang="zh-CN" dirty="0">
                <a:latin typeface="+mj-ea"/>
                <a:ea typeface="+mj-ea"/>
              </a:rPr>
              <a:t>×</a:t>
            </a:r>
            <a:r>
              <a:rPr kumimoji="1" lang="zh-CN" altLang="en-US" dirty="0">
                <a:latin typeface="+mj-ea"/>
                <a:ea typeface="+mj-ea"/>
              </a:rPr>
              <a:t> </a:t>
            </a:r>
            <a:r>
              <a:rPr kumimoji="1" lang="en-US" altLang="zh-CN" dirty="0">
                <a:latin typeface="+mj-ea"/>
                <a:ea typeface="+mj-ea"/>
              </a:rPr>
              <a:t>9</a:t>
            </a:r>
            <a:r>
              <a:rPr kumimoji="1" lang="zh-CN" altLang="en-US" dirty="0">
                <a:latin typeface="+mj-ea"/>
                <a:ea typeface="+mj-ea"/>
              </a:rPr>
              <a:t> </a:t>
            </a:r>
            <a:r>
              <a:rPr kumimoji="1" lang="en-US" altLang="zh-CN" dirty="0">
                <a:latin typeface="+mj-ea"/>
                <a:ea typeface="+mj-ea"/>
              </a:rPr>
              <a:t>×</a:t>
            </a:r>
            <a:r>
              <a:rPr kumimoji="1" lang="zh-CN" altLang="en-US" dirty="0">
                <a:latin typeface="+mj-ea"/>
                <a:ea typeface="+mj-ea"/>
              </a:rPr>
              <a:t> </a:t>
            </a:r>
            <a:r>
              <a:rPr kumimoji="1" lang="en-US" altLang="zh-CN" dirty="0">
                <a:latin typeface="+mj-ea"/>
                <a:ea typeface="+mj-ea"/>
              </a:rPr>
              <a:t>9</a:t>
            </a:r>
            <a:r>
              <a:rPr kumimoji="1" lang="zh-CN" altLang="en-US" dirty="0">
                <a:latin typeface="+mj-ea"/>
                <a:ea typeface="+mj-ea"/>
              </a:rPr>
              <a:t> </a:t>
            </a:r>
            <a:r>
              <a:rPr kumimoji="1" lang="en-US" altLang="zh-CN" dirty="0">
                <a:latin typeface="+mj-ea"/>
                <a:ea typeface="+mj-ea"/>
              </a:rPr>
              <a:t>×</a:t>
            </a:r>
            <a:r>
              <a:rPr kumimoji="1" lang="zh-CN" altLang="en-US" dirty="0">
                <a:latin typeface="+mj-ea"/>
                <a:ea typeface="+mj-ea"/>
              </a:rPr>
              <a:t> </a:t>
            </a:r>
            <a:r>
              <a:rPr kumimoji="1" lang="en-US" altLang="zh-CN" dirty="0">
                <a:latin typeface="+mj-ea"/>
                <a:ea typeface="+mj-ea"/>
              </a:rPr>
              <a:t>4</a:t>
            </a:r>
            <a:r>
              <a:rPr kumimoji="1" lang="zh-CN" altLang="en-US" dirty="0">
                <a:latin typeface="+mj-ea"/>
                <a:ea typeface="+mj-ea"/>
              </a:rPr>
              <a:t> </a:t>
            </a:r>
            <a:r>
              <a:rPr kumimoji="1" lang="en-US" altLang="zh-CN" dirty="0">
                <a:latin typeface="+mj-ea"/>
                <a:ea typeface="+mj-ea"/>
              </a:rPr>
              <a:t>=</a:t>
            </a:r>
            <a:r>
              <a:rPr kumimoji="1" lang="zh-CN" altLang="en-US" dirty="0">
                <a:latin typeface="+mj-ea"/>
                <a:ea typeface="+mj-ea"/>
              </a:rPr>
              <a:t> </a:t>
            </a:r>
            <a:r>
              <a:rPr kumimoji="1" lang="en-US" altLang="zh-CN" dirty="0">
                <a:latin typeface="+mj-ea"/>
                <a:ea typeface="+mj-ea"/>
              </a:rPr>
              <a:t>10.8min,</a:t>
            </a:r>
          </a:p>
          <a:p>
            <a:r>
              <a:rPr kumimoji="1" lang="en-US" altLang="zh-CN" dirty="0">
                <a:latin typeface="+mj-ea"/>
                <a:ea typeface="+mj-ea"/>
              </a:rPr>
              <a:t>	4 </a:t>
            </a:r>
            <a:r>
              <a:rPr kumimoji="1" lang="zh-CN" altLang="en-US" dirty="0">
                <a:latin typeface="+mj-ea"/>
                <a:ea typeface="+mj-ea"/>
              </a:rPr>
              <a:t>个环节 </a:t>
            </a:r>
            <a:r>
              <a:rPr kumimoji="1" lang="en-US" altLang="zh-CN" dirty="0">
                <a:latin typeface="+mj-ea"/>
                <a:ea typeface="+mj-ea"/>
              </a:rPr>
              <a:t>× 81 </a:t>
            </a:r>
            <a:r>
              <a:rPr kumimoji="1" lang="zh-CN" altLang="en-US" dirty="0">
                <a:latin typeface="+mj-ea"/>
                <a:ea typeface="+mj-ea"/>
              </a:rPr>
              <a:t>个最终姿势 </a:t>
            </a:r>
            <a:r>
              <a:rPr kumimoji="1" lang="en-US" altLang="zh-CN" dirty="0">
                <a:latin typeface="+mj-ea"/>
                <a:ea typeface="+mj-ea"/>
              </a:rPr>
              <a:t>= 324 </a:t>
            </a:r>
            <a:r>
              <a:rPr kumimoji="1" lang="zh-CN" altLang="en-US" dirty="0">
                <a:latin typeface="+mj-ea"/>
                <a:ea typeface="+mj-ea"/>
              </a:rPr>
              <a:t>个最终姿势实例</a:t>
            </a:r>
          </a:p>
        </p:txBody>
      </p:sp>
      <p:sp>
        <p:nvSpPr>
          <p:cNvPr id="79" name="文本框 78">
            <a:extLst>
              <a:ext uri="{FF2B5EF4-FFF2-40B4-BE49-F238E27FC236}">
                <a16:creationId xmlns:a16="http://schemas.microsoft.com/office/drawing/2014/main" id="{27284476-1BCE-0E13-B410-EBD61C33E192}"/>
              </a:ext>
            </a:extLst>
          </p:cNvPr>
          <p:cNvSpPr txBox="1"/>
          <p:nvPr/>
        </p:nvSpPr>
        <p:spPr>
          <a:xfrm>
            <a:off x="5364034" y="941560"/>
            <a:ext cx="7353546" cy="461665"/>
          </a:xfrm>
          <a:prstGeom prst="rect">
            <a:avLst/>
          </a:prstGeom>
          <a:noFill/>
        </p:spPr>
        <p:txBody>
          <a:bodyPr wrap="square">
            <a:spAutoFit/>
          </a:bodyPr>
          <a:lstStyle/>
          <a:p>
            <a:r>
              <a:rPr lang="zh-CN" altLang="en-US" sz="2400" b="1" dirty="0">
                <a:latin typeface="+mj-ea"/>
                <a:ea typeface="+mj-ea"/>
              </a:rPr>
              <a:t>实验设置</a:t>
            </a:r>
          </a:p>
        </p:txBody>
      </p:sp>
      <p:cxnSp>
        <p:nvCxnSpPr>
          <p:cNvPr id="80" name="直接连接符 79">
            <a:extLst>
              <a:ext uri="{FF2B5EF4-FFF2-40B4-BE49-F238E27FC236}">
                <a16:creationId xmlns:a16="http://schemas.microsoft.com/office/drawing/2014/main" id="{44FAE37B-AB33-8ED3-C3B4-909B3CB0A3FC}"/>
              </a:ext>
            </a:extLst>
          </p:cNvPr>
          <p:cNvCxnSpPr>
            <a:cxnSpLocks/>
          </p:cNvCxnSpPr>
          <p:nvPr/>
        </p:nvCxnSpPr>
        <p:spPr>
          <a:xfrm>
            <a:off x="5306561" y="956466"/>
            <a:ext cx="0" cy="4771808"/>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86" name="灯片编号占位符 85">
            <a:extLst>
              <a:ext uri="{FF2B5EF4-FFF2-40B4-BE49-F238E27FC236}">
                <a16:creationId xmlns:a16="http://schemas.microsoft.com/office/drawing/2014/main" id="{A4700D60-CF17-FD34-BB51-C40A5B98DCB4}"/>
              </a:ext>
            </a:extLst>
          </p:cNvPr>
          <p:cNvSpPr>
            <a:spLocks noGrp="1"/>
          </p:cNvSpPr>
          <p:nvPr>
            <p:ph type="sldNum" sz="quarter" idx="4"/>
          </p:nvPr>
        </p:nvSpPr>
        <p:spPr/>
        <p:txBody>
          <a:bodyPr/>
          <a:lstStyle/>
          <a:p>
            <a:fld id="{7A48417F-7526-485E-AE3C-3E2AE40A04CB}" type="slidenum">
              <a:rPr lang="zh-CN" altLang="en-US" smtClean="0"/>
              <a:pPr/>
              <a:t>22</a:t>
            </a:fld>
            <a:r>
              <a:rPr lang="zh-CN" altLang="en-US"/>
              <a:t> </a:t>
            </a:r>
            <a:r>
              <a:rPr lang="en-US" altLang="zh-CN"/>
              <a:t>/ </a:t>
            </a:r>
            <a:r>
              <a:rPr lang="zh-CN" altLang="en-US"/>
              <a:t>总页数</a:t>
            </a:r>
            <a:endParaRPr lang="zh-CN" alt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图片 8"/>
          <p:cNvPicPr>
            <a:picLocks noChangeAspect="1"/>
          </p:cNvPicPr>
          <p:nvPr/>
        </p:nvPicPr>
        <p:blipFill rotWithShape="1">
          <a:blip r:embed="rId2">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17" name="矩形 16"/>
          <p:cNvSpPr/>
          <p:nvPr/>
        </p:nvSpPr>
        <p:spPr>
          <a:xfrm>
            <a:off x="0" y="0"/>
            <a:ext cx="12192000" cy="818573"/>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 name="组合 2"/>
          <p:cNvGrpSpPr/>
          <p:nvPr/>
        </p:nvGrpSpPr>
        <p:grpSpPr>
          <a:xfrm>
            <a:off x="138529" y="112811"/>
            <a:ext cx="1667969" cy="593132"/>
            <a:chOff x="1019925" y="1507763"/>
            <a:chExt cx="1667969" cy="593132"/>
          </a:xfrm>
        </p:grpSpPr>
        <p:sp>
          <p:nvSpPr>
            <p:cNvPr id="4" name="文本框 3"/>
            <p:cNvSpPr txBox="1"/>
            <p:nvPr/>
          </p:nvSpPr>
          <p:spPr>
            <a:xfrm>
              <a:off x="1700306" y="1507763"/>
              <a:ext cx="987588" cy="523220"/>
            </a:xfrm>
            <a:prstGeom prst="rect">
              <a:avLst/>
            </a:prstGeom>
            <a:noFill/>
          </p:spPr>
          <p:txBody>
            <a:bodyPr vert="horz" wrap="square" rtlCol="0">
              <a:spAutoFit/>
            </a:bodyPr>
            <a:lstStyle/>
            <a:p>
              <a:pPr algn="dist"/>
              <a:r>
                <a:rPr lang="zh-CN" altLang="en-US" sz="2800" b="1" dirty="0">
                  <a:solidFill>
                    <a:schemeClr val="bg1"/>
                  </a:solidFill>
                  <a:latin typeface="微软雅黑" panose="020B0503020204020204" pitchFamily="34" charset="-122"/>
                  <a:ea typeface="微软雅黑" panose="020B0503020204020204" pitchFamily="34" charset="-122"/>
                </a:rPr>
                <a:t>结果</a:t>
              </a:r>
            </a:p>
          </p:txBody>
        </p:sp>
        <p:pic>
          <p:nvPicPr>
            <p:cNvPr id="5" name="图片 4"/>
            <p:cNvPicPr>
              <a:picLocks noChangeAspect="1"/>
            </p:cNvPicPr>
            <p:nvPr/>
          </p:nvPicPr>
          <p:blipFill rotWithShape="1">
            <a:blip r:embed="rId3" cstate="print">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sp>
        <p:nvSpPr>
          <p:cNvPr id="42" name="矩形 41"/>
          <p:cNvSpPr/>
          <p:nvPr/>
        </p:nvSpPr>
        <p:spPr>
          <a:xfrm>
            <a:off x="0" y="6553271"/>
            <a:ext cx="12192000" cy="3112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18" name="图片 17"/>
          <p:cNvPicPr>
            <a:picLocks noChangeAspect="1"/>
          </p:cNvPicPr>
          <p:nvPr/>
        </p:nvPicPr>
        <p:blipFill rotWithShape="1">
          <a:blip r:embed="rId4"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sp>
        <p:nvSpPr>
          <p:cNvPr id="6" name="文本框 5">
            <a:extLst>
              <a:ext uri="{FF2B5EF4-FFF2-40B4-BE49-F238E27FC236}">
                <a16:creationId xmlns:a16="http://schemas.microsoft.com/office/drawing/2014/main" id="{B7B49BFC-F0C2-76CD-A76F-78FC7BDED03A}"/>
              </a:ext>
            </a:extLst>
          </p:cNvPr>
          <p:cNvSpPr txBox="1"/>
          <p:nvPr/>
        </p:nvSpPr>
        <p:spPr>
          <a:xfrm>
            <a:off x="694798" y="1079564"/>
            <a:ext cx="2974340" cy="369332"/>
          </a:xfrm>
          <a:prstGeom prst="rect">
            <a:avLst/>
          </a:prstGeom>
          <a:noFill/>
        </p:spPr>
        <p:txBody>
          <a:bodyPr wrap="square" lIns="0" tIns="0" rIns="0" bIns="0" rtlCol="0">
            <a:spAutoFit/>
          </a:bodyPr>
          <a:lstStyle/>
          <a:p>
            <a:r>
              <a:rPr lang="zh-CN" altLang="en-US" sz="2400" b="1" dirty="0">
                <a:solidFill>
                  <a:schemeClr val="accent1"/>
                </a:solidFill>
                <a:latin typeface="+mj-ea"/>
                <a:ea typeface="+mj-ea"/>
              </a:rPr>
              <a:t>测量指标：</a:t>
            </a:r>
            <a:r>
              <a:rPr lang="en" altLang="zh-CN" sz="2400" b="1" dirty="0">
                <a:solidFill>
                  <a:schemeClr val="accent1"/>
                </a:solidFill>
                <a:latin typeface="+mj-ea"/>
                <a:ea typeface="+mj-ea"/>
              </a:rPr>
              <a:t>MPJPE</a:t>
            </a:r>
            <a:endParaRPr lang="zh-CN" altLang="en-US" sz="2400" b="1" dirty="0">
              <a:solidFill>
                <a:schemeClr val="accent1"/>
              </a:solidFill>
              <a:latin typeface="+mj-ea"/>
              <a:ea typeface="+mj-ea"/>
            </a:endParaRPr>
          </a:p>
        </p:txBody>
      </p:sp>
      <p:pic>
        <p:nvPicPr>
          <p:cNvPr id="8" name="图片 7">
            <a:extLst>
              <a:ext uri="{FF2B5EF4-FFF2-40B4-BE49-F238E27FC236}">
                <a16:creationId xmlns:a16="http://schemas.microsoft.com/office/drawing/2014/main" id="{1041068C-6C56-AB0F-14B3-CEC0C9A2B6B6}"/>
              </a:ext>
            </a:extLst>
          </p:cNvPr>
          <p:cNvPicPr>
            <a:picLocks noChangeAspect="1"/>
          </p:cNvPicPr>
          <p:nvPr/>
        </p:nvPicPr>
        <p:blipFill>
          <a:blip r:embed="rId5"/>
          <a:stretch>
            <a:fillRect/>
          </a:stretch>
        </p:blipFill>
        <p:spPr>
          <a:xfrm>
            <a:off x="1404794" y="1928057"/>
            <a:ext cx="1143000" cy="1600200"/>
          </a:xfrm>
          <a:prstGeom prst="rect">
            <a:avLst/>
          </a:prstGeom>
        </p:spPr>
      </p:pic>
      <p:pic>
        <p:nvPicPr>
          <p:cNvPr id="10" name="图片 9">
            <a:extLst>
              <a:ext uri="{FF2B5EF4-FFF2-40B4-BE49-F238E27FC236}">
                <a16:creationId xmlns:a16="http://schemas.microsoft.com/office/drawing/2014/main" id="{C404CEFB-9A0B-B20F-C50D-C801DBB7E115}"/>
              </a:ext>
            </a:extLst>
          </p:cNvPr>
          <p:cNvPicPr>
            <a:picLocks noChangeAspect="1"/>
          </p:cNvPicPr>
          <p:nvPr/>
        </p:nvPicPr>
        <p:blipFill>
          <a:blip r:embed="rId6"/>
          <a:stretch>
            <a:fillRect/>
          </a:stretch>
        </p:blipFill>
        <p:spPr>
          <a:xfrm>
            <a:off x="5126375" y="1928057"/>
            <a:ext cx="1155700" cy="1587500"/>
          </a:xfrm>
          <a:prstGeom prst="rect">
            <a:avLst/>
          </a:prstGeom>
        </p:spPr>
      </p:pic>
      <p:sp>
        <p:nvSpPr>
          <p:cNvPr id="12" name="文本框 11">
            <a:extLst>
              <a:ext uri="{FF2B5EF4-FFF2-40B4-BE49-F238E27FC236}">
                <a16:creationId xmlns:a16="http://schemas.microsoft.com/office/drawing/2014/main" id="{2AD2C8BF-7095-8E61-51BC-06C8A861AD0E}"/>
              </a:ext>
            </a:extLst>
          </p:cNvPr>
          <p:cNvSpPr txBox="1"/>
          <p:nvPr/>
        </p:nvSpPr>
        <p:spPr>
          <a:xfrm>
            <a:off x="863480" y="3764266"/>
            <a:ext cx="2288398" cy="307777"/>
          </a:xfrm>
          <a:prstGeom prst="rect">
            <a:avLst/>
          </a:prstGeom>
          <a:noFill/>
        </p:spPr>
        <p:txBody>
          <a:bodyPr wrap="square">
            <a:spAutoFit/>
          </a:bodyPr>
          <a:lstStyle/>
          <a:p>
            <a:pPr algn="ctr"/>
            <a:r>
              <a:rPr lang="en-US" altLang="zh-CN" sz="1400" dirty="0" err="1"/>
              <a:t>Mediapipe</a:t>
            </a:r>
            <a:r>
              <a:rPr lang="en-US" altLang="zh-CN" sz="1400" dirty="0"/>
              <a:t> Ground Truth</a:t>
            </a:r>
          </a:p>
        </p:txBody>
      </p:sp>
      <p:sp>
        <p:nvSpPr>
          <p:cNvPr id="13" name="文本框 12">
            <a:extLst>
              <a:ext uri="{FF2B5EF4-FFF2-40B4-BE49-F238E27FC236}">
                <a16:creationId xmlns:a16="http://schemas.microsoft.com/office/drawing/2014/main" id="{D3D8B8C1-5C1C-6664-4C6A-3B8EEAFA4CF9}"/>
              </a:ext>
            </a:extLst>
          </p:cNvPr>
          <p:cNvSpPr txBox="1"/>
          <p:nvPr/>
        </p:nvSpPr>
        <p:spPr>
          <a:xfrm>
            <a:off x="5126375" y="3764265"/>
            <a:ext cx="1370515" cy="307777"/>
          </a:xfrm>
          <a:prstGeom prst="rect">
            <a:avLst/>
          </a:prstGeom>
          <a:noFill/>
        </p:spPr>
        <p:txBody>
          <a:bodyPr wrap="square">
            <a:spAutoFit/>
          </a:bodyPr>
          <a:lstStyle/>
          <a:p>
            <a:pPr algn="ctr"/>
            <a:r>
              <a:rPr lang="en-US" altLang="zh-CN" sz="1400" dirty="0"/>
              <a:t>Prediction</a:t>
            </a:r>
          </a:p>
        </p:txBody>
      </p:sp>
      <p:pic>
        <p:nvPicPr>
          <p:cNvPr id="2" name="图片 1">
            <a:extLst>
              <a:ext uri="{FF2B5EF4-FFF2-40B4-BE49-F238E27FC236}">
                <a16:creationId xmlns:a16="http://schemas.microsoft.com/office/drawing/2014/main" id="{E190F11F-7E0B-82D3-7453-A762892DBD3E}"/>
              </a:ext>
            </a:extLst>
          </p:cNvPr>
          <p:cNvPicPr>
            <a:picLocks noChangeAspect="1"/>
          </p:cNvPicPr>
          <p:nvPr/>
        </p:nvPicPr>
        <p:blipFill>
          <a:blip r:embed="rId7"/>
          <a:stretch>
            <a:fillRect/>
          </a:stretch>
        </p:blipFill>
        <p:spPr>
          <a:xfrm>
            <a:off x="8569769" y="1836734"/>
            <a:ext cx="2273917" cy="1976395"/>
          </a:xfrm>
          <a:prstGeom prst="rect">
            <a:avLst/>
          </a:prstGeom>
        </p:spPr>
      </p:pic>
      <p:sp>
        <p:nvSpPr>
          <p:cNvPr id="19" name="文本框 18">
            <a:extLst>
              <a:ext uri="{FF2B5EF4-FFF2-40B4-BE49-F238E27FC236}">
                <a16:creationId xmlns:a16="http://schemas.microsoft.com/office/drawing/2014/main" id="{15612295-2868-A9F7-A7F1-667F4843D3C6}"/>
              </a:ext>
            </a:extLst>
          </p:cNvPr>
          <p:cNvSpPr txBox="1"/>
          <p:nvPr/>
        </p:nvSpPr>
        <p:spPr>
          <a:xfrm>
            <a:off x="966019" y="4200967"/>
            <a:ext cx="10632112" cy="2464777"/>
          </a:xfrm>
          <a:prstGeom prst="rect">
            <a:avLst/>
          </a:prstGeom>
          <a:noFill/>
        </p:spPr>
        <p:txBody>
          <a:bodyPr wrap="square">
            <a:spAutoFit/>
          </a:bodyPr>
          <a:lstStyle/>
          <a:p>
            <a:pPr fontAlgn="base">
              <a:lnSpc>
                <a:spcPts val="1950"/>
              </a:lnSpc>
              <a:spcAft>
                <a:spcPts val="900"/>
              </a:spcAft>
            </a:pPr>
            <a:r>
              <a:rPr lang="zh-CN" altLang="en-US" sz="2000" b="1" dirty="0">
                <a:latin typeface="+mj-ea"/>
                <a:ea typeface="+mj-ea"/>
              </a:rPr>
              <a:t>测量方法</a:t>
            </a:r>
            <a:endParaRPr lang="en-US" altLang="zh-CN" sz="2000" b="1" dirty="0">
              <a:latin typeface="+mj-ea"/>
              <a:ea typeface="+mj-ea"/>
            </a:endParaRPr>
          </a:p>
          <a:p>
            <a:pPr marL="742950" lvl="1" indent="-285750" fontAlgn="base">
              <a:lnSpc>
                <a:spcPts val="1950"/>
              </a:lnSpc>
              <a:spcAft>
                <a:spcPts val="900"/>
              </a:spcAft>
              <a:buFont typeface="Arial" panose="020B0604020202020204" pitchFamily="34" charset="0"/>
              <a:buChar char="•"/>
            </a:pPr>
            <a:r>
              <a:rPr lang="zh-CN" altLang="en-US" dirty="0">
                <a:latin typeface="+mj-ea"/>
                <a:ea typeface="+mj-ea"/>
              </a:rPr>
              <a:t>对每个 手部关节点（共 </a:t>
            </a:r>
            <a:r>
              <a:rPr lang="en-US" altLang="zh-CN" dirty="0">
                <a:latin typeface="+mj-ea"/>
                <a:ea typeface="+mj-ea"/>
              </a:rPr>
              <a:t>20 </a:t>
            </a:r>
            <a:r>
              <a:rPr lang="zh-CN" altLang="en-US" dirty="0">
                <a:latin typeface="+mj-ea"/>
                <a:ea typeface="+mj-ea"/>
              </a:rPr>
              <a:t>个） 计算预测位置与真实位置之间的 欧氏距离。</a:t>
            </a:r>
            <a:endParaRPr lang="en-US" altLang="zh-CN" dirty="0">
              <a:latin typeface="+mj-ea"/>
              <a:ea typeface="+mj-ea"/>
            </a:endParaRPr>
          </a:p>
          <a:p>
            <a:pPr fontAlgn="base">
              <a:lnSpc>
                <a:spcPts val="1950"/>
              </a:lnSpc>
              <a:spcAft>
                <a:spcPts val="900"/>
              </a:spcAft>
            </a:pPr>
            <a:endParaRPr lang="en-US" altLang="zh-CN" dirty="0">
              <a:latin typeface="+mj-ea"/>
              <a:ea typeface="+mj-ea"/>
            </a:endParaRPr>
          </a:p>
          <a:p>
            <a:pPr marL="742950" lvl="1" indent="-285750" fontAlgn="base">
              <a:lnSpc>
                <a:spcPts val="1950"/>
              </a:lnSpc>
              <a:spcAft>
                <a:spcPts val="900"/>
              </a:spcAft>
              <a:buFont typeface="Arial" panose="020B0604020202020204" pitchFamily="34" charset="0"/>
              <a:buChar char="•"/>
            </a:pPr>
            <a:r>
              <a:rPr lang="zh-CN" altLang="en-US" dirty="0">
                <a:latin typeface="+mj-ea"/>
                <a:ea typeface="+mj-ea"/>
              </a:rPr>
              <a:t>在 </a:t>
            </a:r>
            <a:r>
              <a:rPr lang="en" altLang="zh-CN" dirty="0">
                <a:latin typeface="+mj-ea"/>
                <a:ea typeface="+mj-ea"/>
              </a:rPr>
              <a:t>user-independent </a:t>
            </a:r>
            <a:r>
              <a:rPr lang="zh-CN" altLang="en-US" dirty="0">
                <a:latin typeface="+mj-ea"/>
                <a:ea typeface="+mj-ea"/>
              </a:rPr>
              <a:t>，把预测结果按被试的实测手长缩放一次，抵消掉“手大则误差绝对值大”的系统性偏差，使 </a:t>
            </a:r>
            <a:r>
              <a:rPr lang="en" altLang="zh-CN" dirty="0">
                <a:latin typeface="+mj-ea"/>
                <a:ea typeface="+mj-ea"/>
              </a:rPr>
              <a:t>MPJPE </a:t>
            </a:r>
            <a:r>
              <a:rPr lang="zh-CN" altLang="en-US" dirty="0">
                <a:latin typeface="+mj-ea"/>
                <a:ea typeface="+mj-ea"/>
              </a:rPr>
              <a:t>仍可横向比较。</a:t>
            </a:r>
            <a:endParaRPr lang="en-US" altLang="zh-CN" dirty="0">
              <a:latin typeface="+mj-ea"/>
              <a:ea typeface="+mj-ea"/>
            </a:endParaRPr>
          </a:p>
          <a:p>
            <a:pPr fontAlgn="base">
              <a:lnSpc>
                <a:spcPts val="1950"/>
              </a:lnSpc>
              <a:spcAft>
                <a:spcPts val="900"/>
              </a:spcAft>
            </a:pPr>
            <a:endParaRPr lang="zh-CN" altLang="en-US" dirty="0">
              <a:latin typeface="+mj-ea"/>
              <a:ea typeface="+mj-ea"/>
            </a:endParaRPr>
          </a:p>
          <a:p>
            <a:pPr fontAlgn="base">
              <a:lnSpc>
                <a:spcPts val="1950"/>
              </a:lnSpc>
              <a:spcAft>
                <a:spcPts val="900"/>
              </a:spcAft>
            </a:pPr>
            <a:endParaRPr lang="en-US" altLang="zh-CN" dirty="0">
              <a:latin typeface="+mj-ea"/>
              <a:ea typeface="+mj-ea"/>
            </a:endParaRPr>
          </a:p>
        </p:txBody>
      </p:sp>
      <p:cxnSp>
        <p:nvCxnSpPr>
          <p:cNvPr id="27" name="直接箭头连接符 26">
            <a:extLst>
              <a:ext uri="{FF2B5EF4-FFF2-40B4-BE49-F238E27FC236}">
                <a16:creationId xmlns:a16="http://schemas.microsoft.com/office/drawing/2014/main" id="{FCFC073E-52C2-B9E8-E0EC-5DC529EFC03D}"/>
              </a:ext>
            </a:extLst>
          </p:cNvPr>
          <p:cNvCxnSpPr>
            <a:cxnSpLocks/>
          </p:cNvCxnSpPr>
          <p:nvPr/>
        </p:nvCxnSpPr>
        <p:spPr>
          <a:xfrm flipV="1">
            <a:off x="7390480" y="2855221"/>
            <a:ext cx="620844" cy="326"/>
          </a:xfrm>
          <a:prstGeom prst="straightConnector1">
            <a:avLst/>
          </a:prstGeom>
          <a:ln w="5715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29" name="矩形 28">
            <a:extLst>
              <a:ext uri="{FF2B5EF4-FFF2-40B4-BE49-F238E27FC236}">
                <a16:creationId xmlns:a16="http://schemas.microsoft.com/office/drawing/2014/main" id="{35ABD269-8549-8B24-1CD5-B00EDA02E32E}"/>
              </a:ext>
            </a:extLst>
          </p:cNvPr>
          <p:cNvSpPr/>
          <p:nvPr/>
        </p:nvSpPr>
        <p:spPr>
          <a:xfrm>
            <a:off x="863480" y="1793404"/>
            <a:ext cx="5633410" cy="240286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29">
            <a:extLst>
              <a:ext uri="{FF2B5EF4-FFF2-40B4-BE49-F238E27FC236}">
                <a16:creationId xmlns:a16="http://schemas.microsoft.com/office/drawing/2014/main" id="{801069A1-646D-B410-3DAE-3761A9C8E07A}"/>
              </a:ext>
            </a:extLst>
          </p:cNvPr>
          <p:cNvSpPr/>
          <p:nvPr/>
        </p:nvSpPr>
        <p:spPr>
          <a:xfrm>
            <a:off x="8256572" y="1793405"/>
            <a:ext cx="2822416" cy="240286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灯片编号占位符 33">
            <a:extLst>
              <a:ext uri="{FF2B5EF4-FFF2-40B4-BE49-F238E27FC236}">
                <a16:creationId xmlns:a16="http://schemas.microsoft.com/office/drawing/2014/main" id="{FD57E18A-CB07-1FAE-F938-466FD4B3C844}"/>
              </a:ext>
            </a:extLst>
          </p:cNvPr>
          <p:cNvSpPr>
            <a:spLocks noGrp="1"/>
          </p:cNvSpPr>
          <p:nvPr>
            <p:ph type="sldNum" sz="quarter" idx="4"/>
          </p:nvPr>
        </p:nvSpPr>
        <p:spPr/>
        <p:txBody>
          <a:bodyPr/>
          <a:lstStyle/>
          <a:p>
            <a:fld id="{7A48417F-7526-485E-AE3C-3E2AE40A04CB}" type="slidenum">
              <a:rPr lang="zh-CN" altLang="en-US" smtClean="0"/>
              <a:pPr/>
              <a:t>23</a:t>
            </a:fld>
            <a:r>
              <a:rPr lang="zh-CN" altLang="en-US"/>
              <a:t> </a:t>
            </a:r>
            <a:r>
              <a:rPr lang="en-US" altLang="zh-CN"/>
              <a:t>/ </a:t>
            </a:r>
            <a:r>
              <a:rPr lang="zh-CN" altLang="en-US"/>
              <a:t>总页数</a:t>
            </a:r>
            <a:endParaRPr lang="zh-CN"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542CD3-54C5-B82C-F81E-1D3C884E39B5}"/>
            </a:ext>
          </a:extLst>
        </p:cNvPr>
        <p:cNvGrpSpPr/>
        <p:nvPr/>
      </p:nvGrpSpPr>
      <p:grpSpPr>
        <a:xfrm>
          <a:off x="0" y="0"/>
          <a:ext cx="0" cy="0"/>
          <a:chOff x="0" y="0"/>
          <a:chExt cx="0" cy="0"/>
        </a:xfrm>
      </p:grpSpPr>
      <p:pic>
        <p:nvPicPr>
          <p:cNvPr id="9" name="图片 8">
            <a:extLst>
              <a:ext uri="{FF2B5EF4-FFF2-40B4-BE49-F238E27FC236}">
                <a16:creationId xmlns:a16="http://schemas.microsoft.com/office/drawing/2014/main" id="{B929756E-B26F-3E8E-81DE-E601A3DAA1AE}"/>
              </a:ext>
            </a:extLst>
          </p:cNvPr>
          <p:cNvPicPr>
            <a:picLocks noChangeAspect="1"/>
          </p:cNvPicPr>
          <p:nvPr/>
        </p:nvPicPr>
        <p:blipFill rotWithShape="1">
          <a:blip r:embed="rId2">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17" name="矩形 16">
            <a:extLst>
              <a:ext uri="{FF2B5EF4-FFF2-40B4-BE49-F238E27FC236}">
                <a16:creationId xmlns:a16="http://schemas.microsoft.com/office/drawing/2014/main" id="{BAB7BED1-974F-007B-D399-6A8ADEBFE15A}"/>
              </a:ext>
            </a:extLst>
          </p:cNvPr>
          <p:cNvSpPr/>
          <p:nvPr/>
        </p:nvSpPr>
        <p:spPr>
          <a:xfrm>
            <a:off x="0" y="0"/>
            <a:ext cx="12192000" cy="818573"/>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 name="组合 2">
            <a:extLst>
              <a:ext uri="{FF2B5EF4-FFF2-40B4-BE49-F238E27FC236}">
                <a16:creationId xmlns:a16="http://schemas.microsoft.com/office/drawing/2014/main" id="{988E94AD-01AE-C253-1074-7688EDA346B1}"/>
              </a:ext>
            </a:extLst>
          </p:cNvPr>
          <p:cNvGrpSpPr/>
          <p:nvPr/>
        </p:nvGrpSpPr>
        <p:grpSpPr>
          <a:xfrm>
            <a:off x="138529" y="112811"/>
            <a:ext cx="1667969" cy="593132"/>
            <a:chOff x="1019925" y="1507763"/>
            <a:chExt cx="1667969" cy="593132"/>
          </a:xfrm>
        </p:grpSpPr>
        <p:sp>
          <p:nvSpPr>
            <p:cNvPr id="4" name="文本框 3">
              <a:extLst>
                <a:ext uri="{FF2B5EF4-FFF2-40B4-BE49-F238E27FC236}">
                  <a16:creationId xmlns:a16="http://schemas.microsoft.com/office/drawing/2014/main" id="{E9867144-5CB1-A2AA-A7DE-008D0C622CFD}"/>
                </a:ext>
              </a:extLst>
            </p:cNvPr>
            <p:cNvSpPr txBox="1"/>
            <p:nvPr/>
          </p:nvSpPr>
          <p:spPr>
            <a:xfrm>
              <a:off x="1700306" y="1507763"/>
              <a:ext cx="987588" cy="523220"/>
            </a:xfrm>
            <a:prstGeom prst="rect">
              <a:avLst/>
            </a:prstGeom>
            <a:noFill/>
          </p:spPr>
          <p:txBody>
            <a:bodyPr vert="horz" wrap="square" rtlCol="0">
              <a:spAutoFit/>
            </a:bodyPr>
            <a:lstStyle/>
            <a:p>
              <a:pPr algn="dist"/>
              <a:r>
                <a:rPr lang="zh-CN" altLang="en-US" sz="2800" b="1" dirty="0">
                  <a:solidFill>
                    <a:schemeClr val="bg1"/>
                  </a:solidFill>
                  <a:latin typeface="微软雅黑" panose="020B0503020204020204" pitchFamily="34" charset="-122"/>
                  <a:ea typeface="微软雅黑" panose="020B0503020204020204" pitchFamily="34" charset="-122"/>
                </a:rPr>
                <a:t>结果</a:t>
              </a:r>
            </a:p>
          </p:txBody>
        </p:sp>
        <p:pic>
          <p:nvPicPr>
            <p:cNvPr id="5" name="图片 4">
              <a:extLst>
                <a:ext uri="{FF2B5EF4-FFF2-40B4-BE49-F238E27FC236}">
                  <a16:creationId xmlns:a16="http://schemas.microsoft.com/office/drawing/2014/main" id="{A1074A50-FE0F-88EB-7FDB-E23F5D3237D5}"/>
                </a:ext>
              </a:extLst>
            </p:cNvPr>
            <p:cNvPicPr>
              <a:picLocks noChangeAspect="1"/>
            </p:cNvPicPr>
            <p:nvPr/>
          </p:nvPicPr>
          <p:blipFill rotWithShape="1">
            <a:blip r:embed="rId3" cstate="print">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sp>
        <p:nvSpPr>
          <p:cNvPr id="42" name="矩形 41">
            <a:extLst>
              <a:ext uri="{FF2B5EF4-FFF2-40B4-BE49-F238E27FC236}">
                <a16:creationId xmlns:a16="http://schemas.microsoft.com/office/drawing/2014/main" id="{50192DFE-1573-8748-FD50-E5E618E41CD9}"/>
              </a:ext>
            </a:extLst>
          </p:cNvPr>
          <p:cNvSpPr/>
          <p:nvPr/>
        </p:nvSpPr>
        <p:spPr>
          <a:xfrm>
            <a:off x="0" y="6553271"/>
            <a:ext cx="12192000" cy="3112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18" name="图片 17">
            <a:extLst>
              <a:ext uri="{FF2B5EF4-FFF2-40B4-BE49-F238E27FC236}">
                <a16:creationId xmlns:a16="http://schemas.microsoft.com/office/drawing/2014/main" id="{5EA2A402-143F-35FF-AEEF-408E68A9D4C2}"/>
              </a:ext>
            </a:extLst>
          </p:cNvPr>
          <p:cNvPicPr>
            <a:picLocks noChangeAspect="1"/>
          </p:cNvPicPr>
          <p:nvPr/>
        </p:nvPicPr>
        <p:blipFill rotWithShape="1">
          <a:blip r:embed="rId4"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pic>
        <p:nvPicPr>
          <p:cNvPr id="2" name="图片 1">
            <a:extLst>
              <a:ext uri="{FF2B5EF4-FFF2-40B4-BE49-F238E27FC236}">
                <a16:creationId xmlns:a16="http://schemas.microsoft.com/office/drawing/2014/main" id="{DC925F0E-5584-175A-4366-7BFDEF0AFEB5}"/>
              </a:ext>
            </a:extLst>
          </p:cNvPr>
          <p:cNvPicPr>
            <a:picLocks noChangeAspect="1"/>
          </p:cNvPicPr>
          <p:nvPr/>
        </p:nvPicPr>
        <p:blipFill>
          <a:blip r:embed="rId5"/>
          <a:stretch>
            <a:fillRect/>
          </a:stretch>
        </p:blipFill>
        <p:spPr>
          <a:xfrm>
            <a:off x="0" y="1089233"/>
            <a:ext cx="12095710" cy="2998444"/>
          </a:xfrm>
          <a:prstGeom prst="rect">
            <a:avLst/>
          </a:prstGeom>
        </p:spPr>
      </p:pic>
      <p:cxnSp>
        <p:nvCxnSpPr>
          <p:cNvPr id="10" name="直线连接符 9">
            <a:extLst>
              <a:ext uri="{FF2B5EF4-FFF2-40B4-BE49-F238E27FC236}">
                <a16:creationId xmlns:a16="http://schemas.microsoft.com/office/drawing/2014/main" id="{5E60DCB3-8369-BE32-C00A-507013699B2E}"/>
              </a:ext>
            </a:extLst>
          </p:cNvPr>
          <p:cNvCxnSpPr/>
          <p:nvPr/>
        </p:nvCxnSpPr>
        <p:spPr>
          <a:xfrm>
            <a:off x="947854" y="1996068"/>
            <a:ext cx="234175" cy="0"/>
          </a:xfrm>
          <a:prstGeom prst="line">
            <a:avLst/>
          </a:prstGeom>
        </p:spPr>
        <p:style>
          <a:lnRef idx="3">
            <a:schemeClr val="accent1"/>
          </a:lnRef>
          <a:fillRef idx="0">
            <a:schemeClr val="accent1"/>
          </a:fillRef>
          <a:effectRef idx="2">
            <a:schemeClr val="accent1"/>
          </a:effectRef>
          <a:fontRef idx="minor">
            <a:schemeClr val="tx1"/>
          </a:fontRef>
        </p:style>
      </p:cxnSp>
      <p:cxnSp>
        <p:nvCxnSpPr>
          <p:cNvPr id="11" name="直线连接符 10">
            <a:extLst>
              <a:ext uri="{FF2B5EF4-FFF2-40B4-BE49-F238E27FC236}">
                <a16:creationId xmlns:a16="http://schemas.microsoft.com/office/drawing/2014/main" id="{F29599FF-8615-F03F-65DA-680203CAE6D7}"/>
              </a:ext>
            </a:extLst>
          </p:cNvPr>
          <p:cNvCxnSpPr/>
          <p:nvPr/>
        </p:nvCxnSpPr>
        <p:spPr>
          <a:xfrm>
            <a:off x="1806498" y="1825083"/>
            <a:ext cx="234175" cy="0"/>
          </a:xfrm>
          <a:prstGeom prst="line">
            <a:avLst/>
          </a:prstGeom>
        </p:spPr>
        <p:style>
          <a:lnRef idx="3">
            <a:schemeClr val="accent1"/>
          </a:lnRef>
          <a:fillRef idx="0">
            <a:schemeClr val="accent1"/>
          </a:fillRef>
          <a:effectRef idx="2">
            <a:schemeClr val="accent1"/>
          </a:effectRef>
          <a:fontRef idx="minor">
            <a:schemeClr val="tx1"/>
          </a:fontRef>
        </p:style>
      </p:cxnSp>
      <p:cxnSp>
        <p:nvCxnSpPr>
          <p:cNvPr id="12" name="直线连接符 11">
            <a:extLst>
              <a:ext uri="{FF2B5EF4-FFF2-40B4-BE49-F238E27FC236}">
                <a16:creationId xmlns:a16="http://schemas.microsoft.com/office/drawing/2014/main" id="{D864114D-4400-4582-5407-59D35DDAFB51}"/>
              </a:ext>
            </a:extLst>
          </p:cNvPr>
          <p:cNvCxnSpPr/>
          <p:nvPr/>
        </p:nvCxnSpPr>
        <p:spPr>
          <a:xfrm>
            <a:off x="1197475" y="2494156"/>
            <a:ext cx="234175" cy="0"/>
          </a:xfrm>
          <a:prstGeom prst="line">
            <a:avLst/>
          </a:prstGeom>
          <a:ln>
            <a:solidFill>
              <a:schemeClr val="accent6"/>
            </a:solidFill>
          </a:ln>
        </p:spPr>
        <p:style>
          <a:lnRef idx="3">
            <a:schemeClr val="accent1"/>
          </a:lnRef>
          <a:fillRef idx="0">
            <a:schemeClr val="accent1"/>
          </a:fillRef>
          <a:effectRef idx="2">
            <a:schemeClr val="accent1"/>
          </a:effectRef>
          <a:fontRef idx="minor">
            <a:schemeClr val="tx1"/>
          </a:fontRef>
        </p:style>
      </p:cxnSp>
      <p:cxnSp>
        <p:nvCxnSpPr>
          <p:cNvPr id="13" name="直线连接符 12">
            <a:extLst>
              <a:ext uri="{FF2B5EF4-FFF2-40B4-BE49-F238E27FC236}">
                <a16:creationId xmlns:a16="http://schemas.microsoft.com/office/drawing/2014/main" id="{FF484977-C981-5821-8ACE-8B4236D03CED}"/>
              </a:ext>
            </a:extLst>
          </p:cNvPr>
          <p:cNvCxnSpPr/>
          <p:nvPr/>
        </p:nvCxnSpPr>
        <p:spPr>
          <a:xfrm>
            <a:off x="2955650" y="2401229"/>
            <a:ext cx="234175" cy="0"/>
          </a:xfrm>
          <a:prstGeom prst="line">
            <a:avLst/>
          </a:prstGeom>
          <a:ln>
            <a:solidFill>
              <a:schemeClr val="accent6"/>
            </a:solidFill>
          </a:ln>
        </p:spPr>
        <p:style>
          <a:lnRef idx="3">
            <a:schemeClr val="accent1"/>
          </a:lnRef>
          <a:fillRef idx="0">
            <a:schemeClr val="accent1"/>
          </a:fillRef>
          <a:effectRef idx="2">
            <a:schemeClr val="accent1"/>
          </a:effectRef>
          <a:fontRef idx="minor">
            <a:schemeClr val="tx1"/>
          </a:fontRef>
        </p:style>
      </p:cxnSp>
      <p:grpSp>
        <p:nvGrpSpPr>
          <p:cNvPr id="6" name="组合 5">
            <a:extLst>
              <a:ext uri="{FF2B5EF4-FFF2-40B4-BE49-F238E27FC236}">
                <a16:creationId xmlns:a16="http://schemas.microsoft.com/office/drawing/2014/main" id="{DDF42659-5666-7231-55C4-4CDDC7BB3E60}"/>
              </a:ext>
            </a:extLst>
          </p:cNvPr>
          <p:cNvGrpSpPr/>
          <p:nvPr/>
        </p:nvGrpSpPr>
        <p:grpSpPr>
          <a:xfrm>
            <a:off x="2955650" y="4858883"/>
            <a:ext cx="6697765" cy="415142"/>
            <a:chOff x="7145079" y="2707396"/>
            <a:chExt cx="4734070" cy="958096"/>
          </a:xfrm>
        </p:grpSpPr>
        <p:sp>
          <p:nvSpPr>
            <p:cNvPr id="16" name="文本框 15">
              <a:extLst>
                <a:ext uri="{FF2B5EF4-FFF2-40B4-BE49-F238E27FC236}">
                  <a16:creationId xmlns:a16="http://schemas.microsoft.com/office/drawing/2014/main" id="{E6DB759B-9022-2F87-EE11-6BDFE7737364}"/>
                </a:ext>
              </a:extLst>
            </p:cNvPr>
            <p:cNvSpPr txBox="1"/>
            <p:nvPr/>
          </p:nvSpPr>
          <p:spPr>
            <a:xfrm>
              <a:off x="7145079" y="2707396"/>
              <a:ext cx="4734070" cy="400109"/>
            </a:xfrm>
            <a:prstGeom prst="rect">
              <a:avLst/>
            </a:prstGeom>
            <a:noFill/>
          </p:spPr>
          <p:txBody>
            <a:bodyPr wrap="square">
              <a:spAutoFit/>
            </a:bodyPr>
            <a:lstStyle/>
            <a:p>
              <a:endParaRPr lang="en-US" altLang="zh-CN" sz="2000" b="1" dirty="0"/>
            </a:p>
          </p:txBody>
        </p:sp>
        <p:sp>
          <p:nvSpPr>
            <p:cNvPr id="14" name="文本框 13">
              <a:extLst>
                <a:ext uri="{FF2B5EF4-FFF2-40B4-BE49-F238E27FC236}">
                  <a16:creationId xmlns:a16="http://schemas.microsoft.com/office/drawing/2014/main" id="{073B4B06-8FD2-FC76-B0B4-BA9E0C17F42E}"/>
                </a:ext>
              </a:extLst>
            </p:cNvPr>
            <p:cNvSpPr txBox="1"/>
            <p:nvPr/>
          </p:nvSpPr>
          <p:spPr>
            <a:xfrm>
              <a:off x="7243698" y="2813120"/>
              <a:ext cx="4402938" cy="852372"/>
            </a:xfrm>
            <a:prstGeom prst="rect">
              <a:avLst/>
            </a:prstGeom>
            <a:noFill/>
          </p:spPr>
          <p:txBody>
            <a:bodyPr wrap="square">
              <a:spAutoFit/>
            </a:bodyPr>
            <a:lstStyle/>
            <a:p>
              <a:endParaRPr lang="zh-CN" altLang="en-US" dirty="0"/>
            </a:p>
          </p:txBody>
        </p:sp>
      </p:grpSp>
      <p:sp>
        <p:nvSpPr>
          <p:cNvPr id="21" name="文本框 20">
            <a:extLst>
              <a:ext uri="{FF2B5EF4-FFF2-40B4-BE49-F238E27FC236}">
                <a16:creationId xmlns:a16="http://schemas.microsoft.com/office/drawing/2014/main" id="{F2FFC628-6A92-E56A-937C-0C720971CC92}"/>
              </a:ext>
            </a:extLst>
          </p:cNvPr>
          <p:cNvSpPr txBox="1"/>
          <p:nvPr/>
        </p:nvSpPr>
        <p:spPr>
          <a:xfrm>
            <a:off x="863479" y="4148253"/>
            <a:ext cx="11328521" cy="1951816"/>
          </a:xfrm>
          <a:prstGeom prst="rect">
            <a:avLst/>
          </a:prstGeom>
          <a:noFill/>
        </p:spPr>
        <p:txBody>
          <a:bodyPr wrap="square">
            <a:spAutoFit/>
          </a:bodyPr>
          <a:lstStyle/>
          <a:p>
            <a:pPr fontAlgn="base">
              <a:lnSpc>
                <a:spcPts val="1950"/>
              </a:lnSpc>
              <a:spcAft>
                <a:spcPts val="900"/>
              </a:spcAft>
            </a:pPr>
            <a:r>
              <a:rPr lang="zh-CN" altLang="en-US" sz="2000" b="1" dirty="0">
                <a:latin typeface="+mj-ea"/>
                <a:ea typeface="+mj-ea"/>
              </a:rPr>
              <a:t>数据输入方法</a:t>
            </a:r>
            <a:endParaRPr lang="en-US" altLang="zh-CN" sz="2000" b="1" dirty="0">
              <a:latin typeface="+mj-ea"/>
              <a:ea typeface="+mj-ea"/>
            </a:endParaRPr>
          </a:p>
          <a:p>
            <a:pPr marL="800100" lvl="1" indent="-342900">
              <a:buFont typeface="Arial" panose="020B0604020202020204" pitchFamily="34" charset="0"/>
              <a:buChar char="•"/>
            </a:pPr>
            <a:r>
              <a:rPr lang="zh-CN" altLang="en-US" sz="2000" dirty="0">
                <a:latin typeface="+mj-ea"/>
                <a:ea typeface="+mj-ea"/>
              </a:rPr>
              <a:t>为了评估</a:t>
            </a:r>
            <a:r>
              <a:rPr lang="zh-CN" altLang="en-US" sz="2000" b="1" dirty="0">
                <a:solidFill>
                  <a:schemeClr val="accent1"/>
                </a:solidFill>
                <a:latin typeface="+mj-ea"/>
                <a:ea typeface="+mj-ea"/>
              </a:rPr>
              <a:t>用户无关模型</a:t>
            </a:r>
            <a:r>
              <a:rPr lang="zh-CN" altLang="en-US" sz="2000" dirty="0">
                <a:latin typeface="+mj-ea"/>
                <a:ea typeface="+mj-ea"/>
              </a:rPr>
              <a:t>，使用留一参与者交叉验证（LOPO）</a:t>
            </a:r>
            <a:endParaRPr lang="en-US" altLang="zh-CN" sz="2000" dirty="0">
              <a:latin typeface="+mj-ea"/>
              <a:ea typeface="+mj-ea"/>
            </a:endParaRPr>
          </a:p>
          <a:p>
            <a:endParaRPr lang="en-US" altLang="zh-CN" sz="2000" dirty="0">
              <a:latin typeface="+mj-ea"/>
              <a:ea typeface="+mj-ea"/>
            </a:endParaRPr>
          </a:p>
          <a:p>
            <a:pPr marL="800100" lvl="1" indent="-342900">
              <a:buFont typeface="Arial" panose="020B0604020202020204" pitchFamily="34" charset="0"/>
              <a:buChar char="•"/>
            </a:pPr>
            <a:r>
              <a:rPr lang="zh-CN" altLang="en-US" sz="2000" dirty="0">
                <a:latin typeface="+mj-ea"/>
                <a:ea typeface="+mj-ea"/>
              </a:rPr>
              <a:t>为了评估</a:t>
            </a:r>
            <a:r>
              <a:rPr lang="zh-CN" altLang="en-US" sz="2000" b="1" dirty="0">
                <a:solidFill>
                  <a:schemeClr val="accent6"/>
                </a:solidFill>
                <a:latin typeface="+mj-ea"/>
                <a:ea typeface="+mj-ea"/>
              </a:rPr>
              <a:t>微调后的用户相关模型</a:t>
            </a:r>
            <a:r>
              <a:rPr lang="zh-CN" altLang="en-US" sz="2000" dirty="0">
                <a:latin typeface="+mj-ea"/>
                <a:ea typeface="+mj-ea"/>
              </a:rPr>
              <a:t>的性能，我们使用前三次实验的数据微调用户无关模型</a:t>
            </a:r>
            <a:endParaRPr lang="en-US" altLang="zh-CN" sz="2000" dirty="0">
              <a:latin typeface="+mj-ea"/>
              <a:ea typeface="+mj-ea"/>
            </a:endParaRPr>
          </a:p>
          <a:p>
            <a:pPr marL="342900" indent="-342900">
              <a:buFont typeface="Arial" panose="020B0604020202020204" pitchFamily="34" charset="0"/>
              <a:buChar char="•"/>
            </a:pPr>
            <a:endParaRPr lang="zh-CN" altLang="en-US" sz="2000" dirty="0">
              <a:latin typeface="+mj-ea"/>
              <a:ea typeface="+mj-ea"/>
            </a:endParaRPr>
          </a:p>
          <a:p>
            <a:pPr fontAlgn="base">
              <a:lnSpc>
                <a:spcPts val="1950"/>
              </a:lnSpc>
              <a:spcAft>
                <a:spcPts val="900"/>
              </a:spcAft>
            </a:pPr>
            <a:endParaRPr lang="en-US" altLang="zh-CN" sz="2000" b="1" dirty="0">
              <a:latin typeface="+mj-ea"/>
              <a:ea typeface="+mj-ea"/>
            </a:endParaRPr>
          </a:p>
        </p:txBody>
      </p:sp>
      <p:sp>
        <p:nvSpPr>
          <p:cNvPr id="25" name="灯片编号占位符 24">
            <a:extLst>
              <a:ext uri="{FF2B5EF4-FFF2-40B4-BE49-F238E27FC236}">
                <a16:creationId xmlns:a16="http://schemas.microsoft.com/office/drawing/2014/main" id="{5AF29173-C1EA-537A-56C6-26039835C473}"/>
              </a:ext>
            </a:extLst>
          </p:cNvPr>
          <p:cNvSpPr>
            <a:spLocks noGrp="1"/>
          </p:cNvSpPr>
          <p:nvPr>
            <p:ph type="sldNum" sz="quarter" idx="4"/>
          </p:nvPr>
        </p:nvSpPr>
        <p:spPr/>
        <p:txBody>
          <a:bodyPr/>
          <a:lstStyle/>
          <a:p>
            <a:fld id="{7A48417F-7526-485E-AE3C-3E2AE40A04CB}" type="slidenum">
              <a:rPr lang="zh-CN" altLang="en-US" smtClean="0"/>
              <a:pPr/>
              <a:t>24</a:t>
            </a:fld>
            <a:r>
              <a:rPr lang="zh-CN" altLang="en-US"/>
              <a:t> </a:t>
            </a:r>
            <a:r>
              <a:rPr lang="en-US" altLang="zh-CN"/>
              <a:t>/ </a:t>
            </a:r>
            <a:r>
              <a:rPr lang="zh-CN" altLang="en-US"/>
              <a:t>总页数</a:t>
            </a:r>
            <a:endParaRPr lang="zh-CN" altLang="en-US" dirty="0"/>
          </a:p>
        </p:txBody>
      </p:sp>
    </p:spTree>
    <p:extLst>
      <p:ext uri="{BB962C8B-B14F-4D97-AF65-F5344CB8AC3E}">
        <p14:creationId xmlns:p14="http://schemas.microsoft.com/office/powerpoint/2010/main" val="35501360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E2E190-EE05-6EED-B7D1-3BCB78C5CA7F}"/>
            </a:ext>
          </a:extLst>
        </p:cNvPr>
        <p:cNvGrpSpPr/>
        <p:nvPr/>
      </p:nvGrpSpPr>
      <p:grpSpPr>
        <a:xfrm>
          <a:off x="0" y="0"/>
          <a:ext cx="0" cy="0"/>
          <a:chOff x="0" y="0"/>
          <a:chExt cx="0" cy="0"/>
        </a:xfrm>
      </p:grpSpPr>
      <p:pic>
        <p:nvPicPr>
          <p:cNvPr id="9" name="图片 8">
            <a:extLst>
              <a:ext uri="{FF2B5EF4-FFF2-40B4-BE49-F238E27FC236}">
                <a16:creationId xmlns:a16="http://schemas.microsoft.com/office/drawing/2014/main" id="{F421F890-CFFF-0E9F-7F8F-A74DAD87DDD0}"/>
              </a:ext>
            </a:extLst>
          </p:cNvPr>
          <p:cNvPicPr>
            <a:picLocks noChangeAspect="1"/>
          </p:cNvPicPr>
          <p:nvPr/>
        </p:nvPicPr>
        <p:blipFill rotWithShape="1">
          <a:blip r:embed="rId2">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17" name="矩形 16">
            <a:extLst>
              <a:ext uri="{FF2B5EF4-FFF2-40B4-BE49-F238E27FC236}">
                <a16:creationId xmlns:a16="http://schemas.microsoft.com/office/drawing/2014/main" id="{98D27AB8-F163-F7E6-BBE0-AAE01B71E9E9}"/>
              </a:ext>
            </a:extLst>
          </p:cNvPr>
          <p:cNvSpPr/>
          <p:nvPr/>
        </p:nvSpPr>
        <p:spPr>
          <a:xfrm>
            <a:off x="0" y="0"/>
            <a:ext cx="12192000" cy="818573"/>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 name="组合 2">
            <a:extLst>
              <a:ext uri="{FF2B5EF4-FFF2-40B4-BE49-F238E27FC236}">
                <a16:creationId xmlns:a16="http://schemas.microsoft.com/office/drawing/2014/main" id="{4591D249-6759-65E2-E1B0-5836C385E091}"/>
              </a:ext>
            </a:extLst>
          </p:cNvPr>
          <p:cNvGrpSpPr/>
          <p:nvPr/>
        </p:nvGrpSpPr>
        <p:grpSpPr>
          <a:xfrm>
            <a:off x="138529" y="112811"/>
            <a:ext cx="1667969" cy="593132"/>
            <a:chOff x="1019925" y="1507763"/>
            <a:chExt cx="1667969" cy="593132"/>
          </a:xfrm>
        </p:grpSpPr>
        <p:sp>
          <p:nvSpPr>
            <p:cNvPr id="4" name="文本框 3">
              <a:extLst>
                <a:ext uri="{FF2B5EF4-FFF2-40B4-BE49-F238E27FC236}">
                  <a16:creationId xmlns:a16="http://schemas.microsoft.com/office/drawing/2014/main" id="{3AD178AF-5405-64AF-7F22-4E85AB797C74}"/>
                </a:ext>
              </a:extLst>
            </p:cNvPr>
            <p:cNvSpPr txBox="1"/>
            <p:nvPr/>
          </p:nvSpPr>
          <p:spPr>
            <a:xfrm>
              <a:off x="1700306" y="1507763"/>
              <a:ext cx="987588" cy="523220"/>
            </a:xfrm>
            <a:prstGeom prst="rect">
              <a:avLst/>
            </a:prstGeom>
            <a:noFill/>
          </p:spPr>
          <p:txBody>
            <a:bodyPr vert="horz" wrap="square" rtlCol="0">
              <a:spAutoFit/>
            </a:bodyPr>
            <a:lstStyle/>
            <a:p>
              <a:pPr algn="dist"/>
              <a:r>
                <a:rPr lang="zh-CN" altLang="en-US" sz="2800" b="1" dirty="0">
                  <a:solidFill>
                    <a:schemeClr val="bg1"/>
                  </a:solidFill>
                  <a:latin typeface="微软雅黑" panose="020B0503020204020204" pitchFamily="34" charset="-122"/>
                  <a:ea typeface="微软雅黑" panose="020B0503020204020204" pitchFamily="34" charset="-122"/>
                </a:rPr>
                <a:t>结果</a:t>
              </a:r>
            </a:p>
          </p:txBody>
        </p:sp>
        <p:pic>
          <p:nvPicPr>
            <p:cNvPr id="5" name="图片 4">
              <a:extLst>
                <a:ext uri="{FF2B5EF4-FFF2-40B4-BE49-F238E27FC236}">
                  <a16:creationId xmlns:a16="http://schemas.microsoft.com/office/drawing/2014/main" id="{790F639D-ABA6-4748-ECC3-2919069C9AAE}"/>
                </a:ext>
              </a:extLst>
            </p:cNvPr>
            <p:cNvPicPr>
              <a:picLocks noChangeAspect="1"/>
            </p:cNvPicPr>
            <p:nvPr/>
          </p:nvPicPr>
          <p:blipFill rotWithShape="1">
            <a:blip r:embed="rId3" cstate="print">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sp>
        <p:nvSpPr>
          <p:cNvPr id="42" name="矩形 41">
            <a:extLst>
              <a:ext uri="{FF2B5EF4-FFF2-40B4-BE49-F238E27FC236}">
                <a16:creationId xmlns:a16="http://schemas.microsoft.com/office/drawing/2014/main" id="{42D1DA01-B959-75AA-EF44-0DA692968642}"/>
              </a:ext>
            </a:extLst>
          </p:cNvPr>
          <p:cNvSpPr/>
          <p:nvPr/>
        </p:nvSpPr>
        <p:spPr>
          <a:xfrm>
            <a:off x="0" y="6553271"/>
            <a:ext cx="12192000" cy="3112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18" name="图片 17">
            <a:extLst>
              <a:ext uri="{FF2B5EF4-FFF2-40B4-BE49-F238E27FC236}">
                <a16:creationId xmlns:a16="http://schemas.microsoft.com/office/drawing/2014/main" id="{454E9882-9F89-78C6-C2EB-1D811DFE5A47}"/>
              </a:ext>
            </a:extLst>
          </p:cNvPr>
          <p:cNvPicPr>
            <a:picLocks noChangeAspect="1"/>
          </p:cNvPicPr>
          <p:nvPr/>
        </p:nvPicPr>
        <p:blipFill rotWithShape="1">
          <a:blip r:embed="rId4"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sp>
        <p:nvSpPr>
          <p:cNvPr id="7" name="文本框 6">
            <a:extLst>
              <a:ext uri="{FF2B5EF4-FFF2-40B4-BE49-F238E27FC236}">
                <a16:creationId xmlns:a16="http://schemas.microsoft.com/office/drawing/2014/main" id="{D97B8BE8-F9C8-55CF-739D-5716EB9FE28C}"/>
              </a:ext>
            </a:extLst>
          </p:cNvPr>
          <p:cNvSpPr txBox="1"/>
          <p:nvPr/>
        </p:nvSpPr>
        <p:spPr>
          <a:xfrm>
            <a:off x="4607178" y="1328613"/>
            <a:ext cx="7331781" cy="1200329"/>
          </a:xfrm>
          <a:prstGeom prst="rect">
            <a:avLst/>
          </a:prstGeom>
          <a:noFill/>
        </p:spPr>
        <p:txBody>
          <a:bodyPr wrap="square">
            <a:spAutoFit/>
          </a:bodyPr>
          <a:lstStyle/>
          <a:p>
            <a:pPr marL="285750" indent="-285750">
              <a:buFont typeface="Arial" panose="020B0604020202020204" pitchFamily="34" charset="0"/>
              <a:buChar char="•"/>
            </a:pPr>
            <a:r>
              <a:rPr lang="zh-CN" altLang="en-US" dirty="0"/>
              <a:t>为了发现佩戴手指对误差的影响，采用多元方差的方法，把模型类型和佩戴手指为自变量，以各个被追踪手指的误差为因变量。</a:t>
            </a:r>
            <a:endParaRPr lang="en-US" altLang="zh-CN" dirty="0"/>
          </a:p>
          <a:p>
            <a:br>
              <a:rPr lang="zh-CN" altLang="en-US" dirty="0"/>
            </a:br>
            <a:endParaRPr lang="zh-CN" altLang="en-US" dirty="0"/>
          </a:p>
        </p:txBody>
      </p:sp>
      <p:sp>
        <p:nvSpPr>
          <p:cNvPr id="6" name="文本框 5">
            <a:extLst>
              <a:ext uri="{FF2B5EF4-FFF2-40B4-BE49-F238E27FC236}">
                <a16:creationId xmlns:a16="http://schemas.microsoft.com/office/drawing/2014/main" id="{1F52812F-6ED7-D97E-6BC5-F04F54B049D2}"/>
              </a:ext>
            </a:extLst>
          </p:cNvPr>
          <p:cNvSpPr txBox="1"/>
          <p:nvPr/>
        </p:nvSpPr>
        <p:spPr>
          <a:xfrm>
            <a:off x="547012" y="1232683"/>
            <a:ext cx="3591494" cy="738664"/>
          </a:xfrm>
          <a:prstGeom prst="rect">
            <a:avLst/>
          </a:prstGeom>
          <a:noFill/>
        </p:spPr>
        <p:txBody>
          <a:bodyPr wrap="square" lIns="0" tIns="0" rIns="0" bIns="0" rtlCol="0">
            <a:spAutoFit/>
          </a:bodyPr>
          <a:lstStyle/>
          <a:p>
            <a:r>
              <a:rPr lang="zh-CN" altLang="en-US" sz="2400" b="1" dirty="0">
                <a:solidFill>
                  <a:schemeClr val="accent1"/>
                </a:solidFill>
                <a:latin typeface="+mj-ea"/>
                <a:ea typeface="+mj-ea"/>
              </a:rPr>
              <a:t>多元方差分析</a:t>
            </a:r>
            <a:r>
              <a:rPr lang="en" altLang="zh-CN" sz="2400" b="1" dirty="0">
                <a:solidFill>
                  <a:schemeClr val="accent1"/>
                </a:solidFill>
                <a:latin typeface="+mj-ea"/>
                <a:ea typeface="+mj-ea"/>
              </a:rPr>
              <a:t>(MANOVA)</a:t>
            </a:r>
            <a:r>
              <a:rPr lang="zh-CN" altLang="en" sz="2400" b="1" dirty="0">
                <a:solidFill>
                  <a:schemeClr val="accent1"/>
                </a:solidFill>
                <a:latin typeface="+mj-ea"/>
                <a:ea typeface="+mj-ea"/>
              </a:rPr>
              <a:t>和</a:t>
            </a:r>
            <a:r>
              <a:rPr lang="zh-CN" altLang="en-US" sz="2400" b="1" dirty="0">
                <a:solidFill>
                  <a:schemeClr val="accent1"/>
                </a:solidFill>
                <a:latin typeface="+mj-ea"/>
                <a:ea typeface="+mj-ea"/>
              </a:rPr>
              <a:t>方差分析（</a:t>
            </a:r>
            <a:r>
              <a:rPr lang="en" altLang="zh-CN" sz="2400" b="1" dirty="0">
                <a:solidFill>
                  <a:schemeClr val="accent1"/>
                </a:solidFill>
                <a:latin typeface="+mj-ea"/>
              </a:rPr>
              <a:t>ANOVA</a:t>
            </a:r>
            <a:r>
              <a:rPr lang="zh-CN" altLang="en-US" sz="2400" b="1" dirty="0">
                <a:solidFill>
                  <a:schemeClr val="accent1"/>
                </a:solidFill>
                <a:latin typeface="+mj-ea"/>
                <a:ea typeface="+mj-ea"/>
              </a:rPr>
              <a:t>）</a:t>
            </a:r>
          </a:p>
        </p:txBody>
      </p:sp>
      <p:graphicFrame>
        <p:nvGraphicFramePr>
          <p:cNvPr id="15" name="表格 14">
            <a:extLst>
              <a:ext uri="{FF2B5EF4-FFF2-40B4-BE49-F238E27FC236}">
                <a16:creationId xmlns:a16="http://schemas.microsoft.com/office/drawing/2014/main" id="{BC025969-BF93-4350-97E5-E325349FF55D}"/>
              </a:ext>
            </a:extLst>
          </p:cNvPr>
          <p:cNvGraphicFramePr>
            <a:graphicFrameLocks noGrp="1"/>
          </p:cNvGraphicFramePr>
          <p:nvPr>
            <p:extLst>
              <p:ext uri="{D42A27DB-BD31-4B8C-83A1-F6EECF244321}">
                <p14:modId xmlns:p14="http://schemas.microsoft.com/office/powerpoint/2010/main" val="192139280"/>
              </p:ext>
            </p:extLst>
          </p:nvPr>
        </p:nvGraphicFramePr>
        <p:xfrm>
          <a:off x="2410764" y="2939415"/>
          <a:ext cx="7710895" cy="3222742"/>
        </p:xfrm>
        <a:graphic>
          <a:graphicData uri="http://schemas.openxmlformats.org/drawingml/2006/table">
            <a:tbl>
              <a:tblPr>
                <a:tableStyleId>{5C22544A-7EE6-4342-B048-85BDC9FD1C3A}</a:tableStyleId>
              </a:tblPr>
              <a:tblGrid>
                <a:gridCol w="1542179">
                  <a:extLst>
                    <a:ext uri="{9D8B030D-6E8A-4147-A177-3AD203B41FA5}">
                      <a16:colId xmlns:a16="http://schemas.microsoft.com/office/drawing/2014/main" val="3497697213"/>
                    </a:ext>
                  </a:extLst>
                </a:gridCol>
                <a:gridCol w="1542179">
                  <a:extLst>
                    <a:ext uri="{9D8B030D-6E8A-4147-A177-3AD203B41FA5}">
                      <a16:colId xmlns:a16="http://schemas.microsoft.com/office/drawing/2014/main" val="3207027028"/>
                    </a:ext>
                  </a:extLst>
                </a:gridCol>
                <a:gridCol w="1542179">
                  <a:extLst>
                    <a:ext uri="{9D8B030D-6E8A-4147-A177-3AD203B41FA5}">
                      <a16:colId xmlns:a16="http://schemas.microsoft.com/office/drawing/2014/main" val="1270249375"/>
                    </a:ext>
                  </a:extLst>
                </a:gridCol>
                <a:gridCol w="1542179">
                  <a:extLst>
                    <a:ext uri="{9D8B030D-6E8A-4147-A177-3AD203B41FA5}">
                      <a16:colId xmlns:a16="http://schemas.microsoft.com/office/drawing/2014/main" val="3304792662"/>
                    </a:ext>
                  </a:extLst>
                </a:gridCol>
                <a:gridCol w="1542179">
                  <a:extLst>
                    <a:ext uri="{9D8B030D-6E8A-4147-A177-3AD203B41FA5}">
                      <a16:colId xmlns:a16="http://schemas.microsoft.com/office/drawing/2014/main" val="3176916605"/>
                    </a:ext>
                  </a:extLst>
                </a:gridCol>
              </a:tblGrid>
              <a:tr h="259724">
                <a:tc>
                  <a:txBody>
                    <a:bodyPr/>
                    <a:lstStyle/>
                    <a:p>
                      <a:pPr algn="l" fontAlgn="ctr">
                        <a:buNone/>
                      </a:pPr>
                      <a:r>
                        <a:rPr lang="zh-CN" altLang="en-US" sz="1400" u="none" strike="noStrike" dirty="0">
                          <a:effectLst/>
                        </a:rPr>
                        <a:t>被追踪手指</a:t>
                      </a:r>
                      <a:endParaRPr lang="zh-CN" altLang="en-US" sz="1400" b="1" i="0" u="none" strike="noStrike" dirty="0">
                        <a:solidFill>
                          <a:srgbClr val="000000"/>
                        </a:solidFill>
                        <a:effectLst/>
                        <a:latin typeface="Inherit"/>
                        <a:ea typeface="微软雅黑" panose="020B0503020204020204" pitchFamily="34" charset="-122"/>
                      </a:endParaRPr>
                    </a:p>
                  </a:txBody>
                  <a:tcPr marL="9525" marR="9525" marT="9525" marB="0" anchor="ctr"/>
                </a:tc>
                <a:tc>
                  <a:txBody>
                    <a:bodyPr/>
                    <a:lstStyle/>
                    <a:p>
                      <a:pPr algn="l" fontAlgn="ctr">
                        <a:buNone/>
                      </a:pPr>
                      <a:r>
                        <a:rPr lang="en" sz="1400" u="none" strike="noStrike" dirty="0">
                          <a:effectLst/>
                        </a:rPr>
                        <a:t>F </a:t>
                      </a:r>
                      <a:r>
                        <a:rPr lang="zh-CN" altLang="en-US" sz="1400" u="none" strike="noStrike" dirty="0">
                          <a:effectLst/>
                        </a:rPr>
                        <a:t>值</a:t>
                      </a:r>
                      <a:endParaRPr lang="zh-CN" altLang="en-US" sz="1400" b="1" i="0" u="none" strike="noStrike" dirty="0">
                        <a:solidFill>
                          <a:srgbClr val="000000"/>
                        </a:solidFill>
                        <a:effectLst/>
                        <a:latin typeface="Inherit"/>
                        <a:ea typeface="微软雅黑" panose="020B0503020204020204" pitchFamily="34" charset="-122"/>
                      </a:endParaRPr>
                    </a:p>
                  </a:txBody>
                  <a:tcPr marL="9525" marR="9525" marT="9525" marB="0" anchor="ctr"/>
                </a:tc>
                <a:tc>
                  <a:txBody>
                    <a:bodyPr/>
                    <a:lstStyle/>
                    <a:p>
                      <a:pPr algn="l" fontAlgn="ctr">
                        <a:buNone/>
                      </a:pPr>
                      <a:r>
                        <a:rPr lang="en" sz="1400" u="none" strike="noStrike" dirty="0">
                          <a:effectLst/>
                        </a:rPr>
                        <a:t>p </a:t>
                      </a:r>
                      <a:r>
                        <a:rPr lang="zh-CN" altLang="en-US" sz="1400" u="none" strike="noStrike" dirty="0">
                          <a:effectLst/>
                        </a:rPr>
                        <a:t>值</a:t>
                      </a:r>
                      <a:endParaRPr lang="zh-CN" altLang="en-US" sz="1400" b="1" i="0" u="none" strike="noStrike" dirty="0">
                        <a:solidFill>
                          <a:srgbClr val="000000"/>
                        </a:solidFill>
                        <a:effectLst/>
                        <a:latin typeface="Inherit"/>
                        <a:ea typeface="微软雅黑" panose="020B0503020204020204" pitchFamily="34" charset="-122"/>
                      </a:endParaRPr>
                    </a:p>
                  </a:txBody>
                  <a:tcPr marL="9525" marR="9525" marT="9525" marB="0" anchor="ctr"/>
                </a:tc>
                <a:tc>
                  <a:txBody>
                    <a:bodyPr/>
                    <a:lstStyle/>
                    <a:p>
                      <a:pPr algn="l" fontAlgn="ctr">
                        <a:buNone/>
                      </a:pPr>
                      <a:r>
                        <a:rPr lang="zh-CN" altLang="en-US" sz="1400" u="none" strike="noStrike" dirty="0">
                          <a:effectLst/>
                        </a:rPr>
                        <a:t>是否显著</a:t>
                      </a:r>
                      <a:endParaRPr lang="zh-CN" altLang="en-US" sz="1400" b="1" i="0" u="none" strike="noStrike" dirty="0">
                        <a:solidFill>
                          <a:srgbClr val="000000"/>
                        </a:solidFill>
                        <a:effectLst/>
                        <a:latin typeface="Inherit"/>
                        <a:ea typeface="微软雅黑" panose="020B0503020204020204" pitchFamily="34" charset="-122"/>
                      </a:endParaRPr>
                    </a:p>
                  </a:txBody>
                  <a:tcPr marL="9525" marR="9525" marT="9525" marB="0" anchor="ctr"/>
                </a:tc>
                <a:tc>
                  <a:txBody>
                    <a:bodyPr/>
                    <a:lstStyle/>
                    <a:p>
                      <a:pPr algn="l" fontAlgn="ctr">
                        <a:buNone/>
                      </a:pPr>
                      <a:r>
                        <a:rPr lang="zh-CN" altLang="en-US" sz="1400" u="none" strike="noStrike" dirty="0">
                          <a:effectLst/>
                        </a:rPr>
                        <a:t>解读</a:t>
                      </a:r>
                      <a:endParaRPr lang="zh-CN" altLang="en-US" sz="1400" b="1" i="0" u="none" strike="noStrike" dirty="0">
                        <a:solidFill>
                          <a:srgbClr val="000000"/>
                        </a:solidFill>
                        <a:effectLst/>
                        <a:latin typeface="Inherit"/>
                        <a:ea typeface="微软雅黑" panose="020B0503020204020204" pitchFamily="34" charset="-122"/>
                      </a:endParaRPr>
                    </a:p>
                  </a:txBody>
                  <a:tcPr marL="9525" marR="9525" marT="9525" marB="0" anchor="ctr"/>
                </a:tc>
                <a:extLst>
                  <a:ext uri="{0D108BD9-81ED-4DB2-BD59-A6C34878D82A}">
                    <a16:rowId xmlns:a16="http://schemas.microsoft.com/office/drawing/2014/main" val="936157461"/>
                  </a:ext>
                </a:extLst>
              </a:tr>
              <a:tr h="980458">
                <a:tc>
                  <a:txBody>
                    <a:bodyPr/>
                    <a:lstStyle/>
                    <a:p>
                      <a:pPr algn="l" fontAlgn="ctr">
                        <a:buNone/>
                      </a:pPr>
                      <a:r>
                        <a:rPr lang="zh-CN" altLang="en-US" sz="1400" u="none" strike="noStrike" dirty="0">
                          <a:effectLst/>
                        </a:rPr>
                        <a:t>拇指</a:t>
                      </a:r>
                      <a:endParaRPr lang="zh-CN" altLang="en-US" sz="1400" b="0" i="0" u="none" strike="noStrike" dirty="0">
                        <a:solidFill>
                          <a:srgbClr val="000000"/>
                        </a:solidFill>
                        <a:effectLst/>
                        <a:latin typeface="Inherit"/>
                        <a:ea typeface="微软雅黑" panose="020B0503020204020204" pitchFamily="34" charset="-122"/>
                      </a:endParaRPr>
                    </a:p>
                  </a:txBody>
                  <a:tcPr marL="9525" marR="9525" marT="9525" marB="0" anchor="ctr"/>
                </a:tc>
                <a:tc>
                  <a:txBody>
                    <a:bodyPr/>
                    <a:lstStyle/>
                    <a:p>
                      <a:pPr algn="l" fontAlgn="ctr">
                        <a:buNone/>
                      </a:pPr>
                      <a:r>
                        <a:rPr lang="en" sz="1400" u="none" strike="noStrike" dirty="0">
                          <a:effectLst/>
                        </a:rPr>
                        <a:t>F₄,₃₆ = 5.76</a:t>
                      </a:r>
                      <a:endParaRPr lang="en" sz="1400" b="0" i="0" u="none" strike="noStrike" dirty="0">
                        <a:solidFill>
                          <a:srgbClr val="000000"/>
                        </a:solidFill>
                        <a:effectLst/>
                        <a:latin typeface="Inherit"/>
                        <a:ea typeface="微软雅黑" panose="020B0503020204020204" pitchFamily="34" charset="-122"/>
                      </a:endParaRPr>
                    </a:p>
                  </a:txBody>
                  <a:tcPr marL="9525" marR="9525" marT="9525" marB="0" anchor="ctr"/>
                </a:tc>
                <a:tc>
                  <a:txBody>
                    <a:bodyPr/>
                    <a:lstStyle/>
                    <a:p>
                      <a:pPr algn="r" fontAlgn="ctr">
                        <a:buNone/>
                      </a:pPr>
                      <a:r>
                        <a:rPr lang="en-US" altLang="zh-CN" sz="1400" u="none" strike="noStrike" dirty="0">
                          <a:effectLst/>
                        </a:rPr>
                        <a:t>0.001</a:t>
                      </a:r>
                      <a:endParaRPr lang="en-US" altLang="zh-CN" sz="1400" b="0" i="0" u="none" strike="noStrike" dirty="0">
                        <a:solidFill>
                          <a:srgbClr val="000000"/>
                        </a:solidFill>
                        <a:effectLst/>
                        <a:latin typeface="Inherit"/>
                        <a:ea typeface="微软雅黑" panose="020B0503020204020204" pitchFamily="34" charset="-122"/>
                      </a:endParaRPr>
                    </a:p>
                  </a:txBody>
                  <a:tcPr marL="9525" marR="9525" marT="9525" marB="0" anchor="ctr"/>
                </a:tc>
                <a:tc>
                  <a:txBody>
                    <a:bodyPr/>
                    <a:lstStyle/>
                    <a:p>
                      <a:pPr algn="l" fontAlgn="ctr">
                        <a:buNone/>
                      </a:pPr>
                      <a:r>
                        <a:rPr lang="zh-CN" altLang="en-US" sz="1400" u="none" strike="noStrike" dirty="0">
                          <a:effectLst/>
                        </a:rPr>
                        <a:t>显著</a:t>
                      </a:r>
                      <a:endParaRPr lang="zh-CN" altLang="en-US" sz="1400" b="1" i="0" u="none" strike="noStrike" dirty="0">
                        <a:solidFill>
                          <a:srgbClr val="000000"/>
                        </a:solidFill>
                        <a:effectLst/>
                        <a:latin typeface="Inherit"/>
                        <a:ea typeface="微软雅黑" panose="020B0503020204020204" pitchFamily="34" charset="-122"/>
                      </a:endParaRPr>
                    </a:p>
                  </a:txBody>
                  <a:tcPr marL="9525" marR="9525" marT="9525" marB="0" anchor="ctr"/>
                </a:tc>
                <a:tc>
                  <a:txBody>
                    <a:bodyPr/>
                    <a:lstStyle/>
                    <a:p>
                      <a:pPr algn="l" fontAlgn="ctr">
                        <a:buNone/>
                      </a:pPr>
                      <a:r>
                        <a:rPr lang="zh-CN" altLang="en-US" sz="1400" u="none" strike="noStrike" dirty="0">
                          <a:effectLst/>
                        </a:rPr>
                        <a:t>拇指误差确实随「戒指戴在哪根手指」而变化</a:t>
                      </a:r>
                      <a:endParaRPr lang="zh-CN" altLang="en-US" sz="1400" b="0" i="0" u="none" strike="noStrike" dirty="0">
                        <a:solidFill>
                          <a:srgbClr val="000000"/>
                        </a:solidFill>
                        <a:effectLst/>
                        <a:latin typeface="Inherit"/>
                        <a:ea typeface="微软雅黑" panose="020B0503020204020204" pitchFamily="34" charset="-122"/>
                      </a:endParaRPr>
                    </a:p>
                  </a:txBody>
                  <a:tcPr marL="9525" marR="9525" marT="9525" marB="0" anchor="ctr"/>
                </a:tc>
                <a:extLst>
                  <a:ext uri="{0D108BD9-81ED-4DB2-BD59-A6C34878D82A}">
                    <a16:rowId xmlns:a16="http://schemas.microsoft.com/office/drawing/2014/main" val="1920235209"/>
                  </a:ext>
                </a:extLst>
              </a:tr>
              <a:tr h="495640">
                <a:tc>
                  <a:txBody>
                    <a:bodyPr/>
                    <a:lstStyle/>
                    <a:p>
                      <a:pPr algn="l" fontAlgn="ctr">
                        <a:buNone/>
                      </a:pPr>
                      <a:r>
                        <a:rPr lang="zh-CN" altLang="en-US" sz="1400" u="none" strike="noStrike" dirty="0">
                          <a:effectLst/>
                        </a:rPr>
                        <a:t>食指</a:t>
                      </a:r>
                      <a:endParaRPr lang="zh-CN" altLang="en-US" sz="1400" b="0" i="0" u="none" strike="noStrike" dirty="0">
                        <a:solidFill>
                          <a:srgbClr val="000000"/>
                        </a:solidFill>
                        <a:effectLst/>
                        <a:latin typeface="Inherit"/>
                        <a:ea typeface="微软雅黑" panose="020B0503020204020204" pitchFamily="34" charset="-122"/>
                      </a:endParaRPr>
                    </a:p>
                  </a:txBody>
                  <a:tcPr marL="9525" marR="9525" marT="9525" marB="0" anchor="ctr"/>
                </a:tc>
                <a:tc>
                  <a:txBody>
                    <a:bodyPr/>
                    <a:lstStyle/>
                    <a:p>
                      <a:pPr algn="l" fontAlgn="ctr">
                        <a:buNone/>
                      </a:pPr>
                      <a:r>
                        <a:rPr lang="en" sz="1400" u="none" strike="noStrike" dirty="0">
                          <a:effectLst/>
                        </a:rPr>
                        <a:t>F₄,₃₆ ≈ 1.x</a:t>
                      </a:r>
                      <a:endParaRPr lang="en" sz="1400" b="0" i="0" u="none" strike="noStrike" dirty="0">
                        <a:solidFill>
                          <a:srgbClr val="000000"/>
                        </a:solidFill>
                        <a:effectLst/>
                        <a:latin typeface="Inherit"/>
                        <a:ea typeface="微软雅黑" panose="020B0503020204020204" pitchFamily="34" charset="-122"/>
                      </a:endParaRPr>
                    </a:p>
                  </a:txBody>
                  <a:tcPr marL="9525" marR="9525" marT="9525" marB="0" anchor="ctr"/>
                </a:tc>
                <a:tc>
                  <a:txBody>
                    <a:bodyPr/>
                    <a:lstStyle/>
                    <a:p>
                      <a:pPr algn="l" fontAlgn="ctr">
                        <a:buNone/>
                      </a:pPr>
                      <a:r>
                        <a:rPr lang="en-US" altLang="zh-CN" sz="1400" u="none" strike="noStrike" dirty="0">
                          <a:effectLst/>
                        </a:rPr>
                        <a:t>&gt; 0.05</a:t>
                      </a:r>
                      <a:endParaRPr lang="en-US" altLang="zh-CN" sz="1400" b="0" i="0" u="none" strike="noStrike" dirty="0">
                        <a:solidFill>
                          <a:srgbClr val="000000"/>
                        </a:solidFill>
                        <a:effectLst/>
                        <a:latin typeface="Inherit"/>
                        <a:ea typeface="微软雅黑" panose="020B0503020204020204" pitchFamily="34" charset="-122"/>
                      </a:endParaRPr>
                    </a:p>
                  </a:txBody>
                  <a:tcPr marL="9525" marR="9525" marT="9525" marB="0" anchor="ctr"/>
                </a:tc>
                <a:tc>
                  <a:txBody>
                    <a:bodyPr/>
                    <a:lstStyle/>
                    <a:p>
                      <a:pPr algn="l" fontAlgn="ctr">
                        <a:buNone/>
                      </a:pPr>
                      <a:r>
                        <a:rPr lang="zh-CN" altLang="en-US" sz="1400" u="none" strike="noStrike" dirty="0">
                          <a:effectLst/>
                        </a:rPr>
                        <a:t>不显著</a:t>
                      </a:r>
                      <a:endParaRPr lang="zh-CN" altLang="en-US" sz="1400" b="0" i="0" u="none" strike="noStrike" dirty="0">
                        <a:solidFill>
                          <a:srgbClr val="000000"/>
                        </a:solidFill>
                        <a:effectLst/>
                        <a:latin typeface="Inherit"/>
                        <a:ea typeface="微软雅黑" panose="020B0503020204020204" pitchFamily="34" charset="-122"/>
                      </a:endParaRPr>
                    </a:p>
                  </a:txBody>
                  <a:tcPr marL="9525" marR="9525" marT="9525" marB="0" anchor="ctr"/>
                </a:tc>
                <a:tc>
                  <a:txBody>
                    <a:bodyPr/>
                    <a:lstStyle/>
                    <a:p>
                      <a:pPr algn="l" fontAlgn="ctr">
                        <a:buNone/>
                      </a:pPr>
                      <a:r>
                        <a:rPr lang="zh-CN" altLang="en-US" sz="1400" u="none" strike="noStrike" dirty="0">
                          <a:effectLst/>
                        </a:rPr>
                        <a:t>食指误差与佩戴位置无关</a:t>
                      </a:r>
                      <a:endParaRPr lang="zh-CN" altLang="en-US" sz="1400" b="0" i="0" u="none" strike="noStrike" dirty="0">
                        <a:solidFill>
                          <a:srgbClr val="000000"/>
                        </a:solidFill>
                        <a:effectLst/>
                        <a:latin typeface="Inherit"/>
                        <a:ea typeface="微软雅黑" panose="020B0503020204020204" pitchFamily="34" charset="-122"/>
                      </a:endParaRPr>
                    </a:p>
                  </a:txBody>
                  <a:tcPr marL="9525" marR="9525" marT="9525" marB="0" anchor="ctr"/>
                </a:tc>
                <a:extLst>
                  <a:ext uri="{0D108BD9-81ED-4DB2-BD59-A6C34878D82A}">
                    <a16:rowId xmlns:a16="http://schemas.microsoft.com/office/drawing/2014/main" val="520902178"/>
                  </a:ext>
                </a:extLst>
              </a:tr>
              <a:tr h="495640">
                <a:tc>
                  <a:txBody>
                    <a:bodyPr/>
                    <a:lstStyle/>
                    <a:p>
                      <a:pPr algn="l" fontAlgn="ctr">
                        <a:buNone/>
                      </a:pPr>
                      <a:r>
                        <a:rPr lang="zh-CN" altLang="en-US" sz="1400" u="none" strike="noStrike" dirty="0">
                          <a:effectLst/>
                        </a:rPr>
                        <a:t>中指</a:t>
                      </a:r>
                      <a:endParaRPr lang="zh-CN" altLang="en-US" sz="1400" b="0" i="0" u="none" strike="noStrike" dirty="0">
                        <a:solidFill>
                          <a:srgbClr val="000000"/>
                        </a:solidFill>
                        <a:effectLst/>
                        <a:latin typeface="Inherit"/>
                        <a:ea typeface="微软雅黑" panose="020B0503020204020204" pitchFamily="34" charset="-122"/>
                      </a:endParaRPr>
                    </a:p>
                  </a:txBody>
                  <a:tcPr marL="9525" marR="9525" marT="9525" marB="0" anchor="ctr"/>
                </a:tc>
                <a:tc>
                  <a:txBody>
                    <a:bodyPr/>
                    <a:lstStyle/>
                    <a:p>
                      <a:pPr algn="l" fontAlgn="ctr">
                        <a:buNone/>
                      </a:pPr>
                      <a:r>
                        <a:rPr lang="en" sz="1400" u="none" strike="noStrike" dirty="0">
                          <a:effectLst/>
                        </a:rPr>
                        <a:t>F₄,₃₆ ≈ 1.x</a:t>
                      </a:r>
                      <a:endParaRPr lang="en" sz="1400" b="0" i="0" u="none" strike="noStrike" dirty="0">
                        <a:solidFill>
                          <a:srgbClr val="000000"/>
                        </a:solidFill>
                        <a:effectLst/>
                        <a:latin typeface="Inherit"/>
                        <a:ea typeface="微软雅黑" panose="020B0503020204020204" pitchFamily="34" charset="-122"/>
                      </a:endParaRPr>
                    </a:p>
                  </a:txBody>
                  <a:tcPr marL="9525" marR="9525" marT="9525" marB="0" anchor="ctr"/>
                </a:tc>
                <a:tc>
                  <a:txBody>
                    <a:bodyPr/>
                    <a:lstStyle/>
                    <a:p>
                      <a:pPr algn="l" fontAlgn="ctr">
                        <a:buNone/>
                      </a:pPr>
                      <a:r>
                        <a:rPr lang="en-US" altLang="zh-CN" sz="1400" u="none" strike="noStrike" dirty="0">
                          <a:effectLst/>
                        </a:rPr>
                        <a:t>&gt; 0.05</a:t>
                      </a:r>
                      <a:endParaRPr lang="en-US" altLang="zh-CN" sz="1400" b="0" i="0" u="none" strike="noStrike" dirty="0">
                        <a:solidFill>
                          <a:srgbClr val="000000"/>
                        </a:solidFill>
                        <a:effectLst/>
                        <a:latin typeface="Inherit"/>
                        <a:ea typeface="微软雅黑" panose="020B0503020204020204" pitchFamily="34" charset="-122"/>
                      </a:endParaRPr>
                    </a:p>
                  </a:txBody>
                  <a:tcPr marL="9525" marR="9525" marT="9525" marB="0" anchor="ctr"/>
                </a:tc>
                <a:tc>
                  <a:txBody>
                    <a:bodyPr/>
                    <a:lstStyle/>
                    <a:p>
                      <a:pPr algn="l" fontAlgn="ctr">
                        <a:buNone/>
                      </a:pPr>
                      <a:r>
                        <a:rPr lang="zh-CN" altLang="en-US" sz="1400" u="none" strike="noStrike" dirty="0">
                          <a:effectLst/>
                        </a:rPr>
                        <a:t>不显著</a:t>
                      </a:r>
                      <a:endParaRPr lang="zh-CN" altLang="en-US" sz="1400" b="0" i="0" u="none" strike="noStrike" dirty="0">
                        <a:solidFill>
                          <a:srgbClr val="000000"/>
                        </a:solidFill>
                        <a:effectLst/>
                        <a:latin typeface="Inherit"/>
                        <a:ea typeface="微软雅黑" panose="020B0503020204020204" pitchFamily="34" charset="-122"/>
                      </a:endParaRPr>
                    </a:p>
                  </a:txBody>
                  <a:tcPr marL="9525" marR="9525" marT="9525" marB="0" anchor="ctr"/>
                </a:tc>
                <a:tc>
                  <a:txBody>
                    <a:bodyPr/>
                    <a:lstStyle/>
                    <a:p>
                      <a:pPr algn="l" fontAlgn="ctr">
                        <a:buNone/>
                      </a:pPr>
                      <a:r>
                        <a:rPr lang="zh-CN" altLang="en-US" sz="1400" u="none" strike="noStrike" dirty="0">
                          <a:effectLst/>
                        </a:rPr>
                        <a:t>中指误差与佩戴位置无关</a:t>
                      </a:r>
                      <a:endParaRPr lang="zh-CN" altLang="en-US" sz="1400" b="0" i="0" u="none" strike="noStrike" dirty="0">
                        <a:solidFill>
                          <a:srgbClr val="000000"/>
                        </a:solidFill>
                        <a:effectLst/>
                        <a:latin typeface="Inherit"/>
                        <a:ea typeface="微软雅黑" panose="020B0503020204020204" pitchFamily="34" charset="-122"/>
                      </a:endParaRPr>
                    </a:p>
                  </a:txBody>
                  <a:tcPr marL="9525" marR="9525" marT="9525" marB="0" anchor="ctr"/>
                </a:tc>
                <a:extLst>
                  <a:ext uri="{0D108BD9-81ED-4DB2-BD59-A6C34878D82A}">
                    <a16:rowId xmlns:a16="http://schemas.microsoft.com/office/drawing/2014/main" val="989048871"/>
                  </a:ext>
                </a:extLst>
              </a:tr>
              <a:tr h="495640">
                <a:tc>
                  <a:txBody>
                    <a:bodyPr/>
                    <a:lstStyle/>
                    <a:p>
                      <a:pPr algn="l" fontAlgn="ctr">
                        <a:buNone/>
                      </a:pPr>
                      <a:r>
                        <a:rPr lang="zh-CN" altLang="en-US" sz="1400" u="none" strike="noStrike" dirty="0">
                          <a:effectLst/>
                        </a:rPr>
                        <a:t>无名指</a:t>
                      </a:r>
                      <a:endParaRPr lang="zh-CN" altLang="en-US" sz="1400" b="0" i="0" u="none" strike="noStrike" dirty="0">
                        <a:solidFill>
                          <a:srgbClr val="000000"/>
                        </a:solidFill>
                        <a:effectLst/>
                        <a:latin typeface="Inherit"/>
                        <a:ea typeface="微软雅黑" panose="020B0503020204020204" pitchFamily="34" charset="-122"/>
                      </a:endParaRPr>
                    </a:p>
                  </a:txBody>
                  <a:tcPr marL="9525" marR="9525" marT="9525" marB="0" anchor="ctr"/>
                </a:tc>
                <a:tc>
                  <a:txBody>
                    <a:bodyPr/>
                    <a:lstStyle/>
                    <a:p>
                      <a:pPr algn="l" fontAlgn="ctr">
                        <a:buNone/>
                      </a:pPr>
                      <a:r>
                        <a:rPr lang="en" sz="1400" u="none" strike="noStrike" dirty="0">
                          <a:effectLst/>
                        </a:rPr>
                        <a:t>F₄,₃₆ = 3.35</a:t>
                      </a:r>
                      <a:endParaRPr lang="en" sz="1400" b="0" i="0" u="none" strike="noStrike" dirty="0">
                        <a:solidFill>
                          <a:srgbClr val="000000"/>
                        </a:solidFill>
                        <a:effectLst/>
                        <a:latin typeface="Inherit"/>
                        <a:ea typeface="微软雅黑" panose="020B0503020204020204" pitchFamily="34" charset="-122"/>
                      </a:endParaRPr>
                    </a:p>
                  </a:txBody>
                  <a:tcPr marL="9525" marR="9525" marT="9525" marB="0" anchor="ctr"/>
                </a:tc>
                <a:tc>
                  <a:txBody>
                    <a:bodyPr/>
                    <a:lstStyle/>
                    <a:p>
                      <a:pPr algn="r" fontAlgn="ctr">
                        <a:buNone/>
                      </a:pPr>
                      <a:r>
                        <a:rPr lang="en-US" altLang="zh-CN" sz="1400" u="none" strike="noStrike" dirty="0">
                          <a:effectLst/>
                        </a:rPr>
                        <a:t>0.02</a:t>
                      </a:r>
                      <a:endParaRPr lang="en-US" altLang="zh-CN" sz="1400" b="0" i="0" u="none" strike="noStrike" dirty="0">
                        <a:solidFill>
                          <a:srgbClr val="000000"/>
                        </a:solidFill>
                        <a:effectLst/>
                        <a:latin typeface="Inherit"/>
                        <a:ea typeface="微软雅黑" panose="020B0503020204020204" pitchFamily="34" charset="-122"/>
                      </a:endParaRPr>
                    </a:p>
                  </a:txBody>
                  <a:tcPr marL="9525" marR="9525" marT="9525" marB="0" anchor="ctr"/>
                </a:tc>
                <a:tc>
                  <a:txBody>
                    <a:bodyPr/>
                    <a:lstStyle/>
                    <a:p>
                      <a:pPr algn="l" fontAlgn="ctr">
                        <a:buNone/>
                      </a:pPr>
                      <a:r>
                        <a:rPr lang="zh-CN" altLang="en-US" sz="1400" u="none" strike="noStrike" dirty="0">
                          <a:effectLst/>
                        </a:rPr>
                        <a:t>显著</a:t>
                      </a:r>
                      <a:endParaRPr lang="zh-CN" altLang="en-US" sz="1400" b="1" i="0" u="none" strike="noStrike" dirty="0">
                        <a:solidFill>
                          <a:srgbClr val="000000"/>
                        </a:solidFill>
                        <a:effectLst/>
                        <a:latin typeface="Inherit"/>
                        <a:ea typeface="微软雅黑" panose="020B0503020204020204" pitchFamily="34" charset="-122"/>
                      </a:endParaRPr>
                    </a:p>
                  </a:txBody>
                  <a:tcPr marL="9525" marR="9525" marT="9525" marB="0" anchor="ctr"/>
                </a:tc>
                <a:tc>
                  <a:txBody>
                    <a:bodyPr/>
                    <a:lstStyle/>
                    <a:p>
                      <a:pPr algn="l" fontAlgn="ctr">
                        <a:buNone/>
                      </a:pPr>
                      <a:r>
                        <a:rPr lang="zh-CN" altLang="en-US" sz="1400" u="none" strike="noStrike" dirty="0">
                          <a:effectLst/>
                        </a:rPr>
                        <a:t>无名指误差受佩戴位置影响</a:t>
                      </a:r>
                      <a:endParaRPr lang="zh-CN" altLang="en-US" sz="1400" b="0" i="0" u="none" strike="noStrike" dirty="0">
                        <a:solidFill>
                          <a:srgbClr val="000000"/>
                        </a:solidFill>
                        <a:effectLst/>
                        <a:latin typeface="Inherit"/>
                        <a:ea typeface="微软雅黑" panose="020B0503020204020204" pitchFamily="34" charset="-122"/>
                      </a:endParaRPr>
                    </a:p>
                  </a:txBody>
                  <a:tcPr marL="9525" marR="9525" marT="9525" marB="0" anchor="ctr"/>
                </a:tc>
                <a:extLst>
                  <a:ext uri="{0D108BD9-81ED-4DB2-BD59-A6C34878D82A}">
                    <a16:rowId xmlns:a16="http://schemas.microsoft.com/office/drawing/2014/main" val="3668976479"/>
                  </a:ext>
                </a:extLst>
              </a:tr>
              <a:tr h="495640">
                <a:tc>
                  <a:txBody>
                    <a:bodyPr/>
                    <a:lstStyle/>
                    <a:p>
                      <a:pPr algn="l" fontAlgn="ctr">
                        <a:buNone/>
                      </a:pPr>
                      <a:r>
                        <a:rPr lang="zh-CN" altLang="en-US" sz="1400" u="none" strike="noStrike" dirty="0">
                          <a:effectLst/>
                        </a:rPr>
                        <a:t>小指</a:t>
                      </a:r>
                      <a:endParaRPr lang="zh-CN" altLang="en-US" sz="1400" b="0" i="0" u="none" strike="noStrike" dirty="0">
                        <a:solidFill>
                          <a:srgbClr val="000000"/>
                        </a:solidFill>
                        <a:effectLst/>
                        <a:latin typeface="Inherit"/>
                        <a:ea typeface="微软雅黑" panose="020B0503020204020204" pitchFamily="34" charset="-122"/>
                      </a:endParaRPr>
                    </a:p>
                  </a:txBody>
                  <a:tcPr marL="9525" marR="9525" marT="9525" marB="0" anchor="ctr"/>
                </a:tc>
                <a:tc>
                  <a:txBody>
                    <a:bodyPr/>
                    <a:lstStyle/>
                    <a:p>
                      <a:pPr algn="l" fontAlgn="ctr">
                        <a:buNone/>
                      </a:pPr>
                      <a:r>
                        <a:rPr lang="en" sz="1400" u="none" strike="noStrike" dirty="0">
                          <a:effectLst/>
                        </a:rPr>
                        <a:t>F₄,₃₆ = 3.58</a:t>
                      </a:r>
                      <a:endParaRPr lang="en" sz="1400" b="0" i="0" u="none" strike="noStrike" dirty="0">
                        <a:solidFill>
                          <a:srgbClr val="000000"/>
                        </a:solidFill>
                        <a:effectLst/>
                        <a:latin typeface="Inherit"/>
                        <a:ea typeface="微软雅黑" panose="020B0503020204020204" pitchFamily="34" charset="-122"/>
                      </a:endParaRPr>
                    </a:p>
                  </a:txBody>
                  <a:tcPr marL="9525" marR="9525" marT="9525" marB="0" anchor="ctr"/>
                </a:tc>
                <a:tc>
                  <a:txBody>
                    <a:bodyPr/>
                    <a:lstStyle/>
                    <a:p>
                      <a:pPr algn="r" fontAlgn="ctr">
                        <a:buNone/>
                      </a:pPr>
                      <a:r>
                        <a:rPr lang="en-US" altLang="zh-CN" sz="1400" u="none" strike="noStrike" dirty="0">
                          <a:effectLst/>
                        </a:rPr>
                        <a:t>0.015</a:t>
                      </a:r>
                      <a:endParaRPr lang="en-US" altLang="zh-CN" sz="1400" b="0" i="0" u="none" strike="noStrike" dirty="0">
                        <a:solidFill>
                          <a:srgbClr val="000000"/>
                        </a:solidFill>
                        <a:effectLst/>
                        <a:latin typeface="Inherit"/>
                        <a:ea typeface="微软雅黑" panose="020B0503020204020204" pitchFamily="34" charset="-122"/>
                      </a:endParaRPr>
                    </a:p>
                  </a:txBody>
                  <a:tcPr marL="9525" marR="9525" marT="9525" marB="0" anchor="ctr"/>
                </a:tc>
                <a:tc>
                  <a:txBody>
                    <a:bodyPr/>
                    <a:lstStyle/>
                    <a:p>
                      <a:pPr algn="l" fontAlgn="ctr">
                        <a:buNone/>
                      </a:pPr>
                      <a:r>
                        <a:rPr lang="zh-CN" altLang="en-US" sz="1400" u="none" strike="noStrike" dirty="0">
                          <a:effectLst/>
                        </a:rPr>
                        <a:t>显著</a:t>
                      </a:r>
                      <a:endParaRPr lang="zh-CN" altLang="en-US" sz="1400" b="1" i="0" u="none" strike="noStrike" dirty="0">
                        <a:solidFill>
                          <a:srgbClr val="000000"/>
                        </a:solidFill>
                        <a:effectLst/>
                        <a:latin typeface="Inherit"/>
                        <a:ea typeface="微软雅黑" panose="020B0503020204020204" pitchFamily="34" charset="-122"/>
                      </a:endParaRPr>
                    </a:p>
                  </a:txBody>
                  <a:tcPr marL="9525" marR="9525" marT="9525" marB="0" anchor="ctr"/>
                </a:tc>
                <a:tc>
                  <a:txBody>
                    <a:bodyPr/>
                    <a:lstStyle/>
                    <a:p>
                      <a:pPr algn="l" fontAlgn="ctr">
                        <a:buNone/>
                      </a:pPr>
                      <a:r>
                        <a:rPr lang="zh-CN" altLang="en-US" sz="1400" u="none" strike="noStrike" dirty="0">
                          <a:effectLst/>
                        </a:rPr>
                        <a:t>小指误差也受佩戴位置影响</a:t>
                      </a:r>
                      <a:endParaRPr lang="zh-CN" altLang="en-US" sz="1400" b="0" i="0" u="none" strike="noStrike" dirty="0">
                        <a:solidFill>
                          <a:srgbClr val="000000"/>
                        </a:solidFill>
                        <a:effectLst/>
                        <a:latin typeface="Inherit"/>
                        <a:ea typeface="微软雅黑" panose="020B0503020204020204" pitchFamily="34" charset="-122"/>
                      </a:endParaRPr>
                    </a:p>
                  </a:txBody>
                  <a:tcPr marL="9525" marR="9525" marT="9525" marB="0" anchor="ctr"/>
                </a:tc>
                <a:extLst>
                  <a:ext uri="{0D108BD9-81ED-4DB2-BD59-A6C34878D82A}">
                    <a16:rowId xmlns:a16="http://schemas.microsoft.com/office/drawing/2014/main" val="4294274129"/>
                  </a:ext>
                </a:extLst>
              </a:tr>
            </a:tbl>
          </a:graphicData>
        </a:graphic>
      </p:graphicFrame>
      <p:graphicFrame>
        <p:nvGraphicFramePr>
          <p:cNvPr id="16" name="表格 15">
            <a:extLst>
              <a:ext uri="{FF2B5EF4-FFF2-40B4-BE49-F238E27FC236}">
                <a16:creationId xmlns:a16="http://schemas.microsoft.com/office/drawing/2014/main" id="{615C122A-3207-D1B4-7ED7-1D0F1BEEE57E}"/>
              </a:ext>
            </a:extLst>
          </p:cNvPr>
          <p:cNvGraphicFramePr>
            <a:graphicFrameLocks noGrp="1"/>
          </p:cNvGraphicFramePr>
          <p:nvPr>
            <p:extLst>
              <p:ext uri="{D42A27DB-BD31-4B8C-83A1-F6EECF244321}">
                <p14:modId xmlns:p14="http://schemas.microsoft.com/office/powerpoint/2010/main" val="2544809334"/>
              </p:ext>
            </p:extLst>
          </p:nvPr>
        </p:nvGraphicFramePr>
        <p:xfrm>
          <a:off x="2410764" y="2269218"/>
          <a:ext cx="7710897" cy="519448"/>
        </p:xfrm>
        <a:graphic>
          <a:graphicData uri="http://schemas.openxmlformats.org/drawingml/2006/table">
            <a:tbl>
              <a:tblPr>
                <a:tableStyleId>{5C22544A-7EE6-4342-B048-85BDC9FD1C3A}</a:tableStyleId>
              </a:tblPr>
              <a:tblGrid>
                <a:gridCol w="1563353">
                  <a:extLst>
                    <a:ext uri="{9D8B030D-6E8A-4147-A177-3AD203B41FA5}">
                      <a16:colId xmlns:a16="http://schemas.microsoft.com/office/drawing/2014/main" val="1895383907"/>
                    </a:ext>
                  </a:extLst>
                </a:gridCol>
                <a:gridCol w="1543841">
                  <a:extLst>
                    <a:ext uri="{9D8B030D-6E8A-4147-A177-3AD203B41FA5}">
                      <a16:colId xmlns:a16="http://schemas.microsoft.com/office/drawing/2014/main" val="2539353139"/>
                    </a:ext>
                  </a:extLst>
                </a:gridCol>
                <a:gridCol w="1585567">
                  <a:extLst>
                    <a:ext uri="{9D8B030D-6E8A-4147-A177-3AD203B41FA5}">
                      <a16:colId xmlns:a16="http://schemas.microsoft.com/office/drawing/2014/main" val="500642534"/>
                    </a:ext>
                  </a:extLst>
                </a:gridCol>
                <a:gridCol w="3018136">
                  <a:extLst>
                    <a:ext uri="{9D8B030D-6E8A-4147-A177-3AD203B41FA5}">
                      <a16:colId xmlns:a16="http://schemas.microsoft.com/office/drawing/2014/main" val="1132041278"/>
                    </a:ext>
                  </a:extLst>
                </a:gridCol>
              </a:tblGrid>
              <a:tr h="259724">
                <a:tc>
                  <a:txBody>
                    <a:bodyPr/>
                    <a:lstStyle/>
                    <a:p>
                      <a:pPr algn="l" fontAlgn="ctr">
                        <a:buNone/>
                      </a:pPr>
                      <a:r>
                        <a:rPr lang="zh-CN" altLang="en-US" sz="1200" u="none" strike="noStrike" dirty="0">
                          <a:effectLst/>
                        </a:rPr>
                        <a:t>被追踪手指</a:t>
                      </a: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l" fontAlgn="ctr">
                        <a:buNone/>
                      </a:pPr>
                      <a:r>
                        <a:rPr lang="en" sz="1200" u="none" strike="noStrike" dirty="0">
                          <a:effectLst/>
                        </a:rPr>
                        <a:t>F </a:t>
                      </a:r>
                      <a:r>
                        <a:rPr lang="zh-CN" altLang="en-US" sz="1200" u="none" strike="noStrike" dirty="0">
                          <a:effectLst/>
                        </a:rPr>
                        <a:t>值</a:t>
                      </a: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l" fontAlgn="ctr">
                        <a:buNone/>
                      </a:pPr>
                      <a:r>
                        <a:rPr lang="en" sz="1200" u="none" strike="noStrike" dirty="0">
                          <a:effectLst/>
                        </a:rPr>
                        <a:t>p</a:t>
                      </a:r>
                      <a:endParaRPr lang="en"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l" fontAlgn="ctr">
                        <a:buNone/>
                      </a:pPr>
                      <a:r>
                        <a:rPr lang="zh-CN" altLang="en-US" sz="1400" u="none" strike="noStrike" dirty="0">
                          <a:effectLst/>
                        </a:rPr>
                        <a:t>是否显著</a:t>
                      </a:r>
                      <a:endParaRPr lang="zh-CN" altLang="en-US" sz="1400" b="1" i="0" u="none" strike="noStrike" dirty="0">
                        <a:solidFill>
                          <a:srgbClr val="000000"/>
                        </a:solidFill>
                        <a:effectLst/>
                        <a:latin typeface="Inherit"/>
                        <a:ea typeface="微软雅黑" panose="020B0503020204020204" pitchFamily="34" charset="-122"/>
                      </a:endParaRPr>
                    </a:p>
                  </a:txBody>
                  <a:tcPr marL="9525" marR="9525" marT="9525" marB="0" anchor="ctr"/>
                </a:tc>
                <a:extLst>
                  <a:ext uri="{0D108BD9-81ED-4DB2-BD59-A6C34878D82A}">
                    <a16:rowId xmlns:a16="http://schemas.microsoft.com/office/drawing/2014/main" val="274388431"/>
                  </a:ext>
                </a:extLst>
              </a:tr>
              <a:tr h="259724">
                <a:tc>
                  <a:txBody>
                    <a:bodyPr/>
                    <a:lstStyle/>
                    <a:p>
                      <a:pPr algn="l" fontAlgn="ctr">
                        <a:buNone/>
                      </a:pPr>
                      <a:r>
                        <a:rPr lang="zh-CN" altLang="en-US" sz="1200" u="none" strike="noStrike" dirty="0">
                          <a:effectLst/>
                        </a:rPr>
                        <a:t>整个手</a:t>
                      </a:r>
                      <a:endParaRPr lang="zh-CN" altLang="en-US"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r" fontAlgn="ctr">
                        <a:buNone/>
                      </a:pPr>
                      <a:r>
                        <a:rPr lang="en-US" altLang="zh-CN" sz="1200" u="none" strike="noStrike" dirty="0">
                          <a:effectLst/>
                        </a:rPr>
                        <a:t>3.35</a:t>
                      </a:r>
                      <a:endParaRPr lang="en-US" altLang="zh-CN"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l" fontAlgn="ctr">
                        <a:buNone/>
                      </a:pPr>
                      <a:r>
                        <a:rPr lang="en-US" altLang="zh-CN" sz="1200" u="none" strike="noStrike" dirty="0">
                          <a:effectLst/>
                        </a:rPr>
                        <a:t>0.008&lt;0.05</a:t>
                      </a:r>
                      <a:endParaRPr lang="en-US" altLang="zh-CN"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525" marR="9525" marT="9525" marB="0" anchor="ctr"/>
                </a:tc>
                <a:tc>
                  <a:txBody>
                    <a:bodyPr/>
                    <a:lstStyle/>
                    <a:p>
                      <a:pPr algn="l" fontAlgn="ctr">
                        <a:buNone/>
                      </a:pPr>
                      <a:r>
                        <a:rPr lang="zh-CN" altLang="en-US" sz="1400" u="none" strike="noStrike" dirty="0">
                          <a:effectLst/>
                        </a:rPr>
                        <a:t>显著</a:t>
                      </a:r>
                      <a:endParaRPr lang="zh-CN" altLang="en-US" sz="1400" b="1" i="0" u="none" strike="noStrike" dirty="0">
                        <a:solidFill>
                          <a:srgbClr val="000000"/>
                        </a:solidFill>
                        <a:effectLst/>
                        <a:latin typeface="Inherit"/>
                        <a:ea typeface="微软雅黑" panose="020B0503020204020204" pitchFamily="34" charset="-122"/>
                      </a:endParaRPr>
                    </a:p>
                  </a:txBody>
                  <a:tcPr marL="9525" marR="9525" marT="9525" marB="0" anchor="ctr"/>
                </a:tc>
                <a:extLst>
                  <a:ext uri="{0D108BD9-81ED-4DB2-BD59-A6C34878D82A}">
                    <a16:rowId xmlns:a16="http://schemas.microsoft.com/office/drawing/2014/main" val="382282330"/>
                  </a:ext>
                </a:extLst>
              </a:tr>
            </a:tbl>
          </a:graphicData>
        </a:graphic>
      </p:graphicFrame>
      <p:sp>
        <p:nvSpPr>
          <p:cNvPr id="11" name="灯片编号占位符 10">
            <a:extLst>
              <a:ext uri="{FF2B5EF4-FFF2-40B4-BE49-F238E27FC236}">
                <a16:creationId xmlns:a16="http://schemas.microsoft.com/office/drawing/2014/main" id="{4D79E89F-988A-822A-24AD-0120C437B751}"/>
              </a:ext>
            </a:extLst>
          </p:cNvPr>
          <p:cNvSpPr>
            <a:spLocks noGrp="1"/>
          </p:cNvSpPr>
          <p:nvPr>
            <p:ph type="sldNum" sz="quarter" idx="4"/>
          </p:nvPr>
        </p:nvSpPr>
        <p:spPr/>
        <p:txBody>
          <a:bodyPr/>
          <a:lstStyle/>
          <a:p>
            <a:fld id="{7A48417F-7526-485E-AE3C-3E2AE40A04CB}" type="slidenum">
              <a:rPr lang="zh-CN" altLang="en-US" smtClean="0"/>
              <a:pPr/>
              <a:t>25</a:t>
            </a:fld>
            <a:r>
              <a:rPr lang="zh-CN" altLang="en-US"/>
              <a:t> </a:t>
            </a:r>
            <a:r>
              <a:rPr lang="en-US" altLang="zh-CN"/>
              <a:t>/ </a:t>
            </a:r>
            <a:r>
              <a:rPr lang="zh-CN" altLang="en-US"/>
              <a:t>总页数</a:t>
            </a:r>
            <a:endParaRPr lang="zh-CN" altLang="en-US" dirty="0"/>
          </a:p>
        </p:txBody>
      </p:sp>
    </p:spTree>
    <p:extLst>
      <p:ext uri="{BB962C8B-B14F-4D97-AF65-F5344CB8AC3E}">
        <p14:creationId xmlns:p14="http://schemas.microsoft.com/office/powerpoint/2010/main" val="3103112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16B0E0-A974-C3DB-E8FC-927F19573F29}"/>
            </a:ext>
          </a:extLst>
        </p:cNvPr>
        <p:cNvGrpSpPr/>
        <p:nvPr/>
      </p:nvGrpSpPr>
      <p:grpSpPr>
        <a:xfrm>
          <a:off x="0" y="0"/>
          <a:ext cx="0" cy="0"/>
          <a:chOff x="0" y="0"/>
          <a:chExt cx="0" cy="0"/>
        </a:xfrm>
      </p:grpSpPr>
      <p:pic>
        <p:nvPicPr>
          <p:cNvPr id="8" name="图片 7">
            <a:extLst>
              <a:ext uri="{FF2B5EF4-FFF2-40B4-BE49-F238E27FC236}">
                <a16:creationId xmlns:a16="http://schemas.microsoft.com/office/drawing/2014/main" id="{1BCDDCBB-68E7-10CF-2B7C-14525EA33519}"/>
              </a:ext>
            </a:extLst>
          </p:cNvPr>
          <p:cNvPicPr>
            <a:picLocks noChangeAspect="1"/>
          </p:cNvPicPr>
          <p:nvPr/>
        </p:nvPicPr>
        <p:blipFill rotWithShape="1">
          <a:blip r:embed="rId2">
            <a:extLst>
              <a:ext uri="{28A0092B-C50C-407E-A947-70E740481C1C}">
                <a14:useLocalDpi xmlns:a14="http://schemas.microsoft.com/office/drawing/2010/main" val="0"/>
              </a:ext>
            </a:extLst>
          </a:blip>
          <a:srcRect t="32889" b="22667"/>
          <a:stretch>
            <a:fillRect/>
          </a:stretch>
        </p:blipFill>
        <p:spPr>
          <a:xfrm>
            <a:off x="-3" y="1904998"/>
            <a:ext cx="12192002" cy="3048000"/>
          </a:xfrm>
          <a:prstGeom prst="rect">
            <a:avLst/>
          </a:prstGeom>
        </p:spPr>
      </p:pic>
      <p:sp>
        <p:nvSpPr>
          <p:cNvPr id="6" name="矩形 5">
            <a:extLst>
              <a:ext uri="{FF2B5EF4-FFF2-40B4-BE49-F238E27FC236}">
                <a16:creationId xmlns:a16="http://schemas.microsoft.com/office/drawing/2014/main" id="{ED6C4726-FDCD-62DC-FFD7-8BA8E24A2A84}"/>
              </a:ext>
            </a:extLst>
          </p:cNvPr>
          <p:cNvSpPr/>
          <p:nvPr/>
        </p:nvSpPr>
        <p:spPr>
          <a:xfrm>
            <a:off x="1" y="1904999"/>
            <a:ext cx="4236720" cy="3048000"/>
          </a:xfrm>
          <a:prstGeom prst="rect">
            <a:avLst/>
          </a:prstGeom>
          <a:solidFill>
            <a:schemeClr val="accent1">
              <a:alpha val="7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矩形 10">
            <a:extLst>
              <a:ext uri="{FF2B5EF4-FFF2-40B4-BE49-F238E27FC236}">
                <a16:creationId xmlns:a16="http://schemas.microsoft.com/office/drawing/2014/main" id="{412835A6-5E5A-AE1A-1257-3A7D66251A88}"/>
              </a:ext>
            </a:extLst>
          </p:cNvPr>
          <p:cNvSpPr/>
          <p:nvPr/>
        </p:nvSpPr>
        <p:spPr>
          <a:xfrm>
            <a:off x="4236722" y="1904997"/>
            <a:ext cx="7955278" cy="3048000"/>
          </a:xfrm>
          <a:prstGeom prst="rect">
            <a:avLst/>
          </a:prstGeom>
          <a:solidFill>
            <a:schemeClr val="bg1">
              <a:alpha val="8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文本框 11">
            <a:extLst>
              <a:ext uri="{FF2B5EF4-FFF2-40B4-BE49-F238E27FC236}">
                <a16:creationId xmlns:a16="http://schemas.microsoft.com/office/drawing/2014/main" id="{6079817F-D132-1722-715C-5BF6E678F063}"/>
              </a:ext>
            </a:extLst>
          </p:cNvPr>
          <p:cNvSpPr txBox="1"/>
          <p:nvPr/>
        </p:nvSpPr>
        <p:spPr>
          <a:xfrm>
            <a:off x="4921044" y="2588874"/>
            <a:ext cx="5716774" cy="1754326"/>
          </a:xfrm>
          <a:prstGeom prst="rect">
            <a:avLst/>
          </a:prstGeom>
          <a:noFill/>
        </p:spPr>
        <p:txBody>
          <a:bodyPr wrap="square" rtlCol="0">
            <a:spAutoFit/>
          </a:bodyPr>
          <a:lstStyle/>
          <a:p>
            <a:pPr algn="dist"/>
            <a:r>
              <a:rPr lang="zh-CN" altLang="en-US" sz="5400" b="1" dirty="0">
                <a:solidFill>
                  <a:schemeClr val="accent1"/>
                </a:solidFill>
                <a:latin typeface="微软雅黑" panose="020B0503020204020204" pitchFamily="34" charset="-122"/>
                <a:ea typeface="微软雅黑" panose="020B0503020204020204" pitchFamily="34" charset="-122"/>
              </a:rPr>
              <a:t>用户研究</a:t>
            </a:r>
            <a:r>
              <a:rPr lang="en-US" altLang="zh-CN" sz="5400" b="1" dirty="0">
                <a:solidFill>
                  <a:schemeClr val="accent1"/>
                </a:solidFill>
                <a:latin typeface="微软雅黑" panose="020B0503020204020204" pitchFamily="34" charset="-122"/>
                <a:ea typeface="微软雅黑" panose="020B0503020204020204" pitchFamily="34" charset="-122"/>
              </a:rPr>
              <a:t>2</a:t>
            </a:r>
            <a:r>
              <a:rPr lang="zh-CN" altLang="en-US" sz="5400" b="1" dirty="0">
                <a:solidFill>
                  <a:schemeClr val="accent1"/>
                </a:solidFill>
                <a:latin typeface="微软雅黑" panose="020B0503020204020204" pitchFamily="34" charset="-122"/>
                <a:ea typeface="微软雅黑" panose="020B0503020204020204" pitchFamily="34" charset="-122"/>
              </a:rPr>
              <a:t>：连续手部姿态追踪</a:t>
            </a:r>
          </a:p>
        </p:txBody>
      </p:sp>
      <p:grpSp>
        <p:nvGrpSpPr>
          <p:cNvPr id="3" name="组合 2">
            <a:extLst>
              <a:ext uri="{FF2B5EF4-FFF2-40B4-BE49-F238E27FC236}">
                <a16:creationId xmlns:a16="http://schemas.microsoft.com/office/drawing/2014/main" id="{3D156AC7-18DD-9F1D-6A78-6FD9A8CC7054}"/>
              </a:ext>
            </a:extLst>
          </p:cNvPr>
          <p:cNvGrpSpPr/>
          <p:nvPr/>
        </p:nvGrpSpPr>
        <p:grpSpPr>
          <a:xfrm>
            <a:off x="1104549" y="2523714"/>
            <a:ext cx="3816495" cy="1443647"/>
            <a:chOff x="1576991" y="2614329"/>
            <a:chExt cx="3816495" cy="1443647"/>
          </a:xfrm>
        </p:grpSpPr>
        <p:sp>
          <p:nvSpPr>
            <p:cNvPr id="9" name="文本框 8">
              <a:extLst>
                <a:ext uri="{FF2B5EF4-FFF2-40B4-BE49-F238E27FC236}">
                  <a16:creationId xmlns:a16="http://schemas.microsoft.com/office/drawing/2014/main" id="{2A5FDEC9-13F2-A0A5-75B9-A3F4065CA440}"/>
                </a:ext>
              </a:extLst>
            </p:cNvPr>
            <p:cNvSpPr txBox="1"/>
            <p:nvPr/>
          </p:nvSpPr>
          <p:spPr>
            <a:xfrm>
              <a:off x="1576991" y="2857647"/>
              <a:ext cx="3816495" cy="1200329"/>
            </a:xfrm>
            <a:prstGeom prst="rect">
              <a:avLst/>
            </a:prstGeom>
            <a:noFill/>
          </p:spPr>
          <p:txBody>
            <a:bodyPr wrap="square" rtlCol="0">
              <a:spAutoFit/>
            </a:bodyPr>
            <a:lstStyle/>
            <a:p>
              <a:pPr algn="dist"/>
              <a:r>
                <a:rPr lang="zh-CN" altLang="en-US" sz="7200" b="1" dirty="0">
                  <a:solidFill>
                    <a:schemeClr val="bg1"/>
                  </a:solidFill>
                  <a:latin typeface="微软雅黑" panose="020B0503020204020204" pitchFamily="34" charset="-122"/>
                  <a:ea typeface="微软雅黑" panose="020B0503020204020204" pitchFamily="34" charset="-122"/>
                </a:rPr>
                <a:t>六</a:t>
              </a:r>
            </a:p>
          </p:txBody>
        </p:sp>
        <p:pic>
          <p:nvPicPr>
            <p:cNvPr id="7" name="图片 6">
              <a:extLst>
                <a:ext uri="{FF2B5EF4-FFF2-40B4-BE49-F238E27FC236}">
                  <a16:creationId xmlns:a16="http://schemas.microsoft.com/office/drawing/2014/main" id="{A5413A09-6188-7635-B082-72A80FA0CA6E}"/>
                </a:ext>
              </a:extLst>
            </p:cNvPr>
            <p:cNvPicPr>
              <a:picLocks noChangeAspect="1"/>
            </p:cNvPicPr>
            <p:nvPr/>
          </p:nvPicPr>
          <p:blipFill rotWithShape="1">
            <a:blip r:embed="rId3" cstate="print">
              <a:biLevel thresh="25000"/>
              <a:extLst>
                <a:ext uri="{28A0092B-C50C-407E-A947-70E740481C1C}">
                  <a14:useLocalDpi xmlns:a14="http://schemas.microsoft.com/office/drawing/2010/main" val="0"/>
                </a:ext>
              </a:extLst>
            </a:blip>
            <a:srcRect l="33369" t="21333" r="33139" b="58431"/>
            <a:stretch>
              <a:fillRect/>
            </a:stretch>
          </p:blipFill>
          <p:spPr>
            <a:xfrm>
              <a:off x="1798904" y="2614329"/>
              <a:ext cx="1002008" cy="814671"/>
            </a:xfrm>
            <a:prstGeom prst="rect">
              <a:avLst/>
            </a:prstGeom>
          </p:spPr>
        </p:pic>
      </p:grpSp>
      <p:sp>
        <p:nvSpPr>
          <p:cNvPr id="19" name="等腰三角形 18">
            <a:extLst>
              <a:ext uri="{FF2B5EF4-FFF2-40B4-BE49-F238E27FC236}">
                <a16:creationId xmlns:a16="http://schemas.microsoft.com/office/drawing/2014/main" id="{2A2340A8-5D74-5EC8-17BD-31F8827C9B9E}"/>
              </a:ext>
            </a:extLst>
          </p:cNvPr>
          <p:cNvSpPr/>
          <p:nvPr/>
        </p:nvSpPr>
        <p:spPr>
          <a:xfrm rot="5400000">
            <a:off x="3919524" y="3310725"/>
            <a:ext cx="945018" cy="310625"/>
          </a:xfrm>
          <a:prstGeom prst="triangle">
            <a:avLst/>
          </a:prstGeom>
          <a:solidFill>
            <a:schemeClr val="accent1">
              <a:lumMod val="75000"/>
              <a:alpha val="7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0" name="图片 19">
            <a:extLst>
              <a:ext uri="{FF2B5EF4-FFF2-40B4-BE49-F238E27FC236}">
                <a16:creationId xmlns:a16="http://schemas.microsoft.com/office/drawing/2014/main" id="{7CC33B30-B005-DC49-0DB4-4C101DBC78F8}"/>
              </a:ext>
            </a:extLst>
          </p:cNvPr>
          <p:cNvPicPr>
            <a:picLocks noChangeAspect="1"/>
          </p:cNvPicPr>
          <p:nvPr/>
        </p:nvPicPr>
        <p:blipFill rotWithShape="1">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l="33369" t="21333" r="33139" b="58431"/>
          <a:stretch>
            <a:fillRect/>
          </a:stretch>
        </p:blipFill>
        <p:spPr>
          <a:xfrm flipH="1" flipV="1">
            <a:off x="10434954" y="3421525"/>
            <a:ext cx="1002008" cy="814671"/>
          </a:xfrm>
          <a:prstGeom prst="rect">
            <a:avLst/>
          </a:prstGeom>
        </p:spPr>
      </p:pic>
      <p:sp>
        <p:nvSpPr>
          <p:cNvPr id="10" name="灯片编号占位符 9">
            <a:extLst>
              <a:ext uri="{FF2B5EF4-FFF2-40B4-BE49-F238E27FC236}">
                <a16:creationId xmlns:a16="http://schemas.microsoft.com/office/drawing/2014/main" id="{E9077D41-FB9C-838C-0602-F7BD2CB0E92B}"/>
              </a:ext>
            </a:extLst>
          </p:cNvPr>
          <p:cNvSpPr>
            <a:spLocks noGrp="1"/>
          </p:cNvSpPr>
          <p:nvPr>
            <p:ph type="sldNum" sz="quarter" idx="4"/>
          </p:nvPr>
        </p:nvSpPr>
        <p:spPr/>
        <p:txBody>
          <a:bodyPr/>
          <a:lstStyle/>
          <a:p>
            <a:fld id="{7A48417F-7526-485E-AE3C-3E2AE40A04CB}" type="slidenum">
              <a:rPr lang="zh-CN" altLang="en-US" smtClean="0"/>
              <a:pPr/>
              <a:t>26</a:t>
            </a:fld>
            <a:r>
              <a:rPr lang="zh-CN" altLang="en-US"/>
              <a:t> </a:t>
            </a:r>
            <a:r>
              <a:rPr lang="en-US" altLang="zh-CN"/>
              <a:t>/ </a:t>
            </a:r>
            <a:r>
              <a:rPr lang="zh-CN" altLang="en-US"/>
              <a:t>总页数</a:t>
            </a:r>
            <a:endParaRPr lang="zh-CN" altLang="en-US" dirty="0"/>
          </a:p>
        </p:txBody>
      </p:sp>
    </p:spTree>
    <p:extLst>
      <p:ext uri="{BB962C8B-B14F-4D97-AF65-F5344CB8AC3E}">
        <p14:creationId xmlns:p14="http://schemas.microsoft.com/office/powerpoint/2010/main" val="17168737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C5405B-E493-0B66-3948-654A16921EAD}"/>
            </a:ext>
          </a:extLst>
        </p:cNvPr>
        <p:cNvGrpSpPr/>
        <p:nvPr/>
      </p:nvGrpSpPr>
      <p:grpSpPr>
        <a:xfrm>
          <a:off x="0" y="0"/>
          <a:ext cx="0" cy="0"/>
          <a:chOff x="0" y="0"/>
          <a:chExt cx="0" cy="0"/>
        </a:xfrm>
      </p:grpSpPr>
      <p:pic>
        <p:nvPicPr>
          <p:cNvPr id="9" name="图片 8">
            <a:extLst>
              <a:ext uri="{FF2B5EF4-FFF2-40B4-BE49-F238E27FC236}">
                <a16:creationId xmlns:a16="http://schemas.microsoft.com/office/drawing/2014/main" id="{D1BD16B3-AB48-B769-6A9F-DF3F0FBFBDED}"/>
              </a:ext>
            </a:extLst>
          </p:cNvPr>
          <p:cNvPicPr>
            <a:picLocks noChangeAspect="1"/>
          </p:cNvPicPr>
          <p:nvPr/>
        </p:nvPicPr>
        <p:blipFill rotWithShape="1">
          <a:blip r:embed="rId3">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 name="矩形 1">
            <a:extLst>
              <a:ext uri="{FF2B5EF4-FFF2-40B4-BE49-F238E27FC236}">
                <a16:creationId xmlns:a16="http://schemas.microsoft.com/office/drawing/2014/main" id="{338580C9-ACBD-1A94-0DED-3ED1F22E8FF9}"/>
              </a:ext>
            </a:extLst>
          </p:cNvPr>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 name="组合 2">
            <a:extLst>
              <a:ext uri="{FF2B5EF4-FFF2-40B4-BE49-F238E27FC236}">
                <a16:creationId xmlns:a16="http://schemas.microsoft.com/office/drawing/2014/main" id="{AB69161F-F4F5-D818-4712-05E7276C8C5A}"/>
              </a:ext>
            </a:extLst>
          </p:cNvPr>
          <p:cNvGrpSpPr/>
          <p:nvPr/>
        </p:nvGrpSpPr>
        <p:grpSpPr>
          <a:xfrm>
            <a:off x="138529" y="112811"/>
            <a:ext cx="1957900" cy="593132"/>
            <a:chOff x="1019925" y="1507763"/>
            <a:chExt cx="1957900" cy="593132"/>
          </a:xfrm>
        </p:grpSpPr>
        <p:sp>
          <p:nvSpPr>
            <p:cNvPr id="4" name="文本框 3">
              <a:extLst>
                <a:ext uri="{FF2B5EF4-FFF2-40B4-BE49-F238E27FC236}">
                  <a16:creationId xmlns:a16="http://schemas.microsoft.com/office/drawing/2014/main" id="{5E3ECA59-6DE2-FD33-F551-7489C0725715}"/>
                </a:ext>
              </a:extLst>
            </p:cNvPr>
            <p:cNvSpPr txBox="1"/>
            <p:nvPr/>
          </p:nvSpPr>
          <p:spPr>
            <a:xfrm>
              <a:off x="1700306" y="1507763"/>
              <a:ext cx="1277519" cy="523220"/>
            </a:xfrm>
            <a:prstGeom prst="rect">
              <a:avLst/>
            </a:prstGeom>
            <a:noFill/>
          </p:spPr>
          <p:txBody>
            <a:bodyPr vert="horz" wrap="square" rtlCol="0">
              <a:spAutoFit/>
            </a:bodyPr>
            <a:lstStyle/>
            <a:p>
              <a:pPr algn="dist"/>
              <a:r>
                <a:rPr lang="zh-CN" altLang="en-US" sz="2800" b="1" dirty="0">
                  <a:solidFill>
                    <a:schemeClr val="bg1"/>
                  </a:solidFill>
                  <a:latin typeface="微软雅黑" panose="020B0503020204020204" pitchFamily="34" charset="-122"/>
                  <a:ea typeface="微软雅黑" panose="020B0503020204020204" pitchFamily="34" charset="-122"/>
                </a:rPr>
                <a:t>姿势集</a:t>
              </a:r>
            </a:p>
          </p:txBody>
        </p:sp>
        <p:pic>
          <p:nvPicPr>
            <p:cNvPr id="5" name="图片 4">
              <a:extLst>
                <a:ext uri="{FF2B5EF4-FFF2-40B4-BE49-F238E27FC236}">
                  <a16:creationId xmlns:a16="http://schemas.microsoft.com/office/drawing/2014/main" id="{BB73AB94-34FA-19A3-5F60-AB2346C6DC83}"/>
                </a:ext>
              </a:extLst>
            </p:cNvPr>
            <p:cNvPicPr>
              <a:picLocks noChangeAspect="1"/>
            </p:cNvPicPr>
            <p:nvPr/>
          </p:nvPicPr>
          <p:blipFill rotWithShape="1">
            <a:blip r:embed="rId4" cstate="print">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sp>
        <p:nvSpPr>
          <p:cNvPr id="62" name="矩形 61">
            <a:extLst>
              <a:ext uri="{FF2B5EF4-FFF2-40B4-BE49-F238E27FC236}">
                <a16:creationId xmlns:a16="http://schemas.microsoft.com/office/drawing/2014/main" id="{79DB3570-874C-EAE8-5598-C27011048F7B}"/>
              </a:ext>
            </a:extLst>
          </p:cNvPr>
          <p:cNvSpPr/>
          <p:nvPr/>
        </p:nvSpPr>
        <p:spPr>
          <a:xfrm>
            <a:off x="0" y="6553271"/>
            <a:ext cx="12192000" cy="3112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36" name="图片 35">
            <a:extLst>
              <a:ext uri="{FF2B5EF4-FFF2-40B4-BE49-F238E27FC236}">
                <a16:creationId xmlns:a16="http://schemas.microsoft.com/office/drawing/2014/main" id="{D6EC7148-4560-763C-9820-AA2944A0F440}"/>
              </a:ext>
            </a:extLst>
          </p:cNvPr>
          <p:cNvPicPr>
            <a:picLocks noChangeAspect="1"/>
          </p:cNvPicPr>
          <p:nvPr/>
        </p:nvPicPr>
        <p:blipFill rotWithShape="1">
          <a:blip r:embed="rId5"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pic>
        <p:nvPicPr>
          <p:cNvPr id="6" name="图片 5">
            <a:extLst>
              <a:ext uri="{FF2B5EF4-FFF2-40B4-BE49-F238E27FC236}">
                <a16:creationId xmlns:a16="http://schemas.microsoft.com/office/drawing/2014/main" id="{E29E0D11-4DBB-3E00-CB55-A8A8C3D09E09}"/>
              </a:ext>
            </a:extLst>
          </p:cNvPr>
          <p:cNvPicPr>
            <a:picLocks noChangeAspect="1"/>
          </p:cNvPicPr>
          <p:nvPr/>
        </p:nvPicPr>
        <p:blipFill>
          <a:blip r:embed="rId6"/>
          <a:stretch>
            <a:fillRect/>
          </a:stretch>
        </p:blipFill>
        <p:spPr>
          <a:xfrm>
            <a:off x="860061" y="958386"/>
            <a:ext cx="4661544" cy="3838919"/>
          </a:xfrm>
          <a:prstGeom prst="rect">
            <a:avLst/>
          </a:prstGeom>
        </p:spPr>
      </p:pic>
      <p:grpSp>
        <p:nvGrpSpPr>
          <p:cNvPr id="7" name="组合 6">
            <a:extLst>
              <a:ext uri="{FF2B5EF4-FFF2-40B4-BE49-F238E27FC236}">
                <a16:creationId xmlns:a16="http://schemas.microsoft.com/office/drawing/2014/main" id="{DAE2D7A5-915D-E0C1-A5AF-CE2FDF7CDA66}"/>
              </a:ext>
            </a:extLst>
          </p:cNvPr>
          <p:cNvGrpSpPr/>
          <p:nvPr/>
        </p:nvGrpSpPr>
        <p:grpSpPr>
          <a:xfrm>
            <a:off x="1270166" y="5006929"/>
            <a:ext cx="4078110" cy="1561304"/>
            <a:chOff x="7145079" y="2101850"/>
            <a:chExt cx="4883728" cy="3076407"/>
          </a:xfrm>
        </p:grpSpPr>
        <p:grpSp>
          <p:nvGrpSpPr>
            <p:cNvPr id="8" name="组合 7">
              <a:extLst>
                <a:ext uri="{FF2B5EF4-FFF2-40B4-BE49-F238E27FC236}">
                  <a16:creationId xmlns:a16="http://schemas.microsoft.com/office/drawing/2014/main" id="{1721438A-64B9-49B6-F2BD-5FBD5D13019C}"/>
                </a:ext>
              </a:extLst>
            </p:cNvPr>
            <p:cNvGrpSpPr/>
            <p:nvPr/>
          </p:nvGrpSpPr>
          <p:grpSpPr>
            <a:xfrm>
              <a:off x="7145079" y="2101850"/>
              <a:ext cx="4883728" cy="2939363"/>
              <a:chOff x="501004" y="2607012"/>
              <a:chExt cx="7467783" cy="3622222"/>
            </a:xfrm>
          </p:grpSpPr>
          <p:grpSp>
            <p:nvGrpSpPr>
              <p:cNvPr id="14" name="组合 13">
                <a:extLst>
                  <a:ext uri="{FF2B5EF4-FFF2-40B4-BE49-F238E27FC236}">
                    <a16:creationId xmlns:a16="http://schemas.microsoft.com/office/drawing/2014/main" id="{E144858E-9564-AD2D-182E-8F0C878A3399}"/>
                  </a:ext>
                </a:extLst>
              </p:cNvPr>
              <p:cNvGrpSpPr/>
              <p:nvPr/>
            </p:nvGrpSpPr>
            <p:grpSpPr>
              <a:xfrm>
                <a:off x="501004" y="2607012"/>
                <a:ext cx="7467783" cy="3622222"/>
                <a:chOff x="3714383" y="3805172"/>
                <a:chExt cx="4763233" cy="2310389"/>
              </a:xfrm>
            </p:grpSpPr>
            <p:sp>
              <p:nvSpPr>
                <p:cNvPr id="16" name="矩形: 圆角 24">
                  <a:extLst>
                    <a:ext uri="{FF2B5EF4-FFF2-40B4-BE49-F238E27FC236}">
                      <a16:creationId xmlns:a16="http://schemas.microsoft.com/office/drawing/2014/main" id="{0A968CB0-5B30-ED2E-6CCD-E72147C381C9}"/>
                    </a:ext>
                  </a:extLst>
                </p:cNvPr>
                <p:cNvSpPr/>
                <p:nvPr/>
              </p:nvSpPr>
              <p:spPr>
                <a:xfrm>
                  <a:off x="3714383" y="3890164"/>
                  <a:ext cx="4763233" cy="2225397"/>
                </a:xfrm>
                <a:prstGeom prst="roundRect">
                  <a:avLst>
                    <a:gd name="adj" fmla="val 10405"/>
                  </a:avLst>
                </a:prstGeom>
                <a:solidFill>
                  <a:srgbClr val="E2EBE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圆顶角 25">
                  <a:extLst>
                    <a:ext uri="{FF2B5EF4-FFF2-40B4-BE49-F238E27FC236}">
                      <a16:creationId xmlns:a16="http://schemas.microsoft.com/office/drawing/2014/main" id="{E307B3C8-E80A-645A-CB54-DAD6239E2CD8}"/>
                    </a:ext>
                  </a:extLst>
                </p:cNvPr>
                <p:cNvSpPr/>
                <p:nvPr/>
              </p:nvSpPr>
              <p:spPr>
                <a:xfrm>
                  <a:off x="3714383" y="3805172"/>
                  <a:ext cx="4763233" cy="525203"/>
                </a:xfrm>
                <a:prstGeom prst="round2SameRect">
                  <a:avLst>
                    <a:gd name="adj1" fmla="val 45261"/>
                    <a:gd name="adj2" fmla="val 0"/>
                  </a:avLst>
                </a:prstGeom>
                <a:solidFill>
                  <a:srgbClr val="950041"/>
                </a:solidFill>
              </p:spPr>
              <p:style>
                <a:lnRef idx="2">
                  <a:schemeClr val="accent1">
                    <a:shade val="15000"/>
                  </a:schemeClr>
                </a:lnRef>
                <a:fillRef idx="1">
                  <a:schemeClr val="accent1"/>
                </a:fillRef>
                <a:effectRef idx="0">
                  <a:schemeClr val="accent1"/>
                </a:effectRef>
                <a:fontRef idx="minor">
                  <a:schemeClr val="lt1"/>
                </a:fontRef>
              </p:style>
              <p:txBody>
                <a:bodyPr lIns="90000" rtlCol="0" anchor="ctr"/>
                <a:lstStyle/>
                <a:p>
                  <a:r>
                    <a:rPr lang="zh-CN" altLang="en-US" sz="2000" dirty="0"/>
                    <a:t>总共确定二十个姿势</a:t>
                  </a:r>
                </a:p>
              </p:txBody>
            </p:sp>
          </p:grpSp>
          <p:sp>
            <p:nvSpPr>
              <p:cNvPr id="15" name="文本框 14">
                <a:extLst>
                  <a:ext uri="{FF2B5EF4-FFF2-40B4-BE49-F238E27FC236}">
                    <a16:creationId xmlns:a16="http://schemas.microsoft.com/office/drawing/2014/main" id="{5C10BF71-A9AF-4630-1EB2-64CFA7F0CE2F}"/>
                  </a:ext>
                </a:extLst>
              </p:cNvPr>
              <p:cNvSpPr txBox="1"/>
              <p:nvPr/>
            </p:nvSpPr>
            <p:spPr>
              <a:xfrm>
                <a:off x="501004" y="3353236"/>
                <a:ext cx="7238939" cy="493062"/>
              </a:xfrm>
              <a:prstGeom prst="rect">
                <a:avLst/>
              </a:prstGeom>
              <a:noFill/>
            </p:spPr>
            <p:txBody>
              <a:bodyPr wrap="square">
                <a:spAutoFit/>
              </a:bodyPr>
              <a:lstStyle/>
              <a:p>
                <a:endParaRPr lang="en-US" altLang="zh-CN" sz="2000" b="1" dirty="0"/>
              </a:p>
            </p:txBody>
          </p:sp>
        </p:grpSp>
        <p:sp>
          <p:nvSpPr>
            <p:cNvPr id="13" name="文本框 12">
              <a:extLst>
                <a:ext uri="{FF2B5EF4-FFF2-40B4-BE49-F238E27FC236}">
                  <a16:creationId xmlns:a16="http://schemas.microsoft.com/office/drawing/2014/main" id="{300C1C16-0E3C-D44D-26AE-D70DCA1561F5}"/>
                </a:ext>
              </a:extLst>
            </p:cNvPr>
            <p:cNvSpPr txBox="1"/>
            <p:nvPr/>
          </p:nvSpPr>
          <p:spPr>
            <a:xfrm>
              <a:off x="7243699" y="2813118"/>
              <a:ext cx="4402938" cy="2365139"/>
            </a:xfrm>
            <a:prstGeom prst="rect">
              <a:avLst/>
            </a:prstGeom>
            <a:noFill/>
          </p:spPr>
          <p:txBody>
            <a:bodyPr wrap="square">
              <a:spAutoFit/>
            </a:bodyPr>
            <a:lstStyle/>
            <a:p>
              <a:pPr marL="285750" indent="-285750">
                <a:buFont typeface="Arial" panose="020B0604020202020204" pitchFamily="34" charset="0"/>
                <a:buChar char="•"/>
              </a:pPr>
              <a:r>
                <a:rPr kumimoji="1" lang="zh-CN" altLang="en-US" dirty="0">
                  <a:solidFill>
                    <a:schemeClr val="accent6"/>
                  </a:solidFill>
                </a:rPr>
                <a:t>绿色为</a:t>
              </a:r>
              <a:r>
                <a:rPr kumimoji="1" lang="en-US" altLang="zh-CN" dirty="0">
                  <a:solidFill>
                    <a:schemeClr val="accent6"/>
                  </a:solidFill>
                </a:rPr>
                <a:t>11</a:t>
              </a:r>
              <a:r>
                <a:rPr kumimoji="1" lang="zh-CN" altLang="en-US" dirty="0">
                  <a:solidFill>
                    <a:schemeClr val="accent6"/>
                  </a:solidFill>
                </a:rPr>
                <a:t>个无遮挡动作（</a:t>
              </a:r>
              <a:r>
                <a:rPr kumimoji="1" lang="en-US" altLang="zh-CN" dirty="0">
                  <a:solidFill>
                    <a:schemeClr val="accent6"/>
                  </a:solidFill>
                </a:rPr>
                <a:t>NO</a:t>
              </a:r>
              <a:r>
                <a:rPr kumimoji="1" lang="zh-CN" altLang="en-US" dirty="0">
                  <a:solidFill>
                    <a:schemeClr val="accent6"/>
                  </a:solidFill>
                </a:rPr>
                <a:t>）</a:t>
              </a:r>
              <a:endParaRPr kumimoji="1" lang="en-US" altLang="zh-CN" dirty="0">
                <a:solidFill>
                  <a:schemeClr val="accent6"/>
                </a:solidFill>
              </a:endParaRPr>
            </a:p>
            <a:p>
              <a:pPr marL="285750" indent="-285750">
                <a:buFont typeface="Arial" panose="020B0604020202020204" pitchFamily="34" charset="0"/>
                <a:buChar char="•"/>
              </a:pPr>
              <a:endParaRPr kumimoji="1" lang="en-US" altLang="zh-CN" dirty="0">
                <a:solidFill>
                  <a:schemeClr val="accent6"/>
                </a:solidFill>
              </a:endParaRPr>
            </a:p>
            <a:p>
              <a:pPr marL="285750" indent="-285750">
                <a:buFont typeface="Arial" panose="020B0604020202020204" pitchFamily="34" charset="0"/>
                <a:buChar char="•"/>
              </a:pPr>
              <a:r>
                <a:rPr kumimoji="1" lang="zh-CN" altLang="en-US" dirty="0">
                  <a:solidFill>
                    <a:srgbClr val="002060"/>
                  </a:solidFill>
                </a:rPr>
                <a:t>蓝色为</a:t>
              </a:r>
              <a:r>
                <a:rPr kumimoji="1" lang="en-US" altLang="zh-CN" dirty="0">
                  <a:solidFill>
                    <a:srgbClr val="002060"/>
                  </a:solidFill>
                </a:rPr>
                <a:t>9</a:t>
              </a:r>
              <a:r>
                <a:rPr kumimoji="1" lang="zh-CN" altLang="en-US" dirty="0">
                  <a:solidFill>
                    <a:srgbClr val="002060"/>
                  </a:solidFill>
                </a:rPr>
                <a:t>个有遮挡动作（</a:t>
              </a:r>
              <a:r>
                <a:rPr kumimoji="1" lang="en-US" altLang="zh-CN" dirty="0">
                  <a:solidFill>
                    <a:srgbClr val="002060"/>
                  </a:solidFill>
                </a:rPr>
                <a:t>WO</a:t>
              </a:r>
              <a:r>
                <a:rPr kumimoji="1" lang="zh-CN" altLang="en-US" dirty="0">
                  <a:solidFill>
                    <a:srgbClr val="002060"/>
                  </a:solidFill>
                </a:rPr>
                <a:t>）</a:t>
              </a:r>
            </a:p>
            <a:p>
              <a:pPr marL="285750" indent="-285750">
                <a:buFont typeface="Arial" panose="020B0604020202020204" pitchFamily="34" charset="0"/>
                <a:buChar char="•"/>
              </a:pPr>
              <a:endParaRPr lang="zh-CN" altLang="en-US" dirty="0"/>
            </a:p>
          </p:txBody>
        </p:sp>
      </p:grpSp>
      <p:grpSp>
        <p:nvGrpSpPr>
          <p:cNvPr id="10" name="组合 9">
            <a:extLst>
              <a:ext uri="{FF2B5EF4-FFF2-40B4-BE49-F238E27FC236}">
                <a16:creationId xmlns:a16="http://schemas.microsoft.com/office/drawing/2014/main" id="{B6EA882C-6BA2-8741-F993-113627F4E60F}"/>
              </a:ext>
            </a:extLst>
          </p:cNvPr>
          <p:cNvGrpSpPr/>
          <p:nvPr/>
        </p:nvGrpSpPr>
        <p:grpSpPr>
          <a:xfrm>
            <a:off x="6567950" y="1104996"/>
            <a:ext cx="4367920" cy="3838919"/>
            <a:chOff x="-833702" y="666273"/>
            <a:chExt cx="7371985" cy="6759367"/>
          </a:xfrm>
        </p:grpSpPr>
        <p:sp>
          <p:nvSpPr>
            <p:cNvPr id="11" name="矩形 10">
              <a:extLst>
                <a:ext uri="{FF2B5EF4-FFF2-40B4-BE49-F238E27FC236}">
                  <a16:creationId xmlns:a16="http://schemas.microsoft.com/office/drawing/2014/main" id="{7BD17C33-465C-5148-6965-F0AB1B3E1EA8}"/>
                </a:ext>
              </a:extLst>
            </p:cNvPr>
            <p:cNvSpPr/>
            <p:nvPr/>
          </p:nvSpPr>
          <p:spPr>
            <a:xfrm>
              <a:off x="618969" y="666273"/>
              <a:ext cx="5919314" cy="5420939"/>
            </a:xfrm>
            <a:prstGeom prst="rect">
              <a:avLst/>
            </a:prstGeom>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kumimoji="1" lang="zh-CN" altLang="en-US" dirty="0"/>
            </a:p>
          </p:txBody>
        </p:sp>
        <p:sp>
          <p:nvSpPr>
            <p:cNvPr id="18" name="矩形 17">
              <a:extLst>
                <a:ext uri="{FF2B5EF4-FFF2-40B4-BE49-F238E27FC236}">
                  <a16:creationId xmlns:a16="http://schemas.microsoft.com/office/drawing/2014/main" id="{BB9550A8-4341-FC42-618C-5C9EFCE289E8}"/>
                </a:ext>
              </a:extLst>
            </p:cNvPr>
            <p:cNvSpPr/>
            <p:nvPr/>
          </p:nvSpPr>
          <p:spPr>
            <a:xfrm>
              <a:off x="442964" y="840824"/>
              <a:ext cx="5919314" cy="5420939"/>
            </a:xfrm>
            <a:prstGeom prst="rect">
              <a:avLst/>
            </a:prstGeom>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kumimoji="1" lang="zh-CN" altLang="en-US"/>
            </a:p>
          </p:txBody>
        </p:sp>
        <p:sp>
          <p:nvSpPr>
            <p:cNvPr id="19" name="矩形 18">
              <a:extLst>
                <a:ext uri="{FF2B5EF4-FFF2-40B4-BE49-F238E27FC236}">
                  <a16:creationId xmlns:a16="http://schemas.microsoft.com/office/drawing/2014/main" id="{F55D5194-D200-18C7-CC91-9A7A77752033}"/>
                </a:ext>
              </a:extLst>
            </p:cNvPr>
            <p:cNvSpPr/>
            <p:nvPr/>
          </p:nvSpPr>
          <p:spPr>
            <a:xfrm>
              <a:off x="232940" y="1001632"/>
              <a:ext cx="5919314" cy="5420939"/>
            </a:xfrm>
            <a:prstGeom prst="rect">
              <a:avLst/>
            </a:prstGeom>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kumimoji="1" lang="zh-CN" altLang="en-US" dirty="0"/>
            </a:p>
          </p:txBody>
        </p:sp>
        <p:sp>
          <p:nvSpPr>
            <p:cNvPr id="20" name="矩形 19">
              <a:extLst>
                <a:ext uri="{FF2B5EF4-FFF2-40B4-BE49-F238E27FC236}">
                  <a16:creationId xmlns:a16="http://schemas.microsoft.com/office/drawing/2014/main" id="{7E87E90B-6F02-5F0B-208C-4C4D269B2AF2}"/>
                </a:ext>
              </a:extLst>
            </p:cNvPr>
            <p:cNvSpPr/>
            <p:nvPr/>
          </p:nvSpPr>
          <p:spPr>
            <a:xfrm>
              <a:off x="32252" y="1162440"/>
              <a:ext cx="5919314" cy="5420939"/>
            </a:xfrm>
            <a:prstGeom prst="rect">
              <a:avLst/>
            </a:prstGeom>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kumimoji="1" lang="zh-CN" altLang="en-US" dirty="0"/>
            </a:p>
          </p:txBody>
        </p:sp>
        <p:grpSp>
          <p:nvGrpSpPr>
            <p:cNvPr id="21" name="组合 20">
              <a:extLst>
                <a:ext uri="{FF2B5EF4-FFF2-40B4-BE49-F238E27FC236}">
                  <a16:creationId xmlns:a16="http://schemas.microsoft.com/office/drawing/2014/main" id="{DF6B4DA8-294B-C700-ADA0-6A27BC8C9AB3}"/>
                </a:ext>
              </a:extLst>
            </p:cNvPr>
            <p:cNvGrpSpPr/>
            <p:nvPr/>
          </p:nvGrpSpPr>
          <p:grpSpPr>
            <a:xfrm>
              <a:off x="-833702" y="1431998"/>
              <a:ext cx="6785267" cy="5993642"/>
              <a:chOff x="-1076709" y="692302"/>
              <a:chExt cx="8647302" cy="6882010"/>
            </a:xfrm>
          </p:grpSpPr>
          <p:sp>
            <p:nvSpPr>
              <p:cNvPr id="22" name="左大括号 21">
                <a:extLst>
                  <a:ext uri="{FF2B5EF4-FFF2-40B4-BE49-F238E27FC236}">
                    <a16:creationId xmlns:a16="http://schemas.microsoft.com/office/drawing/2014/main" id="{46042440-5444-A4B1-C0E8-7A9F2CFDF08C}"/>
                  </a:ext>
                </a:extLst>
              </p:cNvPr>
              <p:cNvSpPr/>
              <p:nvPr/>
            </p:nvSpPr>
            <p:spPr>
              <a:xfrm rot="16200000">
                <a:off x="3645574" y="3154315"/>
                <a:ext cx="313867" cy="7536171"/>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zh-CN" altLang="en-US" dirty="0"/>
              </a:p>
            </p:txBody>
          </p:sp>
          <p:sp>
            <p:nvSpPr>
              <p:cNvPr id="23" name="文本框 22">
                <a:extLst>
                  <a:ext uri="{FF2B5EF4-FFF2-40B4-BE49-F238E27FC236}">
                    <a16:creationId xmlns:a16="http://schemas.microsoft.com/office/drawing/2014/main" id="{4B4E8AAA-E100-74A2-7A98-85B5D6F75947}"/>
                  </a:ext>
                </a:extLst>
              </p:cNvPr>
              <p:cNvSpPr txBox="1"/>
              <p:nvPr/>
            </p:nvSpPr>
            <p:spPr>
              <a:xfrm>
                <a:off x="2824206" y="7067500"/>
                <a:ext cx="2460587" cy="506812"/>
              </a:xfrm>
              <a:prstGeom prst="rect">
                <a:avLst/>
              </a:prstGeom>
              <a:noFill/>
            </p:spPr>
            <p:txBody>
              <a:bodyPr wrap="square" rtlCol="0">
                <a:spAutoFit/>
              </a:bodyPr>
              <a:lstStyle/>
              <a:p>
                <a:r>
                  <a:rPr kumimoji="1" lang="en-US" altLang="zh-CN" dirty="0">
                    <a:latin typeface="+mn-ea"/>
                  </a:rPr>
                  <a:t>20+11+9</a:t>
                </a:r>
                <a:endParaRPr kumimoji="1" lang="zh-CN" altLang="en-US" dirty="0"/>
              </a:p>
            </p:txBody>
          </p:sp>
          <p:grpSp>
            <p:nvGrpSpPr>
              <p:cNvPr id="24" name="组合 23">
                <a:extLst>
                  <a:ext uri="{FF2B5EF4-FFF2-40B4-BE49-F238E27FC236}">
                    <a16:creationId xmlns:a16="http://schemas.microsoft.com/office/drawing/2014/main" id="{8DA81A60-F949-8D8F-0919-B56D3D94F08A}"/>
                  </a:ext>
                </a:extLst>
              </p:cNvPr>
              <p:cNvGrpSpPr/>
              <p:nvPr/>
            </p:nvGrpSpPr>
            <p:grpSpPr>
              <a:xfrm>
                <a:off x="591668" y="902393"/>
                <a:ext cx="6527801" cy="1132934"/>
                <a:chOff x="591668" y="902393"/>
                <a:chExt cx="6527801" cy="1132934"/>
              </a:xfrm>
            </p:grpSpPr>
            <p:pic>
              <p:nvPicPr>
                <p:cNvPr id="32" name="图片 31">
                  <a:extLst>
                    <a:ext uri="{FF2B5EF4-FFF2-40B4-BE49-F238E27FC236}">
                      <a16:creationId xmlns:a16="http://schemas.microsoft.com/office/drawing/2014/main" id="{F7FC770B-392F-13C3-B1C8-87BDAC27CFE3}"/>
                    </a:ext>
                  </a:extLst>
                </p:cNvPr>
                <p:cNvPicPr>
                  <a:picLocks noChangeAspect="1"/>
                </p:cNvPicPr>
                <p:nvPr/>
              </p:nvPicPr>
              <p:blipFill>
                <a:blip r:embed="rId7"/>
                <a:srcRect t="6098"/>
                <a:stretch>
                  <a:fillRect/>
                </a:stretch>
              </p:blipFill>
              <p:spPr>
                <a:xfrm>
                  <a:off x="591668" y="902393"/>
                  <a:ext cx="812800" cy="1132934"/>
                </a:xfrm>
                <a:prstGeom prst="rect">
                  <a:avLst/>
                </a:prstGeom>
              </p:spPr>
            </p:pic>
            <p:pic>
              <p:nvPicPr>
                <p:cNvPr id="33" name="图片 32">
                  <a:extLst>
                    <a:ext uri="{FF2B5EF4-FFF2-40B4-BE49-F238E27FC236}">
                      <a16:creationId xmlns:a16="http://schemas.microsoft.com/office/drawing/2014/main" id="{7EB6E258-41DA-BC1A-83FC-982ABFC7C921}"/>
                    </a:ext>
                  </a:extLst>
                </p:cNvPr>
                <p:cNvPicPr>
                  <a:picLocks noChangeAspect="1"/>
                </p:cNvPicPr>
                <p:nvPr/>
              </p:nvPicPr>
              <p:blipFill>
                <a:blip r:embed="rId8"/>
                <a:srcRect t="4545" r="65196"/>
                <a:stretch>
                  <a:fillRect/>
                </a:stretch>
              </p:blipFill>
              <p:spPr>
                <a:xfrm>
                  <a:off x="2610969" y="902393"/>
                  <a:ext cx="901700" cy="1081443"/>
                </a:xfrm>
                <a:prstGeom prst="rect">
                  <a:avLst/>
                </a:prstGeom>
              </p:spPr>
            </p:pic>
            <p:pic>
              <p:nvPicPr>
                <p:cNvPr id="34" name="图片 33">
                  <a:extLst>
                    <a:ext uri="{FF2B5EF4-FFF2-40B4-BE49-F238E27FC236}">
                      <a16:creationId xmlns:a16="http://schemas.microsoft.com/office/drawing/2014/main" id="{B9C6001D-59F0-C56A-3828-AC191EE3DBB5}"/>
                    </a:ext>
                  </a:extLst>
                </p:cNvPr>
                <p:cNvPicPr>
                  <a:picLocks noChangeAspect="1"/>
                </p:cNvPicPr>
                <p:nvPr/>
              </p:nvPicPr>
              <p:blipFill>
                <a:blip r:embed="rId8"/>
                <a:srcRect l="34313" t="4545" r="31373"/>
                <a:stretch>
                  <a:fillRect/>
                </a:stretch>
              </p:blipFill>
              <p:spPr>
                <a:xfrm>
                  <a:off x="4528670" y="902393"/>
                  <a:ext cx="889001" cy="1081443"/>
                </a:xfrm>
                <a:prstGeom prst="rect">
                  <a:avLst/>
                </a:prstGeom>
              </p:spPr>
            </p:pic>
            <p:pic>
              <p:nvPicPr>
                <p:cNvPr id="35" name="图片 34">
                  <a:extLst>
                    <a:ext uri="{FF2B5EF4-FFF2-40B4-BE49-F238E27FC236}">
                      <a16:creationId xmlns:a16="http://schemas.microsoft.com/office/drawing/2014/main" id="{C69F0C17-01C3-F5E6-BF9F-BA402BCE77D0}"/>
                    </a:ext>
                  </a:extLst>
                </p:cNvPr>
                <p:cNvPicPr>
                  <a:picLocks noChangeAspect="1"/>
                </p:cNvPicPr>
                <p:nvPr/>
              </p:nvPicPr>
              <p:blipFill>
                <a:blip r:embed="rId9"/>
                <a:stretch>
                  <a:fillRect/>
                </a:stretch>
              </p:blipFill>
              <p:spPr>
                <a:xfrm>
                  <a:off x="6319370" y="902393"/>
                  <a:ext cx="800099" cy="1117600"/>
                </a:xfrm>
                <a:prstGeom prst="rect">
                  <a:avLst/>
                </a:prstGeom>
              </p:spPr>
            </p:pic>
          </p:grpSp>
          <p:grpSp>
            <p:nvGrpSpPr>
              <p:cNvPr id="25" name="组合 24">
                <a:extLst>
                  <a:ext uri="{FF2B5EF4-FFF2-40B4-BE49-F238E27FC236}">
                    <a16:creationId xmlns:a16="http://schemas.microsoft.com/office/drawing/2014/main" id="{DC7F266F-A1B9-7BD0-8C1B-E40D385A7D74}"/>
                  </a:ext>
                </a:extLst>
              </p:cNvPr>
              <p:cNvGrpSpPr/>
              <p:nvPr/>
            </p:nvGrpSpPr>
            <p:grpSpPr>
              <a:xfrm>
                <a:off x="550305" y="3691766"/>
                <a:ext cx="6527800" cy="1132934"/>
                <a:chOff x="622877" y="1038308"/>
                <a:chExt cx="6527800" cy="1132934"/>
              </a:xfrm>
            </p:grpSpPr>
            <p:pic>
              <p:nvPicPr>
                <p:cNvPr id="28" name="图片 27">
                  <a:extLst>
                    <a:ext uri="{FF2B5EF4-FFF2-40B4-BE49-F238E27FC236}">
                      <a16:creationId xmlns:a16="http://schemas.microsoft.com/office/drawing/2014/main" id="{1A1480BC-FB01-A3A8-F016-8B03DE69EDD1}"/>
                    </a:ext>
                  </a:extLst>
                </p:cNvPr>
                <p:cNvPicPr>
                  <a:picLocks noChangeAspect="1"/>
                </p:cNvPicPr>
                <p:nvPr/>
              </p:nvPicPr>
              <p:blipFill>
                <a:blip r:embed="rId7"/>
                <a:srcRect t="6098"/>
                <a:stretch>
                  <a:fillRect/>
                </a:stretch>
              </p:blipFill>
              <p:spPr>
                <a:xfrm>
                  <a:off x="622877" y="1038308"/>
                  <a:ext cx="812800" cy="1132934"/>
                </a:xfrm>
                <a:prstGeom prst="rect">
                  <a:avLst/>
                </a:prstGeom>
              </p:spPr>
            </p:pic>
            <p:pic>
              <p:nvPicPr>
                <p:cNvPr id="29" name="图片 28">
                  <a:extLst>
                    <a:ext uri="{FF2B5EF4-FFF2-40B4-BE49-F238E27FC236}">
                      <a16:creationId xmlns:a16="http://schemas.microsoft.com/office/drawing/2014/main" id="{77EE974B-8BD6-EB5E-64F4-20215AC19CBC}"/>
                    </a:ext>
                  </a:extLst>
                </p:cNvPr>
                <p:cNvPicPr>
                  <a:picLocks noChangeAspect="1"/>
                </p:cNvPicPr>
                <p:nvPr/>
              </p:nvPicPr>
              <p:blipFill>
                <a:blip r:embed="rId8"/>
                <a:srcRect t="4545" r="65196"/>
                <a:stretch>
                  <a:fillRect/>
                </a:stretch>
              </p:blipFill>
              <p:spPr>
                <a:xfrm>
                  <a:off x="2642176" y="1038308"/>
                  <a:ext cx="901700" cy="1081442"/>
                </a:xfrm>
                <a:prstGeom prst="rect">
                  <a:avLst/>
                </a:prstGeom>
              </p:spPr>
            </p:pic>
            <p:pic>
              <p:nvPicPr>
                <p:cNvPr id="30" name="图片 29">
                  <a:extLst>
                    <a:ext uri="{FF2B5EF4-FFF2-40B4-BE49-F238E27FC236}">
                      <a16:creationId xmlns:a16="http://schemas.microsoft.com/office/drawing/2014/main" id="{C29363C6-1D91-4A9B-580A-19C18A992681}"/>
                    </a:ext>
                  </a:extLst>
                </p:cNvPr>
                <p:cNvPicPr>
                  <a:picLocks noChangeAspect="1"/>
                </p:cNvPicPr>
                <p:nvPr/>
              </p:nvPicPr>
              <p:blipFill>
                <a:blip r:embed="rId8"/>
                <a:srcRect l="34313" t="4545" r="31373"/>
                <a:stretch>
                  <a:fillRect/>
                </a:stretch>
              </p:blipFill>
              <p:spPr>
                <a:xfrm>
                  <a:off x="4559877" y="1038308"/>
                  <a:ext cx="889001" cy="1081442"/>
                </a:xfrm>
                <a:prstGeom prst="rect">
                  <a:avLst/>
                </a:prstGeom>
              </p:spPr>
            </p:pic>
            <p:pic>
              <p:nvPicPr>
                <p:cNvPr id="31" name="图片 30">
                  <a:extLst>
                    <a:ext uri="{FF2B5EF4-FFF2-40B4-BE49-F238E27FC236}">
                      <a16:creationId xmlns:a16="http://schemas.microsoft.com/office/drawing/2014/main" id="{B8CFAC8C-876C-13E2-B338-BFC7F4B8EED6}"/>
                    </a:ext>
                  </a:extLst>
                </p:cNvPr>
                <p:cNvPicPr>
                  <a:picLocks noChangeAspect="1"/>
                </p:cNvPicPr>
                <p:nvPr/>
              </p:nvPicPr>
              <p:blipFill>
                <a:blip r:embed="rId9"/>
                <a:stretch>
                  <a:fillRect/>
                </a:stretch>
              </p:blipFill>
              <p:spPr>
                <a:xfrm>
                  <a:off x="6350578" y="1038308"/>
                  <a:ext cx="800099" cy="1117600"/>
                </a:xfrm>
                <a:prstGeom prst="rect">
                  <a:avLst/>
                </a:prstGeom>
              </p:spPr>
            </p:pic>
          </p:grpSp>
          <p:sp>
            <p:nvSpPr>
              <p:cNvPr id="26" name="左大括号 25">
                <a:extLst>
                  <a:ext uri="{FF2B5EF4-FFF2-40B4-BE49-F238E27FC236}">
                    <a16:creationId xmlns:a16="http://schemas.microsoft.com/office/drawing/2014/main" id="{3E17E1C9-0ABC-6A7C-559C-6608B1349820}"/>
                  </a:ext>
                </a:extLst>
              </p:cNvPr>
              <p:cNvSpPr/>
              <p:nvPr/>
            </p:nvSpPr>
            <p:spPr>
              <a:xfrm>
                <a:off x="-465336" y="692302"/>
                <a:ext cx="387900" cy="5837058"/>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zh-CN" altLang="en-US"/>
              </a:p>
            </p:txBody>
          </p:sp>
          <p:sp>
            <p:nvSpPr>
              <p:cNvPr id="27" name="文本框 26">
                <a:extLst>
                  <a:ext uri="{FF2B5EF4-FFF2-40B4-BE49-F238E27FC236}">
                    <a16:creationId xmlns:a16="http://schemas.microsoft.com/office/drawing/2014/main" id="{0FA80C6B-CEB4-7792-1A07-B0FB5B10E710}"/>
                  </a:ext>
                </a:extLst>
              </p:cNvPr>
              <p:cNvSpPr txBox="1"/>
              <p:nvPr/>
            </p:nvSpPr>
            <p:spPr>
              <a:xfrm>
                <a:off x="-1076709" y="3267222"/>
                <a:ext cx="717929" cy="849086"/>
              </a:xfrm>
              <a:prstGeom prst="rect">
                <a:avLst/>
              </a:prstGeom>
              <a:noFill/>
            </p:spPr>
            <p:txBody>
              <a:bodyPr vert="eaVert" wrap="square" rtlCol="0">
                <a:spAutoFit/>
              </a:bodyPr>
              <a:lstStyle/>
              <a:p>
                <a:r>
                  <a:rPr kumimoji="1" lang="en-US" altLang="zh-CN" dirty="0"/>
                  <a:t>2</a:t>
                </a:r>
                <a:r>
                  <a:rPr kumimoji="1" lang="zh-CN" altLang="en-US" dirty="0"/>
                  <a:t>组</a:t>
                </a:r>
              </a:p>
            </p:txBody>
          </p:sp>
        </p:grpSp>
      </p:grpSp>
      <p:sp>
        <p:nvSpPr>
          <p:cNvPr id="37" name="文本框 36">
            <a:extLst>
              <a:ext uri="{FF2B5EF4-FFF2-40B4-BE49-F238E27FC236}">
                <a16:creationId xmlns:a16="http://schemas.microsoft.com/office/drawing/2014/main" id="{208DA71B-752E-4F6D-B32B-B8A8400A69CD}"/>
              </a:ext>
            </a:extLst>
          </p:cNvPr>
          <p:cNvSpPr txBox="1"/>
          <p:nvPr/>
        </p:nvSpPr>
        <p:spPr>
          <a:xfrm>
            <a:off x="11111116" y="4436795"/>
            <a:ext cx="438912" cy="369332"/>
          </a:xfrm>
          <a:prstGeom prst="rect">
            <a:avLst/>
          </a:prstGeom>
          <a:noFill/>
        </p:spPr>
        <p:txBody>
          <a:bodyPr wrap="square">
            <a:spAutoFit/>
          </a:bodyPr>
          <a:lstStyle/>
          <a:p>
            <a:r>
              <a:rPr kumimoji="1" lang="en-US" altLang="zh-CN" dirty="0">
                <a:latin typeface="+mn-ea"/>
              </a:rPr>
              <a:t>12</a:t>
            </a:r>
            <a:endParaRPr lang="zh-CN" altLang="en-US" dirty="0"/>
          </a:p>
        </p:txBody>
      </p:sp>
      <p:sp>
        <p:nvSpPr>
          <p:cNvPr id="38" name="左大括号 37">
            <a:extLst>
              <a:ext uri="{FF2B5EF4-FFF2-40B4-BE49-F238E27FC236}">
                <a16:creationId xmlns:a16="http://schemas.microsoft.com/office/drawing/2014/main" id="{24D5D6D4-1FFC-628B-451E-D01D68F83433}"/>
              </a:ext>
            </a:extLst>
          </p:cNvPr>
          <p:cNvSpPr/>
          <p:nvPr/>
        </p:nvSpPr>
        <p:spPr>
          <a:xfrm rot="13736008">
            <a:off x="10889709" y="4157947"/>
            <a:ext cx="264423" cy="604605"/>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zh-CN" altLang="en-US" dirty="0"/>
          </a:p>
        </p:txBody>
      </p:sp>
      <p:grpSp>
        <p:nvGrpSpPr>
          <p:cNvPr id="40" name="组合 39">
            <a:extLst>
              <a:ext uri="{FF2B5EF4-FFF2-40B4-BE49-F238E27FC236}">
                <a16:creationId xmlns:a16="http://schemas.microsoft.com/office/drawing/2014/main" id="{5C440186-56DF-9B1C-0C24-6246D717ACE9}"/>
              </a:ext>
            </a:extLst>
          </p:cNvPr>
          <p:cNvGrpSpPr/>
          <p:nvPr/>
        </p:nvGrpSpPr>
        <p:grpSpPr>
          <a:xfrm>
            <a:off x="6394439" y="5048632"/>
            <a:ext cx="5337486" cy="2346063"/>
            <a:chOff x="7145079" y="2101849"/>
            <a:chExt cx="5118993" cy="5572028"/>
          </a:xfrm>
        </p:grpSpPr>
        <p:grpSp>
          <p:nvGrpSpPr>
            <p:cNvPr id="41" name="组合 40">
              <a:extLst>
                <a:ext uri="{FF2B5EF4-FFF2-40B4-BE49-F238E27FC236}">
                  <a16:creationId xmlns:a16="http://schemas.microsoft.com/office/drawing/2014/main" id="{A0EDA619-1841-F536-F615-86F910B370D6}"/>
                </a:ext>
              </a:extLst>
            </p:cNvPr>
            <p:cNvGrpSpPr/>
            <p:nvPr/>
          </p:nvGrpSpPr>
          <p:grpSpPr>
            <a:xfrm>
              <a:off x="7145079" y="2101849"/>
              <a:ext cx="4883728" cy="3438301"/>
              <a:chOff x="501004" y="2607011"/>
              <a:chExt cx="7467783" cy="4237071"/>
            </a:xfrm>
          </p:grpSpPr>
          <p:grpSp>
            <p:nvGrpSpPr>
              <p:cNvPr id="43" name="组合 42">
                <a:extLst>
                  <a:ext uri="{FF2B5EF4-FFF2-40B4-BE49-F238E27FC236}">
                    <a16:creationId xmlns:a16="http://schemas.microsoft.com/office/drawing/2014/main" id="{743BADF1-2997-B81B-DE1F-6446BB1DF8E8}"/>
                  </a:ext>
                </a:extLst>
              </p:cNvPr>
              <p:cNvGrpSpPr/>
              <p:nvPr/>
            </p:nvGrpSpPr>
            <p:grpSpPr>
              <a:xfrm>
                <a:off x="501004" y="2607011"/>
                <a:ext cx="7467783" cy="4237071"/>
                <a:chOff x="3714383" y="3805172"/>
                <a:chExt cx="4763233" cy="2702563"/>
              </a:xfrm>
            </p:grpSpPr>
            <p:sp>
              <p:nvSpPr>
                <p:cNvPr id="45" name="矩形: 圆角 24">
                  <a:extLst>
                    <a:ext uri="{FF2B5EF4-FFF2-40B4-BE49-F238E27FC236}">
                      <a16:creationId xmlns:a16="http://schemas.microsoft.com/office/drawing/2014/main" id="{5B601D07-966E-86F1-0C8B-5816F75CC2B0}"/>
                    </a:ext>
                  </a:extLst>
                </p:cNvPr>
                <p:cNvSpPr/>
                <p:nvPr/>
              </p:nvSpPr>
              <p:spPr>
                <a:xfrm>
                  <a:off x="3714383" y="3890164"/>
                  <a:ext cx="4763233" cy="2617571"/>
                </a:xfrm>
                <a:prstGeom prst="roundRect">
                  <a:avLst>
                    <a:gd name="adj" fmla="val 10405"/>
                  </a:avLst>
                </a:prstGeom>
                <a:solidFill>
                  <a:srgbClr val="E2EBE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圆顶角 25">
                  <a:extLst>
                    <a:ext uri="{FF2B5EF4-FFF2-40B4-BE49-F238E27FC236}">
                      <a16:creationId xmlns:a16="http://schemas.microsoft.com/office/drawing/2014/main" id="{9A8E87D4-86B0-00D7-EEB0-B3720F0FBD33}"/>
                    </a:ext>
                  </a:extLst>
                </p:cNvPr>
                <p:cNvSpPr/>
                <p:nvPr/>
              </p:nvSpPr>
              <p:spPr>
                <a:xfrm>
                  <a:off x="3714383" y="3805172"/>
                  <a:ext cx="4763233" cy="525203"/>
                </a:xfrm>
                <a:prstGeom prst="round2SameRect">
                  <a:avLst>
                    <a:gd name="adj1" fmla="val 45261"/>
                    <a:gd name="adj2" fmla="val 0"/>
                  </a:avLst>
                </a:prstGeom>
                <a:solidFill>
                  <a:srgbClr val="950041"/>
                </a:solidFill>
              </p:spPr>
              <p:style>
                <a:lnRef idx="2">
                  <a:schemeClr val="accent1">
                    <a:shade val="15000"/>
                  </a:schemeClr>
                </a:lnRef>
                <a:fillRef idx="1">
                  <a:schemeClr val="accent1"/>
                </a:fillRef>
                <a:effectRef idx="0">
                  <a:schemeClr val="accent1"/>
                </a:effectRef>
                <a:fontRef idx="minor">
                  <a:schemeClr val="lt1"/>
                </a:fontRef>
              </p:style>
              <p:txBody>
                <a:bodyPr lIns="90000" rtlCol="0" anchor="ctr"/>
                <a:lstStyle/>
                <a:p>
                  <a:r>
                    <a:rPr lang="zh-CN" altLang="en-US" sz="2000" dirty="0">
                      <a:latin typeface="+mj-ea"/>
                    </a:rPr>
                    <a:t>收集信息</a:t>
                  </a:r>
                  <a:endParaRPr lang="en-US" altLang="zh-CN" sz="2000" dirty="0">
                    <a:latin typeface="+mj-ea"/>
                  </a:endParaRPr>
                </a:p>
              </p:txBody>
            </p:sp>
          </p:grpSp>
          <p:sp>
            <p:nvSpPr>
              <p:cNvPr id="44" name="文本框 43">
                <a:extLst>
                  <a:ext uri="{FF2B5EF4-FFF2-40B4-BE49-F238E27FC236}">
                    <a16:creationId xmlns:a16="http://schemas.microsoft.com/office/drawing/2014/main" id="{5400106E-A544-BFEB-B2C3-98E224D65763}"/>
                  </a:ext>
                </a:extLst>
              </p:cNvPr>
              <p:cNvSpPr txBox="1"/>
              <p:nvPr/>
            </p:nvSpPr>
            <p:spPr>
              <a:xfrm>
                <a:off x="501004" y="3353236"/>
                <a:ext cx="7238939" cy="493062"/>
              </a:xfrm>
              <a:prstGeom prst="rect">
                <a:avLst/>
              </a:prstGeom>
              <a:noFill/>
            </p:spPr>
            <p:txBody>
              <a:bodyPr wrap="square">
                <a:spAutoFit/>
              </a:bodyPr>
              <a:lstStyle/>
              <a:p>
                <a:endParaRPr lang="en-US" altLang="zh-CN" sz="2000" b="1" dirty="0"/>
              </a:p>
            </p:txBody>
          </p:sp>
        </p:grpSp>
        <p:sp>
          <p:nvSpPr>
            <p:cNvPr id="42" name="文本框 41">
              <a:extLst>
                <a:ext uri="{FF2B5EF4-FFF2-40B4-BE49-F238E27FC236}">
                  <a16:creationId xmlns:a16="http://schemas.microsoft.com/office/drawing/2014/main" id="{57CBB8CF-0E45-C4DA-9652-3CB16EA2CA26}"/>
                </a:ext>
              </a:extLst>
            </p:cNvPr>
            <p:cNvSpPr txBox="1"/>
            <p:nvPr/>
          </p:nvSpPr>
          <p:spPr>
            <a:xfrm>
              <a:off x="7243699" y="2813119"/>
              <a:ext cx="5020373" cy="4860758"/>
            </a:xfrm>
            <a:prstGeom prst="rect">
              <a:avLst/>
            </a:prstGeom>
            <a:noFill/>
          </p:spPr>
          <p:txBody>
            <a:bodyPr wrap="square">
              <a:spAutoFit/>
            </a:bodyPr>
            <a:lstStyle/>
            <a:p>
              <a:pPr marL="285750" indent="-285750">
                <a:buFont typeface="Arial" panose="020B0604020202020204" pitchFamily="34" charset="0"/>
                <a:buChar char="•"/>
              </a:pPr>
              <a:r>
                <a:rPr kumimoji="1" lang="zh-CN" altLang="en-US" dirty="0">
                  <a:latin typeface="+mn-ea"/>
                </a:rPr>
                <a:t>总共</a:t>
              </a:r>
              <a:r>
                <a:rPr kumimoji="1" lang="en-US" altLang="zh-CN" dirty="0">
                  <a:latin typeface="+mn-ea"/>
                </a:rPr>
                <a:t>12</a:t>
              </a:r>
              <a:r>
                <a:rPr kumimoji="1" lang="zh-CN" altLang="en-US" dirty="0">
                  <a:latin typeface="+mn-ea"/>
                </a:rPr>
                <a:t>位参与者</a:t>
              </a:r>
              <a:endParaRPr kumimoji="1" lang="en-US" altLang="zh-CN" dirty="0">
                <a:latin typeface="+mn-ea"/>
              </a:endParaRPr>
            </a:p>
            <a:p>
              <a:r>
                <a:rPr kumimoji="1" lang="en-US" altLang="zh-CN" dirty="0">
                  <a:latin typeface="+mn-ea"/>
                </a:rPr>
                <a:t>	</a:t>
              </a:r>
              <a:r>
                <a:rPr kumimoji="1" lang="zh-CN" altLang="en-US" dirty="0">
                  <a:latin typeface="+mn-ea"/>
                </a:rPr>
                <a:t>每个参与者进行</a:t>
              </a:r>
              <a:r>
                <a:rPr kumimoji="1" lang="en-US" altLang="zh-CN" dirty="0">
                  <a:latin typeface="+mn-ea"/>
                </a:rPr>
                <a:t>12</a:t>
              </a:r>
              <a:r>
                <a:rPr kumimoji="1" lang="zh-CN" altLang="en-US" dirty="0">
                  <a:latin typeface="+mn-ea"/>
                </a:rPr>
                <a:t>个环节</a:t>
              </a:r>
              <a:endParaRPr kumimoji="1" lang="en-US" altLang="zh-CN" dirty="0">
                <a:latin typeface="+mn-ea"/>
              </a:endParaRPr>
            </a:p>
            <a:p>
              <a:pPr marL="285750" indent="-285750">
                <a:buFont typeface="Arial" panose="020B0604020202020204" pitchFamily="34" charset="0"/>
                <a:buChar char="•"/>
              </a:pPr>
              <a:r>
                <a:rPr kumimoji="1" lang="zh-CN" altLang="en-US" dirty="0">
                  <a:latin typeface="+mn-ea"/>
                </a:rPr>
                <a:t>每个环节做两边全部手势</a:t>
              </a:r>
              <a:endParaRPr kumimoji="1" lang="en-US" altLang="zh-CN" dirty="0">
                <a:latin typeface="+mn-ea"/>
              </a:endParaRPr>
            </a:p>
            <a:p>
              <a:r>
                <a:rPr kumimoji="1" lang="en-US" altLang="zh-CN" dirty="0">
                  <a:latin typeface="+mn-ea"/>
                </a:rPr>
                <a:t>	WO</a:t>
              </a:r>
              <a:r>
                <a:rPr kumimoji="1" lang="zh-CN" altLang="en-US" dirty="0">
                  <a:latin typeface="+mn-ea"/>
                </a:rPr>
                <a:t>手势和</a:t>
              </a:r>
              <a:r>
                <a:rPr kumimoji="1" lang="en-US" altLang="zh-CN" dirty="0">
                  <a:latin typeface="+mn-ea"/>
                </a:rPr>
                <a:t>NO</a:t>
              </a:r>
              <a:r>
                <a:rPr kumimoji="1" lang="zh-CN" altLang="en-US" dirty="0">
                  <a:latin typeface="+mn-ea"/>
                </a:rPr>
                <a:t>手势 </a:t>
              </a:r>
              <a:r>
                <a:rPr kumimoji="1" lang="en-US" altLang="zh-CN" dirty="0">
                  <a:latin typeface="+mn-ea"/>
                </a:rPr>
                <a:t>2×(20+11+9) = 80</a:t>
              </a:r>
            </a:p>
            <a:p>
              <a:endParaRPr kumimoji="1" lang="en-US" altLang="zh-CN" dirty="0">
                <a:latin typeface="+mn-ea"/>
              </a:endParaRPr>
            </a:p>
            <a:p>
              <a:endParaRPr kumimoji="1" lang="en-US" altLang="zh-CN" dirty="0">
                <a:latin typeface="+mn-ea"/>
              </a:endParaRPr>
            </a:p>
            <a:p>
              <a:pPr marL="285750" indent="-285750">
                <a:buFont typeface="Arial" panose="020B0604020202020204" pitchFamily="34" charset="0"/>
                <a:buChar char="•"/>
              </a:pPr>
              <a:endParaRPr lang="zh-CN" altLang="en-US" dirty="0"/>
            </a:p>
          </p:txBody>
        </p:sp>
      </p:grpSp>
      <p:cxnSp>
        <p:nvCxnSpPr>
          <p:cNvPr id="47" name="直接连接符 46">
            <a:extLst>
              <a:ext uri="{FF2B5EF4-FFF2-40B4-BE49-F238E27FC236}">
                <a16:creationId xmlns:a16="http://schemas.microsoft.com/office/drawing/2014/main" id="{5D3EDAC9-0AB5-09FE-8A69-B5C4ABF13AAC}"/>
              </a:ext>
            </a:extLst>
          </p:cNvPr>
          <p:cNvCxnSpPr>
            <a:cxnSpLocks/>
          </p:cNvCxnSpPr>
          <p:nvPr/>
        </p:nvCxnSpPr>
        <p:spPr>
          <a:xfrm>
            <a:off x="5841362" y="958386"/>
            <a:ext cx="0" cy="4771808"/>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51" name="灯片编号占位符 50">
            <a:extLst>
              <a:ext uri="{FF2B5EF4-FFF2-40B4-BE49-F238E27FC236}">
                <a16:creationId xmlns:a16="http://schemas.microsoft.com/office/drawing/2014/main" id="{A6D2D14E-93F1-D1BF-4060-FBA0F6CAD604}"/>
              </a:ext>
            </a:extLst>
          </p:cNvPr>
          <p:cNvSpPr>
            <a:spLocks noGrp="1"/>
          </p:cNvSpPr>
          <p:nvPr>
            <p:ph type="sldNum" sz="quarter" idx="4"/>
          </p:nvPr>
        </p:nvSpPr>
        <p:spPr/>
        <p:txBody>
          <a:bodyPr/>
          <a:lstStyle/>
          <a:p>
            <a:fld id="{7A48417F-7526-485E-AE3C-3E2AE40A04CB}" type="slidenum">
              <a:rPr lang="zh-CN" altLang="en-US" smtClean="0"/>
              <a:pPr/>
              <a:t>27</a:t>
            </a:fld>
            <a:r>
              <a:rPr lang="zh-CN" altLang="en-US"/>
              <a:t> </a:t>
            </a:r>
            <a:r>
              <a:rPr lang="en-US" altLang="zh-CN"/>
              <a:t>/ </a:t>
            </a:r>
            <a:r>
              <a:rPr lang="zh-CN" altLang="en-US"/>
              <a:t>总页数</a:t>
            </a:r>
            <a:endParaRPr lang="zh-CN" altLang="en-US" dirty="0"/>
          </a:p>
        </p:txBody>
      </p:sp>
    </p:spTree>
    <p:extLst>
      <p:ext uri="{BB962C8B-B14F-4D97-AF65-F5344CB8AC3E}">
        <p14:creationId xmlns:p14="http://schemas.microsoft.com/office/powerpoint/2010/main" val="37580433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18E5A7-D93D-6C40-EF84-EB062CA1DF2A}"/>
            </a:ext>
          </a:extLst>
        </p:cNvPr>
        <p:cNvGrpSpPr/>
        <p:nvPr/>
      </p:nvGrpSpPr>
      <p:grpSpPr>
        <a:xfrm>
          <a:off x="0" y="0"/>
          <a:ext cx="0" cy="0"/>
          <a:chOff x="0" y="0"/>
          <a:chExt cx="0" cy="0"/>
        </a:xfrm>
      </p:grpSpPr>
      <p:pic>
        <p:nvPicPr>
          <p:cNvPr id="9" name="图片 8">
            <a:extLst>
              <a:ext uri="{FF2B5EF4-FFF2-40B4-BE49-F238E27FC236}">
                <a16:creationId xmlns:a16="http://schemas.microsoft.com/office/drawing/2014/main" id="{6248391A-7BE1-A232-012C-C4FFBE1DE010}"/>
              </a:ext>
            </a:extLst>
          </p:cNvPr>
          <p:cNvPicPr>
            <a:picLocks noChangeAspect="1"/>
          </p:cNvPicPr>
          <p:nvPr/>
        </p:nvPicPr>
        <p:blipFill rotWithShape="1">
          <a:blip r:embed="rId2">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 name="矩形 1">
            <a:extLst>
              <a:ext uri="{FF2B5EF4-FFF2-40B4-BE49-F238E27FC236}">
                <a16:creationId xmlns:a16="http://schemas.microsoft.com/office/drawing/2014/main" id="{1A9F1A20-F0DA-E972-00A8-D1749E99F37F}"/>
              </a:ext>
            </a:extLst>
          </p:cNvPr>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 name="组合 2">
            <a:extLst>
              <a:ext uri="{FF2B5EF4-FFF2-40B4-BE49-F238E27FC236}">
                <a16:creationId xmlns:a16="http://schemas.microsoft.com/office/drawing/2014/main" id="{87B6792C-24E0-14D7-4AF6-21047EFF1CAD}"/>
              </a:ext>
            </a:extLst>
          </p:cNvPr>
          <p:cNvGrpSpPr/>
          <p:nvPr/>
        </p:nvGrpSpPr>
        <p:grpSpPr>
          <a:xfrm>
            <a:off x="138529" y="112811"/>
            <a:ext cx="4110086" cy="593132"/>
            <a:chOff x="1019925" y="1507763"/>
            <a:chExt cx="4110086" cy="593132"/>
          </a:xfrm>
        </p:grpSpPr>
        <p:sp>
          <p:nvSpPr>
            <p:cNvPr id="4" name="文本框 3">
              <a:extLst>
                <a:ext uri="{FF2B5EF4-FFF2-40B4-BE49-F238E27FC236}">
                  <a16:creationId xmlns:a16="http://schemas.microsoft.com/office/drawing/2014/main" id="{38159A11-3B8E-E874-F55A-74FBDA787CC3}"/>
                </a:ext>
              </a:extLst>
            </p:cNvPr>
            <p:cNvSpPr txBox="1"/>
            <p:nvPr/>
          </p:nvSpPr>
          <p:spPr>
            <a:xfrm>
              <a:off x="1700306" y="1507763"/>
              <a:ext cx="3429705" cy="523220"/>
            </a:xfrm>
            <a:prstGeom prst="rect">
              <a:avLst/>
            </a:prstGeom>
            <a:noFill/>
          </p:spPr>
          <p:txBody>
            <a:bodyPr vert="horz" wrap="square" rtlCol="0">
              <a:spAutoFit/>
            </a:bodyPr>
            <a:lstStyle/>
            <a:p>
              <a:pPr algn="dist"/>
              <a:r>
                <a:rPr lang="zh-CN" altLang="en-US" sz="2800" b="1" dirty="0">
                  <a:solidFill>
                    <a:schemeClr val="bg1"/>
                  </a:solidFill>
                  <a:latin typeface="微软雅黑" panose="020B0503020204020204" pitchFamily="34" charset="-122"/>
                  <a:ea typeface="微软雅黑" panose="020B0503020204020204" pitchFamily="34" charset="-122"/>
                </a:rPr>
                <a:t>用户无关和用户相关</a:t>
              </a:r>
            </a:p>
          </p:txBody>
        </p:sp>
        <p:pic>
          <p:nvPicPr>
            <p:cNvPr id="5" name="图片 4">
              <a:extLst>
                <a:ext uri="{FF2B5EF4-FFF2-40B4-BE49-F238E27FC236}">
                  <a16:creationId xmlns:a16="http://schemas.microsoft.com/office/drawing/2014/main" id="{C4C969A2-7E43-CF89-A4BA-6BE8909D0EF8}"/>
                </a:ext>
              </a:extLst>
            </p:cNvPr>
            <p:cNvPicPr>
              <a:picLocks noChangeAspect="1"/>
            </p:cNvPicPr>
            <p:nvPr/>
          </p:nvPicPr>
          <p:blipFill rotWithShape="1">
            <a:blip r:embed="rId3" cstate="print">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sp>
        <p:nvSpPr>
          <p:cNvPr id="62" name="矩形 61">
            <a:extLst>
              <a:ext uri="{FF2B5EF4-FFF2-40B4-BE49-F238E27FC236}">
                <a16:creationId xmlns:a16="http://schemas.microsoft.com/office/drawing/2014/main" id="{26922BC2-4D8C-BAA3-40DE-FB53B013CD68}"/>
              </a:ext>
            </a:extLst>
          </p:cNvPr>
          <p:cNvSpPr/>
          <p:nvPr/>
        </p:nvSpPr>
        <p:spPr>
          <a:xfrm>
            <a:off x="0" y="6553271"/>
            <a:ext cx="12192000" cy="3112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36" name="图片 35">
            <a:extLst>
              <a:ext uri="{FF2B5EF4-FFF2-40B4-BE49-F238E27FC236}">
                <a16:creationId xmlns:a16="http://schemas.microsoft.com/office/drawing/2014/main" id="{5B6E872C-6AC7-1533-D8DC-38F716866155}"/>
              </a:ext>
            </a:extLst>
          </p:cNvPr>
          <p:cNvPicPr>
            <a:picLocks noChangeAspect="1"/>
          </p:cNvPicPr>
          <p:nvPr/>
        </p:nvPicPr>
        <p:blipFill rotWithShape="1">
          <a:blip r:embed="rId4"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pic>
        <p:nvPicPr>
          <p:cNvPr id="10" name="图片 9">
            <a:extLst>
              <a:ext uri="{FF2B5EF4-FFF2-40B4-BE49-F238E27FC236}">
                <a16:creationId xmlns:a16="http://schemas.microsoft.com/office/drawing/2014/main" id="{51CCEF2C-1877-1FEE-D5DE-1541BD7F0407}"/>
              </a:ext>
            </a:extLst>
          </p:cNvPr>
          <p:cNvPicPr>
            <a:picLocks noChangeAspect="1"/>
          </p:cNvPicPr>
          <p:nvPr/>
        </p:nvPicPr>
        <p:blipFill>
          <a:blip r:embed="rId5"/>
          <a:stretch>
            <a:fillRect/>
          </a:stretch>
        </p:blipFill>
        <p:spPr>
          <a:xfrm>
            <a:off x="409653" y="1349763"/>
            <a:ext cx="5373030" cy="3969369"/>
          </a:xfrm>
          <a:prstGeom prst="rect">
            <a:avLst/>
          </a:prstGeom>
        </p:spPr>
      </p:pic>
      <p:grpSp>
        <p:nvGrpSpPr>
          <p:cNvPr id="6" name="组合 5">
            <a:extLst>
              <a:ext uri="{FF2B5EF4-FFF2-40B4-BE49-F238E27FC236}">
                <a16:creationId xmlns:a16="http://schemas.microsoft.com/office/drawing/2014/main" id="{D85F8147-17DC-B474-1B0E-DA668C0D0D00}"/>
              </a:ext>
            </a:extLst>
          </p:cNvPr>
          <p:cNvGrpSpPr/>
          <p:nvPr/>
        </p:nvGrpSpPr>
        <p:grpSpPr>
          <a:xfrm>
            <a:off x="6789600" y="2052712"/>
            <a:ext cx="4649370" cy="2767356"/>
            <a:chOff x="7145079" y="2101849"/>
            <a:chExt cx="4883728" cy="4288021"/>
          </a:xfrm>
        </p:grpSpPr>
        <p:grpSp>
          <p:nvGrpSpPr>
            <p:cNvPr id="7" name="组合 6">
              <a:extLst>
                <a:ext uri="{FF2B5EF4-FFF2-40B4-BE49-F238E27FC236}">
                  <a16:creationId xmlns:a16="http://schemas.microsoft.com/office/drawing/2014/main" id="{A2C27F13-93A7-441A-740A-8451A4B72920}"/>
                </a:ext>
              </a:extLst>
            </p:cNvPr>
            <p:cNvGrpSpPr/>
            <p:nvPr/>
          </p:nvGrpSpPr>
          <p:grpSpPr>
            <a:xfrm>
              <a:off x="7145079" y="2101849"/>
              <a:ext cx="4883728" cy="4288020"/>
              <a:chOff x="501004" y="2607011"/>
              <a:chExt cx="7467783" cy="5284193"/>
            </a:xfrm>
          </p:grpSpPr>
          <p:grpSp>
            <p:nvGrpSpPr>
              <p:cNvPr id="11" name="组合 10">
                <a:extLst>
                  <a:ext uri="{FF2B5EF4-FFF2-40B4-BE49-F238E27FC236}">
                    <a16:creationId xmlns:a16="http://schemas.microsoft.com/office/drawing/2014/main" id="{ADDBE6A5-BF08-16C4-E6CD-CFAA2CCADFD4}"/>
                  </a:ext>
                </a:extLst>
              </p:cNvPr>
              <p:cNvGrpSpPr/>
              <p:nvPr/>
            </p:nvGrpSpPr>
            <p:grpSpPr>
              <a:xfrm>
                <a:off x="501004" y="2607011"/>
                <a:ext cx="7467783" cy="5284193"/>
                <a:chOff x="3714383" y="3805172"/>
                <a:chExt cx="4763233" cy="3370457"/>
              </a:xfrm>
            </p:grpSpPr>
            <p:sp>
              <p:nvSpPr>
                <p:cNvPr id="13" name="矩形: 圆角 24">
                  <a:extLst>
                    <a:ext uri="{FF2B5EF4-FFF2-40B4-BE49-F238E27FC236}">
                      <a16:creationId xmlns:a16="http://schemas.microsoft.com/office/drawing/2014/main" id="{BAA1BE51-6F09-0D75-56C1-9108E8EA45F0}"/>
                    </a:ext>
                  </a:extLst>
                </p:cNvPr>
                <p:cNvSpPr/>
                <p:nvPr/>
              </p:nvSpPr>
              <p:spPr>
                <a:xfrm>
                  <a:off x="3714383" y="3890164"/>
                  <a:ext cx="4763233" cy="3285465"/>
                </a:xfrm>
                <a:prstGeom prst="roundRect">
                  <a:avLst>
                    <a:gd name="adj" fmla="val 10405"/>
                  </a:avLst>
                </a:prstGeom>
                <a:solidFill>
                  <a:srgbClr val="E2EBE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顶角 25">
                  <a:extLst>
                    <a:ext uri="{FF2B5EF4-FFF2-40B4-BE49-F238E27FC236}">
                      <a16:creationId xmlns:a16="http://schemas.microsoft.com/office/drawing/2014/main" id="{0F91F3A5-7D28-32AC-228C-FC15132F1E80}"/>
                    </a:ext>
                  </a:extLst>
                </p:cNvPr>
                <p:cNvSpPr/>
                <p:nvPr/>
              </p:nvSpPr>
              <p:spPr>
                <a:xfrm>
                  <a:off x="3714383" y="3805172"/>
                  <a:ext cx="4763233" cy="525203"/>
                </a:xfrm>
                <a:prstGeom prst="round2SameRect">
                  <a:avLst>
                    <a:gd name="adj1" fmla="val 45261"/>
                    <a:gd name="adj2" fmla="val 0"/>
                  </a:avLst>
                </a:prstGeom>
                <a:solidFill>
                  <a:srgbClr val="950041"/>
                </a:solidFill>
              </p:spPr>
              <p:style>
                <a:lnRef idx="2">
                  <a:schemeClr val="accent1">
                    <a:shade val="15000"/>
                  </a:schemeClr>
                </a:lnRef>
                <a:fillRef idx="1">
                  <a:schemeClr val="accent1"/>
                </a:fillRef>
                <a:effectRef idx="0">
                  <a:schemeClr val="accent1"/>
                </a:effectRef>
                <a:fontRef idx="minor">
                  <a:schemeClr val="lt1"/>
                </a:fontRef>
              </p:style>
              <p:txBody>
                <a:bodyPr lIns="90000" rtlCol="0" anchor="ctr"/>
                <a:lstStyle/>
                <a:p>
                  <a:r>
                    <a:rPr lang="zh-CN" altLang="en-US" sz="2000" dirty="0">
                      <a:latin typeface="+mj-ea"/>
                    </a:rPr>
                    <a:t>验证结果</a:t>
                  </a:r>
                  <a:endParaRPr lang="en-US" altLang="zh-CN" sz="2000" dirty="0">
                    <a:latin typeface="+mj-ea"/>
                  </a:endParaRPr>
                </a:p>
              </p:txBody>
            </p:sp>
          </p:grpSp>
          <p:sp>
            <p:nvSpPr>
              <p:cNvPr id="12" name="文本框 11">
                <a:extLst>
                  <a:ext uri="{FF2B5EF4-FFF2-40B4-BE49-F238E27FC236}">
                    <a16:creationId xmlns:a16="http://schemas.microsoft.com/office/drawing/2014/main" id="{C9851CF3-B627-9D18-7F43-58A0171625D4}"/>
                  </a:ext>
                </a:extLst>
              </p:cNvPr>
              <p:cNvSpPr txBox="1"/>
              <p:nvPr/>
            </p:nvSpPr>
            <p:spPr>
              <a:xfrm>
                <a:off x="501004" y="3353236"/>
                <a:ext cx="7238939" cy="493062"/>
              </a:xfrm>
              <a:prstGeom prst="rect">
                <a:avLst/>
              </a:prstGeom>
              <a:noFill/>
            </p:spPr>
            <p:txBody>
              <a:bodyPr wrap="square">
                <a:spAutoFit/>
              </a:bodyPr>
              <a:lstStyle/>
              <a:p>
                <a:endParaRPr lang="en-US" altLang="zh-CN" sz="2000" b="1" dirty="0"/>
              </a:p>
            </p:txBody>
          </p:sp>
        </p:grpSp>
        <p:sp>
          <p:nvSpPr>
            <p:cNvPr id="8" name="文本框 7">
              <a:extLst>
                <a:ext uri="{FF2B5EF4-FFF2-40B4-BE49-F238E27FC236}">
                  <a16:creationId xmlns:a16="http://schemas.microsoft.com/office/drawing/2014/main" id="{53FF9B77-AD01-FBD0-33E2-84EBE79F3098}"/>
                </a:ext>
              </a:extLst>
            </p:cNvPr>
            <p:cNvSpPr txBox="1"/>
            <p:nvPr/>
          </p:nvSpPr>
          <p:spPr>
            <a:xfrm>
              <a:off x="7243699" y="2813119"/>
              <a:ext cx="4402938" cy="3576751"/>
            </a:xfrm>
            <a:prstGeom prst="rect">
              <a:avLst/>
            </a:prstGeom>
            <a:noFill/>
          </p:spPr>
          <p:txBody>
            <a:bodyPr wrap="square">
              <a:spAutoFit/>
            </a:bodyPr>
            <a:lstStyle/>
            <a:p>
              <a:r>
                <a:rPr lang="zh-CN" altLang="en-US" dirty="0"/>
                <a:t>对于用户无关性能我们也使用留一法交叉验证（LOPO）。平均 </a:t>
              </a:r>
              <a:r>
                <a:rPr lang="en" altLang="zh-CN" dirty="0"/>
                <a:t>MPJPE </a:t>
              </a:r>
              <a:r>
                <a:rPr lang="zh-CN" altLang="en-US" dirty="0"/>
                <a:t>为 </a:t>
              </a:r>
              <a:r>
                <a:rPr lang="en-US" altLang="zh-CN" dirty="0"/>
                <a:t>14.1 </a:t>
              </a:r>
              <a:r>
                <a:rPr lang="en" altLang="zh-CN" dirty="0"/>
                <a:t>mm</a:t>
              </a:r>
              <a:r>
                <a:rPr lang="zh-CN" altLang="en" dirty="0"/>
                <a:t>（</a:t>
              </a:r>
              <a:r>
                <a:rPr lang="zh-CN" altLang="en-US" dirty="0"/>
                <a:t>标准差</a:t>
              </a:r>
              <a:r>
                <a:rPr lang="en-US" altLang="zh-CN" dirty="0"/>
                <a:t>=5 </a:t>
              </a:r>
              <a:r>
                <a:rPr lang="en" altLang="zh-CN" dirty="0"/>
                <a:t>mm</a:t>
              </a:r>
              <a:r>
                <a:rPr lang="zh-CN" altLang="en" dirty="0"/>
                <a:t>）</a:t>
              </a:r>
              <a:endParaRPr lang="en-US" altLang="zh-CN" dirty="0"/>
            </a:p>
            <a:p>
              <a:endParaRPr lang="en-US" altLang="zh-CN" dirty="0"/>
            </a:p>
            <a:p>
              <a:endParaRPr lang="en-US" altLang="zh-CN" dirty="0"/>
            </a:p>
            <a:p>
              <a:endParaRPr lang="en-US" altLang="zh-CN" dirty="0"/>
            </a:p>
            <a:p>
              <a:r>
                <a:rPr lang="zh-CN" altLang="en-US" dirty="0"/>
                <a:t>用户相关性能，用新数据进行微调，整体 </a:t>
              </a:r>
              <a:r>
                <a:rPr lang="en" altLang="zh-CN" dirty="0"/>
                <a:t>MPJPE </a:t>
              </a:r>
              <a:r>
                <a:rPr lang="zh-CN" altLang="en-US" dirty="0"/>
                <a:t>降低至 </a:t>
              </a:r>
              <a:r>
                <a:rPr lang="en-US" altLang="zh-CN" dirty="0"/>
                <a:t>10.3 </a:t>
              </a:r>
              <a:r>
                <a:rPr lang="en" altLang="zh-CN" dirty="0"/>
                <a:t>mm</a:t>
              </a:r>
              <a:endParaRPr lang="zh-CN" altLang="en-US" dirty="0"/>
            </a:p>
          </p:txBody>
        </p:sp>
      </p:grpSp>
      <p:sp>
        <p:nvSpPr>
          <p:cNvPr id="18" name="灯片编号占位符 17">
            <a:extLst>
              <a:ext uri="{FF2B5EF4-FFF2-40B4-BE49-F238E27FC236}">
                <a16:creationId xmlns:a16="http://schemas.microsoft.com/office/drawing/2014/main" id="{3AB1B884-AF9C-F16C-09E1-7B9D54C68AEF}"/>
              </a:ext>
            </a:extLst>
          </p:cNvPr>
          <p:cNvSpPr>
            <a:spLocks noGrp="1"/>
          </p:cNvSpPr>
          <p:nvPr>
            <p:ph type="sldNum" sz="quarter" idx="4"/>
          </p:nvPr>
        </p:nvSpPr>
        <p:spPr/>
        <p:txBody>
          <a:bodyPr/>
          <a:lstStyle/>
          <a:p>
            <a:fld id="{7A48417F-7526-485E-AE3C-3E2AE40A04CB}" type="slidenum">
              <a:rPr lang="zh-CN" altLang="en-US" smtClean="0"/>
              <a:pPr/>
              <a:t>28</a:t>
            </a:fld>
            <a:r>
              <a:rPr lang="zh-CN" altLang="en-US"/>
              <a:t> </a:t>
            </a:r>
            <a:r>
              <a:rPr lang="en-US" altLang="zh-CN"/>
              <a:t>/ </a:t>
            </a:r>
            <a:r>
              <a:rPr lang="zh-CN" altLang="en-US"/>
              <a:t>总页数</a:t>
            </a:r>
            <a:endParaRPr lang="zh-CN" altLang="en-US" dirty="0"/>
          </a:p>
        </p:txBody>
      </p:sp>
    </p:spTree>
    <p:extLst>
      <p:ext uri="{BB962C8B-B14F-4D97-AF65-F5344CB8AC3E}">
        <p14:creationId xmlns:p14="http://schemas.microsoft.com/office/powerpoint/2010/main" val="12081860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CBB224-6978-54E1-BDD6-EDE57A1575BA}"/>
            </a:ext>
          </a:extLst>
        </p:cNvPr>
        <p:cNvGrpSpPr/>
        <p:nvPr/>
      </p:nvGrpSpPr>
      <p:grpSpPr>
        <a:xfrm>
          <a:off x="0" y="0"/>
          <a:ext cx="0" cy="0"/>
          <a:chOff x="0" y="0"/>
          <a:chExt cx="0" cy="0"/>
        </a:xfrm>
      </p:grpSpPr>
      <p:pic>
        <p:nvPicPr>
          <p:cNvPr id="9" name="图片 8">
            <a:extLst>
              <a:ext uri="{FF2B5EF4-FFF2-40B4-BE49-F238E27FC236}">
                <a16:creationId xmlns:a16="http://schemas.microsoft.com/office/drawing/2014/main" id="{D916130F-DE8E-3C63-E0B7-802150FBFB59}"/>
              </a:ext>
            </a:extLst>
          </p:cNvPr>
          <p:cNvPicPr>
            <a:picLocks noChangeAspect="1"/>
          </p:cNvPicPr>
          <p:nvPr/>
        </p:nvPicPr>
        <p:blipFill rotWithShape="1">
          <a:blip r:embed="rId2">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 name="矩形 1">
            <a:extLst>
              <a:ext uri="{FF2B5EF4-FFF2-40B4-BE49-F238E27FC236}">
                <a16:creationId xmlns:a16="http://schemas.microsoft.com/office/drawing/2014/main" id="{FB47148C-10A9-5427-2646-827754C9C2C1}"/>
              </a:ext>
            </a:extLst>
          </p:cNvPr>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 name="组合 2">
            <a:extLst>
              <a:ext uri="{FF2B5EF4-FFF2-40B4-BE49-F238E27FC236}">
                <a16:creationId xmlns:a16="http://schemas.microsoft.com/office/drawing/2014/main" id="{3E0B4699-3340-CFA9-76EC-F6271CABDE6A}"/>
              </a:ext>
            </a:extLst>
          </p:cNvPr>
          <p:cNvGrpSpPr/>
          <p:nvPr/>
        </p:nvGrpSpPr>
        <p:grpSpPr>
          <a:xfrm>
            <a:off x="138529" y="112811"/>
            <a:ext cx="4098934" cy="593132"/>
            <a:chOff x="1019925" y="1507763"/>
            <a:chExt cx="4098934" cy="593132"/>
          </a:xfrm>
        </p:grpSpPr>
        <p:sp>
          <p:nvSpPr>
            <p:cNvPr id="4" name="文本框 3">
              <a:extLst>
                <a:ext uri="{FF2B5EF4-FFF2-40B4-BE49-F238E27FC236}">
                  <a16:creationId xmlns:a16="http://schemas.microsoft.com/office/drawing/2014/main" id="{FBB8DA9A-5E43-D93E-99CF-B5611BCBACDC}"/>
                </a:ext>
              </a:extLst>
            </p:cNvPr>
            <p:cNvSpPr txBox="1"/>
            <p:nvPr/>
          </p:nvSpPr>
          <p:spPr>
            <a:xfrm>
              <a:off x="1700306" y="1507763"/>
              <a:ext cx="3418553" cy="523220"/>
            </a:xfrm>
            <a:prstGeom prst="rect">
              <a:avLst/>
            </a:prstGeom>
            <a:noFill/>
          </p:spPr>
          <p:txBody>
            <a:bodyPr vert="horz" wrap="square" rtlCol="0">
              <a:spAutoFit/>
            </a:bodyPr>
            <a:lstStyle/>
            <a:p>
              <a:pPr algn="dist"/>
              <a:r>
                <a:rPr lang="zh-CN" altLang="en-US" sz="2800" b="1" dirty="0">
                  <a:solidFill>
                    <a:schemeClr val="bg1"/>
                  </a:solidFill>
                  <a:latin typeface="微软雅黑" panose="020B0503020204020204" pitchFamily="34" charset="-122"/>
                  <a:ea typeface="微软雅黑" panose="020B0503020204020204" pitchFamily="34" charset="-122"/>
                </a:rPr>
                <a:t>用户无关和用户相关</a:t>
              </a:r>
            </a:p>
          </p:txBody>
        </p:sp>
        <p:pic>
          <p:nvPicPr>
            <p:cNvPr id="5" name="图片 4">
              <a:extLst>
                <a:ext uri="{FF2B5EF4-FFF2-40B4-BE49-F238E27FC236}">
                  <a16:creationId xmlns:a16="http://schemas.microsoft.com/office/drawing/2014/main" id="{58D2EE24-7327-C3E1-6F72-C6FA7C8766CD}"/>
                </a:ext>
              </a:extLst>
            </p:cNvPr>
            <p:cNvPicPr>
              <a:picLocks noChangeAspect="1"/>
            </p:cNvPicPr>
            <p:nvPr/>
          </p:nvPicPr>
          <p:blipFill rotWithShape="1">
            <a:blip r:embed="rId3" cstate="print">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sp>
        <p:nvSpPr>
          <p:cNvPr id="62" name="矩形 61">
            <a:extLst>
              <a:ext uri="{FF2B5EF4-FFF2-40B4-BE49-F238E27FC236}">
                <a16:creationId xmlns:a16="http://schemas.microsoft.com/office/drawing/2014/main" id="{861D70FC-AF05-84AF-7897-C976038E23AB}"/>
              </a:ext>
            </a:extLst>
          </p:cNvPr>
          <p:cNvSpPr/>
          <p:nvPr/>
        </p:nvSpPr>
        <p:spPr>
          <a:xfrm>
            <a:off x="0" y="6553271"/>
            <a:ext cx="12192000" cy="3112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36" name="图片 35">
            <a:extLst>
              <a:ext uri="{FF2B5EF4-FFF2-40B4-BE49-F238E27FC236}">
                <a16:creationId xmlns:a16="http://schemas.microsoft.com/office/drawing/2014/main" id="{734E441E-5C17-98C5-7796-9D3552961080}"/>
              </a:ext>
            </a:extLst>
          </p:cNvPr>
          <p:cNvPicPr>
            <a:picLocks noChangeAspect="1"/>
          </p:cNvPicPr>
          <p:nvPr/>
        </p:nvPicPr>
        <p:blipFill rotWithShape="1">
          <a:blip r:embed="rId4"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pic>
        <p:nvPicPr>
          <p:cNvPr id="6" name="图片 5">
            <a:extLst>
              <a:ext uri="{FF2B5EF4-FFF2-40B4-BE49-F238E27FC236}">
                <a16:creationId xmlns:a16="http://schemas.microsoft.com/office/drawing/2014/main" id="{E5896A4D-168B-8BA2-B30E-62618347288A}"/>
              </a:ext>
            </a:extLst>
          </p:cNvPr>
          <p:cNvPicPr>
            <a:picLocks noChangeAspect="1"/>
          </p:cNvPicPr>
          <p:nvPr/>
        </p:nvPicPr>
        <p:blipFill>
          <a:blip r:embed="rId5"/>
          <a:stretch>
            <a:fillRect/>
          </a:stretch>
        </p:blipFill>
        <p:spPr>
          <a:xfrm>
            <a:off x="138529" y="923764"/>
            <a:ext cx="5465482" cy="3384320"/>
          </a:xfrm>
          <a:prstGeom prst="rect">
            <a:avLst/>
          </a:prstGeom>
        </p:spPr>
      </p:pic>
      <p:pic>
        <p:nvPicPr>
          <p:cNvPr id="7" name="图片 6">
            <a:extLst>
              <a:ext uri="{FF2B5EF4-FFF2-40B4-BE49-F238E27FC236}">
                <a16:creationId xmlns:a16="http://schemas.microsoft.com/office/drawing/2014/main" id="{26BC449C-38FD-BD85-7E06-6A08B7298C38}"/>
              </a:ext>
            </a:extLst>
          </p:cNvPr>
          <p:cNvPicPr>
            <a:picLocks noChangeAspect="1"/>
          </p:cNvPicPr>
          <p:nvPr/>
        </p:nvPicPr>
        <p:blipFill>
          <a:blip r:embed="rId6"/>
          <a:stretch>
            <a:fillRect/>
          </a:stretch>
        </p:blipFill>
        <p:spPr>
          <a:xfrm>
            <a:off x="6587991" y="877433"/>
            <a:ext cx="4814948" cy="3430651"/>
          </a:xfrm>
          <a:prstGeom prst="rect">
            <a:avLst/>
          </a:prstGeom>
        </p:spPr>
      </p:pic>
      <p:sp>
        <p:nvSpPr>
          <p:cNvPr id="11" name="文本框 10">
            <a:extLst>
              <a:ext uri="{FF2B5EF4-FFF2-40B4-BE49-F238E27FC236}">
                <a16:creationId xmlns:a16="http://schemas.microsoft.com/office/drawing/2014/main" id="{86780617-A42B-2A7D-C289-C22651778D3A}"/>
              </a:ext>
            </a:extLst>
          </p:cNvPr>
          <p:cNvSpPr txBox="1"/>
          <p:nvPr/>
        </p:nvSpPr>
        <p:spPr>
          <a:xfrm>
            <a:off x="8664497" y="4425532"/>
            <a:ext cx="1569660" cy="369332"/>
          </a:xfrm>
          <a:prstGeom prst="rect">
            <a:avLst/>
          </a:prstGeom>
          <a:noFill/>
        </p:spPr>
        <p:txBody>
          <a:bodyPr wrap="none" rtlCol="0">
            <a:spAutoFit/>
          </a:bodyPr>
          <a:lstStyle/>
          <a:p>
            <a:r>
              <a:rPr kumimoji="1" lang="zh-CN" altLang="en-US" dirty="0"/>
              <a:t>仍有改进空间</a:t>
            </a:r>
          </a:p>
        </p:txBody>
      </p:sp>
      <p:sp>
        <p:nvSpPr>
          <p:cNvPr id="12" name="文本框 11">
            <a:extLst>
              <a:ext uri="{FF2B5EF4-FFF2-40B4-BE49-F238E27FC236}">
                <a16:creationId xmlns:a16="http://schemas.microsoft.com/office/drawing/2014/main" id="{F1D2F0A4-6239-0C41-C4F7-C515DA674686}"/>
              </a:ext>
            </a:extLst>
          </p:cNvPr>
          <p:cNvSpPr txBox="1"/>
          <p:nvPr/>
        </p:nvSpPr>
        <p:spPr>
          <a:xfrm>
            <a:off x="2086440" y="4409556"/>
            <a:ext cx="1569660" cy="369332"/>
          </a:xfrm>
          <a:prstGeom prst="rect">
            <a:avLst/>
          </a:prstGeom>
          <a:noFill/>
        </p:spPr>
        <p:txBody>
          <a:bodyPr wrap="none" rtlCol="0">
            <a:spAutoFit/>
          </a:bodyPr>
          <a:lstStyle/>
          <a:p>
            <a:r>
              <a:rPr kumimoji="1" lang="zh-CN" altLang="en-US" dirty="0"/>
              <a:t>误差分布情况</a:t>
            </a:r>
          </a:p>
        </p:txBody>
      </p:sp>
      <p:sp>
        <p:nvSpPr>
          <p:cNvPr id="14" name="灯片编号占位符 13">
            <a:extLst>
              <a:ext uri="{FF2B5EF4-FFF2-40B4-BE49-F238E27FC236}">
                <a16:creationId xmlns:a16="http://schemas.microsoft.com/office/drawing/2014/main" id="{45EBEC69-A737-A9FE-3D45-CFE719041422}"/>
              </a:ext>
            </a:extLst>
          </p:cNvPr>
          <p:cNvSpPr>
            <a:spLocks noGrp="1"/>
          </p:cNvSpPr>
          <p:nvPr>
            <p:ph type="sldNum" sz="quarter" idx="4"/>
          </p:nvPr>
        </p:nvSpPr>
        <p:spPr/>
        <p:txBody>
          <a:bodyPr/>
          <a:lstStyle/>
          <a:p>
            <a:fld id="{7A48417F-7526-485E-AE3C-3E2AE40A04CB}" type="slidenum">
              <a:rPr lang="zh-CN" altLang="en-US" smtClean="0"/>
              <a:pPr/>
              <a:t>29</a:t>
            </a:fld>
            <a:r>
              <a:rPr lang="zh-CN" altLang="en-US"/>
              <a:t> </a:t>
            </a:r>
            <a:r>
              <a:rPr lang="en-US" altLang="zh-CN"/>
              <a:t>/ </a:t>
            </a:r>
            <a:r>
              <a:rPr lang="zh-CN" altLang="en-US"/>
              <a:t>总页数</a:t>
            </a:r>
            <a:endParaRPr lang="zh-CN" altLang="en-US" dirty="0"/>
          </a:p>
        </p:txBody>
      </p:sp>
    </p:spTree>
    <p:extLst>
      <p:ext uri="{BB962C8B-B14F-4D97-AF65-F5344CB8AC3E}">
        <p14:creationId xmlns:p14="http://schemas.microsoft.com/office/powerpoint/2010/main" val="35726582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D957AB-4126-58FB-0ABB-16BDE9EE047B}"/>
            </a:ext>
          </a:extLst>
        </p:cNvPr>
        <p:cNvGrpSpPr/>
        <p:nvPr/>
      </p:nvGrpSpPr>
      <p:grpSpPr>
        <a:xfrm>
          <a:off x="0" y="0"/>
          <a:ext cx="0" cy="0"/>
          <a:chOff x="0" y="0"/>
          <a:chExt cx="0" cy="0"/>
        </a:xfrm>
      </p:grpSpPr>
      <p:pic>
        <p:nvPicPr>
          <p:cNvPr id="9" name="图片 8">
            <a:extLst>
              <a:ext uri="{FF2B5EF4-FFF2-40B4-BE49-F238E27FC236}">
                <a16:creationId xmlns:a16="http://schemas.microsoft.com/office/drawing/2014/main" id="{75C8482B-B1BA-C117-4352-FB229005B784}"/>
              </a:ext>
            </a:extLst>
          </p:cNvPr>
          <p:cNvPicPr>
            <a:picLocks noChangeAspect="1"/>
          </p:cNvPicPr>
          <p:nvPr/>
        </p:nvPicPr>
        <p:blipFill rotWithShape="1">
          <a:blip r:embed="rId2">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 name="矩形 1">
            <a:extLst>
              <a:ext uri="{FF2B5EF4-FFF2-40B4-BE49-F238E27FC236}">
                <a16:creationId xmlns:a16="http://schemas.microsoft.com/office/drawing/2014/main" id="{55694626-2AD6-3A84-CE66-B50269B22DE5}"/>
              </a:ext>
            </a:extLst>
          </p:cNvPr>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 name="组合 2">
            <a:extLst>
              <a:ext uri="{FF2B5EF4-FFF2-40B4-BE49-F238E27FC236}">
                <a16:creationId xmlns:a16="http://schemas.microsoft.com/office/drawing/2014/main" id="{957E1AEB-4CF9-1FBB-5F35-D1BE8C96817F}"/>
              </a:ext>
            </a:extLst>
          </p:cNvPr>
          <p:cNvGrpSpPr/>
          <p:nvPr/>
        </p:nvGrpSpPr>
        <p:grpSpPr>
          <a:xfrm>
            <a:off x="138529" y="112811"/>
            <a:ext cx="4199295" cy="954107"/>
            <a:chOff x="1019925" y="1507763"/>
            <a:chExt cx="4199295" cy="954107"/>
          </a:xfrm>
        </p:grpSpPr>
        <p:sp>
          <p:nvSpPr>
            <p:cNvPr id="4" name="文本框 3">
              <a:extLst>
                <a:ext uri="{FF2B5EF4-FFF2-40B4-BE49-F238E27FC236}">
                  <a16:creationId xmlns:a16="http://schemas.microsoft.com/office/drawing/2014/main" id="{F8E9DF86-D4D1-23A0-E191-75FB5BE0691B}"/>
                </a:ext>
              </a:extLst>
            </p:cNvPr>
            <p:cNvSpPr txBox="1"/>
            <p:nvPr/>
          </p:nvSpPr>
          <p:spPr>
            <a:xfrm>
              <a:off x="1700306" y="1507763"/>
              <a:ext cx="3518914" cy="954107"/>
            </a:xfrm>
            <a:prstGeom prst="rect">
              <a:avLst/>
            </a:prstGeom>
            <a:noFill/>
          </p:spPr>
          <p:txBody>
            <a:bodyPr vert="horz" wrap="square" rtlCol="0">
              <a:spAutoFit/>
            </a:bodyPr>
            <a:lstStyle/>
            <a:p>
              <a:pPr algn="dist"/>
              <a:r>
                <a:rPr lang="zh-CN" altLang="en-US" sz="2800" b="1" dirty="0">
                  <a:solidFill>
                    <a:schemeClr val="bg1"/>
                  </a:solidFill>
                  <a:latin typeface="微软雅黑" panose="020B0503020204020204" pitchFamily="34" charset="-122"/>
                  <a:ea typeface="微软雅黑" panose="020B0503020204020204" pitchFamily="34" charset="-122"/>
                </a:rPr>
                <a:t>用户无关和用户相关</a:t>
              </a:r>
            </a:p>
            <a:p>
              <a:pPr algn="dist"/>
              <a:endParaRPr lang="zh-CN" altLang="en-US" sz="2800" b="1" dirty="0">
                <a:solidFill>
                  <a:schemeClr val="bg1"/>
                </a:solidFill>
                <a:latin typeface="微软雅黑" panose="020B0503020204020204" pitchFamily="34" charset="-122"/>
                <a:ea typeface="微软雅黑" panose="020B0503020204020204" pitchFamily="34" charset="-122"/>
              </a:endParaRPr>
            </a:p>
          </p:txBody>
        </p:sp>
        <p:pic>
          <p:nvPicPr>
            <p:cNvPr id="5" name="图片 4">
              <a:extLst>
                <a:ext uri="{FF2B5EF4-FFF2-40B4-BE49-F238E27FC236}">
                  <a16:creationId xmlns:a16="http://schemas.microsoft.com/office/drawing/2014/main" id="{D18825B7-6DE9-F19F-C08A-F09DCB627741}"/>
                </a:ext>
              </a:extLst>
            </p:cNvPr>
            <p:cNvPicPr>
              <a:picLocks noChangeAspect="1"/>
            </p:cNvPicPr>
            <p:nvPr/>
          </p:nvPicPr>
          <p:blipFill rotWithShape="1">
            <a:blip r:embed="rId3" cstate="print">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sp>
        <p:nvSpPr>
          <p:cNvPr id="62" name="矩形 61">
            <a:extLst>
              <a:ext uri="{FF2B5EF4-FFF2-40B4-BE49-F238E27FC236}">
                <a16:creationId xmlns:a16="http://schemas.microsoft.com/office/drawing/2014/main" id="{A642F6ED-CC91-F998-26B4-432D269C6FBF}"/>
              </a:ext>
            </a:extLst>
          </p:cNvPr>
          <p:cNvSpPr/>
          <p:nvPr/>
        </p:nvSpPr>
        <p:spPr>
          <a:xfrm>
            <a:off x="0" y="6553271"/>
            <a:ext cx="12192000" cy="3112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36" name="图片 35">
            <a:extLst>
              <a:ext uri="{FF2B5EF4-FFF2-40B4-BE49-F238E27FC236}">
                <a16:creationId xmlns:a16="http://schemas.microsoft.com/office/drawing/2014/main" id="{240A532C-0879-85CC-E3B8-B6FC5AA85789}"/>
              </a:ext>
            </a:extLst>
          </p:cNvPr>
          <p:cNvPicPr>
            <a:picLocks noChangeAspect="1"/>
          </p:cNvPicPr>
          <p:nvPr/>
        </p:nvPicPr>
        <p:blipFill rotWithShape="1">
          <a:blip r:embed="rId4"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pic>
        <p:nvPicPr>
          <p:cNvPr id="8" name="图片 7">
            <a:extLst>
              <a:ext uri="{FF2B5EF4-FFF2-40B4-BE49-F238E27FC236}">
                <a16:creationId xmlns:a16="http://schemas.microsoft.com/office/drawing/2014/main" id="{019A1C8F-B8CE-653E-74B6-D069CE44C3DB}"/>
              </a:ext>
            </a:extLst>
          </p:cNvPr>
          <p:cNvPicPr>
            <a:picLocks noChangeAspect="1"/>
          </p:cNvPicPr>
          <p:nvPr/>
        </p:nvPicPr>
        <p:blipFill>
          <a:blip r:embed="rId5"/>
          <a:stretch>
            <a:fillRect/>
          </a:stretch>
        </p:blipFill>
        <p:spPr>
          <a:xfrm>
            <a:off x="47510" y="2029731"/>
            <a:ext cx="12096980" cy="3064036"/>
          </a:xfrm>
          <a:prstGeom prst="rect">
            <a:avLst/>
          </a:prstGeom>
        </p:spPr>
      </p:pic>
      <p:sp>
        <p:nvSpPr>
          <p:cNvPr id="11" name="灯片编号占位符 10">
            <a:extLst>
              <a:ext uri="{FF2B5EF4-FFF2-40B4-BE49-F238E27FC236}">
                <a16:creationId xmlns:a16="http://schemas.microsoft.com/office/drawing/2014/main" id="{4DFE13DA-C67F-D743-87A1-6DD7585175AF}"/>
              </a:ext>
            </a:extLst>
          </p:cNvPr>
          <p:cNvSpPr>
            <a:spLocks noGrp="1"/>
          </p:cNvSpPr>
          <p:nvPr>
            <p:ph type="sldNum" sz="quarter" idx="4"/>
          </p:nvPr>
        </p:nvSpPr>
        <p:spPr/>
        <p:txBody>
          <a:bodyPr/>
          <a:lstStyle/>
          <a:p>
            <a:fld id="{7A48417F-7526-485E-AE3C-3E2AE40A04CB}" type="slidenum">
              <a:rPr lang="zh-CN" altLang="en-US" smtClean="0"/>
              <a:pPr/>
              <a:t>30</a:t>
            </a:fld>
            <a:r>
              <a:rPr lang="zh-CN" altLang="en-US"/>
              <a:t> </a:t>
            </a:r>
            <a:r>
              <a:rPr lang="en-US" altLang="zh-CN"/>
              <a:t>/ </a:t>
            </a:r>
            <a:r>
              <a:rPr lang="zh-CN" altLang="en-US"/>
              <a:t>总页数</a:t>
            </a:r>
            <a:endParaRPr lang="zh-CN" altLang="en-US" dirty="0"/>
          </a:p>
        </p:txBody>
      </p:sp>
    </p:spTree>
    <p:extLst>
      <p:ext uri="{BB962C8B-B14F-4D97-AF65-F5344CB8AC3E}">
        <p14:creationId xmlns:p14="http://schemas.microsoft.com/office/powerpoint/2010/main" val="41975269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215C2-E0F5-D1F7-0A42-794F2DDFA386}"/>
            </a:ext>
          </a:extLst>
        </p:cNvPr>
        <p:cNvGrpSpPr/>
        <p:nvPr/>
      </p:nvGrpSpPr>
      <p:grpSpPr>
        <a:xfrm>
          <a:off x="0" y="0"/>
          <a:ext cx="0" cy="0"/>
          <a:chOff x="0" y="0"/>
          <a:chExt cx="0" cy="0"/>
        </a:xfrm>
      </p:grpSpPr>
      <p:pic>
        <p:nvPicPr>
          <p:cNvPr id="9" name="图片 8">
            <a:extLst>
              <a:ext uri="{FF2B5EF4-FFF2-40B4-BE49-F238E27FC236}">
                <a16:creationId xmlns:a16="http://schemas.microsoft.com/office/drawing/2014/main" id="{68F9CAEE-9ABD-33F9-7C73-2D1E8A4931EE}"/>
              </a:ext>
            </a:extLst>
          </p:cNvPr>
          <p:cNvPicPr>
            <a:picLocks noChangeAspect="1"/>
          </p:cNvPicPr>
          <p:nvPr/>
        </p:nvPicPr>
        <p:blipFill rotWithShape="1">
          <a:blip r:embed="rId2">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 name="矩形 1">
            <a:extLst>
              <a:ext uri="{FF2B5EF4-FFF2-40B4-BE49-F238E27FC236}">
                <a16:creationId xmlns:a16="http://schemas.microsoft.com/office/drawing/2014/main" id="{02A70D07-5079-2ABF-C304-EC6290DAA746}"/>
              </a:ext>
            </a:extLst>
          </p:cNvPr>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 name="组合 2">
            <a:extLst>
              <a:ext uri="{FF2B5EF4-FFF2-40B4-BE49-F238E27FC236}">
                <a16:creationId xmlns:a16="http://schemas.microsoft.com/office/drawing/2014/main" id="{BC302C82-93BD-540B-338F-F7D83A1979AD}"/>
              </a:ext>
            </a:extLst>
          </p:cNvPr>
          <p:cNvGrpSpPr/>
          <p:nvPr/>
        </p:nvGrpSpPr>
        <p:grpSpPr>
          <a:xfrm>
            <a:off x="205713" y="112811"/>
            <a:ext cx="3039292" cy="593132"/>
            <a:chOff x="1019925" y="1507763"/>
            <a:chExt cx="3039292" cy="593132"/>
          </a:xfrm>
        </p:grpSpPr>
        <p:sp>
          <p:nvSpPr>
            <p:cNvPr id="4" name="文本框 3">
              <a:extLst>
                <a:ext uri="{FF2B5EF4-FFF2-40B4-BE49-F238E27FC236}">
                  <a16:creationId xmlns:a16="http://schemas.microsoft.com/office/drawing/2014/main" id="{0A069913-82C4-1DB1-D293-C51BF7BEA2F9}"/>
                </a:ext>
              </a:extLst>
            </p:cNvPr>
            <p:cNvSpPr txBox="1"/>
            <p:nvPr/>
          </p:nvSpPr>
          <p:spPr>
            <a:xfrm>
              <a:off x="1700306" y="1507763"/>
              <a:ext cx="2358911" cy="523220"/>
            </a:xfrm>
            <a:prstGeom prst="rect">
              <a:avLst/>
            </a:prstGeom>
            <a:noFill/>
          </p:spPr>
          <p:txBody>
            <a:bodyPr vert="horz" wrap="square" rtlCol="0">
              <a:spAutoFit/>
            </a:bodyPr>
            <a:lstStyle/>
            <a:p>
              <a:pPr algn="dist"/>
              <a:r>
                <a:rPr lang="zh-CN" altLang="en-US" sz="2800" b="1" dirty="0">
                  <a:solidFill>
                    <a:schemeClr val="bg1"/>
                  </a:solidFill>
                  <a:latin typeface="微软雅黑" panose="020B0503020204020204" pitchFamily="34" charset="-122"/>
                  <a:ea typeface="微软雅黑" panose="020B0503020204020204" pitchFamily="34" charset="-122"/>
                </a:rPr>
                <a:t>遮挡的鲁棒性</a:t>
              </a:r>
            </a:p>
          </p:txBody>
        </p:sp>
        <p:pic>
          <p:nvPicPr>
            <p:cNvPr id="5" name="图片 4">
              <a:extLst>
                <a:ext uri="{FF2B5EF4-FFF2-40B4-BE49-F238E27FC236}">
                  <a16:creationId xmlns:a16="http://schemas.microsoft.com/office/drawing/2014/main" id="{64E9AC7F-520F-1DB3-B86C-7EEFC789C8B4}"/>
                </a:ext>
              </a:extLst>
            </p:cNvPr>
            <p:cNvPicPr>
              <a:picLocks noChangeAspect="1"/>
            </p:cNvPicPr>
            <p:nvPr/>
          </p:nvPicPr>
          <p:blipFill rotWithShape="1">
            <a:blip r:embed="rId3" cstate="print">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sp>
        <p:nvSpPr>
          <p:cNvPr id="62" name="矩形 61">
            <a:extLst>
              <a:ext uri="{FF2B5EF4-FFF2-40B4-BE49-F238E27FC236}">
                <a16:creationId xmlns:a16="http://schemas.microsoft.com/office/drawing/2014/main" id="{822D44E9-6EFB-5B39-70B0-A240C170D327}"/>
              </a:ext>
            </a:extLst>
          </p:cNvPr>
          <p:cNvSpPr/>
          <p:nvPr/>
        </p:nvSpPr>
        <p:spPr>
          <a:xfrm>
            <a:off x="0" y="6553271"/>
            <a:ext cx="12192000" cy="3112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36" name="图片 35">
            <a:extLst>
              <a:ext uri="{FF2B5EF4-FFF2-40B4-BE49-F238E27FC236}">
                <a16:creationId xmlns:a16="http://schemas.microsoft.com/office/drawing/2014/main" id="{03E0E5FE-B1F6-93BC-D263-5660C8408E6F}"/>
              </a:ext>
            </a:extLst>
          </p:cNvPr>
          <p:cNvPicPr>
            <a:picLocks noChangeAspect="1"/>
          </p:cNvPicPr>
          <p:nvPr/>
        </p:nvPicPr>
        <p:blipFill rotWithShape="1">
          <a:blip r:embed="rId4"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pic>
        <p:nvPicPr>
          <p:cNvPr id="6" name="图片 5">
            <a:extLst>
              <a:ext uri="{FF2B5EF4-FFF2-40B4-BE49-F238E27FC236}">
                <a16:creationId xmlns:a16="http://schemas.microsoft.com/office/drawing/2014/main" id="{713155FB-9A97-6841-B1E4-E0876285D484}"/>
              </a:ext>
            </a:extLst>
          </p:cNvPr>
          <p:cNvPicPr>
            <a:picLocks noChangeAspect="1"/>
          </p:cNvPicPr>
          <p:nvPr/>
        </p:nvPicPr>
        <p:blipFill>
          <a:blip r:embed="rId5"/>
          <a:stretch>
            <a:fillRect/>
          </a:stretch>
        </p:blipFill>
        <p:spPr>
          <a:xfrm>
            <a:off x="1011819" y="1450123"/>
            <a:ext cx="5930900" cy="4381500"/>
          </a:xfrm>
          <a:prstGeom prst="rect">
            <a:avLst/>
          </a:prstGeom>
        </p:spPr>
      </p:pic>
      <p:grpSp>
        <p:nvGrpSpPr>
          <p:cNvPr id="8" name="组合 7">
            <a:extLst>
              <a:ext uri="{FF2B5EF4-FFF2-40B4-BE49-F238E27FC236}">
                <a16:creationId xmlns:a16="http://schemas.microsoft.com/office/drawing/2014/main" id="{E4E46C81-552A-8FD5-F542-E5121B5A0FB1}"/>
              </a:ext>
            </a:extLst>
          </p:cNvPr>
          <p:cNvGrpSpPr/>
          <p:nvPr/>
        </p:nvGrpSpPr>
        <p:grpSpPr>
          <a:xfrm>
            <a:off x="7181244" y="2715883"/>
            <a:ext cx="4649370" cy="1936359"/>
            <a:chOff x="7145079" y="2101850"/>
            <a:chExt cx="4883728" cy="3000391"/>
          </a:xfrm>
        </p:grpSpPr>
        <p:grpSp>
          <p:nvGrpSpPr>
            <p:cNvPr id="10" name="组合 9">
              <a:extLst>
                <a:ext uri="{FF2B5EF4-FFF2-40B4-BE49-F238E27FC236}">
                  <a16:creationId xmlns:a16="http://schemas.microsoft.com/office/drawing/2014/main" id="{DF2C0B9B-08BB-F4B7-2095-CF7CF4D2D17A}"/>
                </a:ext>
              </a:extLst>
            </p:cNvPr>
            <p:cNvGrpSpPr/>
            <p:nvPr/>
          </p:nvGrpSpPr>
          <p:grpSpPr>
            <a:xfrm>
              <a:off x="7145079" y="2101850"/>
              <a:ext cx="4883728" cy="2939363"/>
              <a:chOff x="501004" y="2607012"/>
              <a:chExt cx="7467783" cy="3622222"/>
            </a:xfrm>
          </p:grpSpPr>
          <p:grpSp>
            <p:nvGrpSpPr>
              <p:cNvPr id="12" name="组合 11">
                <a:extLst>
                  <a:ext uri="{FF2B5EF4-FFF2-40B4-BE49-F238E27FC236}">
                    <a16:creationId xmlns:a16="http://schemas.microsoft.com/office/drawing/2014/main" id="{66A84EF8-AF11-E35E-5126-DE0361A4524C}"/>
                  </a:ext>
                </a:extLst>
              </p:cNvPr>
              <p:cNvGrpSpPr/>
              <p:nvPr/>
            </p:nvGrpSpPr>
            <p:grpSpPr>
              <a:xfrm>
                <a:off x="501004" y="2607012"/>
                <a:ext cx="7467783" cy="3622222"/>
                <a:chOff x="3714383" y="3805172"/>
                <a:chExt cx="4763233" cy="2310389"/>
              </a:xfrm>
            </p:grpSpPr>
            <p:sp>
              <p:nvSpPr>
                <p:cNvPr id="14" name="矩形: 圆角 24">
                  <a:extLst>
                    <a:ext uri="{FF2B5EF4-FFF2-40B4-BE49-F238E27FC236}">
                      <a16:creationId xmlns:a16="http://schemas.microsoft.com/office/drawing/2014/main" id="{11929564-43FE-C34D-790E-5A1E9EFF0883}"/>
                    </a:ext>
                  </a:extLst>
                </p:cNvPr>
                <p:cNvSpPr/>
                <p:nvPr/>
              </p:nvSpPr>
              <p:spPr>
                <a:xfrm>
                  <a:off x="3714383" y="3890164"/>
                  <a:ext cx="4763233" cy="2225397"/>
                </a:xfrm>
                <a:prstGeom prst="roundRect">
                  <a:avLst>
                    <a:gd name="adj" fmla="val 10405"/>
                  </a:avLst>
                </a:prstGeom>
                <a:solidFill>
                  <a:srgbClr val="E2EBE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圆顶角 25">
                  <a:extLst>
                    <a:ext uri="{FF2B5EF4-FFF2-40B4-BE49-F238E27FC236}">
                      <a16:creationId xmlns:a16="http://schemas.microsoft.com/office/drawing/2014/main" id="{8EB83F9E-CE50-7D05-79FE-430CC24BC21F}"/>
                    </a:ext>
                  </a:extLst>
                </p:cNvPr>
                <p:cNvSpPr/>
                <p:nvPr/>
              </p:nvSpPr>
              <p:spPr>
                <a:xfrm>
                  <a:off x="3714383" y="3805172"/>
                  <a:ext cx="4763233" cy="525203"/>
                </a:xfrm>
                <a:prstGeom prst="round2SameRect">
                  <a:avLst>
                    <a:gd name="adj1" fmla="val 45261"/>
                    <a:gd name="adj2" fmla="val 0"/>
                  </a:avLst>
                </a:prstGeom>
                <a:solidFill>
                  <a:srgbClr val="950041"/>
                </a:solidFill>
              </p:spPr>
              <p:style>
                <a:lnRef idx="2">
                  <a:schemeClr val="accent1">
                    <a:shade val="15000"/>
                  </a:schemeClr>
                </a:lnRef>
                <a:fillRef idx="1">
                  <a:schemeClr val="accent1"/>
                </a:fillRef>
                <a:effectRef idx="0">
                  <a:schemeClr val="accent1"/>
                </a:effectRef>
                <a:fontRef idx="minor">
                  <a:schemeClr val="lt1"/>
                </a:fontRef>
              </p:style>
              <p:txBody>
                <a:bodyPr lIns="90000" rtlCol="0" anchor="ctr"/>
                <a:lstStyle/>
                <a:p>
                  <a:r>
                    <a:rPr lang="zh-CN" altLang="en-US" sz="2000" dirty="0">
                      <a:latin typeface="+mj-ea"/>
                      <a:ea typeface="+mj-ea"/>
                    </a:rPr>
                    <a:t>结果</a:t>
                  </a:r>
                  <a:endParaRPr lang="en-US" altLang="zh-CN" sz="2000" dirty="0">
                    <a:latin typeface="+mj-ea"/>
                    <a:ea typeface="+mj-ea"/>
                  </a:endParaRPr>
                </a:p>
              </p:txBody>
            </p:sp>
          </p:grpSp>
          <p:sp>
            <p:nvSpPr>
              <p:cNvPr id="13" name="文本框 12">
                <a:extLst>
                  <a:ext uri="{FF2B5EF4-FFF2-40B4-BE49-F238E27FC236}">
                    <a16:creationId xmlns:a16="http://schemas.microsoft.com/office/drawing/2014/main" id="{77B03D0D-DB7D-6352-0B44-DB7EF56624C6}"/>
                  </a:ext>
                </a:extLst>
              </p:cNvPr>
              <p:cNvSpPr txBox="1"/>
              <p:nvPr/>
            </p:nvSpPr>
            <p:spPr>
              <a:xfrm>
                <a:off x="501004" y="3353236"/>
                <a:ext cx="7238939" cy="493062"/>
              </a:xfrm>
              <a:prstGeom prst="rect">
                <a:avLst/>
              </a:prstGeom>
              <a:noFill/>
            </p:spPr>
            <p:txBody>
              <a:bodyPr wrap="square">
                <a:spAutoFit/>
              </a:bodyPr>
              <a:lstStyle/>
              <a:p>
                <a:endParaRPr lang="en-US" altLang="zh-CN" sz="2000" b="1" dirty="0"/>
              </a:p>
            </p:txBody>
          </p:sp>
        </p:grpSp>
        <p:sp>
          <p:nvSpPr>
            <p:cNvPr id="11" name="文本框 10">
              <a:extLst>
                <a:ext uri="{FF2B5EF4-FFF2-40B4-BE49-F238E27FC236}">
                  <a16:creationId xmlns:a16="http://schemas.microsoft.com/office/drawing/2014/main" id="{6C59986C-B360-4F2C-6B8F-0C8FCDF34F25}"/>
                </a:ext>
              </a:extLst>
            </p:cNvPr>
            <p:cNvSpPr txBox="1"/>
            <p:nvPr/>
          </p:nvSpPr>
          <p:spPr>
            <a:xfrm>
              <a:off x="7243699" y="2813119"/>
              <a:ext cx="4402938" cy="2289122"/>
            </a:xfrm>
            <a:prstGeom prst="rect">
              <a:avLst/>
            </a:prstGeom>
            <a:noFill/>
          </p:spPr>
          <p:txBody>
            <a:bodyPr wrap="square">
              <a:spAutoFit/>
            </a:bodyPr>
            <a:lstStyle/>
            <a:p>
              <a:r>
                <a:rPr lang="zh-CN" altLang="en-US" dirty="0"/>
                <a:t>以模型类型和遮挡条件作为自变量，结果表明姿态类型对跟踪性能没有显著影响（F=1.03，p=0.33），且用户独立/依赖模型与 NO 姿态/WO 姿态之间也不存在交互作用（F=1.36，p=0.27）。</a:t>
              </a:r>
            </a:p>
          </p:txBody>
        </p:sp>
      </p:grpSp>
      <p:sp>
        <p:nvSpPr>
          <p:cNvPr id="18" name="灯片编号占位符 17">
            <a:extLst>
              <a:ext uri="{FF2B5EF4-FFF2-40B4-BE49-F238E27FC236}">
                <a16:creationId xmlns:a16="http://schemas.microsoft.com/office/drawing/2014/main" id="{9096CE61-13F5-DA4D-0F77-4D096E40E721}"/>
              </a:ext>
            </a:extLst>
          </p:cNvPr>
          <p:cNvSpPr>
            <a:spLocks noGrp="1"/>
          </p:cNvSpPr>
          <p:nvPr>
            <p:ph type="sldNum" sz="quarter" idx="4"/>
          </p:nvPr>
        </p:nvSpPr>
        <p:spPr/>
        <p:txBody>
          <a:bodyPr/>
          <a:lstStyle/>
          <a:p>
            <a:fld id="{7A48417F-7526-485E-AE3C-3E2AE40A04CB}" type="slidenum">
              <a:rPr lang="zh-CN" altLang="en-US" smtClean="0"/>
              <a:pPr/>
              <a:t>31</a:t>
            </a:fld>
            <a:r>
              <a:rPr lang="zh-CN" altLang="en-US"/>
              <a:t> </a:t>
            </a:r>
            <a:r>
              <a:rPr lang="en-US" altLang="zh-CN"/>
              <a:t>/ </a:t>
            </a:r>
            <a:r>
              <a:rPr lang="zh-CN" altLang="en-US"/>
              <a:t>总页数</a:t>
            </a:r>
            <a:endParaRPr lang="zh-CN" altLang="en-US" dirty="0"/>
          </a:p>
        </p:txBody>
      </p:sp>
    </p:spTree>
    <p:extLst>
      <p:ext uri="{BB962C8B-B14F-4D97-AF65-F5344CB8AC3E}">
        <p14:creationId xmlns:p14="http://schemas.microsoft.com/office/powerpoint/2010/main" val="12252116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7981F1-DC75-4BBE-01E2-52E6105716F1}"/>
            </a:ext>
          </a:extLst>
        </p:cNvPr>
        <p:cNvGrpSpPr/>
        <p:nvPr/>
      </p:nvGrpSpPr>
      <p:grpSpPr>
        <a:xfrm>
          <a:off x="0" y="0"/>
          <a:ext cx="0" cy="0"/>
          <a:chOff x="0" y="0"/>
          <a:chExt cx="0" cy="0"/>
        </a:xfrm>
      </p:grpSpPr>
      <p:pic>
        <p:nvPicPr>
          <p:cNvPr id="9" name="图片 8">
            <a:extLst>
              <a:ext uri="{FF2B5EF4-FFF2-40B4-BE49-F238E27FC236}">
                <a16:creationId xmlns:a16="http://schemas.microsoft.com/office/drawing/2014/main" id="{36F23FBE-302C-0E7B-2C7A-AF5B5CCDB4B0}"/>
              </a:ext>
            </a:extLst>
          </p:cNvPr>
          <p:cNvPicPr>
            <a:picLocks noChangeAspect="1"/>
          </p:cNvPicPr>
          <p:nvPr/>
        </p:nvPicPr>
        <p:blipFill rotWithShape="1">
          <a:blip r:embed="rId2">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 name="矩形 1">
            <a:extLst>
              <a:ext uri="{FF2B5EF4-FFF2-40B4-BE49-F238E27FC236}">
                <a16:creationId xmlns:a16="http://schemas.microsoft.com/office/drawing/2014/main" id="{DF41A3F3-8B53-8EBA-AA17-9FAE64CBC640}"/>
              </a:ext>
            </a:extLst>
          </p:cNvPr>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 name="组合 2">
            <a:extLst>
              <a:ext uri="{FF2B5EF4-FFF2-40B4-BE49-F238E27FC236}">
                <a16:creationId xmlns:a16="http://schemas.microsoft.com/office/drawing/2014/main" id="{45B3F853-FFD1-C579-9966-FFFFC484E148}"/>
              </a:ext>
            </a:extLst>
          </p:cNvPr>
          <p:cNvGrpSpPr/>
          <p:nvPr/>
        </p:nvGrpSpPr>
        <p:grpSpPr>
          <a:xfrm>
            <a:off x="138529" y="112811"/>
            <a:ext cx="2325891" cy="593132"/>
            <a:chOff x="1019925" y="1507763"/>
            <a:chExt cx="2325891" cy="593132"/>
          </a:xfrm>
        </p:grpSpPr>
        <p:sp>
          <p:nvSpPr>
            <p:cNvPr id="4" name="文本框 3">
              <a:extLst>
                <a:ext uri="{FF2B5EF4-FFF2-40B4-BE49-F238E27FC236}">
                  <a16:creationId xmlns:a16="http://schemas.microsoft.com/office/drawing/2014/main" id="{2E81ED8C-276A-7658-239D-C6522B9ED4D2}"/>
                </a:ext>
              </a:extLst>
            </p:cNvPr>
            <p:cNvSpPr txBox="1"/>
            <p:nvPr/>
          </p:nvSpPr>
          <p:spPr>
            <a:xfrm>
              <a:off x="1700306" y="1507763"/>
              <a:ext cx="1645510" cy="523220"/>
            </a:xfrm>
            <a:prstGeom prst="rect">
              <a:avLst/>
            </a:prstGeom>
            <a:noFill/>
          </p:spPr>
          <p:txBody>
            <a:bodyPr vert="horz" wrap="square" rtlCol="0">
              <a:spAutoFit/>
            </a:bodyPr>
            <a:lstStyle/>
            <a:p>
              <a:pPr algn="dist"/>
              <a:r>
                <a:rPr lang="zh-CN" altLang="en-US" sz="2800" b="1" dirty="0">
                  <a:solidFill>
                    <a:schemeClr val="bg1"/>
                  </a:solidFill>
                  <a:latin typeface="微软雅黑" panose="020B0503020204020204" pitchFamily="34" charset="-122"/>
                  <a:ea typeface="微软雅黑" panose="020B0503020204020204" pitchFamily="34" charset="-122"/>
                </a:rPr>
                <a:t>建立过程</a:t>
              </a:r>
            </a:p>
          </p:txBody>
        </p:sp>
        <p:pic>
          <p:nvPicPr>
            <p:cNvPr id="5" name="图片 4">
              <a:extLst>
                <a:ext uri="{FF2B5EF4-FFF2-40B4-BE49-F238E27FC236}">
                  <a16:creationId xmlns:a16="http://schemas.microsoft.com/office/drawing/2014/main" id="{9BA81A05-0925-A1F9-9E23-DDDFA5D6114D}"/>
                </a:ext>
              </a:extLst>
            </p:cNvPr>
            <p:cNvPicPr>
              <a:picLocks noChangeAspect="1"/>
            </p:cNvPicPr>
            <p:nvPr/>
          </p:nvPicPr>
          <p:blipFill rotWithShape="1">
            <a:blip r:embed="rId3" cstate="print">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sp>
        <p:nvSpPr>
          <p:cNvPr id="62" name="矩形 61">
            <a:extLst>
              <a:ext uri="{FF2B5EF4-FFF2-40B4-BE49-F238E27FC236}">
                <a16:creationId xmlns:a16="http://schemas.microsoft.com/office/drawing/2014/main" id="{C1A19904-E5AE-440D-7A04-6AE1E173D4B5}"/>
              </a:ext>
            </a:extLst>
          </p:cNvPr>
          <p:cNvSpPr/>
          <p:nvPr/>
        </p:nvSpPr>
        <p:spPr>
          <a:xfrm>
            <a:off x="0" y="6553271"/>
            <a:ext cx="12192000" cy="3112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36" name="图片 35">
            <a:extLst>
              <a:ext uri="{FF2B5EF4-FFF2-40B4-BE49-F238E27FC236}">
                <a16:creationId xmlns:a16="http://schemas.microsoft.com/office/drawing/2014/main" id="{4C2C841B-7608-1E0D-8A5D-049C7464A92D}"/>
              </a:ext>
            </a:extLst>
          </p:cNvPr>
          <p:cNvPicPr>
            <a:picLocks noChangeAspect="1"/>
          </p:cNvPicPr>
          <p:nvPr/>
        </p:nvPicPr>
        <p:blipFill rotWithShape="1">
          <a:blip r:embed="rId4"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grpSp>
        <p:nvGrpSpPr>
          <p:cNvPr id="19" name="组合 18">
            <a:extLst>
              <a:ext uri="{FF2B5EF4-FFF2-40B4-BE49-F238E27FC236}">
                <a16:creationId xmlns:a16="http://schemas.microsoft.com/office/drawing/2014/main" id="{CFC39754-C0F2-9E69-7F63-04F19563834F}"/>
              </a:ext>
            </a:extLst>
          </p:cNvPr>
          <p:cNvGrpSpPr/>
          <p:nvPr/>
        </p:nvGrpSpPr>
        <p:grpSpPr>
          <a:xfrm>
            <a:off x="192048" y="952033"/>
            <a:ext cx="6466705" cy="5655885"/>
            <a:chOff x="192048" y="952033"/>
            <a:chExt cx="6466705" cy="5655885"/>
          </a:xfrm>
        </p:grpSpPr>
        <p:grpSp>
          <p:nvGrpSpPr>
            <p:cNvPr id="6" name="组合 5">
              <a:extLst>
                <a:ext uri="{FF2B5EF4-FFF2-40B4-BE49-F238E27FC236}">
                  <a16:creationId xmlns:a16="http://schemas.microsoft.com/office/drawing/2014/main" id="{B7E8B9DD-CCAC-21E1-6DFC-96373B7D6DD3}"/>
                </a:ext>
              </a:extLst>
            </p:cNvPr>
            <p:cNvGrpSpPr/>
            <p:nvPr/>
          </p:nvGrpSpPr>
          <p:grpSpPr>
            <a:xfrm>
              <a:off x="192048" y="952033"/>
              <a:ext cx="6041484" cy="5655885"/>
              <a:chOff x="-833702" y="666273"/>
              <a:chExt cx="7371985" cy="6759367"/>
            </a:xfrm>
          </p:grpSpPr>
          <p:sp>
            <p:nvSpPr>
              <p:cNvPr id="7" name="矩形 6">
                <a:extLst>
                  <a:ext uri="{FF2B5EF4-FFF2-40B4-BE49-F238E27FC236}">
                    <a16:creationId xmlns:a16="http://schemas.microsoft.com/office/drawing/2014/main" id="{1A6C1406-7229-BBB7-7683-F6BF94942A19}"/>
                  </a:ext>
                </a:extLst>
              </p:cNvPr>
              <p:cNvSpPr/>
              <p:nvPr/>
            </p:nvSpPr>
            <p:spPr>
              <a:xfrm>
                <a:off x="618969" y="666273"/>
                <a:ext cx="5919314" cy="5420939"/>
              </a:xfrm>
              <a:prstGeom prst="rect">
                <a:avLst/>
              </a:prstGeom>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kumimoji="1" lang="zh-CN" altLang="en-US" dirty="0"/>
              </a:p>
            </p:txBody>
          </p:sp>
          <p:sp>
            <p:nvSpPr>
              <p:cNvPr id="12" name="矩形 11">
                <a:extLst>
                  <a:ext uri="{FF2B5EF4-FFF2-40B4-BE49-F238E27FC236}">
                    <a16:creationId xmlns:a16="http://schemas.microsoft.com/office/drawing/2014/main" id="{C2D296E9-D47D-D13D-EC25-4F8166A947AA}"/>
                  </a:ext>
                </a:extLst>
              </p:cNvPr>
              <p:cNvSpPr/>
              <p:nvPr/>
            </p:nvSpPr>
            <p:spPr>
              <a:xfrm>
                <a:off x="442964" y="840824"/>
                <a:ext cx="5919314" cy="5420939"/>
              </a:xfrm>
              <a:prstGeom prst="rect">
                <a:avLst/>
              </a:prstGeom>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kumimoji="1" lang="zh-CN" altLang="en-US"/>
              </a:p>
            </p:txBody>
          </p:sp>
          <p:sp>
            <p:nvSpPr>
              <p:cNvPr id="13" name="矩形 12">
                <a:extLst>
                  <a:ext uri="{FF2B5EF4-FFF2-40B4-BE49-F238E27FC236}">
                    <a16:creationId xmlns:a16="http://schemas.microsoft.com/office/drawing/2014/main" id="{9620C03C-CBFA-2F78-FA0A-51A2920D20DC}"/>
                  </a:ext>
                </a:extLst>
              </p:cNvPr>
              <p:cNvSpPr/>
              <p:nvPr/>
            </p:nvSpPr>
            <p:spPr>
              <a:xfrm>
                <a:off x="232940" y="1001632"/>
                <a:ext cx="5919314" cy="5420939"/>
              </a:xfrm>
              <a:prstGeom prst="rect">
                <a:avLst/>
              </a:prstGeom>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kumimoji="1" lang="zh-CN" altLang="en-US" dirty="0"/>
              </a:p>
            </p:txBody>
          </p:sp>
          <p:sp>
            <p:nvSpPr>
              <p:cNvPr id="14" name="矩形 13">
                <a:extLst>
                  <a:ext uri="{FF2B5EF4-FFF2-40B4-BE49-F238E27FC236}">
                    <a16:creationId xmlns:a16="http://schemas.microsoft.com/office/drawing/2014/main" id="{A4BD438D-A719-5D7A-8D5D-B2B338B7B99F}"/>
                  </a:ext>
                </a:extLst>
              </p:cNvPr>
              <p:cNvSpPr/>
              <p:nvPr/>
            </p:nvSpPr>
            <p:spPr>
              <a:xfrm>
                <a:off x="32252" y="1162440"/>
                <a:ext cx="5919314" cy="5420939"/>
              </a:xfrm>
              <a:prstGeom prst="rect">
                <a:avLst/>
              </a:prstGeom>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kumimoji="1" lang="zh-CN" altLang="en-US" dirty="0"/>
              </a:p>
            </p:txBody>
          </p:sp>
          <p:grpSp>
            <p:nvGrpSpPr>
              <p:cNvPr id="15" name="组合 14">
                <a:extLst>
                  <a:ext uri="{FF2B5EF4-FFF2-40B4-BE49-F238E27FC236}">
                    <a16:creationId xmlns:a16="http://schemas.microsoft.com/office/drawing/2014/main" id="{109152AE-F4F3-6209-81F0-A7D9A63EB65D}"/>
                  </a:ext>
                </a:extLst>
              </p:cNvPr>
              <p:cNvGrpSpPr/>
              <p:nvPr/>
            </p:nvGrpSpPr>
            <p:grpSpPr>
              <a:xfrm>
                <a:off x="-833702" y="1431998"/>
                <a:ext cx="6785267" cy="5993642"/>
                <a:chOff x="-1076709" y="692302"/>
                <a:chExt cx="8647302" cy="6882010"/>
              </a:xfrm>
            </p:grpSpPr>
            <p:sp>
              <p:nvSpPr>
                <p:cNvPr id="16" name="左大括号 15">
                  <a:extLst>
                    <a:ext uri="{FF2B5EF4-FFF2-40B4-BE49-F238E27FC236}">
                      <a16:creationId xmlns:a16="http://schemas.microsoft.com/office/drawing/2014/main" id="{711767A4-25DB-6123-BFB5-EB2455DC337E}"/>
                    </a:ext>
                  </a:extLst>
                </p:cNvPr>
                <p:cNvSpPr/>
                <p:nvPr/>
              </p:nvSpPr>
              <p:spPr>
                <a:xfrm rot="16200000">
                  <a:off x="3645574" y="3154315"/>
                  <a:ext cx="313867" cy="7536171"/>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zh-CN" altLang="en-US" dirty="0"/>
                </a:p>
              </p:txBody>
            </p:sp>
            <p:sp>
              <p:nvSpPr>
                <p:cNvPr id="17" name="文本框 16">
                  <a:extLst>
                    <a:ext uri="{FF2B5EF4-FFF2-40B4-BE49-F238E27FC236}">
                      <a16:creationId xmlns:a16="http://schemas.microsoft.com/office/drawing/2014/main" id="{8437F96B-B26C-204F-327E-8B58A17F0915}"/>
                    </a:ext>
                  </a:extLst>
                </p:cNvPr>
                <p:cNvSpPr txBox="1"/>
                <p:nvPr/>
              </p:nvSpPr>
              <p:spPr>
                <a:xfrm>
                  <a:off x="2824206" y="7067500"/>
                  <a:ext cx="2460587" cy="506812"/>
                </a:xfrm>
                <a:prstGeom prst="rect">
                  <a:avLst/>
                </a:prstGeom>
                <a:noFill/>
              </p:spPr>
              <p:txBody>
                <a:bodyPr wrap="square" rtlCol="0">
                  <a:spAutoFit/>
                </a:bodyPr>
                <a:lstStyle/>
                <a:p>
                  <a:r>
                    <a:rPr kumimoji="1" lang="en-US" altLang="zh-CN" dirty="0">
                      <a:latin typeface="+mn-ea"/>
                    </a:rPr>
                    <a:t>20+11+9</a:t>
                  </a:r>
                  <a:endParaRPr kumimoji="1" lang="zh-CN" altLang="en-US" dirty="0"/>
                </a:p>
              </p:txBody>
            </p:sp>
            <p:grpSp>
              <p:nvGrpSpPr>
                <p:cNvPr id="18" name="组合 17">
                  <a:extLst>
                    <a:ext uri="{FF2B5EF4-FFF2-40B4-BE49-F238E27FC236}">
                      <a16:creationId xmlns:a16="http://schemas.microsoft.com/office/drawing/2014/main" id="{B7FCACFC-7E7E-A2EF-3688-864AD03C2E9C}"/>
                    </a:ext>
                  </a:extLst>
                </p:cNvPr>
                <p:cNvGrpSpPr/>
                <p:nvPr/>
              </p:nvGrpSpPr>
              <p:grpSpPr>
                <a:xfrm>
                  <a:off x="550303" y="2983374"/>
                  <a:ext cx="6527801" cy="1132934"/>
                  <a:chOff x="550303" y="2983374"/>
                  <a:chExt cx="6527801" cy="1132934"/>
                </a:xfrm>
              </p:grpSpPr>
              <p:pic>
                <p:nvPicPr>
                  <p:cNvPr id="57" name="图片 56">
                    <a:extLst>
                      <a:ext uri="{FF2B5EF4-FFF2-40B4-BE49-F238E27FC236}">
                        <a16:creationId xmlns:a16="http://schemas.microsoft.com/office/drawing/2014/main" id="{45AD45E0-6698-8A5E-6127-C8148CA47B99}"/>
                      </a:ext>
                    </a:extLst>
                  </p:cNvPr>
                  <p:cNvPicPr>
                    <a:picLocks noChangeAspect="1"/>
                  </p:cNvPicPr>
                  <p:nvPr/>
                </p:nvPicPr>
                <p:blipFill>
                  <a:blip r:embed="rId5"/>
                  <a:srcRect t="6098"/>
                  <a:stretch>
                    <a:fillRect/>
                  </a:stretch>
                </p:blipFill>
                <p:spPr>
                  <a:xfrm>
                    <a:off x="550303" y="2983374"/>
                    <a:ext cx="812800" cy="1132934"/>
                  </a:xfrm>
                  <a:prstGeom prst="rect">
                    <a:avLst/>
                  </a:prstGeom>
                </p:spPr>
              </p:pic>
              <p:pic>
                <p:nvPicPr>
                  <p:cNvPr id="58" name="图片 57">
                    <a:extLst>
                      <a:ext uri="{FF2B5EF4-FFF2-40B4-BE49-F238E27FC236}">
                        <a16:creationId xmlns:a16="http://schemas.microsoft.com/office/drawing/2014/main" id="{D8A62082-5944-C1D2-09FE-AC92E030E2D3}"/>
                      </a:ext>
                    </a:extLst>
                  </p:cNvPr>
                  <p:cNvPicPr>
                    <a:picLocks noChangeAspect="1"/>
                  </p:cNvPicPr>
                  <p:nvPr/>
                </p:nvPicPr>
                <p:blipFill>
                  <a:blip r:embed="rId6"/>
                  <a:srcRect t="4545" r="65196"/>
                  <a:stretch>
                    <a:fillRect/>
                  </a:stretch>
                </p:blipFill>
                <p:spPr>
                  <a:xfrm>
                    <a:off x="2569604" y="2983374"/>
                    <a:ext cx="901700" cy="1081443"/>
                  </a:xfrm>
                  <a:prstGeom prst="rect">
                    <a:avLst/>
                  </a:prstGeom>
                </p:spPr>
              </p:pic>
              <p:pic>
                <p:nvPicPr>
                  <p:cNvPr id="60" name="图片 59">
                    <a:extLst>
                      <a:ext uri="{FF2B5EF4-FFF2-40B4-BE49-F238E27FC236}">
                        <a16:creationId xmlns:a16="http://schemas.microsoft.com/office/drawing/2014/main" id="{CF26A078-C3D1-08A3-7AB7-99AAF128CCF2}"/>
                      </a:ext>
                    </a:extLst>
                  </p:cNvPr>
                  <p:cNvPicPr>
                    <a:picLocks noChangeAspect="1"/>
                  </p:cNvPicPr>
                  <p:nvPr/>
                </p:nvPicPr>
                <p:blipFill>
                  <a:blip r:embed="rId6"/>
                  <a:srcRect l="34313" t="4545" r="31373"/>
                  <a:stretch>
                    <a:fillRect/>
                  </a:stretch>
                </p:blipFill>
                <p:spPr>
                  <a:xfrm>
                    <a:off x="4487305" y="2983374"/>
                    <a:ext cx="889001" cy="1081443"/>
                  </a:xfrm>
                  <a:prstGeom prst="rect">
                    <a:avLst/>
                  </a:prstGeom>
                </p:spPr>
              </p:pic>
              <p:pic>
                <p:nvPicPr>
                  <p:cNvPr id="63" name="图片 62">
                    <a:extLst>
                      <a:ext uri="{FF2B5EF4-FFF2-40B4-BE49-F238E27FC236}">
                        <a16:creationId xmlns:a16="http://schemas.microsoft.com/office/drawing/2014/main" id="{2F9106ED-90D2-749A-3E41-D70F74163B48}"/>
                      </a:ext>
                    </a:extLst>
                  </p:cNvPr>
                  <p:cNvPicPr>
                    <a:picLocks noChangeAspect="1"/>
                  </p:cNvPicPr>
                  <p:nvPr/>
                </p:nvPicPr>
                <p:blipFill>
                  <a:blip r:embed="rId7"/>
                  <a:stretch>
                    <a:fillRect/>
                  </a:stretch>
                </p:blipFill>
                <p:spPr>
                  <a:xfrm>
                    <a:off x="6278004" y="2983375"/>
                    <a:ext cx="800100" cy="1117601"/>
                  </a:xfrm>
                  <a:prstGeom prst="rect">
                    <a:avLst/>
                  </a:prstGeom>
                </p:spPr>
              </p:pic>
            </p:grpSp>
            <p:sp>
              <p:nvSpPr>
                <p:cNvPr id="20" name="左大括号 19">
                  <a:extLst>
                    <a:ext uri="{FF2B5EF4-FFF2-40B4-BE49-F238E27FC236}">
                      <a16:creationId xmlns:a16="http://schemas.microsoft.com/office/drawing/2014/main" id="{9277444B-309E-3DE7-D943-478DEB9B8724}"/>
                    </a:ext>
                  </a:extLst>
                </p:cNvPr>
                <p:cNvSpPr/>
                <p:nvPr/>
              </p:nvSpPr>
              <p:spPr>
                <a:xfrm>
                  <a:off x="-465336" y="692302"/>
                  <a:ext cx="387900" cy="5837058"/>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zh-CN" altLang="en-US"/>
                </a:p>
              </p:txBody>
            </p:sp>
            <p:sp>
              <p:nvSpPr>
                <p:cNvPr id="23" name="文本框 22">
                  <a:extLst>
                    <a:ext uri="{FF2B5EF4-FFF2-40B4-BE49-F238E27FC236}">
                      <a16:creationId xmlns:a16="http://schemas.microsoft.com/office/drawing/2014/main" id="{39430D7A-F2DC-36BD-1439-3A27855AEB10}"/>
                    </a:ext>
                  </a:extLst>
                </p:cNvPr>
                <p:cNvSpPr txBox="1"/>
                <p:nvPr/>
              </p:nvSpPr>
              <p:spPr>
                <a:xfrm>
                  <a:off x="-1076709" y="3267222"/>
                  <a:ext cx="717929" cy="849086"/>
                </a:xfrm>
                <a:prstGeom prst="rect">
                  <a:avLst/>
                </a:prstGeom>
                <a:noFill/>
              </p:spPr>
              <p:txBody>
                <a:bodyPr vert="eaVert" wrap="square" rtlCol="0">
                  <a:spAutoFit/>
                </a:bodyPr>
                <a:lstStyle/>
                <a:p>
                  <a:r>
                    <a:rPr kumimoji="1" lang="en-US" altLang="zh-CN" dirty="0"/>
                    <a:t>1</a:t>
                  </a:r>
                  <a:r>
                    <a:rPr kumimoji="1" lang="zh-CN" altLang="en-US" dirty="0"/>
                    <a:t>组</a:t>
                  </a:r>
                </a:p>
              </p:txBody>
            </p:sp>
          </p:grpSp>
        </p:grpSp>
        <p:sp>
          <p:nvSpPr>
            <p:cNvPr id="8" name="左大括号 7">
              <a:extLst>
                <a:ext uri="{FF2B5EF4-FFF2-40B4-BE49-F238E27FC236}">
                  <a16:creationId xmlns:a16="http://schemas.microsoft.com/office/drawing/2014/main" id="{5E79809A-D146-8C48-1ED1-DA8192D7B7B1}"/>
                </a:ext>
              </a:extLst>
            </p:cNvPr>
            <p:cNvSpPr/>
            <p:nvPr/>
          </p:nvSpPr>
          <p:spPr>
            <a:xfrm rot="13736008">
              <a:off x="6099736" y="5544122"/>
              <a:ext cx="264423" cy="604605"/>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zh-CN" altLang="en-US" dirty="0"/>
            </a:p>
          </p:txBody>
        </p:sp>
        <p:sp>
          <p:nvSpPr>
            <p:cNvPr id="11" name="文本框 10">
              <a:extLst>
                <a:ext uri="{FF2B5EF4-FFF2-40B4-BE49-F238E27FC236}">
                  <a16:creationId xmlns:a16="http://schemas.microsoft.com/office/drawing/2014/main" id="{94B60A73-5FC8-73AB-A922-B596A311E187}"/>
                </a:ext>
              </a:extLst>
            </p:cNvPr>
            <p:cNvSpPr txBox="1"/>
            <p:nvPr/>
          </p:nvSpPr>
          <p:spPr>
            <a:xfrm>
              <a:off x="6219841" y="5903328"/>
              <a:ext cx="438912" cy="369332"/>
            </a:xfrm>
            <a:prstGeom prst="rect">
              <a:avLst/>
            </a:prstGeom>
            <a:noFill/>
          </p:spPr>
          <p:txBody>
            <a:bodyPr wrap="square">
              <a:spAutoFit/>
            </a:bodyPr>
            <a:lstStyle/>
            <a:p>
              <a:r>
                <a:rPr kumimoji="1" lang="en-US" altLang="zh-CN" dirty="0">
                  <a:latin typeface="+mn-ea"/>
                </a:rPr>
                <a:t>11</a:t>
              </a:r>
              <a:endParaRPr lang="zh-CN" altLang="en-US" dirty="0"/>
            </a:p>
          </p:txBody>
        </p:sp>
      </p:grpSp>
      <p:graphicFrame>
        <p:nvGraphicFramePr>
          <p:cNvPr id="10" name="表格 9">
            <a:extLst>
              <a:ext uri="{FF2B5EF4-FFF2-40B4-BE49-F238E27FC236}">
                <a16:creationId xmlns:a16="http://schemas.microsoft.com/office/drawing/2014/main" id="{9B60AEAA-7C79-9648-DC8B-DE00A4971680}"/>
              </a:ext>
            </a:extLst>
          </p:cNvPr>
          <p:cNvGraphicFramePr>
            <a:graphicFrameLocks noGrp="1"/>
          </p:cNvGraphicFramePr>
          <p:nvPr>
            <p:extLst>
              <p:ext uri="{D42A27DB-BD31-4B8C-83A1-F6EECF244321}">
                <p14:modId xmlns:p14="http://schemas.microsoft.com/office/powerpoint/2010/main" val="1431783137"/>
              </p:ext>
            </p:extLst>
          </p:nvPr>
        </p:nvGraphicFramePr>
        <p:xfrm>
          <a:off x="6594570" y="2061628"/>
          <a:ext cx="4850992" cy="4362217"/>
        </p:xfrm>
        <a:graphic>
          <a:graphicData uri="http://schemas.openxmlformats.org/drawingml/2006/table">
            <a:tbl>
              <a:tblPr>
                <a:tableStyleId>{5C22544A-7EE6-4342-B048-85BDC9FD1C3A}</a:tableStyleId>
              </a:tblPr>
              <a:tblGrid>
                <a:gridCol w="1212748">
                  <a:extLst>
                    <a:ext uri="{9D8B030D-6E8A-4147-A177-3AD203B41FA5}">
                      <a16:colId xmlns:a16="http://schemas.microsoft.com/office/drawing/2014/main" val="4114055586"/>
                    </a:ext>
                  </a:extLst>
                </a:gridCol>
                <a:gridCol w="1212748">
                  <a:extLst>
                    <a:ext uri="{9D8B030D-6E8A-4147-A177-3AD203B41FA5}">
                      <a16:colId xmlns:a16="http://schemas.microsoft.com/office/drawing/2014/main" val="665815788"/>
                    </a:ext>
                  </a:extLst>
                </a:gridCol>
                <a:gridCol w="1212748">
                  <a:extLst>
                    <a:ext uri="{9D8B030D-6E8A-4147-A177-3AD203B41FA5}">
                      <a16:colId xmlns:a16="http://schemas.microsoft.com/office/drawing/2014/main" val="2928676936"/>
                    </a:ext>
                  </a:extLst>
                </a:gridCol>
                <a:gridCol w="1212748">
                  <a:extLst>
                    <a:ext uri="{9D8B030D-6E8A-4147-A177-3AD203B41FA5}">
                      <a16:colId xmlns:a16="http://schemas.microsoft.com/office/drawing/2014/main" val="1823194529"/>
                    </a:ext>
                  </a:extLst>
                </a:gridCol>
              </a:tblGrid>
              <a:tr h="179264">
                <a:tc>
                  <a:txBody>
                    <a:bodyPr/>
                    <a:lstStyle/>
                    <a:p>
                      <a:pPr algn="l" fontAlgn="ctr">
                        <a:buNone/>
                      </a:pPr>
                      <a:r>
                        <a:rPr lang="zh-CN" altLang="en-US" sz="1200" u="none" strike="noStrike" dirty="0">
                          <a:effectLst/>
                        </a:rPr>
                        <a:t>序号</a:t>
                      </a:r>
                      <a:endParaRPr lang="zh-CN" altLang="en-US" sz="1200" b="1" i="0" u="none" strike="noStrike" dirty="0">
                        <a:solidFill>
                          <a:srgbClr val="000000"/>
                        </a:solidFill>
                        <a:effectLst/>
                        <a:latin typeface="Inherit"/>
                        <a:ea typeface="微软雅黑" panose="020B0503020204020204" pitchFamily="34" charset="-122"/>
                      </a:endParaRPr>
                    </a:p>
                  </a:txBody>
                  <a:tcPr marL="5779" marR="5779" marT="5779" marB="0" anchor="ctr"/>
                </a:tc>
                <a:tc>
                  <a:txBody>
                    <a:bodyPr/>
                    <a:lstStyle/>
                    <a:p>
                      <a:pPr algn="l" fontAlgn="ctr">
                        <a:buNone/>
                      </a:pPr>
                      <a:r>
                        <a:rPr lang="zh-CN" altLang="en-US" sz="1200" u="none" strike="noStrike" dirty="0">
                          <a:effectLst/>
                        </a:rPr>
                        <a:t>测试场景</a:t>
                      </a:r>
                      <a:endParaRPr lang="zh-CN" altLang="en-US" sz="1200" b="1" i="0" u="none" strike="noStrike" dirty="0">
                        <a:solidFill>
                          <a:srgbClr val="000000"/>
                        </a:solidFill>
                        <a:effectLst/>
                        <a:latin typeface="Inherit"/>
                        <a:ea typeface="微软雅黑" panose="020B0503020204020204" pitchFamily="34" charset="-122"/>
                      </a:endParaRPr>
                    </a:p>
                  </a:txBody>
                  <a:tcPr marL="5779" marR="5779" marT="5779" marB="0" anchor="ctr"/>
                </a:tc>
                <a:tc>
                  <a:txBody>
                    <a:bodyPr/>
                    <a:lstStyle/>
                    <a:p>
                      <a:pPr algn="l" fontAlgn="ctr">
                        <a:buNone/>
                      </a:pPr>
                      <a:r>
                        <a:rPr lang="zh-CN" altLang="en-US" sz="1200" u="none" strike="noStrike" dirty="0">
                          <a:effectLst/>
                        </a:rPr>
                        <a:t>具体做法</a:t>
                      </a:r>
                      <a:endParaRPr lang="zh-CN" altLang="en-US" sz="1200" b="1" i="0" u="none" strike="noStrike" dirty="0">
                        <a:solidFill>
                          <a:srgbClr val="000000"/>
                        </a:solidFill>
                        <a:effectLst/>
                        <a:latin typeface="Inherit"/>
                        <a:ea typeface="微软雅黑" panose="020B0503020204020204" pitchFamily="34" charset="-122"/>
                      </a:endParaRPr>
                    </a:p>
                  </a:txBody>
                  <a:tcPr marL="5779" marR="5779" marT="5779" marB="0" anchor="ctr"/>
                </a:tc>
                <a:tc>
                  <a:txBody>
                    <a:bodyPr/>
                    <a:lstStyle/>
                    <a:p>
                      <a:pPr algn="l" fontAlgn="ctr">
                        <a:buNone/>
                      </a:pPr>
                      <a:r>
                        <a:rPr lang="zh-CN" altLang="en-US" sz="1200" u="none" strike="noStrike" dirty="0">
                          <a:effectLst/>
                        </a:rPr>
                        <a:t>目的</a:t>
                      </a:r>
                      <a:endParaRPr lang="zh-CN" altLang="en-US" sz="1200" b="1" i="0" u="none" strike="noStrike" dirty="0">
                        <a:solidFill>
                          <a:srgbClr val="000000"/>
                        </a:solidFill>
                        <a:effectLst/>
                        <a:latin typeface="Inherit"/>
                        <a:ea typeface="微软雅黑" panose="020B0503020204020204" pitchFamily="34" charset="-122"/>
                      </a:endParaRPr>
                    </a:p>
                  </a:txBody>
                  <a:tcPr marL="5779" marR="5779" marT="5779" marB="0" anchor="ctr"/>
                </a:tc>
                <a:extLst>
                  <a:ext uri="{0D108BD9-81ED-4DB2-BD59-A6C34878D82A}">
                    <a16:rowId xmlns:a16="http://schemas.microsoft.com/office/drawing/2014/main" val="1856107535"/>
                  </a:ext>
                </a:extLst>
              </a:tr>
              <a:tr h="620471">
                <a:tc>
                  <a:txBody>
                    <a:bodyPr/>
                    <a:lstStyle/>
                    <a:p>
                      <a:pPr algn="r" fontAlgn="ctr">
                        <a:buNone/>
                      </a:pPr>
                      <a:r>
                        <a:rPr lang="en-US" altLang="zh-CN" sz="1200" u="none" strike="noStrike" dirty="0">
                          <a:effectLst/>
                        </a:rPr>
                        <a:t>1</a:t>
                      </a:r>
                      <a:endParaRPr lang="en-US" altLang="zh-CN" sz="1200" b="0" i="0" u="none" strike="noStrike" dirty="0">
                        <a:solidFill>
                          <a:srgbClr val="000000"/>
                        </a:solidFill>
                        <a:effectLst/>
                        <a:latin typeface="Inherit"/>
                        <a:ea typeface="微软雅黑" panose="020B0503020204020204" pitchFamily="34" charset="-122"/>
                      </a:endParaRPr>
                    </a:p>
                  </a:txBody>
                  <a:tcPr marL="5779" marR="5779" marT="5779" marB="0" anchor="ctr"/>
                </a:tc>
                <a:tc>
                  <a:txBody>
                    <a:bodyPr/>
                    <a:lstStyle/>
                    <a:p>
                      <a:pPr algn="l" fontAlgn="ctr">
                        <a:buNone/>
                      </a:pPr>
                      <a:r>
                        <a:rPr lang="en" sz="1200" u="none" strike="noStrike" dirty="0">
                          <a:effectLst/>
                        </a:rPr>
                        <a:t>Pose-Neutral-Pose</a:t>
                      </a:r>
                      <a:endParaRPr lang="en" sz="1200" b="0" i="0" u="none" strike="noStrike" dirty="0">
                        <a:solidFill>
                          <a:srgbClr val="000000"/>
                        </a:solidFill>
                        <a:effectLst/>
                        <a:latin typeface="Inherit"/>
                        <a:ea typeface="微软雅黑" panose="020B0503020204020204" pitchFamily="34" charset="-122"/>
                      </a:endParaRPr>
                    </a:p>
                  </a:txBody>
                  <a:tcPr marL="5779" marR="5779" marT="5779" marB="0" anchor="ctr"/>
                </a:tc>
                <a:tc>
                  <a:txBody>
                    <a:bodyPr/>
                    <a:lstStyle/>
                    <a:p>
                      <a:pPr algn="l" fontAlgn="ctr">
                        <a:buNone/>
                      </a:pPr>
                      <a:r>
                        <a:rPr lang="zh-CN" altLang="en-US" sz="1200" u="none" strike="noStrike" dirty="0">
                          <a:effectLst/>
                        </a:rPr>
                        <a:t>每做完一个姿势都回到中立位（</a:t>
                      </a:r>
                      <a:r>
                        <a:rPr lang="en" sz="1200" u="none" strike="noStrike" dirty="0">
                          <a:effectLst/>
                        </a:rPr>
                        <a:t>ASL5）</a:t>
                      </a:r>
                      <a:endParaRPr lang="en" sz="1200" b="0" i="0" u="none" strike="noStrike" dirty="0">
                        <a:solidFill>
                          <a:srgbClr val="000000"/>
                        </a:solidFill>
                        <a:effectLst/>
                        <a:latin typeface="Inherit"/>
                        <a:ea typeface="微软雅黑" panose="020B0503020204020204" pitchFamily="34" charset="-122"/>
                      </a:endParaRPr>
                    </a:p>
                  </a:txBody>
                  <a:tcPr marL="5779" marR="5779" marT="5779" marB="0" anchor="ctr"/>
                </a:tc>
                <a:tc>
                  <a:txBody>
                    <a:bodyPr/>
                    <a:lstStyle/>
                    <a:p>
                      <a:pPr algn="l" fontAlgn="ctr">
                        <a:buNone/>
                      </a:pPr>
                      <a:r>
                        <a:rPr lang="zh-CN" altLang="en-US" sz="1200" u="none" strike="noStrike" dirty="0">
                          <a:effectLst/>
                        </a:rPr>
                        <a:t>对比“连续转换”与“复位”难度</a:t>
                      </a:r>
                      <a:endParaRPr lang="zh-CN" altLang="en-US" sz="1200" b="0" i="0" u="none" strike="noStrike" dirty="0">
                        <a:solidFill>
                          <a:srgbClr val="000000"/>
                        </a:solidFill>
                        <a:effectLst/>
                        <a:latin typeface="Inherit"/>
                        <a:ea typeface="微软雅黑" panose="020B0503020204020204" pitchFamily="34" charset="-122"/>
                      </a:endParaRPr>
                    </a:p>
                  </a:txBody>
                  <a:tcPr marL="5779" marR="5779" marT="5779" marB="0" anchor="ctr"/>
                </a:tc>
                <a:extLst>
                  <a:ext uri="{0D108BD9-81ED-4DB2-BD59-A6C34878D82A}">
                    <a16:rowId xmlns:a16="http://schemas.microsoft.com/office/drawing/2014/main" val="2331373821"/>
                  </a:ext>
                </a:extLst>
              </a:tr>
              <a:tr h="620471">
                <a:tc>
                  <a:txBody>
                    <a:bodyPr/>
                    <a:lstStyle/>
                    <a:p>
                      <a:pPr algn="r" fontAlgn="ctr">
                        <a:buNone/>
                      </a:pPr>
                      <a:r>
                        <a:rPr lang="en-US" altLang="zh-CN" sz="1200" u="none" strike="noStrike" dirty="0">
                          <a:effectLst/>
                        </a:rPr>
                        <a:t>2</a:t>
                      </a:r>
                      <a:endParaRPr lang="en-US" altLang="zh-CN" sz="1200" b="0" i="0" u="none" strike="noStrike" dirty="0">
                        <a:solidFill>
                          <a:srgbClr val="000000"/>
                        </a:solidFill>
                        <a:effectLst/>
                        <a:latin typeface="Inherit"/>
                        <a:ea typeface="微软雅黑" panose="020B0503020204020204" pitchFamily="34" charset="-122"/>
                      </a:endParaRPr>
                    </a:p>
                  </a:txBody>
                  <a:tcPr marL="5779" marR="5779" marT="5779" marB="0" anchor="ctr"/>
                </a:tc>
                <a:tc>
                  <a:txBody>
                    <a:bodyPr/>
                    <a:lstStyle/>
                    <a:p>
                      <a:pPr algn="l" fontAlgn="ctr">
                        <a:buNone/>
                      </a:pPr>
                      <a:r>
                        <a:rPr lang="en" sz="1200" u="none" strike="noStrike" dirty="0">
                          <a:effectLst/>
                        </a:rPr>
                        <a:t>Uncontrolled Hand Movement</a:t>
                      </a:r>
                      <a:endParaRPr lang="en" sz="1200" b="0" i="0" u="none" strike="noStrike" dirty="0">
                        <a:solidFill>
                          <a:srgbClr val="000000"/>
                        </a:solidFill>
                        <a:effectLst/>
                        <a:latin typeface="Inherit"/>
                        <a:ea typeface="微软雅黑" panose="020B0503020204020204" pitchFamily="34" charset="-122"/>
                      </a:endParaRPr>
                    </a:p>
                  </a:txBody>
                  <a:tcPr marL="5779" marR="5779" marT="5779" marB="0" anchor="ctr"/>
                </a:tc>
                <a:tc>
                  <a:txBody>
                    <a:bodyPr/>
                    <a:lstStyle/>
                    <a:p>
                      <a:pPr algn="l" fontAlgn="ctr">
                        <a:buNone/>
                      </a:pPr>
                      <a:r>
                        <a:rPr lang="zh-CN" altLang="en-US" sz="1200" u="none" strike="noStrike" dirty="0">
                          <a:effectLst/>
                        </a:rPr>
                        <a:t>手在屏幕前自由移动，保持平行与可见</a:t>
                      </a:r>
                      <a:endParaRPr lang="zh-CN" altLang="en-US" sz="1200" b="0" i="0" u="none" strike="noStrike" dirty="0">
                        <a:solidFill>
                          <a:srgbClr val="000000"/>
                        </a:solidFill>
                        <a:effectLst/>
                        <a:latin typeface="Inherit"/>
                        <a:ea typeface="微软雅黑" panose="020B0503020204020204" pitchFamily="34" charset="-122"/>
                      </a:endParaRPr>
                    </a:p>
                  </a:txBody>
                  <a:tcPr marL="5779" marR="5779" marT="5779" marB="0" anchor="ctr"/>
                </a:tc>
                <a:tc>
                  <a:txBody>
                    <a:bodyPr/>
                    <a:lstStyle/>
                    <a:p>
                      <a:pPr algn="l" fontAlgn="ctr">
                        <a:buNone/>
                      </a:pPr>
                      <a:r>
                        <a:rPr lang="zh-CN" altLang="en-US" sz="1200" u="none" strike="noStrike" dirty="0">
                          <a:effectLst/>
                        </a:rPr>
                        <a:t>评估自由运动下的追踪稳定性</a:t>
                      </a:r>
                      <a:endParaRPr lang="zh-CN" altLang="en-US" sz="1200" b="0" i="0" u="none" strike="noStrike" dirty="0">
                        <a:solidFill>
                          <a:srgbClr val="000000"/>
                        </a:solidFill>
                        <a:effectLst/>
                        <a:latin typeface="Inherit"/>
                        <a:ea typeface="微软雅黑" panose="020B0503020204020204" pitchFamily="34" charset="-122"/>
                      </a:endParaRPr>
                    </a:p>
                  </a:txBody>
                  <a:tcPr marL="5779" marR="5779" marT="5779" marB="0" anchor="ctr"/>
                </a:tc>
                <a:extLst>
                  <a:ext uri="{0D108BD9-81ED-4DB2-BD59-A6C34878D82A}">
                    <a16:rowId xmlns:a16="http://schemas.microsoft.com/office/drawing/2014/main" val="1363985824"/>
                  </a:ext>
                </a:extLst>
              </a:tr>
              <a:tr h="526809">
                <a:tc>
                  <a:txBody>
                    <a:bodyPr/>
                    <a:lstStyle/>
                    <a:p>
                      <a:pPr algn="r" fontAlgn="ctr">
                        <a:buNone/>
                      </a:pPr>
                      <a:r>
                        <a:rPr lang="en-US" altLang="zh-CN" sz="1200" u="none" strike="noStrike" dirty="0">
                          <a:effectLst/>
                        </a:rPr>
                        <a:t>3</a:t>
                      </a:r>
                      <a:endParaRPr lang="en-US" altLang="zh-CN" sz="1200" b="0" i="0" u="none" strike="noStrike" dirty="0">
                        <a:solidFill>
                          <a:srgbClr val="000000"/>
                        </a:solidFill>
                        <a:effectLst/>
                        <a:latin typeface="Inherit"/>
                        <a:ea typeface="微软雅黑" panose="020B0503020204020204" pitchFamily="34" charset="-122"/>
                      </a:endParaRPr>
                    </a:p>
                  </a:txBody>
                  <a:tcPr marL="5779" marR="5779" marT="5779" marB="0" anchor="ctr"/>
                </a:tc>
                <a:tc>
                  <a:txBody>
                    <a:bodyPr/>
                    <a:lstStyle/>
                    <a:p>
                      <a:pPr algn="l" fontAlgn="ctr">
                        <a:buNone/>
                      </a:pPr>
                      <a:r>
                        <a:rPr lang="en" sz="1200" u="none" strike="noStrike" dirty="0">
                          <a:effectLst/>
                        </a:rPr>
                        <a:t>Music Playing</a:t>
                      </a:r>
                      <a:endParaRPr lang="en" sz="1200" b="0" i="0" u="none" strike="noStrike" dirty="0">
                        <a:solidFill>
                          <a:srgbClr val="000000"/>
                        </a:solidFill>
                        <a:effectLst/>
                        <a:latin typeface="Inherit"/>
                        <a:ea typeface="微软雅黑" panose="020B0503020204020204" pitchFamily="34" charset="-122"/>
                      </a:endParaRPr>
                    </a:p>
                  </a:txBody>
                  <a:tcPr marL="5779" marR="5779" marT="5779" marB="0" anchor="ctr"/>
                </a:tc>
                <a:tc>
                  <a:txBody>
                    <a:bodyPr/>
                    <a:lstStyle/>
                    <a:p>
                      <a:pPr algn="l" fontAlgn="ctr">
                        <a:buNone/>
                      </a:pPr>
                      <a:r>
                        <a:rPr lang="zh-CN" altLang="en-US" sz="1200" u="none" strike="noStrike" dirty="0">
                          <a:effectLst/>
                        </a:rPr>
                        <a:t>手机外放音乐（日常音量）</a:t>
                      </a:r>
                      <a:endParaRPr lang="zh-CN" altLang="en-US" sz="1200" b="0" i="0" u="none" strike="noStrike" dirty="0">
                        <a:solidFill>
                          <a:srgbClr val="000000"/>
                        </a:solidFill>
                        <a:effectLst/>
                        <a:latin typeface="Inherit"/>
                        <a:ea typeface="微软雅黑" panose="020B0503020204020204" pitchFamily="34" charset="-122"/>
                      </a:endParaRPr>
                    </a:p>
                  </a:txBody>
                  <a:tcPr marL="5779" marR="5779" marT="5779" marB="0" anchor="ctr"/>
                </a:tc>
                <a:tc>
                  <a:txBody>
                    <a:bodyPr/>
                    <a:lstStyle/>
                    <a:p>
                      <a:pPr algn="l" fontAlgn="ctr">
                        <a:buNone/>
                      </a:pPr>
                      <a:r>
                        <a:rPr lang="zh-CN" altLang="en-US" sz="1200" u="none" strike="noStrike" dirty="0">
                          <a:effectLst/>
                        </a:rPr>
                        <a:t>检验环境声对主动声学传感的干扰</a:t>
                      </a:r>
                      <a:endParaRPr lang="zh-CN" altLang="en-US" sz="1200" b="0" i="0" u="none" strike="noStrike" dirty="0">
                        <a:solidFill>
                          <a:srgbClr val="000000"/>
                        </a:solidFill>
                        <a:effectLst/>
                        <a:latin typeface="Inherit"/>
                        <a:ea typeface="微软雅黑" panose="020B0503020204020204" pitchFamily="34" charset="-122"/>
                      </a:endParaRPr>
                    </a:p>
                  </a:txBody>
                  <a:tcPr marL="5779" marR="5779" marT="5779" marB="0" anchor="ctr"/>
                </a:tc>
                <a:extLst>
                  <a:ext uri="{0D108BD9-81ED-4DB2-BD59-A6C34878D82A}">
                    <a16:rowId xmlns:a16="http://schemas.microsoft.com/office/drawing/2014/main" val="2813225680"/>
                  </a:ext>
                </a:extLst>
              </a:tr>
              <a:tr h="497474">
                <a:tc>
                  <a:txBody>
                    <a:bodyPr/>
                    <a:lstStyle/>
                    <a:p>
                      <a:pPr algn="r" fontAlgn="ctr">
                        <a:buNone/>
                      </a:pPr>
                      <a:r>
                        <a:rPr lang="en-US" altLang="zh-CN" sz="1200" u="none" strike="noStrike" dirty="0">
                          <a:effectLst/>
                        </a:rPr>
                        <a:t>4</a:t>
                      </a:r>
                      <a:endParaRPr lang="en-US" altLang="zh-CN" sz="1200" b="0" i="0" u="none" strike="noStrike" dirty="0">
                        <a:solidFill>
                          <a:srgbClr val="000000"/>
                        </a:solidFill>
                        <a:effectLst/>
                        <a:latin typeface="Inherit"/>
                        <a:ea typeface="微软雅黑" panose="020B0503020204020204" pitchFamily="34" charset="-122"/>
                      </a:endParaRPr>
                    </a:p>
                  </a:txBody>
                  <a:tcPr marL="5779" marR="5779" marT="5779" marB="0" anchor="ctr"/>
                </a:tc>
                <a:tc>
                  <a:txBody>
                    <a:bodyPr/>
                    <a:lstStyle/>
                    <a:p>
                      <a:pPr algn="l" fontAlgn="ctr">
                        <a:buNone/>
                      </a:pPr>
                      <a:r>
                        <a:rPr lang="en" sz="1200" u="none" strike="noStrike" dirty="0">
                          <a:effectLst/>
                        </a:rPr>
                        <a:t>Talking</a:t>
                      </a:r>
                      <a:endParaRPr lang="en" sz="1200" b="0" i="0" u="none" strike="noStrike" dirty="0">
                        <a:solidFill>
                          <a:srgbClr val="000000"/>
                        </a:solidFill>
                        <a:effectLst/>
                        <a:latin typeface="Inherit"/>
                        <a:ea typeface="微软雅黑" panose="020B0503020204020204" pitchFamily="34" charset="-122"/>
                      </a:endParaRPr>
                    </a:p>
                  </a:txBody>
                  <a:tcPr marL="5779" marR="5779" marT="5779" marB="0" anchor="ctr"/>
                </a:tc>
                <a:tc>
                  <a:txBody>
                    <a:bodyPr/>
                    <a:lstStyle/>
                    <a:p>
                      <a:pPr algn="l" fontAlgn="ctr">
                        <a:buNone/>
                      </a:pPr>
                      <a:r>
                        <a:rPr lang="zh-CN" altLang="en-US" sz="1200" u="none" strike="noStrike" dirty="0">
                          <a:effectLst/>
                        </a:rPr>
                        <a:t>持续与实验者对话或自言自语</a:t>
                      </a:r>
                      <a:endParaRPr lang="zh-CN" altLang="en-US" sz="1200" b="0" i="0" u="none" strike="noStrike" dirty="0">
                        <a:solidFill>
                          <a:srgbClr val="000000"/>
                        </a:solidFill>
                        <a:effectLst/>
                        <a:latin typeface="Inherit"/>
                        <a:ea typeface="微软雅黑" panose="020B0503020204020204" pitchFamily="34" charset="-122"/>
                      </a:endParaRPr>
                    </a:p>
                  </a:txBody>
                  <a:tcPr marL="5779" marR="5779" marT="5779" marB="0" anchor="ctr"/>
                </a:tc>
                <a:tc>
                  <a:txBody>
                    <a:bodyPr/>
                    <a:lstStyle/>
                    <a:p>
                      <a:pPr algn="l" fontAlgn="ctr">
                        <a:buNone/>
                      </a:pPr>
                      <a:r>
                        <a:rPr lang="zh-CN" altLang="en-US" sz="1200" u="none" strike="noStrike" dirty="0">
                          <a:effectLst/>
                        </a:rPr>
                        <a:t>考察人声是否影响超声信号</a:t>
                      </a:r>
                      <a:endParaRPr lang="zh-CN" altLang="en-US" sz="1200" b="0" i="0" u="none" strike="noStrike" dirty="0">
                        <a:solidFill>
                          <a:srgbClr val="000000"/>
                        </a:solidFill>
                        <a:effectLst/>
                        <a:latin typeface="Inherit"/>
                        <a:ea typeface="微软雅黑" panose="020B0503020204020204" pitchFamily="34" charset="-122"/>
                      </a:endParaRPr>
                    </a:p>
                  </a:txBody>
                  <a:tcPr marL="5779" marR="5779" marT="5779" marB="0" anchor="ctr"/>
                </a:tc>
                <a:extLst>
                  <a:ext uri="{0D108BD9-81ED-4DB2-BD59-A6C34878D82A}">
                    <a16:rowId xmlns:a16="http://schemas.microsoft.com/office/drawing/2014/main" val="710791698"/>
                  </a:ext>
                </a:extLst>
              </a:tr>
              <a:tr h="251483">
                <a:tc>
                  <a:txBody>
                    <a:bodyPr/>
                    <a:lstStyle/>
                    <a:p>
                      <a:pPr algn="r" fontAlgn="ctr">
                        <a:buNone/>
                      </a:pPr>
                      <a:r>
                        <a:rPr lang="en-US" altLang="zh-CN" sz="1200" u="none" strike="noStrike" dirty="0">
                          <a:effectLst/>
                        </a:rPr>
                        <a:t>5</a:t>
                      </a:r>
                      <a:endParaRPr lang="en-US" altLang="zh-CN" sz="1200" b="0" i="0" u="none" strike="noStrike" dirty="0">
                        <a:solidFill>
                          <a:srgbClr val="000000"/>
                        </a:solidFill>
                        <a:effectLst/>
                        <a:latin typeface="Inherit"/>
                        <a:ea typeface="微软雅黑" panose="020B0503020204020204" pitchFamily="34" charset="-122"/>
                      </a:endParaRPr>
                    </a:p>
                  </a:txBody>
                  <a:tcPr marL="5779" marR="5779" marT="5779" marB="0" anchor="ctr"/>
                </a:tc>
                <a:tc>
                  <a:txBody>
                    <a:bodyPr/>
                    <a:lstStyle/>
                    <a:p>
                      <a:pPr algn="l" fontAlgn="ctr">
                        <a:buNone/>
                      </a:pPr>
                      <a:r>
                        <a:rPr lang="en" sz="1200" u="none" strike="noStrike" dirty="0">
                          <a:effectLst/>
                        </a:rPr>
                        <a:t>Radial Deviation</a:t>
                      </a:r>
                      <a:endParaRPr lang="en" sz="1200" b="0" i="0" u="none" strike="noStrike" dirty="0">
                        <a:solidFill>
                          <a:srgbClr val="000000"/>
                        </a:solidFill>
                        <a:effectLst/>
                        <a:latin typeface="Inherit"/>
                        <a:ea typeface="微软雅黑" panose="020B0503020204020204" pitchFamily="34" charset="-122"/>
                      </a:endParaRPr>
                    </a:p>
                  </a:txBody>
                  <a:tcPr marL="5779" marR="5779" marT="5779" marB="0" anchor="ctr"/>
                </a:tc>
                <a:tc gridSpan="2">
                  <a:txBody>
                    <a:bodyPr/>
                    <a:lstStyle/>
                    <a:p>
                      <a:pPr algn="l" fontAlgn="ctr">
                        <a:buNone/>
                      </a:pPr>
                      <a:r>
                        <a:rPr lang="zh-CN" altLang="en-US" sz="1200" u="none" strike="noStrike" dirty="0">
                          <a:effectLst/>
                        </a:rPr>
                        <a:t>手腕保持桡偏姿态</a:t>
                      </a:r>
                      <a:endParaRPr lang="zh-CN" altLang="en-US" sz="1200" b="0" i="0" u="none" strike="noStrike" dirty="0">
                        <a:solidFill>
                          <a:srgbClr val="000000"/>
                        </a:solidFill>
                        <a:effectLst/>
                        <a:latin typeface="Inherit"/>
                        <a:ea typeface="微软雅黑" panose="020B0503020204020204" pitchFamily="34" charset="-122"/>
                      </a:endParaRPr>
                    </a:p>
                  </a:txBody>
                  <a:tcPr marL="5779" marR="5779" marT="5779" marB="0" anchor="ctr"/>
                </a:tc>
                <a:tc hMerge="1">
                  <a:txBody>
                    <a:bodyPr/>
                    <a:lstStyle/>
                    <a:p>
                      <a:endParaRPr lang="zh-CN" altLang="en-US"/>
                    </a:p>
                  </a:txBody>
                  <a:tcPr/>
                </a:tc>
                <a:extLst>
                  <a:ext uri="{0D108BD9-81ED-4DB2-BD59-A6C34878D82A}">
                    <a16:rowId xmlns:a16="http://schemas.microsoft.com/office/drawing/2014/main" val="603627387"/>
                  </a:ext>
                </a:extLst>
              </a:tr>
              <a:tr h="251483">
                <a:tc>
                  <a:txBody>
                    <a:bodyPr/>
                    <a:lstStyle/>
                    <a:p>
                      <a:pPr algn="r" fontAlgn="ctr">
                        <a:buNone/>
                      </a:pPr>
                      <a:r>
                        <a:rPr lang="en-US" altLang="zh-CN" sz="1200" u="none" strike="noStrike" dirty="0">
                          <a:effectLst/>
                        </a:rPr>
                        <a:t>6</a:t>
                      </a:r>
                      <a:endParaRPr lang="en-US" altLang="zh-CN" sz="1200" b="0" i="0" u="none" strike="noStrike" dirty="0">
                        <a:solidFill>
                          <a:srgbClr val="000000"/>
                        </a:solidFill>
                        <a:effectLst/>
                        <a:latin typeface="Inherit"/>
                        <a:ea typeface="微软雅黑" panose="020B0503020204020204" pitchFamily="34" charset="-122"/>
                      </a:endParaRPr>
                    </a:p>
                  </a:txBody>
                  <a:tcPr marL="5779" marR="5779" marT="5779" marB="0" anchor="ctr"/>
                </a:tc>
                <a:tc>
                  <a:txBody>
                    <a:bodyPr/>
                    <a:lstStyle/>
                    <a:p>
                      <a:pPr algn="l" fontAlgn="ctr">
                        <a:buNone/>
                      </a:pPr>
                      <a:r>
                        <a:rPr lang="en" sz="1200" u="none" strike="noStrike" dirty="0">
                          <a:effectLst/>
                        </a:rPr>
                        <a:t>Ulnar Deviation</a:t>
                      </a:r>
                      <a:endParaRPr lang="en" sz="1200" b="0" i="0" u="none" strike="noStrike" dirty="0">
                        <a:solidFill>
                          <a:srgbClr val="000000"/>
                        </a:solidFill>
                        <a:effectLst/>
                        <a:latin typeface="Inherit"/>
                        <a:ea typeface="微软雅黑" panose="020B0503020204020204" pitchFamily="34" charset="-122"/>
                      </a:endParaRPr>
                    </a:p>
                  </a:txBody>
                  <a:tcPr marL="5779" marR="5779" marT="5779" marB="0" anchor="ctr"/>
                </a:tc>
                <a:tc gridSpan="2">
                  <a:txBody>
                    <a:bodyPr/>
                    <a:lstStyle/>
                    <a:p>
                      <a:pPr algn="l" fontAlgn="ctr">
                        <a:buNone/>
                      </a:pPr>
                      <a:r>
                        <a:rPr lang="zh-CN" altLang="en-US" sz="1200" u="none" strike="noStrike" dirty="0">
                          <a:effectLst/>
                        </a:rPr>
                        <a:t>手腕保持尺偏姿态</a:t>
                      </a:r>
                      <a:endParaRPr lang="zh-CN" altLang="en-US" sz="1200" b="0" i="0" u="none" strike="noStrike" dirty="0">
                        <a:solidFill>
                          <a:srgbClr val="000000"/>
                        </a:solidFill>
                        <a:effectLst/>
                        <a:latin typeface="Inherit"/>
                        <a:ea typeface="微软雅黑" panose="020B0503020204020204" pitchFamily="34" charset="-122"/>
                      </a:endParaRPr>
                    </a:p>
                  </a:txBody>
                  <a:tcPr marL="5779" marR="5779" marT="5779" marB="0" anchor="ctr"/>
                </a:tc>
                <a:tc hMerge="1">
                  <a:txBody>
                    <a:bodyPr/>
                    <a:lstStyle/>
                    <a:p>
                      <a:endParaRPr lang="zh-CN" altLang="en-US"/>
                    </a:p>
                  </a:txBody>
                  <a:tcPr/>
                </a:tc>
                <a:extLst>
                  <a:ext uri="{0D108BD9-81ED-4DB2-BD59-A6C34878D82A}">
                    <a16:rowId xmlns:a16="http://schemas.microsoft.com/office/drawing/2014/main" val="3281909608"/>
                  </a:ext>
                </a:extLst>
              </a:tr>
              <a:tr h="374478">
                <a:tc>
                  <a:txBody>
                    <a:bodyPr/>
                    <a:lstStyle/>
                    <a:p>
                      <a:pPr algn="r" fontAlgn="ctr">
                        <a:buNone/>
                      </a:pPr>
                      <a:r>
                        <a:rPr lang="en-US" altLang="zh-CN" sz="1200" u="none" strike="noStrike" dirty="0">
                          <a:effectLst/>
                        </a:rPr>
                        <a:t>7</a:t>
                      </a:r>
                      <a:endParaRPr lang="en-US" altLang="zh-CN" sz="1200" b="0" i="0" u="none" strike="noStrike" dirty="0">
                        <a:solidFill>
                          <a:srgbClr val="000000"/>
                        </a:solidFill>
                        <a:effectLst/>
                        <a:latin typeface="Inherit"/>
                        <a:ea typeface="微软雅黑" panose="020B0503020204020204" pitchFamily="34" charset="-122"/>
                      </a:endParaRPr>
                    </a:p>
                  </a:txBody>
                  <a:tcPr marL="5779" marR="5779" marT="5779" marB="0" anchor="ctr"/>
                </a:tc>
                <a:tc>
                  <a:txBody>
                    <a:bodyPr/>
                    <a:lstStyle/>
                    <a:p>
                      <a:pPr algn="l" fontAlgn="ctr">
                        <a:buNone/>
                      </a:pPr>
                      <a:r>
                        <a:rPr lang="en" sz="1200" u="none" strike="noStrike" dirty="0">
                          <a:effectLst/>
                        </a:rPr>
                        <a:t>Flexion</a:t>
                      </a:r>
                      <a:endParaRPr lang="en" sz="1200" b="0" i="0" u="none" strike="noStrike" dirty="0">
                        <a:solidFill>
                          <a:srgbClr val="000000"/>
                        </a:solidFill>
                        <a:effectLst/>
                        <a:latin typeface="Inherit"/>
                        <a:ea typeface="微软雅黑" panose="020B0503020204020204" pitchFamily="34" charset="-122"/>
                      </a:endParaRPr>
                    </a:p>
                  </a:txBody>
                  <a:tcPr marL="5779" marR="5779" marT="5779" marB="0" anchor="ctr"/>
                </a:tc>
                <a:tc>
                  <a:txBody>
                    <a:bodyPr/>
                    <a:lstStyle/>
                    <a:p>
                      <a:pPr algn="l" fontAlgn="ctr">
                        <a:buNone/>
                      </a:pPr>
                      <a:r>
                        <a:rPr lang="zh-CN" altLang="en-US" sz="1200" u="none" strike="noStrike" dirty="0">
                          <a:effectLst/>
                        </a:rPr>
                        <a:t>手腕保持掌屈姿态</a:t>
                      </a:r>
                      <a:endParaRPr lang="zh-CN" altLang="en-US" sz="1200" b="0" i="0" u="none" strike="noStrike" dirty="0">
                        <a:solidFill>
                          <a:srgbClr val="000000"/>
                        </a:solidFill>
                        <a:effectLst/>
                        <a:latin typeface="Inherit"/>
                        <a:ea typeface="微软雅黑" panose="020B0503020204020204" pitchFamily="34" charset="-122"/>
                      </a:endParaRPr>
                    </a:p>
                  </a:txBody>
                  <a:tcPr marL="5779" marR="5779" marT="5779" marB="0" anchor="ctr"/>
                </a:tc>
                <a:tc>
                  <a:txBody>
                    <a:bodyPr/>
                    <a:lstStyle/>
                    <a:p>
                      <a:pPr algn="l" fontAlgn="ctr">
                        <a:buNone/>
                      </a:pPr>
                      <a:r>
                        <a:rPr lang="zh-CN" altLang="en-US" sz="1200" u="none" strike="noStrike" dirty="0">
                          <a:effectLst/>
                        </a:rPr>
                        <a:t>测试极端腕部角度下的精度</a:t>
                      </a:r>
                      <a:endParaRPr lang="zh-CN" altLang="en-US" sz="1200" b="0" i="0" u="none" strike="noStrike" dirty="0">
                        <a:solidFill>
                          <a:srgbClr val="000000"/>
                        </a:solidFill>
                        <a:effectLst/>
                        <a:latin typeface="Inherit"/>
                        <a:ea typeface="微软雅黑" panose="020B0503020204020204" pitchFamily="34" charset="-122"/>
                      </a:endParaRPr>
                    </a:p>
                  </a:txBody>
                  <a:tcPr marL="5779" marR="5779" marT="5779" marB="0" anchor="ctr"/>
                </a:tc>
                <a:extLst>
                  <a:ext uri="{0D108BD9-81ED-4DB2-BD59-A6C34878D82A}">
                    <a16:rowId xmlns:a16="http://schemas.microsoft.com/office/drawing/2014/main" val="2679333800"/>
                  </a:ext>
                </a:extLst>
              </a:tr>
              <a:tr h="179264">
                <a:tc>
                  <a:txBody>
                    <a:bodyPr/>
                    <a:lstStyle/>
                    <a:p>
                      <a:pPr algn="r" fontAlgn="ctr">
                        <a:buNone/>
                      </a:pPr>
                      <a:r>
                        <a:rPr lang="en-US" altLang="zh-CN" sz="1200" u="none" strike="noStrike" dirty="0">
                          <a:effectLst/>
                        </a:rPr>
                        <a:t>8</a:t>
                      </a:r>
                      <a:endParaRPr lang="en-US" altLang="zh-CN" sz="1200" b="0" i="0" u="none" strike="noStrike" dirty="0">
                        <a:solidFill>
                          <a:srgbClr val="000000"/>
                        </a:solidFill>
                        <a:effectLst/>
                        <a:latin typeface="Inherit"/>
                        <a:ea typeface="微软雅黑" panose="020B0503020204020204" pitchFamily="34" charset="-122"/>
                      </a:endParaRPr>
                    </a:p>
                  </a:txBody>
                  <a:tcPr marL="5779" marR="5779" marT="5779" marB="0" anchor="ctr"/>
                </a:tc>
                <a:tc>
                  <a:txBody>
                    <a:bodyPr/>
                    <a:lstStyle/>
                    <a:p>
                      <a:pPr algn="l" fontAlgn="ctr">
                        <a:buNone/>
                      </a:pPr>
                      <a:r>
                        <a:rPr lang="en" sz="1200" u="none" strike="noStrike" dirty="0">
                          <a:effectLst/>
                        </a:rPr>
                        <a:t>Extension</a:t>
                      </a:r>
                      <a:endParaRPr lang="en" sz="1200" b="0" i="0" u="none" strike="noStrike" dirty="0">
                        <a:solidFill>
                          <a:srgbClr val="000000"/>
                        </a:solidFill>
                        <a:effectLst/>
                        <a:latin typeface="Inherit"/>
                        <a:ea typeface="微软雅黑" panose="020B0503020204020204" pitchFamily="34" charset="-122"/>
                      </a:endParaRPr>
                    </a:p>
                  </a:txBody>
                  <a:tcPr marL="5779" marR="5779" marT="5779" marB="0" anchor="ctr"/>
                </a:tc>
                <a:tc gridSpan="2">
                  <a:txBody>
                    <a:bodyPr/>
                    <a:lstStyle/>
                    <a:p>
                      <a:pPr algn="l" fontAlgn="ctr">
                        <a:buNone/>
                      </a:pPr>
                      <a:r>
                        <a:rPr lang="zh-CN" altLang="en-US" sz="1200" u="none" strike="noStrike" dirty="0">
                          <a:effectLst/>
                        </a:rPr>
                        <a:t>手腕保持背伸姿态</a:t>
                      </a:r>
                      <a:endParaRPr lang="zh-CN" altLang="en-US" sz="1200" b="0" i="0" u="none" strike="noStrike" dirty="0">
                        <a:solidFill>
                          <a:srgbClr val="000000"/>
                        </a:solidFill>
                        <a:effectLst/>
                        <a:latin typeface="Inherit"/>
                        <a:ea typeface="微软雅黑" panose="020B0503020204020204" pitchFamily="34" charset="-122"/>
                      </a:endParaRPr>
                    </a:p>
                  </a:txBody>
                  <a:tcPr marL="5779" marR="5779" marT="5779" marB="0" anchor="ctr"/>
                </a:tc>
                <a:tc hMerge="1">
                  <a:txBody>
                    <a:bodyPr/>
                    <a:lstStyle/>
                    <a:p>
                      <a:endParaRPr lang="zh-CN" altLang="en-US"/>
                    </a:p>
                  </a:txBody>
                  <a:tcPr/>
                </a:tc>
                <a:extLst>
                  <a:ext uri="{0D108BD9-81ED-4DB2-BD59-A6C34878D82A}">
                    <a16:rowId xmlns:a16="http://schemas.microsoft.com/office/drawing/2014/main" val="3471955616"/>
                  </a:ext>
                </a:extLst>
              </a:tr>
              <a:tr h="251483">
                <a:tc>
                  <a:txBody>
                    <a:bodyPr/>
                    <a:lstStyle/>
                    <a:p>
                      <a:pPr algn="r" fontAlgn="ctr">
                        <a:buNone/>
                      </a:pPr>
                      <a:r>
                        <a:rPr lang="en-US" altLang="zh-CN" sz="1200" u="none" strike="noStrike" dirty="0">
                          <a:effectLst/>
                        </a:rPr>
                        <a:t>9</a:t>
                      </a:r>
                      <a:endParaRPr lang="en-US" altLang="zh-CN" sz="1200" b="0" i="0" u="none" strike="noStrike" dirty="0">
                        <a:solidFill>
                          <a:srgbClr val="000000"/>
                        </a:solidFill>
                        <a:effectLst/>
                        <a:latin typeface="Inherit"/>
                        <a:ea typeface="微软雅黑" panose="020B0503020204020204" pitchFamily="34" charset="-122"/>
                      </a:endParaRPr>
                    </a:p>
                  </a:txBody>
                  <a:tcPr marL="5779" marR="5779" marT="5779" marB="0" anchor="ctr"/>
                </a:tc>
                <a:tc>
                  <a:txBody>
                    <a:bodyPr/>
                    <a:lstStyle/>
                    <a:p>
                      <a:pPr algn="l" fontAlgn="ctr">
                        <a:buNone/>
                      </a:pPr>
                      <a:r>
                        <a:rPr lang="en" sz="1200" u="none" strike="noStrike" dirty="0">
                          <a:effectLst/>
                        </a:rPr>
                        <a:t>Neutral</a:t>
                      </a:r>
                      <a:endParaRPr lang="en" sz="1200" b="0" i="0" u="none" strike="noStrike" dirty="0">
                        <a:solidFill>
                          <a:srgbClr val="000000"/>
                        </a:solidFill>
                        <a:effectLst/>
                        <a:latin typeface="Inherit"/>
                        <a:ea typeface="微软雅黑" panose="020B0503020204020204" pitchFamily="34" charset="-122"/>
                      </a:endParaRPr>
                    </a:p>
                  </a:txBody>
                  <a:tcPr marL="5779" marR="5779" marT="5779" marB="0" anchor="ctr"/>
                </a:tc>
                <a:tc>
                  <a:txBody>
                    <a:bodyPr/>
                    <a:lstStyle/>
                    <a:p>
                      <a:pPr algn="l" fontAlgn="ctr">
                        <a:buNone/>
                      </a:pPr>
                      <a:r>
                        <a:rPr lang="zh-CN" altLang="en-US" sz="1200" u="none" strike="noStrike" dirty="0">
                          <a:effectLst/>
                        </a:rPr>
                        <a:t>前臂保持中立位</a:t>
                      </a:r>
                      <a:endParaRPr lang="zh-CN" altLang="en-US" sz="1200" b="0" i="0" u="none" strike="noStrike" dirty="0">
                        <a:solidFill>
                          <a:srgbClr val="000000"/>
                        </a:solidFill>
                        <a:effectLst/>
                        <a:latin typeface="Inherit"/>
                        <a:ea typeface="微软雅黑" panose="020B0503020204020204" pitchFamily="34" charset="-122"/>
                      </a:endParaRPr>
                    </a:p>
                  </a:txBody>
                  <a:tcPr marL="5779" marR="5779" marT="5779" marB="0" anchor="ctr"/>
                </a:tc>
                <a:tc>
                  <a:txBody>
                    <a:bodyPr/>
                    <a:lstStyle/>
                    <a:p>
                      <a:pPr algn="l" fontAlgn="ctr">
                        <a:buNone/>
                      </a:pPr>
                      <a:r>
                        <a:rPr lang="zh-CN" altLang="en-US" sz="1200" u="none" strike="noStrike" dirty="0">
                          <a:effectLst/>
                        </a:rPr>
                        <a:t>基准对照</a:t>
                      </a:r>
                      <a:endParaRPr lang="zh-CN" altLang="en-US" sz="1200" b="0" i="0" u="none" strike="noStrike" dirty="0">
                        <a:solidFill>
                          <a:srgbClr val="000000"/>
                        </a:solidFill>
                        <a:effectLst/>
                        <a:latin typeface="Inherit"/>
                        <a:ea typeface="微软雅黑" panose="020B0503020204020204" pitchFamily="34" charset="-122"/>
                      </a:endParaRPr>
                    </a:p>
                  </a:txBody>
                  <a:tcPr marL="5779" marR="5779" marT="5779" marB="0" anchor="ctr"/>
                </a:tc>
                <a:extLst>
                  <a:ext uri="{0D108BD9-81ED-4DB2-BD59-A6C34878D82A}">
                    <a16:rowId xmlns:a16="http://schemas.microsoft.com/office/drawing/2014/main" val="998043990"/>
                  </a:ext>
                </a:extLst>
              </a:tr>
              <a:tr h="179264">
                <a:tc>
                  <a:txBody>
                    <a:bodyPr/>
                    <a:lstStyle/>
                    <a:p>
                      <a:pPr algn="r" fontAlgn="ctr">
                        <a:buNone/>
                      </a:pPr>
                      <a:r>
                        <a:rPr lang="en-US" altLang="zh-CN" sz="1200" u="none" strike="noStrike" dirty="0">
                          <a:effectLst/>
                        </a:rPr>
                        <a:t>10</a:t>
                      </a:r>
                      <a:endParaRPr lang="en-US" altLang="zh-CN" sz="1200" b="0" i="0" u="none" strike="noStrike" dirty="0">
                        <a:solidFill>
                          <a:srgbClr val="000000"/>
                        </a:solidFill>
                        <a:effectLst/>
                        <a:latin typeface="Inherit"/>
                        <a:ea typeface="微软雅黑" panose="020B0503020204020204" pitchFamily="34" charset="-122"/>
                      </a:endParaRPr>
                    </a:p>
                  </a:txBody>
                  <a:tcPr marL="5779" marR="5779" marT="5779" marB="0" anchor="ctr"/>
                </a:tc>
                <a:tc>
                  <a:txBody>
                    <a:bodyPr/>
                    <a:lstStyle/>
                    <a:p>
                      <a:pPr algn="l" fontAlgn="ctr">
                        <a:buNone/>
                      </a:pPr>
                      <a:r>
                        <a:rPr lang="en" sz="1200" u="none" strike="noStrike" dirty="0">
                          <a:effectLst/>
                        </a:rPr>
                        <a:t>Supination</a:t>
                      </a:r>
                      <a:endParaRPr lang="en" sz="1200" b="0" i="0" u="none" strike="noStrike" dirty="0">
                        <a:solidFill>
                          <a:srgbClr val="000000"/>
                        </a:solidFill>
                        <a:effectLst/>
                        <a:latin typeface="Inherit"/>
                        <a:ea typeface="微软雅黑" panose="020B0503020204020204" pitchFamily="34" charset="-122"/>
                      </a:endParaRPr>
                    </a:p>
                  </a:txBody>
                  <a:tcPr marL="5779" marR="5779" marT="5779" marB="0" anchor="ctr"/>
                </a:tc>
                <a:tc gridSpan="2">
                  <a:txBody>
                    <a:bodyPr/>
                    <a:lstStyle/>
                    <a:p>
                      <a:pPr algn="l" fontAlgn="ctr">
                        <a:buNone/>
                      </a:pPr>
                      <a:r>
                        <a:rPr lang="zh-CN" altLang="en-US" sz="1200" u="none" strike="noStrike" dirty="0">
                          <a:effectLst/>
                        </a:rPr>
                        <a:t>前臂保持旋后位</a:t>
                      </a:r>
                      <a:endParaRPr lang="zh-CN" altLang="en-US" sz="1200" b="0" i="0" u="none" strike="noStrike" dirty="0">
                        <a:solidFill>
                          <a:srgbClr val="000000"/>
                        </a:solidFill>
                        <a:effectLst/>
                        <a:latin typeface="Inherit"/>
                        <a:ea typeface="微软雅黑" panose="020B0503020204020204" pitchFamily="34" charset="-122"/>
                      </a:endParaRPr>
                    </a:p>
                  </a:txBody>
                  <a:tcPr marL="5779" marR="5779" marT="5779" marB="0" anchor="ctr"/>
                </a:tc>
                <a:tc hMerge="1">
                  <a:txBody>
                    <a:bodyPr/>
                    <a:lstStyle/>
                    <a:p>
                      <a:endParaRPr lang="zh-CN" altLang="en-US"/>
                    </a:p>
                  </a:txBody>
                  <a:tcPr/>
                </a:tc>
                <a:extLst>
                  <a:ext uri="{0D108BD9-81ED-4DB2-BD59-A6C34878D82A}">
                    <a16:rowId xmlns:a16="http://schemas.microsoft.com/office/drawing/2014/main" val="3029093229"/>
                  </a:ext>
                </a:extLst>
              </a:tr>
              <a:tr h="374478">
                <a:tc>
                  <a:txBody>
                    <a:bodyPr/>
                    <a:lstStyle/>
                    <a:p>
                      <a:pPr algn="r" fontAlgn="ctr">
                        <a:buNone/>
                      </a:pPr>
                      <a:r>
                        <a:rPr lang="en-US" altLang="zh-CN" sz="1200" u="none" strike="noStrike" dirty="0">
                          <a:effectLst/>
                        </a:rPr>
                        <a:t>11</a:t>
                      </a:r>
                      <a:endParaRPr lang="en-US" altLang="zh-CN" sz="1200" b="0" i="0" u="none" strike="noStrike" dirty="0">
                        <a:solidFill>
                          <a:srgbClr val="000000"/>
                        </a:solidFill>
                        <a:effectLst/>
                        <a:latin typeface="Inherit"/>
                        <a:ea typeface="微软雅黑" panose="020B0503020204020204" pitchFamily="34" charset="-122"/>
                      </a:endParaRPr>
                    </a:p>
                  </a:txBody>
                  <a:tcPr marL="5779" marR="5779" marT="5779" marB="0" anchor="ctr"/>
                </a:tc>
                <a:tc>
                  <a:txBody>
                    <a:bodyPr/>
                    <a:lstStyle/>
                    <a:p>
                      <a:pPr algn="l" fontAlgn="ctr">
                        <a:buNone/>
                      </a:pPr>
                      <a:r>
                        <a:rPr lang="en" sz="1200" u="none" strike="noStrike" dirty="0">
                          <a:effectLst/>
                        </a:rPr>
                        <a:t>Hand-Down</a:t>
                      </a:r>
                      <a:endParaRPr lang="en" sz="1200" b="0" i="0" u="none" strike="noStrike" dirty="0">
                        <a:solidFill>
                          <a:srgbClr val="000000"/>
                        </a:solidFill>
                        <a:effectLst/>
                        <a:latin typeface="Inherit"/>
                        <a:ea typeface="微软雅黑" panose="020B0503020204020204" pitchFamily="34" charset="-122"/>
                      </a:endParaRPr>
                    </a:p>
                  </a:txBody>
                  <a:tcPr marL="5779" marR="5779" marT="5779" marB="0" anchor="ctr"/>
                </a:tc>
                <a:tc>
                  <a:txBody>
                    <a:bodyPr/>
                    <a:lstStyle/>
                    <a:p>
                      <a:pPr algn="l" fontAlgn="ctr">
                        <a:buNone/>
                      </a:pPr>
                      <a:r>
                        <a:rPr lang="zh-CN" altLang="en-US" sz="1200" u="none" strike="noStrike" dirty="0">
                          <a:effectLst/>
                        </a:rPr>
                        <a:t>手臂垂于体侧，手朝下</a:t>
                      </a:r>
                      <a:endParaRPr lang="zh-CN" altLang="en-US" sz="1200" b="0" i="0" u="none" strike="noStrike" dirty="0">
                        <a:solidFill>
                          <a:srgbClr val="000000"/>
                        </a:solidFill>
                        <a:effectLst/>
                        <a:latin typeface="Inherit"/>
                        <a:ea typeface="微软雅黑" panose="020B0503020204020204" pitchFamily="34" charset="-122"/>
                      </a:endParaRPr>
                    </a:p>
                  </a:txBody>
                  <a:tcPr marL="5779" marR="5779" marT="5779" marB="0" anchor="ctr"/>
                </a:tc>
                <a:tc>
                  <a:txBody>
                    <a:bodyPr/>
                    <a:lstStyle/>
                    <a:p>
                      <a:pPr algn="l" fontAlgn="ctr">
                        <a:buNone/>
                      </a:pPr>
                      <a:r>
                        <a:rPr lang="zh-CN" altLang="en-US" sz="1200" u="none" strike="noStrike" dirty="0">
                          <a:effectLst/>
                        </a:rPr>
                        <a:t>模拟日常自然下垂交互场景</a:t>
                      </a:r>
                      <a:endParaRPr lang="zh-CN" altLang="en-US" sz="1200" b="0" i="0" u="none" strike="noStrike" dirty="0">
                        <a:solidFill>
                          <a:srgbClr val="000000"/>
                        </a:solidFill>
                        <a:effectLst/>
                        <a:latin typeface="Inherit"/>
                        <a:ea typeface="微软雅黑" panose="020B0503020204020204" pitchFamily="34" charset="-122"/>
                      </a:endParaRPr>
                    </a:p>
                  </a:txBody>
                  <a:tcPr marL="5779" marR="5779" marT="5779" marB="0" anchor="ctr"/>
                </a:tc>
                <a:extLst>
                  <a:ext uri="{0D108BD9-81ED-4DB2-BD59-A6C34878D82A}">
                    <a16:rowId xmlns:a16="http://schemas.microsoft.com/office/drawing/2014/main" val="3006346727"/>
                  </a:ext>
                </a:extLst>
              </a:tr>
            </a:tbl>
          </a:graphicData>
        </a:graphic>
      </p:graphicFrame>
      <p:grpSp>
        <p:nvGrpSpPr>
          <p:cNvPr id="21" name="组合 20">
            <a:extLst>
              <a:ext uri="{FF2B5EF4-FFF2-40B4-BE49-F238E27FC236}">
                <a16:creationId xmlns:a16="http://schemas.microsoft.com/office/drawing/2014/main" id="{1EF56B20-F162-CD49-1389-EBE1662DDD24}"/>
              </a:ext>
            </a:extLst>
          </p:cNvPr>
          <p:cNvGrpSpPr/>
          <p:nvPr/>
        </p:nvGrpSpPr>
        <p:grpSpPr>
          <a:xfrm>
            <a:off x="6936557" y="514235"/>
            <a:ext cx="4649371" cy="1659360"/>
            <a:chOff x="7145078" y="2101850"/>
            <a:chExt cx="4883729" cy="2571181"/>
          </a:xfrm>
        </p:grpSpPr>
        <p:grpSp>
          <p:nvGrpSpPr>
            <p:cNvPr id="22" name="组合 21">
              <a:extLst>
                <a:ext uri="{FF2B5EF4-FFF2-40B4-BE49-F238E27FC236}">
                  <a16:creationId xmlns:a16="http://schemas.microsoft.com/office/drawing/2014/main" id="{A85DD778-44C1-C6E4-2DDB-987DED044592}"/>
                </a:ext>
              </a:extLst>
            </p:cNvPr>
            <p:cNvGrpSpPr/>
            <p:nvPr/>
          </p:nvGrpSpPr>
          <p:grpSpPr>
            <a:xfrm>
              <a:off x="7145078" y="2101850"/>
              <a:ext cx="4883729" cy="2287689"/>
              <a:chOff x="501002" y="2607012"/>
              <a:chExt cx="7467784" cy="2819154"/>
            </a:xfrm>
          </p:grpSpPr>
          <p:grpSp>
            <p:nvGrpSpPr>
              <p:cNvPr id="25" name="组合 24">
                <a:extLst>
                  <a:ext uri="{FF2B5EF4-FFF2-40B4-BE49-F238E27FC236}">
                    <a16:creationId xmlns:a16="http://schemas.microsoft.com/office/drawing/2014/main" id="{D8FE9E1B-FA9E-2EAE-58B1-ABD0474A9581}"/>
                  </a:ext>
                </a:extLst>
              </p:cNvPr>
              <p:cNvGrpSpPr/>
              <p:nvPr/>
            </p:nvGrpSpPr>
            <p:grpSpPr>
              <a:xfrm>
                <a:off x="501002" y="2607012"/>
                <a:ext cx="7467784" cy="2819154"/>
                <a:chOff x="3714382" y="3805172"/>
                <a:chExt cx="4763234" cy="1798162"/>
              </a:xfrm>
            </p:grpSpPr>
            <p:sp>
              <p:nvSpPr>
                <p:cNvPr id="27" name="矩形: 圆角 24">
                  <a:extLst>
                    <a:ext uri="{FF2B5EF4-FFF2-40B4-BE49-F238E27FC236}">
                      <a16:creationId xmlns:a16="http://schemas.microsoft.com/office/drawing/2014/main" id="{38B00A81-F284-C209-371E-422096BC7DF7}"/>
                    </a:ext>
                  </a:extLst>
                </p:cNvPr>
                <p:cNvSpPr/>
                <p:nvPr/>
              </p:nvSpPr>
              <p:spPr>
                <a:xfrm>
                  <a:off x="3714382" y="3890164"/>
                  <a:ext cx="4763233" cy="1713170"/>
                </a:xfrm>
                <a:prstGeom prst="roundRect">
                  <a:avLst>
                    <a:gd name="adj" fmla="val 10405"/>
                  </a:avLst>
                </a:prstGeom>
                <a:solidFill>
                  <a:srgbClr val="E2EBE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8" name="矩形: 圆顶角 25">
                  <a:extLst>
                    <a:ext uri="{FF2B5EF4-FFF2-40B4-BE49-F238E27FC236}">
                      <a16:creationId xmlns:a16="http://schemas.microsoft.com/office/drawing/2014/main" id="{1DB84F45-31AD-7C94-3577-1C4218B06344}"/>
                    </a:ext>
                  </a:extLst>
                </p:cNvPr>
                <p:cNvSpPr/>
                <p:nvPr/>
              </p:nvSpPr>
              <p:spPr>
                <a:xfrm>
                  <a:off x="3714383" y="3805172"/>
                  <a:ext cx="4763233" cy="525203"/>
                </a:xfrm>
                <a:prstGeom prst="round2SameRect">
                  <a:avLst>
                    <a:gd name="adj1" fmla="val 45261"/>
                    <a:gd name="adj2" fmla="val 0"/>
                  </a:avLst>
                </a:prstGeom>
                <a:solidFill>
                  <a:srgbClr val="950041"/>
                </a:solidFill>
              </p:spPr>
              <p:style>
                <a:lnRef idx="2">
                  <a:schemeClr val="accent1">
                    <a:shade val="15000"/>
                  </a:schemeClr>
                </a:lnRef>
                <a:fillRef idx="1">
                  <a:schemeClr val="accent1"/>
                </a:fillRef>
                <a:effectRef idx="0">
                  <a:schemeClr val="accent1"/>
                </a:effectRef>
                <a:fontRef idx="minor">
                  <a:schemeClr val="lt1"/>
                </a:fontRef>
              </p:style>
              <p:txBody>
                <a:bodyPr lIns="90000" rtlCol="0" anchor="ctr"/>
                <a:lstStyle/>
                <a:p>
                  <a:r>
                    <a:rPr lang="zh-CN" altLang="en-US" sz="2000" dirty="0"/>
                    <a:t>收集信息</a:t>
                  </a:r>
                  <a:endParaRPr lang="en-US" altLang="zh-CN" sz="2000" dirty="0">
                    <a:latin typeface="+mj-ea"/>
                    <a:ea typeface="+mj-ea"/>
                  </a:endParaRPr>
                </a:p>
              </p:txBody>
            </p:sp>
          </p:grpSp>
          <p:sp>
            <p:nvSpPr>
              <p:cNvPr id="26" name="文本框 25">
                <a:extLst>
                  <a:ext uri="{FF2B5EF4-FFF2-40B4-BE49-F238E27FC236}">
                    <a16:creationId xmlns:a16="http://schemas.microsoft.com/office/drawing/2014/main" id="{4768B363-EA6C-2FEB-2E77-C801ECC1FE10}"/>
                  </a:ext>
                </a:extLst>
              </p:cNvPr>
              <p:cNvSpPr txBox="1"/>
              <p:nvPr/>
            </p:nvSpPr>
            <p:spPr>
              <a:xfrm>
                <a:off x="501004" y="3353236"/>
                <a:ext cx="7238939" cy="493062"/>
              </a:xfrm>
              <a:prstGeom prst="rect">
                <a:avLst/>
              </a:prstGeom>
              <a:noFill/>
            </p:spPr>
            <p:txBody>
              <a:bodyPr wrap="square">
                <a:spAutoFit/>
              </a:bodyPr>
              <a:lstStyle/>
              <a:p>
                <a:endParaRPr lang="en-US" altLang="zh-CN" sz="2000" b="1" dirty="0"/>
              </a:p>
            </p:txBody>
          </p:sp>
        </p:grpSp>
        <p:sp>
          <p:nvSpPr>
            <p:cNvPr id="24" name="文本框 23">
              <a:extLst>
                <a:ext uri="{FF2B5EF4-FFF2-40B4-BE49-F238E27FC236}">
                  <a16:creationId xmlns:a16="http://schemas.microsoft.com/office/drawing/2014/main" id="{614F114A-6E2C-467E-6D96-675491CFE3E7}"/>
                </a:ext>
              </a:extLst>
            </p:cNvPr>
            <p:cNvSpPr txBox="1"/>
            <p:nvPr/>
          </p:nvSpPr>
          <p:spPr>
            <a:xfrm>
              <a:off x="7243699" y="2813119"/>
              <a:ext cx="4402938" cy="1859912"/>
            </a:xfrm>
            <a:prstGeom prst="rect">
              <a:avLst/>
            </a:prstGeom>
            <a:noFill/>
          </p:spPr>
          <p:txBody>
            <a:bodyPr wrap="square">
              <a:spAutoFit/>
            </a:bodyPr>
            <a:lstStyle/>
            <a:p>
              <a:r>
                <a:rPr kumimoji="1" lang="zh-CN" altLang="en-US" dirty="0">
                  <a:latin typeface="+mn-ea"/>
                </a:rPr>
                <a:t>接着进行</a:t>
              </a:r>
              <a:r>
                <a:rPr kumimoji="1" lang="en-US" altLang="zh-CN" dirty="0">
                  <a:latin typeface="+mn-ea"/>
                </a:rPr>
                <a:t>11</a:t>
              </a:r>
              <a:r>
                <a:rPr kumimoji="1" lang="zh-CN" altLang="en-US" dirty="0">
                  <a:latin typeface="+mn-ea"/>
                </a:rPr>
                <a:t>次鲁棒性环节</a:t>
              </a:r>
              <a:endParaRPr kumimoji="1" lang="en-US" altLang="zh-CN" dirty="0">
                <a:latin typeface="+mn-ea"/>
              </a:endParaRPr>
            </a:p>
            <a:p>
              <a:r>
                <a:rPr kumimoji="1" lang="zh-CN" altLang="en-US" dirty="0">
                  <a:latin typeface="+mn-ea"/>
                </a:rPr>
                <a:t>每个环节在对应特殊环境下做一遍全部手势，</a:t>
              </a:r>
              <a:r>
                <a:rPr kumimoji="1" lang="en-US" altLang="zh-CN" dirty="0">
                  <a:latin typeface="+mn-ea"/>
                </a:rPr>
                <a:t>WO</a:t>
              </a:r>
              <a:r>
                <a:rPr kumimoji="1" lang="zh-CN" altLang="en-US" dirty="0">
                  <a:latin typeface="+mn-ea"/>
                </a:rPr>
                <a:t>手势和</a:t>
              </a:r>
              <a:r>
                <a:rPr kumimoji="1" lang="en-US" altLang="zh-CN" dirty="0">
                  <a:latin typeface="+mn-ea"/>
                </a:rPr>
                <a:t>NO</a:t>
              </a:r>
              <a:r>
                <a:rPr kumimoji="1" lang="zh-CN" altLang="en-US" dirty="0">
                  <a:latin typeface="+mn-ea"/>
                </a:rPr>
                <a:t>手势  </a:t>
              </a:r>
              <a:r>
                <a:rPr kumimoji="1" lang="en-US" altLang="zh-CN" dirty="0">
                  <a:latin typeface="+mn-ea"/>
                </a:rPr>
                <a:t>20+11+9 </a:t>
              </a:r>
            </a:p>
            <a:p>
              <a:endParaRPr kumimoji="1" lang="en-US" altLang="zh-CN" dirty="0">
                <a:latin typeface="+mn-ea"/>
              </a:endParaRPr>
            </a:p>
          </p:txBody>
        </p:sp>
      </p:grpSp>
      <p:sp>
        <p:nvSpPr>
          <p:cNvPr id="32" name="灯片编号占位符 31">
            <a:extLst>
              <a:ext uri="{FF2B5EF4-FFF2-40B4-BE49-F238E27FC236}">
                <a16:creationId xmlns:a16="http://schemas.microsoft.com/office/drawing/2014/main" id="{B3E4665B-AA95-8B53-3C6A-E405655D29C6}"/>
              </a:ext>
            </a:extLst>
          </p:cNvPr>
          <p:cNvSpPr>
            <a:spLocks noGrp="1"/>
          </p:cNvSpPr>
          <p:nvPr>
            <p:ph type="sldNum" sz="quarter" idx="4"/>
          </p:nvPr>
        </p:nvSpPr>
        <p:spPr/>
        <p:txBody>
          <a:bodyPr/>
          <a:lstStyle/>
          <a:p>
            <a:fld id="{7A48417F-7526-485E-AE3C-3E2AE40A04CB}" type="slidenum">
              <a:rPr lang="zh-CN" altLang="en-US" smtClean="0"/>
              <a:pPr/>
              <a:t>32</a:t>
            </a:fld>
            <a:r>
              <a:rPr lang="zh-CN" altLang="en-US"/>
              <a:t> </a:t>
            </a:r>
            <a:r>
              <a:rPr lang="en-US" altLang="zh-CN"/>
              <a:t>/ </a:t>
            </a:r>
            <a:r>
              <a:rPr lang="zh-CN" altLang="en-US"/>
              <a:t>总页数</a:t>
            </a:r>
            <a:endParaRPr lang="zh-CN" altLang="en-US" dirty="0"/>
          </a:p>
        </p:txBody>
      </p:sp>
    </p:spTree>
    <p:extLst>
      <p:ext uri="{BB962C8B-B14F-4D97-AF65-F5344CB8AC3E}">
        <p14:creationId xmlns:p14="http://schemas.microsoft.com/office/powerpoint/2010/main" val="300388577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BFB810-CA83-4D11-DADB-436C0E7348C2}"/>
            </a:ext>
          </a:extLst>
        </p:cNvPr>
        <p:cNvGrpSpPr/>
        <p:nvPr/>
      </p:nvGrpSpPr>
      <p:grpSpPr>
        <a:xfrm>
          <a:off x="0" y="0"/>
          <a:ext cx="0" cy="0"/>
          <a:chOff x="0" y="0"/>
          <a:chExt cx="0" cy="0"/>
        </a:xfrm>
      </p:grpSpPr>
      <p:pic>
        <p:nvPicPr>
          <p:cNvPr id="9" name="图片 8">
            <a:extLst>
              <a:ext uri="{FF2B5EF4-FFF2-40B4-BE49-F238E27FC236}">
                <a16:creationId xmlns:a16="http://schemas.microsoft.com/office/drawing/2014/main" id="{1D9DAA96-7DEE-ADB2-82E4-AE1E7FF709EE}"/>
              </a:ext>
            </a:extLst>
          </p:cNvPr>
          <p:cNvPicPr>
            <a:picLocks noChangeAspect="1"/>
          </p:cNvPicPr>
          <p:nvPr/>
        </p:nvPicPr>
        <p:blipFill rotWithShape="1">
          <a:blip r:embed="rId2">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 name="矩形 1">
            <a:extLst>
              <a:ext uri="{FF2B5EF4-FFF2-40B4-BE49-F238E27FC236}">
                <a16:creationId xmlns:a16="http://schemas.microsoft.com/office/drawing/2014/main" id="{F1FDA53F-44BB-3697-22DC-08015E8460E8}"/>
              </a:ext>
            </a:extLst>
          </p:cNvPr>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 name="组合 2">
            <a:extLst>
              <a:ext uri="{FF2B5EF4-FFF2-40B4-BE49-F238E27FC236}">
                <a16:creationId xmlns:a16="http://schemas.microsoft.com/office/drawing/2014/main" id="{1C0D27FB-4015-A0B0-3E8C-FD10CC49FBDF}"/>
              </a:ext>
            </a:extLst>
          </p:cNvPr>
          <p:cNvGrpSpPr/>
          <p:nvPr/>
        </p:nvGrpSpPr>
        <p:grpSpPr>
          <a:xfrm>
            <a:off x="138529" y="112811"/>
            <a:ext cx="4466925" cy="593132"/>
            <a:chOff x="1019925" y="1507763"/>
            <a:chExt cx="4466925" cy="593132"/>
          </a:xfrm>
        </p:grpSpPr>
        <p:sp>
          <p:nvSpPr>
            <p:cNvPr id="4" name="文本框 3">
              <a:extLst>
                <a:ext uri="{FF2B5EF4-FFF2-40B4-BE49-F238E27FC236}">
                  <a16:creationId xmlns:a16="http://schemas.microsoft.com/office/drawing/2014/main" id="{15BA8FE7-4934-D75B-F044-1088F6142DFF}"/>
                </a:ext>
              </a:extLst>
            </p:cNvPr>
            <p:cNvSpPr txBox="1"/>
            <p:nvPr/>
          </p:nvSpPr>
          <p:spPr>
            <a:xfrm>
              <a:off x="1700306" y="1507763"/>
              <a:ext cx="3786544" cy="523220"/>
            </a:xfrm>
            <a:prstGeom prst="rect">
              <a:avLst/>
            </a:prstGeom>
            <a:noFill/>
          </p:spPr>
          <p:txBody>
            <a:bodyPr vert="horz" wrap="square" rtlCol="0">
              <a:spAutoFit/>
            </a:bodyPr>
            <a:lstStyle/>
            <a:p>
              <a:pPr algn="dist"/>
              <a:r>
                <a:rPr lang="zh-CN" altLang="en-US" sz="2800" b="1" dirty="0">
                  <a:solidFill>
                    <a:schemeClr val="bg1"/>
                  </a:solidFill>
                  <a:latin typeface="微软雅黑" panose="020B0503020204020204" pitchFamily="34" charset="-122"/>
                  <a:ea typeface="微软雅黑" panose="020B0503020204020204" pitchFamily="34" charset="-122"/>
                </a:rPr>
                <a:t>手腕和前臂方向鲁棒性</a:t>
              </a:r>
            </a:p>
          </p:txBody>
        </p:sp>
        <p:pic>
          <p:nvPicPr>
            <p:cNvPr id="5" name="图片 4">
              <a:extLst>
                <a:ext uri="{FF2B5EF4-FFF2-40B4-BE49-F238E27FC236}">
                  <a16:creationId xmlns:a16="http://schemas.microsoft.com/office/drawing/2014/main" id="{BB6ADFB0-A383-8217-5B7D-4FEEABCDD816}"/>
                </a:ext>
              </a:extLst>
            </p:cNvPr>
            <p:cNvPicPr>
              <a:picLocks noChangeAspect="1"/>
            </p:cNvPicPr>
            <p:nvPr/>
          </p:nvPicPr>
          <p:blipFill rotWithShape="1">
            <a:blip r:embed="rId3" cstate="print">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sp>
        <p:nvSpPr>
          <p:cNvPr id="62" name="矩形 61">
            <a:extLst>
              <a:ext uri="{FF2B5EF4-FFF2-40B4-BE49-F238E27FC236}">
                <a16:creationId xmlns:a16="http://schemas.microsoft.com/office/drawing/2014/main" id="{8C42B750-4F8A-1ED1-9820-083CA74334AF}"/>
              </a:ext>
            </a:extLst>
          </p:cNvPr>
          <p:cNvSpPr/>
          <p:nvPr/>
        </p:nvSpPr>
        <p:spPr>
          <a:xfrm>
            <a:off x="0" y="6553271"/>
            <a:ext cx="12192000" cy="3112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36" name="图片 35">
            <a:extLst>
              <a:ext uri="{FF2B5EF4-FFF2-40B4-BE49-F238E27FC236}">
                <a16:creationId xmlns:a16="http://schemas.microsoft.com/office/drawing/2014/main" id="{3F59989E-7BED-EDAB-42BC-A82E6474B2ED}"/>
              </a:ext>
            </a:extLst>
          </p:cNvPr>
          <p:cNvPicPr>
            <a:picLocks noChangeAspect="1"/>
          </p:cNvPicPr>
          <p:nvPr/>
        </p:nvPicPr>
        <p:blipFill rotWithShape="1">
          <a:blip r:embed="rId4"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pic>
        <p:nvPicPr>
          <p:cNvPr id="11" name="图片 10">
            <a:extLst>
              <a:ext uri="{FF2B5EF4-FFF2-40B4-BE49-F238E27FC236}">
                <a16:creationId xmlns:a16="http://schemas.microsoft.com/office/drawing/2014/main" id="{60FBB585-C260-AB13-50D6-0FDBEA09BF08}"/>
              </a:ext>
            </a:extLst>
          </p:cNvPr>
          <p:cNvPicPr>
            <a:picLocks noChangeAspect="1"/>
          </p:cNvPicPr>
          <p:nvPr/>
        </p:nvPicPr>
        <p:blipFill>
          <a:blip r:embed="rId5"/>
          <a:stretch>
            <a:fillRect/>
          </a:stretch>
        </p:blipFill>
        <p:spPr>
          <a:xfrm>
            <a:off x="501004" y="1987873"/>
            <a:ext cx="5625233" cy="3245326"/>
          </a:xfrm>
          <a:prstGeom prst="rect">
            <a:avLst/>
          </a:prstGeom>
        </p:spPr>
      </p:pic>
      <p:grpSp>
        <p:nvGrpSpPr>
          <p:cNvPr id="6" name="组合 5">
            <a:extLst>
              <a:ext uri="{FF2B5EF4-FFF2-40B4-BE49-F238E27FC236}">
                <a16:creationId xmlns:a16="http://schemas.microsoft.com/office/drawing/2014/main" id="{42A25F82-C802-2871-FDDE-18F110554544}"/>
              </a:ext>
            </a:extLst>
          </p:cNvPr>
          <p:cNvGrpSpPr/>
          <p:nvPr/>
        </p:nvGrpSpPr>
        <p:grpSpPr>
          <a:xfrm>
            <a:off x="7266335" y="1646606"/>
            <a:ext cx="3042822" cy="3927860"/>
            <a:chOff x="7145079" y="2101849"/>
            <a:chExt cx="4883728" cy="3542966"/>
          </a:xfrm>
        </p:grpSpPr>
        <p:grpSp>
          <p:nvGrpSpPr>
            <p:cNvPr id="7" name="组合 6">
              <a:extLst>
                <a:ext uri="{FF2B5EF4-FFF2-40B4-BE49-F238E27FC236}">
                  <a16:creationId xmlns:a16="http://schemas.microsoft.com/office/drawing/2014/main" id="{971010A6-76B4-291F-2578-FAE4928C5C56}"/>
                </a:ext>
              </a:extLst>
            </p:cNvPr>
            <p:cNvGrpSpPr/>
            <p:nvPr/>
          </p:nvGrpSpPr>
          <p:grpSpPr>
            <a:xfrm>
              <a:off x="7145079" y="2101849"/>
              <a:ext cx="4883728" cy="3542964"/>
              <a:chOff x="501004" y="2607011"/>
              <a:chExt cx="7467783" cy="4366049"/>
            </a:xfrm>
          </p:grpSpPr>
          <p:grpSp>
            <p:nvGrpSpPr>
              <p:cNvPr id="12" name="组合 11">
                <a:extLst>
                  <a:ext uri="{FF2B5EF4-FFF2-40B4-BE49-F238E27FC236}">
                    <a16:creationId xmlns:a16="http://schemas.microsoft.com/office/drawing/2014/main" id="{21023E5D-33E8-05FC-05EA-276F636A0A19}"/>
                  </a:ext>
                </a:extLst>
              </p:cNvPr>
              <p:cNvGrpSpPr/>
              <p:nvPr/>
            </p:nvGrpSpPr>
            <p:grpSpPr>
              <a:xfrm>
                <a:off x="501004" y="2607011"/>
                <a:ext cx="7467783" cy="4366049"/>
                <a:chOff x="3714383" y="3805172"/>
                <a:chExt cx="4763233" cy="2784830"/>
              </a:xfrm>
            </p:grpSpPr>
            <p:sp>
              <p:nvSpPr>
                <p:cNvPr id="14" name="矩形: 圆角 23">
                  <a:extLst>
                    <a:ext uri="{FF2B5EF4-FFF2-40B4-BE49-F238E27FC236}">
                      <a16:creationId xmlns:a16="http://schemas.microsoft.com/office/drawing/2014/main" id="{7C56B064-BDDA-CC72-F3A1-D540F4BEA3BB}"/>
                    </a:ext>
                  </a:extLst>
                </p:cNvPr>
                <p:cNvSpPr/>
                <p:nvPr/>
              </p:nvSpPr>
              <p:spPr>
                <a:xfrm>
                  <a:off x="3714383" y="3890164"/>
                  <a:ext cx="4763233" cy="2699838"/>
                </a:xfrm>
                <a:prstGeom prst="roundRect">
                  <a:avLst>
                    <a:gd name="adj" fmla="val 10405"/>
                  </a:avLst>
                </a:prstGeom>
                <a:solidFill>
                  <a:srgbClr val="E2EBE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圆顶角 24">
                  <a:extLst>
                    <a:ext uri="{FF2B5EF4-FFF2-40B4-BE49-F238E27FC236}">
                      <a16:creationId xmlns:a16="http://schemas.microsoft.com/office/drawing/2014/main" id="{6FC6EBFE-C78B-47B3-30A7-80BC52EDBA0A}"/>
                    </a:ext>
                  </a:extLst>
                </p:cNvPr>
                <p:cNvSpPr/>
                <p:nvPr/>
              </p:nvSpPr>
              <p:spPr>
                <a:xfrm>
                  <a:off x="3714383" y="3805172"/>
                  <a:ext cx="4763233" cy="525203"/>
                </a:xfrm>
                <a:prstGeom prst="round2SameRect">
                  <a:avLst>
                    <a:gd name="adj1" fmla="val 45261"/>
                    <a:gd name="adj2" fmla="val 0"/>
                  </a:avLst>
                </a:prstGeom>
                <a:solidFill>
                  <a:srgbClr val="950041"/>
                </a:solidFill>
              </p:spPr>
              <p:style>
                <a:lnRef idx="2">
                  <a:schemeClr val="accent1">
                    <a:shade val="15000"/>
                  </a:schemeClr>
                </a:lnRef>
                <a:fillRef idx="1">
                  <a:schemeClr val="accent1"/>
                </a:fillRef>
                <a:effectRef idx="0">
                  <a:schemeClr val="accent1"/>
                </a:effectRef>
                <a:fontRef idx="minor">
                  <a:schemeClr val="lt1"/>
                </a:fontRef>
              </p:style>
              <p:txBody>
                <a:bodyPr lIns="90000" rtlCol="0" anchor="ctr"/>
                <a:lstStyle/>
                <a:p>
                  <a:r>
                    <a:rPr lang="zh-CN" altLang="en-US" sz="2000" dirty="0"/>
                    <a:t>位置无关性</a:t>
                  </a:r>
                  <a:endParaRPr lang="en-US" altLang="zh-CN" sz="2000" dirty="0">
                    <a:latin typeface="+mj-ea"/>
                    <a:ea typeface="+mj-ea"/>
                  </a:endParaRPr>
                </a:p>
              </p:txBody>
            </p:sp>
          </p:grpSp>
          <p:sp>
            <p:nvSpPr>
              <p:cNvPr id="13" name="文本框 12">
                <a:extLst>
                  <a:ext uri="{FF2B5EF4-FFF2-40B4-BE49-F238E27FC236}">
                    <a16:creationId xmlns:a16="http://schemas.microsoft.com/office/drawing/2014/main" id="{9FD8F941-3AD2-B638-52F3-BD73A72E1580}"/>
                  </a:ext>
                </a:extLst>
              </p:cNvPr>
              <p:cNvSpPr txBox="1"/>
              <p:nvPr/>
            </p:nvSpPr>
            <p:spPr>
              <a:xfrm>
                <a:off x="501004" y="3353236"/>
                <a:ext cx="7238939" cy="493062"/>
              </a:xfrm>
              <a:prstGeom prst="rect">
                <a:avLst/>
              </a:prstGeom>
              <a:noFill/>
            </p:spPr>
            <p:txBody>
              <a:bodyPr wrap="square">
                <a:spAutoFit/>
              </a:bodyPr>
              <a:lstStyle/>
              <a:p>
                <a:endParaRPr lang="en-US" altLang="zh-CN" sz="2000" b="1" dirty="0"/>
              </a:p>
            </p:txBody>
          </p:sp>
        </p:grpSp>
        <p:sp>
          <p:nvSpPr>
            <p:cNvPr id="8" name="文本框 7">
              <a:extLst>
                <a:ext uri="{FF2B5EF4-FFF2-40B4-BE49-F238E27FC236}">
                  <a16:creationId xmlns:a16="http://schemas.microsoft.com/office/drawing/2014/main" id="{C8F58756-7EA1-907E-F70A-BA2B85EA7349}"/>
                </a:ext>
              </a:extLst>
            </p:cNvPr>
            <p:cNvSpPr txBox="1"/>
            <p:nvPr/>
          </p:nvSpPr>
          <p:spPr>
            <a:xfrm>
              <a:off x="7243698" y="2813119"/>
              <a:ext cx="4402938" cy="2831696"/>
            </a:xfrm>
            <a:prstGeom prst="rect">
              <a:avLst/>
            </a:prstGeom>
            <a:noFill/>
          </p:spPr>
          <p:txBody>
            <a:bodyPr wrap="square">
              <a:spAutoFit/>
            </a:bodyPr>
            <a:lstStyle/>
            <a:p>
              <a:r>
                <a:rPr lang="zh-CN" altLang="en-US" dirty="0"/>
                <a:t>用户无关模型：中立腕部位置数据以及来自其他用户的所有其他腕部方向数据进行训练。</a:t>
              </a:r>
              <a:endParaRPr lang="en-US" altLang="zh-CN" dirty="0"/>
            </a:p>
            <a:p>
              <a:endParaRPr lang="en-US" altLang="zh-CN" dirty="0"/>
            </a:p>
            <a:p>
              <a:r>
                <a:rPr lang="zh-CN" altLang="en-US" dirty="0"/>
                <a:t>用户相关模型：仅使用中立腕部方向下收集的数据进行微调。然后，我们使用从图所示的 6 个极端方向的会话中收集的数据来测试模型。</a:t>
              </a:r>
            </a:p>
          </p:txBody>
        </p:sp>
      </p:grpSp>
      <p:sp>
        <p:nvSpPr>
          <p:cNvPr id="18" name="灯片编号占位符 17">
            <a:extLst>
              <a:ext uri="{FF2B5EF4-FFF2-40B4-BE49-F238E27FC236}">
                <a16:creationId xmlns:a16="http://schemas.microsoft.com/office/drawing/2014/main" id="{ADB5DF76-DCED-D9CA-5E3B-33B94AF38CA5}"/>
              </a:ext>
            </a:extLst>
          </p:cNvPr>
          <p:cNvSpPr>
            <a:spLocks noGrp="1"/>
          </p:cNvSpPr>
          <p:nvPr>
            <p:ph type="sldNum" sz="quarter" idx="4"/>
          </p:nvPr>
        </p:nvSpPr>
        <p:spPr/>
        <p:txBody>
          <a:bodyPr/>
          <a:lstStyle/>
          <a:p>
            <a:fld id="{7A48417F-7526-485E-AE3C-3E2AE40A04CB}" type="slidenum">
              <a:rPr lang="zh-CN" altLang="en-US" smtClean="0"/>
              <a:pPr/>
              <a:t>33</a:t>
            </a:fld>
            <a:r>
              <a:rPr lang="zh-CN" altLang="en-US"/>
              <a:t> </a:t>
            </a:r>
            <a:r>
              <a:rPr lang="en-US" altLang="zh-CN"/>
              <a:t>/ </a:t>
            </a:r>
            <a:r>
              <a:rPr lang="zh-CN" altLang="en-US"/>
              <a:t>总页数</a:t>
            </a:r>
            <a:endParaRPr lang="zh-CN" altLang="en-US" dirty="0"/>
          </a:p>
        </p:txBody>
      </p:sp>
    </p:spTree>
    <p:extLst>
      <p:ext uri="{BB962C8B-B14F-4D97-AF65-F5344CB8AC3E}">
        <p14:creationId xmlns:p14="http://schemas.microsoft.com/office/powerpoint/2010/main" val="414141494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7A25C8-E95C-807A-B7FA-1063E673555D}"/>
            </a:ext>
          </a:extLst>
        </p:cNvPr>
        <p:cNvGrpSpPr/>
        <p:nvPr/>
      </p:nvGrpSpPr>
      <p:grpSpPr>
        <a:xfrm>
          <a:off x="0" y="0"/>
          <a:ext cx="0" cy="0"/>
          <a:chOff x="0" y="0"/>
          <a:chExt cx="0" cy="0"/>
        </a:xfrm>
      </p:grpSpPr>
      <p:pic>
        <p:nvPicPr>
          <p:cNvPr id="9" name="图片 8">
            <a:extLst>
              <a:ext uri="{FF2B5EF4-FFF2-40B4-BE49-F238E27FC236}">
                <a16:creationId xmlns:a16="http://schemas.microsoft.com/office/drawing/2014/main" id="{BEF70A7F-0C02-AEF3-1084-395532867DD5}"/>
              </a:ext>
            </a:extLst>
          </p:cNvPr>
          <p:cNvPicPr>
            <a:picLocks noChangeAspect="1"/>
          </p:cNvPicPr>
          <p:nvPr/>
        </p:nvPicPr>
        <p:blipFill rotWithShape="1">
          <a:blip r:embed="rId3">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 name="矩形 1">
            <a:extLst>
              <a:ext uri="{FF2B5EF4-FFF2-40B4-BE49-F238E27FC236}">
                <a16:creationId xmlns:a16="http://schemas.microsoft.com/office/drawing/2014/main" id="{A82C3C02-EDD0-DBF8-497E-90667DDE66C9}"/>
              </a:ext>
            </a:extLst>
          </p:cNvPr>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 name="组合 2">
            <a:extLst>
              <a:ext uri="{FF2B5EF4-FFF2-40B4-BE49-F238E27FC236}">
                <a16:creationId xmlns:a16="http://schemas.microsoft.com/office/drawing/2014/main" id="{FF604DC9-843F-7795-916F-242C4052ECE7}"/>
              </a:ext>
            </a:extLst>
          </p:cNvPr>
          <p:cNvGrpSpPr/>
          <p:nvPr/>
        </p:nvGrpSpPr>
        <p:grpSpPr>
          <a:xfrm>
            <a:off x="138529" y="112811"/>
            <a:ext cx="4446542" cy="954107"/>
            <a:chOff x="1019925" y="1507763"/>
            <a:chExt cx="4446542" cy="954107"/>
          </a:xfrm>
        </p:grpSpPr>
        <p:sp>
          <p:nvSpPr>
            <p:cNvPr id="4" name="文本框 3">
              <a:extLst>
                <a:ext uri="{FF2B5EF4-FFF2-40B4-BE49-F238E27FC236}">
                  <a16:creationId xmlns:a16="http://schemas.microsoft.com/office/drawing/2014/main" id="{B12261D1-1A81-7062-1B3C-45BB367F6083}"/>
                </a:ext>
              </a:extLst>
            </p:cNvPr>
            <p:cNvSpPr txBox="1"/>
            <p:nvPr/>
          </p:nvSpPr>
          <p:spPr>
            <a:xfrm>
              <a:off x="1700306" y="1507763"/>
              <a:ext cx="3766161" cy="954107"/>
            </a:xfrm>
            <a:prstGeom prst="rect">
              <a:avLst/>
            </a:prstGeom>
            <a:noFill/>
          </p:spPr>
          <p:txBody>
            <a:bodyPr vert="horz" wrap="square" rtlCol="0">
              <a:spAutoFit/>
            </a:bodyPr>
            <a:lstStyle/>
            <a:p>
              <a:pPr algn="dist"/>
              <a:r>
                <a:rPr lang="zh-CN" altLang="en-US" sz="2800" b="1" dirty="0">
                  <a:solidFill>
                    <a:schemeClr val="bg1"/>
                  </a:solidFill>
                  <a:latin typeface="微软雅黑" panose="020B0503020204020204" pitchFamily="34" charset="-122"/>
                  <a:ea typeface="微软雅黑" panose="020B0503020204020204" pitchFamily="34" charset="-122"/>
                </a:rPr>
                <a:t>手腕和前臂方向鲁棒性</a:t>
              </a:r>
            </a:p>
            <a:p>
              <a:pPr algn="dist"/>
              <a:endParaRPr lang="zh-CN" altLang="en-US" sz="2800" b="1" dirty="0">
                <a:solidFill>
                  <a:schemeClr val="bg1"/>
                </a:solidFill>
                <a:latin typeface="微软雅黑" panose="020B0503020204020204" pitchFamily="34" charset="-122"/>
                <a:ea typeface="微软雅黑" panose="020B0503020204020204" pitchFamily="34" charset="-122"/>
              </a:endParaRPr>
            </a:p>
          </p:txBody>
        </p:sp>
        <p:pic>
          <p:nvPicPr>
            <p:cNvPr id="5" name="图片 4">
              <a:extLst>
                <a:ext uri="{FF2B5EF4-FFF2-40B4-BE49-F238E27FC236}">
                  <a16:creationId xmlns:a16="http://schemas.microsoft.com/office/drawing/2014/main" id="{B7646C04-6DF4-5539-4947-1E604E598D6C}"/>
                </a:ext>
              </a:extLst>
            </p:cNvPr>
            <p:cNvPicPr>
              <a:picLocks noChangeAspect="1"/>
            </p:cNvPicPr>
            <p:nvPr/>
          </p:nvPicPr>
          <p:blipFill rotWithShape="1">
            <a:blip r:embed="rId4" cstate="print">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sp>
        <p:nvSpPr>
          <p:cNvPr id="62" name="矩形 61">
            <a:extLst>
              <a:ext uri="{FF2B5EF4-FFF2-40B4-BE49-F238E27FC236}">
                <a16:creationId xmlns:a16="http://schemas.microsoft.com/office/drawing/2014/main" id="{9017332D-4AFF-AFF3-4C81-DFDFBAC926E9}"/>
              </a:ext>
            </a:extLst>
          </p:cNvPr>
          <p:cNvSpPr/>
          <p:nvPr/>
        </p:nvSpPr>
        <p:spPr>
          <a:xfrm>
            <a:off x="0" y="6553271"/>
            <a:ext cx="12192000" cy="3112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36" name="图片 35">
            <a:extLst>
              <a:ext uri="{FF2B5EF4-FFF2-40B4-BE49-F238E27FC236}">
                <a16:creationId xmlns:a16="http://schemas.microsoft.com/office/drawing/2014/main" id="{FB9011B7-546C-5A98-2DC0-201CA625F648}"/>
              </a:ext>
            </a:extLst>
          </p:cNvPr>
          <p:cNvPicPr>
            <a:picLocks noChangeAspect="1"/>
          </p:cNvPicPr>
          <p:nvPr/>
        </p:nvPicPr>
        <p:blipFill rotWithShape="1">
          <a:blip r:embed="rId5"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sp>
        <p:nvSpPr>
          <p:cNvPr id="10" name="文本框 9">
            <a:extLst>
              <a:ext uri="{FF2B5EF4-FFF2-40B4-BE49-F238E27FC236}">
                <a16:creationId xmlns:a16="http://schemas.microsoft.com/office/drawing/2014/main" id="{734782FB-F290-AF75-DB51-02FF0D7BAA1C}"/>
              </a:ext>
            </a:extLst>
          </p:cNvPr>
          <p:cNvSpPr txBox="1"/>
          <p:nvPr/>
        </p:nvSpPr>
        <p:spPr>
          <a:xfrm>
            <a:off x="4222595" y="818572"/>
            <a:ext cx="3746812" cy="2585323"/>
          </a:xfrm>
          <a:prstGeom prst="rect">
            <a:avLst/>
          </a:prstGeom>
          <a:noFill/>
        </p:spPr>
        <p:txBody>
          <a:bodyPr wrap="square">
            <a:spAutoFit/>
          </a:bodyPr>
          <a:lstStyle/>
          <a:p>
            <a:r>
              <a:rPr lang="zh-CN" altLang="en-US" dirty="0"/>
              <a:t>用户无关模型使用中立腕部位置数据以及来自其他用户的所有其他腕部方向数据进行训练。</a:t>
            </a:r>
            <a:endParaRPr lang="en-US" altLang="zh-CN" dirty="0"/>
          </a:p>
          <a:p>
            <a:endParaRPr lang="en-US" altLang="zh-CN" dirty="0"/>
          </a:p>
          <a:p>
            <a:r>
              <a:rPr lang="zh-CN" altLang="en-US" dirty="0"/>
              <a:t>用户相关模型仅使用中立腕部方向下收集的数据进行微调。然后，我们使用从图 10(b) 所示的 6 个极端方向的会话中收集的数据来测试模型。</a:t>
            </a:r>
          </a:p>
        </p:txBody>
      </p:sp>
      <p:pic>
        <p:nvPicPr>
          <p:cNvPr id="11" name="图片 10">
            <a:extLst>
              <a:ext uri="{FF2B5EF4-FFF2-40B4-BE49-F238E27FC236}">
                <a16:creationId xmlns:a16="http://schemas.microsoft.com/office/drawing/2014/main" id="{942E5B32-EB9A-65DF-6C19-71B8090E755E}"/>
              </a:ext>
            </a:extLst>
          </p:cNvPr>
          <p:cNvPicPr>
            <a:picLocks noChangeAspect="1"/>
          </p:cNvPicPr>
          <p:nvPr/>
        </p:nvPicPr>
        <p:blipFill>
          <a:blip r:embed="rId6"/>
          <a:stretch>
            <a:fillRect/>
          </a:stretch>
        </p:blipFill>
        <p:spPr>
          <a:xfrm>
            <a:off x="336395" y="931202"/>
            <a:ext cx="3886200" cy="2242038"/>
          </a:xfrm>
          <a:prstGeom prst="rect">
            <a:avLst/>
          </a:prstGeom>
        </p:spPr>
      </p:pic>
      <p:pic>
        <p:nvPicPr>
          <p:cNvPr id="12" name="图片 11">
            <a:extLst>
              <a:ext uri="{FF2B5EF4-FFF2-40B4-BE49-F238E27FC236}">
                <a16:creationId xmlns:a16="http://schemas.microsoft.com/office/drawing/2014/main" id="{9BB3E700-0343-DEA0-F634-7D0BFD02D60E}"/>
              </a:ext>
            </a:extLst>
          </p:cNvPr>
          <p:cNvPicPr>
            <a:picLocks noChangeAspect="1"/>
          </p:cNvPicPr>
          <p:nvPr/>
        </p:nvPicPr>
        <p:blipFill>
          <a:blip r:embed="rId7"/>
          <a:stretch>
            <a:fillRect/>
          </a:stretch>
        </p:blipFill>
        <p:spPr>
          <a:xfrm>
            <a:off x="501004" y="673271"/>
            <a:ext cx="10968086" cy="5504479"/>
          </a:xfrm>
          <a:prstGeom prst="rect">
            <a:avLst/>
          </a:prstGeom>
        </p:spPr>
      </p:pic>
      <p:sp>
        <p:nvSpPr>
          <p:cNvPr id="13" name="矩形 12">
            <a:extLst>
              <a:ext uri="{FF2B5EF4-FFF2-40B4-BE49-F238E27FC236}">
                <a16:creationId xmlns:a16="http://schemas.microsoft.com/office/drawing/2014/main" id="{3019012A-FE3A-4F16-B527-24BDD5CA3BE7}"/>
              </a:ext>
            </a:extLst>
          </p:cNvPr>
          <p:cNvSpPr/>
          <p:nvPr/>
        </p:nvSpPr>
        <p:spPr>
          <a:xfrm>
            <a:off x="9422779" y="1561171"/>
            <a:ext cx="721581" cy="3278458"/>
          </a:xfrm>
          <a:prstGeom prst="rect">
            <a:avLst/>
          </a:prstGeom>
          <a:no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 name="文本框 14">
            <a:extLst>
              <a:ext uri="{FF2B5EF4-FFF2-40B4-BE49-F238E27FC236}">
                <a16:creationId xmlns:a16="http://schemas.microsoft.com/office/drawing/2014/main" id="{2775FBAE-C666-60C4-67D2-8A2750909491}"/>
              </a:ext>
            </a:extLst>
          </p:cNvPr>
          <p:cNvSpPr txBox="1"/>
          <p:nvPr/>
        </p:nvSpPr>
        <p:spPr>
          <a:xfrm>
            <a:off x="1284825" y="5995469"/>
            <a:ext cx="9941312" cy="646331"/>
          </a:xfrm>
          <a:prstGeom prst="rect">
            <a:avLst/>
          </a:prstGeom>
          <a:solidFill>
            <a:srgbClr val="FFC000"/>
          </a:solidFill>
        </p:spPr>
        <p:txBody>
          <a:bodyPr wrap="square">
            <a:spAutoFit/>
          </a:bodyPr>
          <a:lstStyle/>
          <a:p>
            <a:r>
              <a:rPr lang="zh-CN" altLang="en-US" b="1" dirty="0"/>
              <a:t>在用户研究中，保持手掌与屏幕平行这一姿势很难做到。在检测到的真实值中，我们也注意到许多帧的手部姿势在视觉上不正确。因此，误差的增加可能无法准确反映我们系统的性能。</a:t>
            </a:r>
          </a:p>
        </p:txBody>
      </p:sp>
      <p:sp>
        <p:nvSpPr>
          <p:cNvPr id="16" name="矩形 15">
            <a:extLst>
              <a:ext uri="{FF2B5EF4-FFF2-40B4-BE49-F238E27FC236}">
                <a16:creationId xmlns:a16="http://schemas.microsoft.com/office/drawing/2014/main" id="{B81B826E-0219-CE84-B3FC-92E606FF4F6F}"/>
              </a:ext>
            </a:extLst>
          </p:cNvPr>
          <p:cNvSpPr/>
          <p:nvPr/>
        </p:nvSpPr>
        <p:spPr>
          <a:xfrm>
            <a:off x="10214289" y="1561171"/>
            <a:ext cx="721581" cy="3278458"/>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 name="矩形 16">
            <a:extLst>
              <a:ext uri="{FF2B5EF4-FFF2-40B4-BE49-F238E27FC236}">
                <a16:creationId xmlns:a16="http://schemas.microsoft.com/office/drawing/2014/main" id="{B9E4FD06-A0DD-CC12-5F82-4772D58EF62D}"/>
              </a:ext>
            </a:extLst>
          </p:cNvPr>
          <p:cNvSpPr/>
          <p:nvPr/>
        </p:nvSpPr>
        <p:spPr>
          <a:xfrm>
            <a:off x="5735210" y="1561171"/>
            <a:ext cx="3617640" cy="3278458"/>
          </a:xfrm>
          <a:prstGeom prst="rect">
            <a:avLst/>
          </a:prstGeom>
          <a:noFill/>
          <a:ln w="285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4" name="灯片编号占位符 13">
            <a:extLst>
              <a:ext uri="{FF2B5EF4-FFF2-40B4-BE49-F238E27FC236}">
                <a16:creationId xmlns:a16="http://schemas.microsoft.com/office/drawing/2014/main" id="{0BD00ECE-4C93-6B67-0B10-7B324CBE055B}"/>
              </a:ext>
            </a:extLst>
          </p:cNvPr>
          <p:cNvSpPr>
            <a:spLocks noGrp="1"/>
          </p:cNvSpPr>
          <p:nvPr>
            <p:ph type="sldNum" sz="quarter" idx="4"/>
          </p:nvPr>
        </p:nvSpPr>
        <p:spPr/>
        <p:txBody>
          <a:bodyPr/>
          <a:lstStyle/>
          <a:p>
            <a:fld id="{7A48417F-7526-485E-AE3C-3E2AE40A04CB}" type="slidenum">
              <a:rPr lang="zh-CN" altLang="en-US" smtClean="0"/>
              <a:pPr/>
              <a:t>34</a:t>
            </a:fld>
            <a:r>
              <a:rPr lang="zh-CN" altLang="en-US"/>
              <a:t> </a:t>
            </a:r>
            <a:r>
              <a:rPr lang="en-US" altLang="zh-CN"/>
              <a:t>/ </a:t>
            </a:r>
            <a:r>
              <a:rPr lang="zh-CN" altLang="en-US"/>
              <a:t>总页数</a:t>
            </a:r>
            <a:endParaRPr lang="zh-CN" altLang="en-US" dirty="0"/>
          </a:p>
        </p:txBody>
      </p:sp>
    </p:spTree>
    <p:extLst>
      <p:ext uri="{BB962C8B-B14F-4D97-AF65-F5344CB8AC3E}">
        <p14:creationId xmlns:p14="http://schemas.microsoft.com/office/powerpoint/2010/main" val="537663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480974-DA6D-4307-0AEC-03017B17C6F8}"/>
            </a:ext>
          </a:extLst>
        </p:cNvPr>
        <p:cNvGrpSpPr/>
        <p:nvPr/>
      </p:nvGrpSpPr>
      <p:grpSpPr>
        <a:xfrm>
          <a:off x="0" y="0"/>
          <a:ext cx="0" cy="0"/>
          <a:chOff x="0" y="0"/>
          <a:chExt cx="0" cy="0"/>
        </a:xfrm>
      </p:grpSpPr>
      <p:pic>
        <p:nvPicPr>
          <p:cNvPr id="9" name="图片 8">
            <a:extLst>
              <a:ext uri="{FF2B5EF4-FFF2-40B4-BE49-F238E27FC236}">
                <a16:creationId xmlns:a16="http://schemas.microsoft.com/office/drawing/2014/main" id="{7756FE86-AC10-042C-5987-0DF6A5839339}"/>
              </a:ext>
            </a:extLst>
          </p:cNvPr>
          <p:cNvPicPr>
            <a:picLocks noChangeAspect="1"/>
          </p:cNvPicPr>
          <p:nvPr/>
        </p:nvPicPr>
        <p:blipFill rotWithShape="1">
          <a:blip r:embed="rId2">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 name="矩形 1">
            <a:extLst>
              <a:ext uri="{FF2B5EF4-FFF2-40B4-BE49-F238E27FC236}">
                <a16:creationId xmlns:a16="http://schemas.microsoft.com/office/drawing/2014/main" id="{DBB95AF1-D76B-9AE1-B90D-D7D5BF00BDE5}"/>
              </a:ext>
            </a:extLst>
          </p:cNvPr>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 name="组合 2">
            <a:extLst>
              <a:ext uri="{FF2B5EF4-FFF2-40B4-BE49-F238E27FC236}">
                <a16:creationId xmlns:a16="http://schemas.microsoft.com/office/drawing/2014/main" id="{C1AC083F-F30E-A924-7186-18E25BFD9DB9}"/>
              </a:ext>
            </a:extLst>
          </p:cNvPr>
          <p:cNvGrpSpPr/>
          <p:nvPr/>
        </p:nvGrpSpPr>
        <p:grpSpPr>
          <a:xfrm>
            <a:off x="138529" y="112811"/>
            <a:ext cx="3441012" cy="954107"/>
            <a:chOff x="1019925" y="1507763"/>
            <a:chExt cx="3441012" cy="954107"/>
          </a:xfrm>
        </p:grpSpPr>
        <p:sp>
          <p:nvSpPr>
            <p:cNvPr id="4" name="文本框 3">
              <a:extLst>
                <a:ext uri="{FF2B5EF4-FFF2-40B4-BE49-F238E27FC236}">
                  <a16:creationId xmlns:a16="http://schemas.microsoft.com/office/drawing/2014/main" id="{145E8D7D-7296-B54F-F426-AF152ABC8CE1}"/>
                </a:ext>
              </a:extLst>
            </p:cNvPr>
            <p:cNvSpPr txBox="1"/>
            <p:nvPr/>
          </p:nvSpPr>
          <p:spPr>
            <a:xfrm>
              <a:off x="1700307" y="1507763"/>
              <a:ext cx="2760630" cy="954107"/>
            </a:xfrm>
            <a:prstGeom prst="rect">
              <a:avLst/>
            </a:prstGeom>
            <a:noFill/>
          </p:spPr>
          <p:txBody>
            <a:bodyPr vert="horz" wrap="square" rtlCol="0">
              <a:spAutoFit/>
            </a:bodyPr>
            <a:lstStyle/>
            <a:p>
              <a:pPr algn="dist"/>
              <a:r>
                <a:rPr lang="zh-CN" altLang="en-US" sz="2800" b="1" dirty="0">
                  <a:solidFill>
                    <a:schemeClr val="bg1"/>
                  </a:solidFill>
                  <a:latin typeface="微软雅黑" panose="020B0503020204020204" pitchFamily="34" charset="-122"/>
                  <a:ea typeface="微软雅黑" panose="020B0503020204020204" pitchFamily="34" charset="-122"/>
                </a:rPr>
                <a:t>对声音的鲁棒性</a:t>
              </a:r>
            </a:p>
            <a:p>
              <a:pPr algn="dist"/>
              <a:endParaRPr lang="zh-CN" altLang="en-US" sz="2800" b="1" dirty="0">
                <a:solidFill>
                  <a:schemeClr val="bg1"/>
                </a:solidFill>
                <a:latin typeface="微软雅黑" panose="020B0503020204020204" pitchFamily="34" charset="-122"/>
                <a:ea typeface="微软雅黑" panose="020B0503020204020204" pitchFamily="34" charset="-122"/>
              </a:endParaRPr>
            </a:p>
          </p:txBody>
        </p:sp>
        <p:pic>
          <p:nvPicPr>
            <p:cNvPr id="5" name="图片 4">
              <a:extLst>
                <a:ext uri="{FF2B5EF4-FFF2-40B4-BE49-F238E27FC236}">
                  <a16:creationId xmlns:a16="http://schemas.microsoft.com/office/drawing/2014/main" id="{32CC6D1A-49A1-3982-0272-3F23E3667ECA}"/>
                </a:ext>
              </a:extLst>
            </p:cNvPr>
            <p:cNvPicPr>
              <a:picLocks noChangeAspect="1"/>
            </p:cNvPicPr>
            <p:nvPr/>
          </p:nvPicPr>
          <p:blipFill rotWithShape="1">
            <a:blip r:embed="rId3" cstate="print">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sp>
        <p:nvSpPr>
          <p:cNvPr id="62" name="矩形 61">
            <a:extLst>
              <a:ext uri="{FF2B5EF4-FFF2-40B4-BE49-F238E27FC236}">
                <a16:creationId xmlns:a16="http://schemas.microsoft.com/office/drawing/2014/main" id="{0CFCEE7C-1FDA-A1D6-A6EF-82A260E91654}"/>
              </a:ext>
            </a:extLst>
          </p:cNvPr>
          <p:cNvSpPr/>
          <p:nvPr/>
        </p:nvSpPr>
        <p:spPr>
          <a:xfrm>
            <a:off x="0" y="6553271"/>
            <a:ext cx="12192000" cy="3112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36" name="图片 35">
            <a:extLst>
              <a:ext uri="{FF2B5EF4-FFF2-40B4-BE49-F238E27FC236}">
                <a16:creationId xmlns:a16="http://schemas.microsoft.com/office/drawing/2014/main" id="{197C045E-D5DD-1D32-AAF9-D3EC89A253CC}"/>
              </a:ext>
            </a:extLst>
          </p:cNvPr>
          <p:cNvPicPr>
            <a:picLocks noChangeAspect="1"/>
          </p:cNvPicPr>
          <p:nvPr/>
        </p:nvPicPr>
        <p:blipFill rotWithShape="1">
          <a:blip r:embed="rId4"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sp>
        <p:nvSpPr>
          <p:cNvPr id="10" name="文本框 9">
            <a:extLst>
              <a:ext uri="{FF2B5EF4-FFF2-40B4-BE49-F238E27FC236}">
                <a16:creationId xmlns:a16="http://schemas.microsoft.com/office/drawing/2014/main" id="{0E94B91A-D6F6-C566-1207-683DE0D704D9}"/>
              </a:ext>
            </a:extLst>
          </p:cNvPr>
          <p:cNvSpPr txBox="1"/>
          <p:nvPr/>
        </p:nvSpPr>
        <p:spPr>
          <a:xfrm>
            <a:off x="4222595" y="818572"/>
            <a:ext cx="3746812" cy="2585323"/>
          </a:xfrm>
          <a:prstGeom prst="rect">
            <a:avLst/>
          </a:prstGeom>
          <a:noFill/>
        </p:spPr>
        <p:txBody>
          <a:bodyPr wrap="square">
            <a:spAutoFit/>
          </a:bodyPr>
          <a:lstStyle/>
          <a:p>
            <a:r>
              <a:rPr lang="zh-CN" altLang="en-US" dirty="0"/>
              <a:t>用户无关模型使用中立腕部位置数据以及来自其他用户的所有其他腕部方向数据进行训练。</a:t>
            </a:r>
            <a:endParaRPr lang="en-US" altLang="zh-CN" dirty="0"/>
          </a:p>
          <a:p>
            <a:endParaRPr lang="en-US" altLang="zh-CN" dirty="0"/>
          </a:p>
          <a:p>
            <a:r>
              <a:rPr lang="zh-CN" altLang="en-US" dirty="0"/>
              <a:t>用户相关模型仅使用中立腕部方向下收集的数据进行微调。然后，我们使用从图 10(b) 所示的 6 个极端方向的会话中收集的数据来测试模型。</a:t>
            </a:r>
          </a:p>
        </p:txBody>
      </p:sp>
      <p:pic>
        <p:nvPicPr>
          <p:cNvPr id="11" name="图片 10">
            <a:extLst>
              <a:ext uri="{FF2B5EF4-FFF2-40B4-BE49-F238E27FC236}">
                <a16:creationId xmlns:a16="http://schemas.microsoft.com/office/drawing/2014/main" id="{8DC021B2-6E71-F638-655D-2ADE847A3A29}"/>
              </a:ext>
            </a:extLst>
          </p:cNvPr>
          <p:cNvPicPr>
            <a:picLocks noChangeAspect="1"/>
          </p:cNvPicPr>
          <p:nvPr/>
        </p:nvPicPr>
        <p:blipFill>
          <a:blip r:embed="rId5"/>
          <a:stretch>
            <a:fillRect/>
          </a:stretch>
        </p:blipFill>
        <p:spPr>
          <a:xfrm>
            <a:off x="336395" y="931202"/>
            <a:ext cx="3886200" cy="2242038"/>
          </a:xfrm>
          <a:prstGeom prst="rect">
            <a:avLst/>
          </a:prstGeom>
        </p:spPr>
      </p:pic>
      <p:pic>
        <p:nvPicPr>
          <p:cNvPr id="12" name="图片 11">
            <a:extLst>
              <a:ext uri="{FF2B5EF4-FFF2-40B4-BE49-F238E27FC236}">
                <a16:creationId xmlns:a16="http://schemas.microsoft.com/office/drawing/2014/main" id="{5F346EC9-DC8F-13B9-84CA-7CF333D4213F}"/>
              </a:ext>
            </a:extLst>
          </p:cNvPr>
          <p:cNvPicPr>
            <a:picLocks noChangeAspect="1"/>
          </p:cNvPicPr>
          <p:nvPr/>
        </p:nvPicPr>
        <p:blipFill>
          <a:blip r:embed="rId6"/>
          <a:stretch>
            <a:fillRect/>
          </a:stretch>
        </p:blipFill>
        <p:spPr>
          <a:xfrm>
            <a:off x="501004" y="651655"/>
            <a:ext cx="10968086" cy="5504479"/>
          </a:xfrm>
          <a:prstGeom prst="rect">
            <a:avLst/>
          </a:prstGeom>
        </p:spPr>
      </p:pic>
      <p:sp>
        <p:nvSpPr>
          <p:cNvPr id="17" name="矩形 16">
            <a:extLst>
              <a:ext uri="{FF2B5EF4-FFF2-40B4-BE49-F238E27FC236}">
                <a16:creationId xmlns:a16="http://schemas.microsoft.com/office/drawing/2014/main" id="{BC10EFD2-3296-459A-2571-D0233FF345B9}"/>
              </a:ext>
            </a:extLst>
          </p:cNvPr>
          <p:cNvSpPr/>
          <p:nvPr/>
        </p:nvSpPr>
        <p:spPr>
          <a:xfrm>
            <a:off x="4152666" y="1550020"/>
            <a:ext cx="1523301" cy="3278458"/>
          </a:xfrm>
          <a:prstGeom prst="rect">
            <a:avLst/>
          </a:prstGeom>
          <a:noFill/>
          <a:ln w="285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灯片编号占位符 12">
            <a:extLst>
              <a:ext uri="{FF2B5EF4-FFF2-40B4-BE49-F238E27FC236}">
                <a16:creationId xmlns:a16="http://schemas.microsoft.com/office/drawing/2014/main" id="{4BB45CCB-AA42-DC26-DC77-D22A827073CC}"/>
              </a:ext>
            </a:extLst>
          </p:cNvPr>
          <p:cNvSpPr>
            <a:spLocks noGrp="1"/>
          </p:cNvSpPr>
          <p:nvPr>
            <p:ph type="sldNum" sz="quarter" idx="4"/>
          </p:nvPr>
        </p:nvSpPr>
        <p:spPr/>
        <p:txBody>
          <a:bodyPr/>
          <a:lstStyle/>
          <a:p>
            <a:fld id="{7A48417F-7526-485E-AE3C-3E2AE40A04CB}" type="slidenum">
              <a:rPr lang="zh-CN" altLang="en-US" smtClean="0"/>
              <a:pPr/>
              <a:t>35</a:t>
            </a:fld>
            <a:r>
              <a:rPr lang="zh-CN" altLang="en-US"/>
              <a:t> </a:t>
            </a:r>
            <a:r>
              <a:rPr lang="en-US" altLang="zh-CN"/>
              <a:t>/ </a:t>
            </a:r>
            <a:r>
              <a:rPr lang="zh-CN" altLang="en-US"/>
              <a:t>总页数</a:t>
            </a:r>
            <a:endParaRPr lang="zh-CN" altLang="en-US" dirty="0"/>
          </a:p>
        </p:txBody>
      </p:sp>
    </p:spTree>
    <p:extLst>
      <p:ext uri="{BB962C8B-B14F-4D97-AF65-F5344CB8AC3E}">
        <p14:creationId xmlns:p14="http://schemas.microsoft.com/office/powerpoint/2010/main" val="15817942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74D38E-8F44-6F38-F805-AA014348B5E1}"/>
            </a:ext>
          </a:extLst>
        </p:cNvPr>
        <p:cNvGrpSpPr/>
        <p:nvPr/>
      </p:nvGrpSpPr>
      <p:grpSpPr>
        <a:xfrm>
          <a:off x="0" y="0"/>
          <a:ext cx="0" cy="0"/>
          <a:chOff x="0" y="0"/>
          <a:chExt cx="0" cy="0"/>
        </a:xfrm>
      </p:grpSpPr>
      <p:pic>
        <p:nvPicPr>
          <p:cNvPr id="9" name="图片 8">
            <a:extLst>
              <a:ext uri="{FF2B5EF4-FFF2-40B4-BE49-F238E27FC236}">
                <a16:creationId xmlns:a16="http://schemas.microsoft.com/office/drawing/2014/main" id="{F858F688-5EA8-C5FF-2D46-CB904306C022}"/>
              </a:ext>
            </a:extLst>
          </p:cNvPr>
          <p:cNvPicPr>
            <a:picLocks noChangeAspect="1"/>
          </p:cNvPicPr>
          <p:nvPr/>
        </p:nvPicPr>
        <p:blipFill rotWithShape="1">
          <a:blip r:embed="rId2">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 name="矩形 1">
            <a:extLst>
              <a:ext uri="{FF2B5EF4-FFF2-40B4-BE49-F238E27FC236}">
                <a16:creationId xmlns:a16="http://schemas.microsoft.com/office/drawing/2014/main" id="{D9861190-1435-9010-7FB5-2B4E033EA0D9}"/>
              </a:ext>
            </a:extLst>
          </p:cNvPr>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 name="组合 2">
            <a:extLst>
              <a:ext uri="{FF2B5EF4-FFF2-40B4-BE49-F238E27FC236}">
                <a16:creationId xmlns:a16="http://schemas.microsoft.com/office/drawing/2014/main" id="{0A9230B5-0E49-61E7-FD08-D5E8968A5F0C}"/>
              </a:ext>
            </a:extLst>
          </p:cNvPr>
          <p:cNvGrpSpPr/>
          <p:nvPr/>
        </p:nvGrpSpPr>
        <p:grpSpPr>
          <a:xfrm>
            <a:off x="138529" y="112811"/>
            <a:ext cx="3418710" cy="593132"/>
            <a:chOff x="1019925" y="1507763"/>
            <a:chExt cx="3418710" cy="593132"/>
          </a:xfrm>
        </p:grpSpPr>
        <p:sp>
          <p:nvSpPr>
            <p:cNvPr id="4" name="文本框 3">
              <a:extLst>
                <a:ext uri="{FF2B5EF4-FFF2-40B4-BE49-F238E27FC236}">
                  <a16:creationId xmlns:a16="http://schemas.microsoft.com/office/drawing/2014/main" id="{64FD6720-D235-8D81-B6FD-E59CBF26DEEF}"/>
                </a:ext>
              </a:extLst>
            </p:cNvPr>
            <p:cNvSpPr txBox="1"/>
            <p:nvPr/>
          </p:nvSpPr>
          <p:spPr>
            <a:xfrm>
              <a:off x="1700307" y="1507763"/>
              <a:ext cx="2738328" cy="523220"/>
            </a:xfrm>
            <a:prstGeom prst="rect">
              <a:avLst/>
            </a:prstGeom>
            <a:noFill/>
          </p:spPr>
          <p:txBody>
            <a:bodyPr vert="horz" wrap="square" rtlCol="0">
              <a:spAutoFit/>
            </a:bodyPr>
            <a:lstStyle/>
            <a:p>
              <a:pPr algn="dist"/>
              <a:r>
                <a:rPr lang="zh-CN" altLang="en-US" sz="2800" b="1" dirty="0">
                  <a:solidFill>
                    <a:schemeClr val="bg1"/>
                  </a:solidFill>
                  <a:latin typeface="微软雅黑" panose="020B0503020204020204" pitchFamily="34" charset="-122"/>
                  <a:ea typeface="微软雅黑" panose="020B0503020204020204" pitchFamily="34" charset="-122"/>
                </a:rPr>
                <a:t>对运动的鲁棒性</a:t>
              </a:r>
            </a:p>
          </p:txBody>
        </p:sp>
        <p:pic>
          <p:nvPicPr>
            <p:cNvPr id="5" name="图片 4">
              <a:extLst>
                <a:ext uri="{FF2B5EF4-FFF2-40B4-BE49-F238E27FC236}">
                  <a16:creationId xmlns:a16="http://schemas.microsoft.com/office/drawing/2014/main" id="{3B74D2A4-C88A-6FCB-83E9-2AEF1F25D457}"/>
                </a:ext>
              </a:extLst>
            </p:cNvPr>
            <p:cNvPicPr>
              <a:picLocks noChangeAspect="1"/>
            </p:cNvPicPr>
            <p:nvPr/>
          </p:nvPicPr>
          <p:blipFill rotWithShape="1">
            <a:blip r:embed="rId3" cstate="print">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sp>
        <p:nvSpPr>
          <p:cNvPr id="62" name="矩形 61">
            <a:extLst>
              <a:ext uri="{FF2B5EF4-FFF2-40B4-BE49-F238E27FC236}">
                <a16:creationId xmlns:a16="http://schemas.microsoft.com/office/drawing/2014/main" id="{3C6606A5-6309-7602-C0F3-5BD1F49CAC62}"/>
              </a:ext>
            </a:extLst>
          </p:cNvPr>
          <p:cNvSpPr/>
          <p:nvPr/>
        </p:nvSpPr>
        <p:spPr>
          <a:xfrm>
            <a:off x="0" y="6553271"/>
            <a:ext cx="12192000" cy="3112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36" name="图片 35">
            <a:extLst>
              <a:ext uri="{FF2B5EF4-FFF2-40B4-BE49-F238E27FC236}">
                <a16:creationId xmlns:a16="http://schemas.microsoft.com/office/drawing/2014/main" id="{371EC4F5-8502-C1EB-23BB-320F6D7E004E}"/>
              </a:ext>
            </a:extLst>
          </p:cNvPr>
          <p:cNvPicPr>
            <a:picLocks noChangeAspect="1"/>
          </p:cNvPicPr>
          <p:nvPr/>
        </p:nvPicPr>
        <p:blipFill rotWithShape="1">
          <a:blip r:embed="rId4"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sp>
        <p:nvSpPr>
          <p:cNvPr id="10" name="文本框 9">
            <a:extLst>
              <a:ext uri="{FF2B5EF4-FFF2-40B4-BE49-F238E27FC236}">
                <a16:creationId xmlns:a16="http://schemas.microsoft.com/office/drawing/2014/main" id="{30708D23-2469-AD36-876D-A5AB992ADC62}"/>
              </a:ext>
            </a:extLst>
          </p:cNvPr>
          <p:cNvSpPr txBox="1"/>
          <p:nvPr/>
        </p:nvSpPr>
        <p:spPr>
          <a:xfrm>
            <a:off x="4222595" y="818572"/>
            <a:ext cx="3746812" cy="2585323"/>
          </a:xfrm>
          <a:prstGeom prst="rect">
            <a:avLst/>
          </a:prstGeom>
          <a:noFill/>
        </p:spPr>
        <p:txBody>
          <a:bodyPr wrap="square">
            <a:spAutoFit/>
          </a:bodyPr>
          <a:lstStyle/>
          <a:p>
            <a:r>
              <a:rPr lang="zh-CN" altLang="en-US" dirty="0"/>
              <a:t>用户无关模型使用中立腕部位置数据以及来自其他用户的所有其他腕部方向数据进行训练。</a:t>
            </a:r>
            <a:endParaRPr lang="en-US" altLang="zh-CN" dirty="0"/>
          </a:p>
          <a:p>
            <a:endParaRPr lang="en-US" altLang="zh-CN" dirty="0"/>
          </a:p>
          <a:p>
            <a:r>
              <a:rPr lang="zh-CN" altLang="en-US" dirty="0"/>
              <a:t>用户相关模型仅使用中立腕部方向下收集的数据进行微调。然后，我们使用从图 10(b) 所示的 6 个极端方向的会话中收集的数据来测试模型。</a:t>
            </a:r>
          </a:p>
        </p:txBody>
      </p:sp>
      <p:pic>
        <p:nvPicPr>
          <p:cNvPr id="11" name="图片 10">
            <a:extLst>
              <a:ext uri="{FF2B5EF4-FFF2-40B4-BE49-F238E27FC236}">
                <a16:creationId xmlns:a16="http://schemas.microsoft.com/office/drawing/2014/main" id="{DEBD96BA-74C3-A857-B068-CCB9C7A6E6D8}"/>
              </a:ext>
            </a:extLst>
          </p:cNvPr>
          <p:cNvPicPr>
            <a:picLocks noChangeAspect="1"/>
          </p:cNvPicPr>
          <p:nvPr/>
        </p:nvPicPr>
        <p:blipFill>
          <a:blip r:embed="rId5"/>
          <a:stretch>
            <a:fillRect/>
          </a:stretch>
        </p:blipFill>
        <p:spPr>
          <a:xfrm>
            <a:off x="336395" y="931202"/>
            <a:ext cx="3886200" cy="2242038"/>
          </a:xfrm>
          <a:prstGeom prst="rect">
            <a:avLst/>
          </a:prstGeom>
        </p:spPr>
      </p:pic>
      <p:pic>
        <p:nvPicPr>
          <p:cNvPr id="12" name="图片 11">
            <a:extLst>
              <a:ext uri="{FF2B5EF4-FFF2-40B4-BE49-F238E27FC236}">
                <a16:creationId xmlns:a16="http://schemas.microsoft.com/office/drawing/2014/main" id="{C196E9CD-4207-2300-29AC-3898F37D0805}"/>
              </a:ext>
            </a:extLst>
          </p:cNvPr>
          <p:cNvPicPr>
            <a:picLocks noChangeAspect="1"/>
          </p:cNvPicPr>
          <p:nvPr/>
        </p:nvPicPr>
        <p:blipFill>
          <a:blip r:embed="rId6"/>
          <a:stretch>
            <a:fillRect/>
          </a:stretch>
        </p:blipFill>
        <p:spPr>
          <a:xfrm>
            <a:off x="501004" y="862531"/>
            <a:ext cx="10968086" cy="5504479"/>
          </a:xfrm>
          <a:prstGeom prst="rect">
            <a:avLst/>
          </a:prstGeom>
        </p:spPr>
      </p:pic>
      <p:sp>
        <p:nvSpPr>
          <p:cNvPr id="17" name="矩形 16">
            <a:extLst>
              <a:ext uri="{FF2B5EF4-FFF2-40B4-BE49-F238E27FC236}">
                <a16:creationId xmlns:a16="http://schemas.microsoft.com/office/drawing/2014/main" id="{7E311C6C-F3C2-24B1-A92A-1610DB32FDA5}"/>
              </a:ext>
            </a:extLst>
          </p:cNvPr>
          <p:cNvSpPr/>
          <p:nvPr/>
        </p:nvSpPr>
        <p:spPr>
          <a:xfrm>
            <a:off x="3456878" y="1542454"/>
            <a:ext cx="765717" cy="3278458"/>
          </a:xfrm>
          <a:prstGeom prst="rect">
            <a:avLst/>
          </a:prstGeom>
          <a:noFill/>
          <a:ln w="285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灯片编号占位符 12">
            <a:extLst>
              <a:ext uri="{FF2B5EF4-FFF2-40B4-BE49-F238E27FC236}">
                <a16:creationId xmlns:a16="http://schemas.microsoft.com/office/drawing/2014/main" id="{040A0AB8-E480-59FA-1697-18CBF8381CA7}"/>
              </a:ext>
            </a:extLst>
          </p:cNvPr>
          <p:cNvSpPr>
            <a:spLocks noGrp="1"/>
          </p:cNvSpPr>
          <p:nvPr>
            <p:ph type="sldNum" sz="quarter" idx="4"/>
          </p:nvPr>
        </p:nvSpPr>
        <p:spPr/>
        <p:txBody>
          <a:bodyPr/>
          <a:lstStyle/>
          <a:p>
            <a:fld id="{7A48417F-7526-485E-AE3C-3E2AE40A04CB}" type="slidenum">
              <a:rPr lang="zh-CN" altLang="en-US" smtClean="0"/>
              <a:pPr/>
              <a:t>36</a:t>
            </a:fld>
            <a:r>
              <a:rPr lang="zh-CN" altLang="en-US"/>
              <a:t> </a:t>
            </a:r>
            <a:r>
              <a:rPr lang="en-US" altLang="zh-CN"/>
              <a:t>/ </a:t>
            </a:r>
            <a:r>
              <a:rPr lang="zh-CN" altLang="en-US"/>
              <a:t>总页数</a:t>
            </a:r>
            <a:endParaRPr lang="zh-CN" altLang="en-US" dirty="0"/>
          </a:p>
        </p:txBody>
      </p:sp>
    </p:spTree>
    <p:extLst>
      <p:ext uri="{BB962C8B-B14F-4D97-AF65-F5344CB8AC3E}">
        <p14:creationId xmlns:p14="http://schemas.microsoft.com/office/powerpoint/2010/main" val="183002116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8A3AB-44EB-52DF-9CE4-E56A6AC74844}"/>
            </a:ext>
          </a:extLst>
        </p:cNvPr>
        <p:cNvGrpSpPr/>
        <p:nvPr/>
      </p:nvGrpSpPr>
      <p:grpSpPr>
        <a:xfrm>
          <a:off x="0" y="0"/>
          <a:ext cx="0" cy="0"/>
          <a:chOff x="0" y="0"/>
          <a:chExt cx="0" cy="0"/>
        </a:xfrm>
      </p:grpSpPr>
      <p:pic>
        <p:nvPicPr>
          <p:cNvPr id="9" name="图片 8">
            <a:extLst>
              <a:ext uri="{FF2B5EF4-FFF2-40B4-BE49-F238E27FC236}">
                <a16:creationId xmlns:a16="http://schemas.microsoft.com/office/drawing/2014/main" id="{EC5CBA16-EC6B-137A-9986-6F955D531EB9}"/>
              </a:ext>
            </a:extLst>
          </p:cNvPr>
          <p:cNvPicPr>
            <a:picLocks noChangeAspect="1"/>
          </p:cNvPicPr>
          <p:nvPr/>
        </p:nvPicPr>
        <p:blipFill rotWithShape="1">
          <a:blip r:embed="rId2">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 name="矩形 1">
            <a:extLst>
              <a:ext uri="{FF2B5EF4-FFF2-40B4-BE49-F238E27FC236}">
                <a16:creationId xmlns:a16="http://schemas.microsoft.com/office/drawing/2014/main" id="{2BB06C90-7686-664E-4D4C-48D58C8DDBA1}"/>
              </a:ext>
            </a:extLst>
          </p:cNvPr>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 name="组合 2">
            <a:extLst>
              <a:ext uri="{FF2B5EF4-FFF2-40B4-BE49-F238E27FC236}">
                <a16:creationId xmlns:a16="http://schemas.microsoft.com/office/drawing/2014/main" id="{C7CF9593-7329-1C06-48AF-2244C1EA7D57}"/>
              </a:ext>
            </a:extLst>
          </p:cNvPr>
          <p:cNvGrpSpPr/>
          <p:nvPr/>
        </p:nvGrpSpPr>
        <p:grpSpPr>
          <a:xfrm>
            <a:off x="138529" y="112811"/>
            <a:ext cx="4084066" cy="593132"/>
            <a:chOff x="1019925" y="1507763"/>
            <a:chExt cx="4084066" cy="593132"/>
          </a:xfrm>
        </p:grpSpPr>
        <p:sp>
          <p:nvSpPr>
            <p:cNvPr id="4" name="文本框 3">
              <a:extLst>
                <a:ext uri="{FF2B5EF4-FFF2-40B4-BE49-F238E27FC236}">
                  <a16:creationId xmlns:a16="http://schemas.microsoft.com/office/drawing/2014/main" id="{B5304A17-6564-4343-7CE9-4F350280F039}"/>
                </a:ext>
              </a:extLst>
            </p:cNvPr>
            <p:cNvSpPr txBox="1"/>
            <p:nvPr/>
          </p:nvSpPr>
          <p:spPr>
            <a:xfrm>
              <a:off x="1700307" y="1507763"/>
              <a:ext cx="3403684" cy="523220"/>
            </a:xfrm>
            <a:prstGeom prst="rect">
              <a:avLst/>
            </a:prstGeom>
            <a:noFill/>
          </p:spPr>
          <p:txBody>
            <a:bodyPr vert="horz" wrap="square" rtlCol="0">
              <a:spAutoFit/>
            </a:bodyPr>
            <a:lstStyle/>
            <a:p>
              <a:pPr algn="dist"/>
              <a:r>
                <a:rPr lang="zh-CN" altLang="en-US" sz="2800" b="1" dirty="0">
                  <a:solidFill>
                    <a:schemeClr val="bg1"/>
                  </a:solidFill>
                  <a:latin typeface="微软雅黑" panose="020B0503020204020204" pitchFamily="34" charset="-122"/>
                  <a:ea typeface="微软雅黑" panose="020B0503020204020204" pitchFamily="34" charset="-122"/>
                </a:rPr>
                <a:t>对邻近物体的鲁棒性</a:t>
              </a:r>
            </a:p>
          </p:txBody>
        </p:sp>
        <p:pic>
          <p:nvPicPr>
            <p:cNvPr id="5" name="图片 4">
              <a:extLst>
                <a:ext uri="{FF2B5EF4-FFF2-40B4-BE49-F238E27FC236}">
                  <a16:creationId xmlns:a16="http://schemas.microsoft.com/office/drawing/2014/main" id="{FD7EFA16-44BE-D5F4-05DB-08297B3D04C4}"/>
                </a:ext>
              </a:extLst>
            </p:cNvPr>
            <p:cNvPicPr>
              <a:picLocks noChangeAspect="1"/>
            </p:cNvPicPr>
            <p:nvPr/>
          </p:nvPicPr>
          <p:blipFill rotWithShape="1">
            <a:blip r:embed="rId3" cstate="print">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sp>
        <p:nvSpPr>
          <p:cNvPr id="62" name="矩形 61">
            <a:extLst>
              <a:ext uri="{FF2B5EF4-FFF2-40B4-BE49-F238E27FC236}">
                <a16:creationId xmlns:a16="http://schemas.microsoft.com/office/drawing/2014/main" id="{2775BE92-1196-4AB0-7AA0-D076E35DFAF2}"/>
              </a:ext>
            </a:extLst>
          </p:cNvPr>
          <p:cNvSpPr/>
          <p:nvPr/>
        </p:nvSpPr>
        <p:spPr>
          <a:xfrm>
            <a:off x="0" y="6553271"/>
            <a:ext cx="12192000" cy="3112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36" name="图片 35">
            <a:extLst>
              <a:ext uri="{FF2B5EF4-FFF2-40B4-BE49-F238E27FC236}">
                <a16:creationId xmlns:a16="http://schemas.microsoft.com/office/drawing/2014/main" id="{7549537B-ED61-2C2F-0A1A-BD1547E1F718}"/>
              </a:ext>
            </a:extLst>
          </p:cNvPr>
          <p:cNvPicPr>
            <a:picLocks noChangeAspect="1"/>
          </p:cNvPicPr>
          <p:nvPr/>
        </p:nvPicPr>
        <p:blipFill rotWithShape="1">
          <a:blip r:embed="rId4"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pic>
        <p:nvPicPr>
          <p:cNvPr id="7" name="图片 6">
            <a:extLst>
              <a:ext uri="{FF2B5EF4-FFF2-40B4-BE49-F238E27FC236}">
                <a16:creationId xmlns:a16="http://schemas.microsoft.com/office/drawing/2014/main" id="{8D0C52FC-5A0E-5C5F-76E3-7F6BBECA2BAA}"/>
              </a:ext>
            </a:extLst>
          </p:cNvPr>
          <p:cNvPicPr>
            <a:picLocks noChangeAspect="1"/>
          </p:cNvPicPr>
          <p:nvPr/>
        </p:nvPicPr>
        <p:blipFill>
          <a:blip r:embed="rId5"/>
          <a:stretch>
            <a:fillRect/>
          </a:stretch>
        </p:blipFill>
        <p:spPr>
          <a:xfrm>
            <a:off x="336395" y="1141041"/>
            <a:ext cx="7772400" cy="4575917"/>
          </a:xfrm>
          <a:prstGeom prst="rect">
            <a:avLst/>
          </a:prstGeom>
        </p:spPr>
      </p:pic>
      <p:grpSp>
        <p:nvGrpSpPr>
          <p:cNvPr id="6" name="组合 5">
            <a:extLst>
              <a:ext uri="{FF2B5EF4-FFF2-40B4-BE49-F238E27FC236}">
                <a16:creationId xmlns:a16="http://schemas.microsoft.com/office/drawing/2014/main" id="{0D43E8C4-84B6-35D1-8A0A-838E3C43449E}"/>
              </a:ext>
            </a:extLst>
          </p:cNvPr>
          <p:cNvGrpSpPr/>
          <p:nvPr/>
        </p:nvGrpSpPr>
        <p:grpSpPr>
          <a:xfrm>
            <a:off x="8200113" y="2390346"/>
            <a:ext cx="3991887" cy="2847962"/>
            <a:chOff x="501004" y="2607015"/>
            <a:chExt cx="7467783" cy="3622219"/>
          </a:xfrm>
        </p:grpSpPr>
        <p:grpSp>
          <p:nvGrpSpPr>
            <p:cNvPr id="8" name="组合 7">
              <a:extLst>
                <a:ext uri="{FF2B5EF4-FFF2-40B4-BE49-F238E27FC236}">
                  <a16:creationId xmlns:a16="http://schemas.microsoft.com/office/drawing/2014/main" id="{B972EA7F-16B3-ADF0-6ED3-118DCB821002}"/>
                </a:ext>
              </a:extLst>
            </p:cNvPr>
            <p:cNvGrpSpPr/>
            <p:nvPr/>
          </p:nvGrpSpPr>
          <p:grpSpPr>
            <a:xfrm>
              <a:off x="501004" y="2607015"/>
              <a:ext cx="7467783" cy="3622219"/>
              <a:chOff x="3714383" y="3805174"/>
              <a:chExt cx="4763233" cy="2310387"/>
            </a:xfrm>
          </p:grpSpPr>
          <p:sp>
            <p:nvSpPr>
              <p:cNvPr id="11" name="矩形: 圆角 20">
                <a:extLst>
                  <a:ext uri="{FF2B5EF4-FFF2-40B4-BE49-F238E27FC236}">
                    <a16:creationId xmlns:a16="http://schemas.microsoft.com/office/drawing/2014/main" id="{87D5DBF8-CE35-3541-B399-228F48B3E45D}"/>
                  </a:ext>
                </a:extLst>
              </p:cNvPr>
              <p:cNvSpPr/>
              <p:nvPr/>
            </p:nvSpPr>
            <p:spPr>
              <a:xfrm>
                <a:off x="3714383" y="3890164"/>
                <a:ext cx="4763233" cy="2225397"/>
              </a:xfrm>
              <a:prstGeom prst="roundRect">
                <a:avLst>
                  <a:gd name="adj" fmla="val 10405"/>
                </a:avLst>
              </a:prstGeom>
              <a:solidFill>
                <a:srgbClr val="E2EBE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圆顶角 21">
                <a:extLst>
                  <a:ext uri="{FF2B5EF4-FFF2-40B4-BE49-F238E27FC236}">
                    <a16:creationId xmlns:a16="http://schemas.microsoft.com/office/drawing/2014/main" id="{0C2A44DB-6C0F-94D7-713A-037D0B7C172F}"/>
                  </a:ext>
                </a:extLst>
              </p:cNvPr>
              <p:cNvSpPr/>
              <p:nvPr/>
            </p:nvSpPr>
            <p:spPr>
              <a:xfrm>
                <a:off x="3714383" y="3805174"/>
                <a:ext cx="4763233" cy="390978"/>
              </a:xfrm>
              <a:prstGeom prst="round2SameRect">
                <a:avLst>
                  <a:gd name="adj1" fmla="val 45261"/>
                  <a:gd name="adj2" fmla="val 0"/>
                </a:avLst>
              </a:prstGeom>
              <a:solidFill>
                <a:srgbClr val="950041"/>
              </a:solidFill>
            </p:spPr>
            <p:style>
              <a:lnRef idx="2">
                <a:schemeClr val="accent1">
                  <a:shade val="15000"/>
                </a:schemeClr>
              </a:lnRef>
              <a:fillRef idx="1">
                <a:schemeClr val="accent1"/>
              </a:fillRef>
              <a:effectRef idx="0">
                <a:schemeClr val="accent1"/>
              </a:effectRef>
              <a:fontRef idx="minor">
                <a:schemeClr val="lt1"/>
              </a:fontRef>
            </p:style>
            <p:txBody>
              <a:bodyPr lIns="90000" rtlCol="0" anchor="ctr"/>
              <a:lstStyle/>
              <a:p>
                <a:r>
                  <a:rPr lang="zh-CN" altLang="en-US" sz="2000" dirty="0">
                    <a:latin typeface="+mj-ea"/>
                    <a:ea typeface="+mj-ea"/>
                  </a:rPr>
                  <a:t>设置原因</a:t>
                </a:r>
                <a:endParaRPr lang="en-US" altLang="zh-CN" sz="2000" dirty="0">
                  <a:latin typeface="+mj-ea"/>
                  <a:ea typeface="+mj-ea"/>
                </a:endParaRPr>
              </a:p>
            </p:txBody>
          </p:sp>
        </p:grpSp>
        <p:sp>
          <p:nvSpPr>
            <p:cNvPr id="10" name="文本框 9">
              <a:extLst>
                <a:ext uri="{FF2B5EF4-FFF2-40B4-BE49-F238E27FC236}">
                  <a16:creationId xmlns:a16="http://schemas.microsoft.com/office/drawing/2014/main" id="{D7D42213-6EEE-27BE-A6A9-EAB5218839EE}"/>
                </a:ext>
              </a:extLst>
            </p:cNvPr>
            <p:cNvSpPr txBox="1"/>
            <p:nvPr/>
          </p:nvSpPr>
          <p:spPr>
            <a:xfrm>
              <a:off x="501004" y="3353238"/>
              <a:ext cx="7313658" cy="1291785"/>
            </a:xfrm>
            <a:prstGeom prst="rect">
              <a:avLst/>
            </a:prstGeom>
            <a:noFill/>
          </p:spPr>
          <p:txBody>
            <a:bodyPr wrap="square">
              <a:spAutoFit/>
            </a:bodyPr>
            <a:lstStyle/>
            <a:p>
              <a:r>
                <a:rPr lang="zh-CN" altLang="en-US" sz="2000" dirty="0"/>
                <a:t>除了手指遮挡外，传感器还可能被附近的表面和物体（例如裤子和桌子）遮挡。</a:t>
              </a:r>
            </a:p>
          </p:txBody>
        </p:sp>
      </p:grpSp>
      <p:sp>
        <p:nvSpPr>
          <p:cNvPr id="16" name="灯片编号占位符 15">
            <a:extLst>
              <a:ext uri="{FF2B5EF4-FFF2-40B4-BE49-F238E27FC236}">
                <a16:creationId xmlns:a16="http://schemas.microsoft.com/office/drawing/2014/main" id="{ECCF585B-6F51-2694-1145-5D0F399DFFD9}"/>
              </a:ext>
            </a:extLst>
          </p:cNvPr>
          <p:cNvSpPr>
            <a:spLocks noGrp="1"/>
          </p:cNvSpPr>
          <p:nvPr>
            <p:ph type="sldNum" sz="quarter" idx="4"/>
          </p:nvPr>
        </p:nvSpPr>
        <p:spPr/>
        <p:txBody>
          <a:bodyPr/>
          <a:lstStyle/>
          <a:p>
            <a:fld id="{7A48417F-7526-485E-AE3C-3E2AE40A04CB}" type="slidenum">
              <a:rPr lang="zh-CN" altLang="en-US" smtClean="0"/>
              <a:pPr/>
              <a:t>37</a:t>
            </a:fld>
            <a:r>
              <a:rPr lang="zh-CN" altLang="en-US"/>
              <a:t> </a:t>
            </a:r>
            <a:r>
              <a:rPr lang="en-US" altLang="zh-CN"/>
              <a:t>/ </a:t>
            </a:r>
            <a:r>
              <a:rPr lang="zh-CN" altLang="en-US"/>
              <a:t>总页数</a:t>
            </a:r>
            <a:endParaRPr lang="zh-CN" altLang="en-US" dirty="0"/>
          </a:p>
        </p:txBody>
      </p:sp>
    </p:spTree>
    <p:extLst>
      <p:ext uri="{BB962C8B-B14F-4D97-AF65-F5344CB8AC3E}">
        <p14:creationId xmlns:p14="http://schemas.microsoft.com/office/powerpoint/2010/main" val="64645225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D052A4-0D84-4457-960F-7137B483A215}"/>
            </a:ext>
          </a:extLst>
        </p:cNvPr>
        <p:cNvGrpSpPr/>
        <p:nvPr/>
      </p:nvGrpSpPr>
      <p:grpSpPr>
        <a:xfrm>
          <a:off x="0" y="0"/>
          <a:ext cx="0" cy="0"/>
          <a:chOff x="0" y="0"/>
          <a:chExt cx="0" cy="0"/>
        </a:xfrm>
      </p:grpSpPr>
      <p:pic>
        <p:nvPicPr>
          <p:cNvPr id="9" name="图片 8">
            <a:extLst>
              <a:ext uri="{FF2B5EF4-FFF2-40B4-BE49-F238E27FC236}">
                <a16:creationId xmlns:a16="http://schemas.microsoft.com/office/drawing/2014/main" id="{D0975F4C-6653-E349-DDEC-7803C5960652}"/>
              </a:ext>
            </a:extLst>
          </p:cNvPr>
          <p:cNvPicPr>
            <a:picLocks noChangeAspect="1"/>
          </p:cNvPicPr>
          <p:nvPr/>
        </p:nvPicPr>
        <p:blipFill rotWithShape="1">
          <a:blip r:embed="rId2">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 name="矩形 1">
            <a:extLst>
              <a:ext uri="{FF2B5EF4-FFF2-40B4-BE49-F238E27FC236}">
                <a16:creationId xmlns:a16="http://schemas.microsoft.com/office/drawing/2014/main" id="{F6284773-E9F8-B081-3985-CC4799F61A84}"/>
              </a:ext>
            </a:extLst>
          </p:cNvPr>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 name="组合 2">
            <a:extLst>
              <a:ext uri="{FF2B5EF4-FFF2-40B4-BE49-F238E27FC236}">
                <a16:creationId xmlns:a16="http://schemas.microsoft.com/office/drawing/2014/main" id="{CEC69660-A76B-4DDF-D9CF-A80E0B4A6210}"/>
              </a:ext>
            </a:extLst>
          </p:cNvPr>
          <p:cNvGrpSpPr/>
          <p:nvPr/>
        </p:nvGrpSpPr>
        <p:grpSpPr>
          <a:xfrm>
            <a:off x="138529" y="112811"/>
            <a:ext cx="4084066" cy="593132"/>
            <a:chOff x="1019925" y="1507763"/>
            <a:chExt cx="4084066" cy="593132"/>
          </a:xfrm>
        </p:grpSpPr>
        <p:sp>
          <p:nvSpPr>
            <p:cNvPr id="4" name="文本框 3">
              <a:extLst>
                <a:ext uri="{FF2B5EF4-FFF2-40B4-BE49-F238E27FC236}">
                  <a16:creationId xmlns:a16="http://schemas.microsoft.com/office/drawing/2014/main" id="{954C463D-5DD6-B335-F0F4-E8110E538EDA}"/>
                </a:ext>
              </a:extLst>
            </p:cNvPr>
            <p:cNvSpPr txBox="1"/>
            <p:nvPr/>
          </p:nvSpPr>
          <p:spPr>
            <a:xfrm>
              <a:off x="1700307" y="1507763"/>
              <a:ext cx="3403684" cy="523220"/>
            </a:xfrm>
            <a:prstGeom prst="rect">
              <a:avLst/>
            </a:prstGeom>
            <a:noFill/>
          </p:spPr>
          <p:txBody>
            <a:bodyPr vert="horz" wrap="square" rtlCol="0">
              <a:spAutoFit/>
            </a:bodyPr>
            <a:lstStyle/>
            <a:p>
              <a:pPr algn="dist"/>
              <a:r>
                <a:rPr lang="zh-CN" altLang="en-US" sz="2800" b="1" dirty="0">
                  <a:solidFill>
                    <a:schemeClr val="bg1"/>
                  </a:solidFill>
                  <a:latin typeface="微软雅黑" panose="020B0503020204020204" pitchFamily="34" charset="-122"/>
                  <a:ea typeface="微软雅黑" panose="020B0503020204020204" pitchFamily="34" charset="-122"/>
                </a:rPr>
                <a:t>对邻近物体的鲁棒性</a:t>
              </a:r>
            </a:p>
          </p:txBody>
        </p:sp>
        <p:pic>
          <p:nvPicPr>
            <p:cNvPr id="5" name="图片 4">
              <a:extLst>
                <a:ext uri="{FF2B5EF4-FFF2-40B4-BE49-F238E27FC236}">
                  <a16:creationId xmlns:a16="http://schemas.microsoft.com/office/drawing/2014/main" id="{66837526-677C-BA20-7D77-0A0A29947241}"/>
                </a:ext>
              </a:extLst>
            </p:cNvPr>
            <p:cNvPicPr>
              <a:picLocks noChangeAspect="1"/>
            </p:cNvPicPr>
            <p:nvPr/>
          </p:nvPicPr>
          <p:blipFill rotWithShape="1">
            <a:blip r:embed="rId3" cstate="print">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sp>
        <p:nvSpPr>
          <p:cNvPr id="62" name="矩形 61">
            <a:extLst>
              <a:ext uri="{FF2B5EF4-FFF2-40B4-BE49-F238E27FC236}">
                <a16:creationId xmlns:a16="http://schemas.microsoft.com/office/drawing/2014/main" id="{FA68C77C-3891-D4BE-C392-DF3C69566120}"/>
              </a:ext>
            </a:extLst>
          </p:cNvPr>
          <p:cNvSpPr/>
          <p:nvPr/>
        </p:nvSpPr>
        <p:spPr>
          <a:xfrm>
            <a:off x="0" y="6553271"/>
            <a:ext cx="12192000" cy="3112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36" name="图片 35">
            <a:extLst>
              <a:ext uri="{FF2B5EF4-FFF2-40B4-BE49-F238E27FC236}">
                <a16:creationId xmlns:a16="http://schemas.microsoft.com/office/drawing/2014/main" id="{3F05589F-EFBD-5FA3-F496-E612024E6348}"/>
              </a:ext>
            </a:extLst>
          </p:cNvPr>
          <p:cNvPicPr>
            <a:picLocks noChangeAspect="1"/>
          </p:cNvPicPr>
          <p:nvPr/>
        </p:nvPicPr>
        <p:blipFill rotWithShape="1">
          <a:blip r:embed="rId4"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graphicFrame>
        <p:nvGraphicFramePr>
          <p:cNvPr id="6" name="表格 5">
            <a:extLst>
              <a:ext uri="{FF2B5EF4-FFF2-40B4-BE49-F238E27FC236}">
                <a16:creationId xmlns:a16="http://schemas.microsoft.com/office/drawing/2014/main" id="{4435FCCD-1DE0-34E6-E972-1EA70477D482}"/>
              </a:ext>
            </a:extLst>
          </p:cNvPr>
          <p:cNvGraphicFramePr>
            <a:graphicFrameLocks noGrp="1"/>
          </p:cNvGraphicFramePr>
          <p:nvPr>
            <p:extLst>
              <p:ext uri="{D42A27DB-BD31-4B8C-83A1-F6EECF244321}">
                <p14:modId xmlns:p14="http://schemas.microsoft.com/office/powerpoint/2010/main" val="1717120314"/>
              </p:ext>
            </p:extLst>
          </p:nvPr>
        </p:nvGraphicFramePr>
        <p:xfrm>
          <a:off x="6294846" y="1253332"/>
          <a:ext cx="5535768" cy="4351335"/>
        </p:xfrm>
        <a:graphic>
          <a:graphicData uri="http://schemas.openxmlformats.org/drawingml/2006/table">
            <a:tbl>
              <a:tblPr>
                <a:tableStyleId>{5C22544A-7EE6-4342-B048-85BDC9FD1C3A}</a:tableStyleId>
              </a:tblPr>
              <a:tblGrid>
                <a:gridCol w="1383942">
                  <a:extLst>
                    <a:ext uri="{9D8B030D-6E8A-4147-A177-3AD203B41FA5}">
                      <a16:colId xmlns:a16="http://schemas.microsoft.com/office/drawing/2014/main" val="191729732"/>
                    </a:ext>
                  </a:extLst>
                </a:gridCol>
                <a:gridCol w="1383942">
                  <a:extLst>
                    <a:ext uri="{9D8B030D-6E8A-4147-A177-3AD203B41FA5}">
                      <a16:colId xmlns:a16="http://schemas.microsoft.com/office/drawing/2014/main" val="2327809328"/>
                    </a:ext>
                  </a:extLst>
                </a:gridCol>
                <a:gridCol w="1383942">
                  <a:extLst>
                    <a:ext uri="{9D8B030D-6E8A-4147-A177-3AD203B41FA5}">
                      <a16:colId xmlns:a16="http://schemas.microsoft.com/office/drawing/2014/main" val="1436435256"/>
                    </a:ext>
                  </a:extLst>
                </a:gridCol>
                <a:gridCol w="1383942">
                  <a:extLst>
                    <a:ext uri="{9D8B030D-6E8A-4147-A177-3AD203B41FA5}">
                      <a16:colId xmlns:a16="http://schemas.microsoft.com/office/drawing/2014/main" val="476361625"/>
                    </a:ext>
                  </a:extLst>
                </a:gridCol>
              </a:tblGrid>
              <a:tr h="421895">
                <a:tc>
                  <a:txBody>
                    <a:bodyPr/>
                    <a:lstStyle/>
                    <a:p>
                      <a:pPr algn="l" fontAlgn="ctr">
                        <a:buNone/>
                      </a:pPr>
                      <a:r>
                        <a:rPr lang="zh-CN" altLang="en-US" sz="1200" u="none" strike="noStrike" dirty="0">
                          <a:effectLst/>
                        </a:rPr>
                        <a:t>序号</a:t>
                      </a:r>
                      <a:endParaRPr lang="zh-CN" altLang="en-US" sz="1200" b="1" i="0" u="none" strike="noStrike" dirty="0">
                        <a:solidFill>
                          <a:srgbClr val="000000"/>
                        </a:solidFill>
                        <a:effectLst/>
                        <a:latin typeface="Inherit"/>
                        <a:ea typeface="微软雅黑" panose="020B0503020204020204" pitchFamily="34" charset="-122"/>
                      </a:endParaRPr>
                    </a:p>
                  </a:txBody>
                  <a:tcPr marL="6186" marR="6186" marT="6186" marB="0" anchor="ctr"/>
                </a:tc>
                <a:tc>
                  <a:txBody>
                    <a:bodyPr/>
                    <a:lstStyle/>
                    <a:p>
                      <a:pPr algn="l" fontAlgn="ctr">
                        <a:buNone/>
                      </a:pPr>
                      <a:r>
                        <a:rPr lang="zh-CN" altLang="en-US" sz="1200" u="none" strike="noStrike" dirty="0">
                          <a:effectLst/>
                        </a:rPr>
                        <a:t>物体类型与摆放方式</a:t>
                      </a:r>
                      <a:endParaRPr lang="zh-CN" altLang="en-US" sz="1200" b="1" i="0" u="none" strike="noStrike" dirty="0">
                        <a:solidFill>
                          <a:srgbClr val="000000"/>
                        </a:solidFill>
                        <a:effectLst/>
                        <a:latin typeface="Inherit"/>
                        <a:ea typeface="微软雅黑" panose="020B0503020204020204" pitchFamily="34" charset="-122"/>
                      </a:endParaRPr>
                    </a:p>
                  </a:txBody>
                  <a:tcPr marL="6186" marR="6186" marT="6186" marB="0" anchor="ctr"/>
                </a:tc>
                <a:tc>
                  <a:txBody>
                    <a:bodyPr/>
                    <a:lstStyle/>
                    <a:p>
                      <a:pPr algn="l" fontAlgn="ctr">
                        <a:buNone/>
                      </a:pPr>
                      <a:r>
                        <a:rPr lang="zh-CN" altLang="en-US" sz="1200" u="none" strike="noStrike" dirty="0">
                          <a:effectLst/>
                        </a:rPr>
                        <a:t>距手距离 </a:t>
                      </a:r>
                      <a:r>
                        <a:rPr lang="en-US" altLang="zh-CN" sz="1200" u="none" strike="noStrike" dirty="0">
                          <a:effectLst/>
                        </a:rPr>
                        <a:t>/ </a:t>
                      </a:r>
                      <a:r>
                        <a:rPr lang="zh-CN" altLang="en-US" sz="1200" u="none" strike="noStrike" dirty="0">
                          <a:effectLst/>
                        </a:rPr>
                        <a:t>运动限制</a:t>
                      </a:r>
                      <a:endParaRPr lang="zh-CN" altLang="en-US" sz="1200" b="1" i="0" u="none" strike="noStrike" dirty="0">
                        <a:solidFill>
                          <a:srgbClr val="000000"/>
                        </a:solidFill>
                        <a:effectLst/>
                        <a:latin typeface="Inherit"/>
                        <a:ea typeface="微软雅黑" panose="020B0503020204020204" pitchFamily="34" charset="-122"/>
                      </a:endParaRPr>
                    </a:p>
                  </a:txBody>
                  <a:tcPr marL="6186" marR="6186" marT="6186" marB="0" anchor="ctr"/>
                </a:tc>
                <a:tc>
                  <a:txBody>
                    <a:bodyPr/>
                    <a:lstStyle/>
                    <a:p>
                      <a:pPr algn="l" fontAlgn="ctr">
                        <a:buNone/>
                      </a:pPr>
                      <a:r>
                        <a:rPr lang="zh-CN" altLang="en-US" sz="1200" u="none" strike="noStrike" dirty="0">
                          <a:effectLst/>
                        </a:rPr>
                        <a:t>考察要点</a:t>
                      </a:r>
                      <a:endParaRPr lang="zh-CN" altLang="en-US" sz="1200" b="1" i="0" u="none" strike="noStrike" dirty="0">
                        <a:solidFill>
                          <a:srgbClr val="000000"/>
                        </a:solidFill>
                        <a:effectLst/>
                        <a:latin typeface="Inherit"/>
                        <a:ea typeface="微软雅黑" panose="020B0503020204020204" pitchFamily="34" charset="-122"/>
                      </a:endParaRPr>
                    </a:p>
                  </a:txBody>
                  <a:tcPr marL="6186" marR="6186" marT="6186" marB="0" anchor="ctr"/>
                </a:tc>
                <a:extLst>
                  <a:ext uri="{0D108BD9-81ED-4DB2-BD59-A6C34878D82A}">
                    <a16:rowId xmlns:a16="http://schemas.microsoft.com/office/drawing/2014/main" val="3295335933"/>
                  </a:ext>
                </a:extLst>
              </a:tr>
              <a:tr h="560465">
                <a:tc>
                  <a:txBody>
                    <a:bodyPr/>
                    <a:lstStyle/>
                    <a:p>
                      <a:pPr algn="r" fontAlgn="ctr">
                        <a:buNone/>
                      </a:pPr>
                      <a:r>
                        <a:rPr lang="en-US" altLang="zh-CN" sz="1200" u="none" strike="noStrike" dirty="0">
                          <a:effectLst/>
                        </a:rPr>
                        <a:t>1</a:t>
                      </a:r>
                      <a:endParaRPr lang="en-US" altLang="zh-CN" sz="1200" b="0" i="0" u="none" strike="noStrike" dirty="0">
                        <a:solidFill>
                          <a:srgbClr val="000000"/>
                        </a:solidFill>
                        <a:effectLst/>
                        <a:latin typeface="Inherit"/>
                        <a:ea typeface="微软雅黑" panose="020B0503020204020204" pitchFamily="34" charset="-122"/>
                      </a:endParaRPr>
                    </a:p>
                  </a:txBody>
                  <a:tcPr marL="6186" marR="6186" marT="6186" marB="0" anchor="ctr"/>
                </a:tc>
                <a:tc>
                  <a:txBody>
                    <a:bodyPr/>
                    <a:lstStyle/>
                    <a:p>
                      <a:pPr algn="l" fontAlgn="ctr">
                        <a:buNone/>
                      </a:pPr>
                      <a:r>
                        <a:rPr lang="zh-CN" altLang="en-US" sz="1200" u="none" strike="noStrike" dirty="0">
                          <a:effectLst/>
                        </a:rPr>
                        <a:t>亚克力板置于正前方</a:t>
                      </a:r>
                      <a:endParaRPr lang="zh-CN" altLang="en-US" sz="1200" b="0" i="0" u="none" strike="noStrike" dirty="0">
                        <a:solidFill>
                          <a:srgbClr val="000000"/>
                        </a:solidFill>
                        <a:effectLst/>
                        <a:latin typeface="Inherit"/>
                        <a:ea typeface="微软雅黑" panose="020B0503020204020204" pitchFamily="34" charset="-122"/>
                      </a:endParaRPr>
                    </a:p>
                  </a:txBody>
                  <a:tcPr marL="6186" marR="6186" marT="6186" marB="0" anchor="ctr"/>
                </a:tc>
                <a:tc>
                  <a:txBody>
                    <a:bodyPr/>
                    <a:lstStyle/>
                    <a:p>
                      <a:pPr algn="l" fontAlgn="ctr">
                        <a:buNone/>
                      </a:pPr>
                      <a:r>
                        <a:rPr lang="en" sz="1200" u="none" strike="noStrike" dirty="0">
                          <a:effectLst/>
                        </a:rPr>
                        <a:t>36 cm，</a:t>
                      </a:r>
                      <a:r>
                        <a:rPr lang="zh-CN" altLang="en-US" sz="1200" u="none" strike="noStrike" dirty="0">
                          <a:effectLst/>
                        </a:rPr>
                        <a:t>静态</a:t>
                      </a:r>
                      <a:endParaRPr lang="zh-CN" altLang="en-US" sz="1200" b="0" i="0" u="none" strike="noStrike" dirty="0">
                        <a:solidFill>
                          <a:srgbClr val="000000"/>
                        </a:solidFill>
                        <a:effectLst/>
                        <a:latin typeface="Inherit"/>
                        <a:ea typeface="微软雅黑" panose="020B0503020204020204" pitchFamily="34" charset="-122"/>
                      </a:endParaRPr>
                    </a:p>
                  </a:txBody>
                  <a:tcPr marL="6186" marR="6186" marT="6186" marB="0" anchor="ctr"/>
                </a:tc>
                <a:tc>
                  <a:txBody>
                    <a:bodyPr/>
                    <a:lstStyle/>
                    <a:p>
                      <a:pPr algn="l" fontAlgn="ctr">
                        <a:buNone/>
                      </a:pPr>
                      <a:r>
                        <a:rPr lang="zh-CN" altLang="en-US" sz="1200" u="none" strike="noStrike" dirty="0">
                          <a:effectLst/>
                        </a:rPr>
                        <a:t>硬反射面在远距时对超声回波的影响</a:t>
                      </a:r>
                      <a:endParaRPr lang="zh-CN" altLang="en-US" sz="1200" b="0" i="0" u="none" strike="noStrike" dirty="0">
                        <a:solidFill>
                          <a:srgbClr val="000000"/>
                        </a:solidFill>
                        <a:effectLst/>
                        <a:latin typeface="Inherit"/>
                        <a:ea typeface="微软雅黑" panose="020B0503020204020204" pitchFamily="34" charset="-122"/>
                      </a:endParaRPr>
                    </a:p>
                  </a:txBody>
                  <a:tcPr marL="6186" marR="6186" marT="6186" marB="0" anchor="ctr"/>
                </a:tc>
                <a:extLst>
                  <a:ext uri="{0D108BD9-81ED-4DB2-BD59-A6C34878D82A}">
                    <a16:rowId xmlns:a16="http://schemas.microsoft.com/office/drawing/2014/main" val="2018926574"/>
                  </a:ext>
                </a:extLst>
              </a:tr>
              <a:tr h="421895">
                <a:tc>
                  <a:txBody>
                    <a:bodyPr/>
                    <a:lstStyle/>
                    <a:p>
                      <a:pPr algn="r" fontAlgn="ctr">
                        <a:buNone/>
                      </a:pPr>
                      <a:r>
                        <a:rPr lang="en-US" altLang="zh-CN" sz="1200" u="none" strike="noStrike" dirty="0">
                          <a:effectLst/>
                        </a:rPr>
                        <a:t>2</a:t>
                      </a:r>
                      <a:endParaRPr lang="en-US" altLang="zh-CN" sz="1200" b="0" i="0" u="none" strike="noStrike" dirty="0">
                        <a:solidFill>
                          <a:srgbClr val="000000"/>
                        </a:solidFill>
                        <a:effectLst/>
                        <a:latin typeface="Inherit"/>
                        <a:ea typeface="微软雅黑" panose="020B0503020204020204" pitchFamily="34" charset="-122"/>
                      </a:endParaRPr>
                    </a:p>
                  </a:txBody>
                  <a:tcPr marL="6186" marR="6186" marT="6186" marB="0" anchor="ctr"/>
                </a:tc>
                <a:tc>
                  <a:txBody>
                    <a:bodyPr/>
                    <a:lstStyle/>
                    <a:p>
                      <a:pPr algn="l" fontAlgn="ctr">
                        <a:buNone/>
                      </a:pPr>
                      <a:r>
                        <a:rPr lang="zh-CN" altLang="en-US" sz="1200" u="none" strike="noStrike" dirty="0">
                          <a:effectLst/>
                        </a:rPr>
                        <a:t>同 </a:t>
                      </a:r>
                      <a:r>
                        <a:rPr lang="en-US" altLang="zh-CN" sz="1200" u="none" strike="noStrike" dirty="0">
                          <a:effectLst/>
                        </a:rPr>
                        <a:t>1 + </a:t>
                      </a:r>
                      <a:r>
                        <a:rPr lang="zh-CN" altLang="en-US" sz="1200" u="none" strike="noStrike" dirty="0">
                          <a:effectLst/>
                        </a:rPr>
                        <a:t>自由运动</a:t>
                      </a:r>
                      <a:endParaRPr lang="zh-CN" altLang="en-US" sz="1200" b="0" i="0" u="none" strike="noStrike" dirty="0">
                        <a:solidFill>
                          <a:srgbClr val="000000"/>
                        </a:solidFill>
                        <a:effectLst/>
                        <a:latin typeface="Inherit"/>
                        <a:ea typeface="微软雅黑" panose="020B0503020204020204" pitchFamily="34" charset="-122"/>
                      </a:endParaRPr>
                    </a:p>
                  </a:txBody>
                  <a:tcPr marL="6186" marR="6186" marT="6186" marB="0" anchor="ctr"/>
                </a:tc>
                <a:tc>
                  <a:txBody>
                    <a:bodyPr/>
                    <a:lstStyle/>
                    <a:p>
                      <a:pPr algn="l" fontAlgn="ctr">
                        <a:buNone/>
                      </a:pPr>
                      <a:r>
                        <a:rPr lang="en" sz="1200" u="none" strike="noStrike" dirty="0">
                          <a:effectLst/>
                        </a:rPr>
                        <a:t>36 cm，</a:t>
                      </a:r>
                      <a:r>
                        <a:rPr lang="zh-CN" altLang="en-US" sz="1200" u="none" strike="noStrike" dirty="0">
                          <a:effectLst/>
                        </a:rPr>
                        <a:t>连续靠近</a:t>
                      </a:r>
                      <a:r>
                        <a:rPr lang="en-US" altLang="zh-CN" sz="1200" u="none" strike="noStrike" dirty="0">
                          <a:effectLst/>
                        </a:rPr>
                        <a:t>-</a:t>
                      </a:r>
                      <a:r>
                        <a:rPr lang="zh-CN" altLang="en-US" sz="1200" u="none" strike="noStrike" dirty="0">
                          <a:effectLst/>
                        </a:rPr>
                        <a:t>远离</a:t>
                      </a:r>
                      <a:endParaRPr lang="zh-CN" altLang="en-US" sz="1200" b="0" i="0" u="none" strike="noStrike" dirty="0">
                        <a:solidFill>
                          <a:srgbClr val="000000"/>
                        </a:solidFill>
                        <a:effectLst/>
                        <a:latin typeface="Inherit"/>
                        <a:ea typeface="微软雅黑" panose="020B0503020204020204" pitchFamily="34" charset="-122"/>
                      </a:endParaRPr>
                    </a:p>
                  </a:txBody>
                  <a:tcPr marL="6186" marR="6186" marT="6186" marB="0" anchor="ctr"/>
                </a:tc>
                <a:tc>
                  <a:txBody>
                    <a:bodyPr/>
                    <a:lstStyle/>
                    <a:p>
                      <a:pPr algn="l" fontAlgn="ctr">
                        <a:buNone/>
                      </a:pPr>
                      <a:r>
                        <a:rPr lang="zh-CN" altLang="en-US" sz="1200" u="none" strike="noStrike" dirty="0">
                          <a:effectLst/>
                        </a:rPr>
                        <a:t>距离实时变化下系统鲁棒性</a:t>
                      </a:r>
                      <a:endParaRPr lang="zh-CN" altLang="en-US" sz="1200" b="0" i="0" u="none" strike="noStrike" dirty="0">
                        <a:solidFill>
                          <a:srgbClr val="000000"/>
                        </a:solidFill>
                        <a:effectLst/>
                        <a:latin typeface="Inherit"/>
                        <a:ea typeface="微软雅黑" panose="020B0503020204020204" pitchFamily="34" charset="-122"/>
                      </a:endParaRPr>
                    </a:p>
                  </a:txBody>
                  <a:tcPr marL="6186" marR="6186" marT="6186" marB="0" anchor="ctr"/>
                </a:tc>
                <a:extLst>
                  <a:ext uri="{0D108BD9-81ED-4DB2-BD59-A6C34878D82A}">
                    <a16:rowId xmlns:a16="http://schemas.microsoft.com/office/drawing/2014/main" val="3955254049"/>
                  </a:ext>
                </a:extLst>
              </a:tr>
              <a:tr h="421895">
                <a:tc>
                  <a:txBody>
                    <a:bodyPr/>
                    <a:lstStyle/>
                    <a:p>
                      <a:pPr algn="r" fontAlgn="ctr">
                        <a:buNone/>
                      </a:pPr>
                      <a:r>
                        <a:rPr lang="en-US" altLang="zh-CN" sz="1200" u="none" strike="noStrike" dirty="0">
                          <a:effectLst/>
                        </a:rPr>
                        <a:t>3</a:t>
                      </a:r>
                      <a:endParaRPr lang="en-US" altLang="zh-CN" sz="1200" b="0" i="0" u="none" strike="noStrike" dirty="0">
                        <a:solidFill>
                          <a:srgbClr val="000000"/>
                        </a:solidFill>
                        <a:effectLst/>
                        <a:latin typeface="Inherit"/>
                        <a:ea typeface="微软雅黑" panose="020B0503020204020204" pitchFamily="34" charset="-122"/>
                      </a:endParaRPr>
                    </a:p>
                  </a:txBody>
                  <a:tcPr marL="6186" marR="6186" marT="6186" marB="0" anchor="ctr"/>
                </a:tc>
                <a:tc>
                  <a:txBody>
                    <a:bodyPr/>
                    <a:lstStyle/>
                    <a:p>
                      <a:pPr algn="l" fontAlgn="ctr">
                        <a:buNone/>
                      </a:pPr>
                      <a:r>
                        <a:rPr lang="zh-CN" altLang="en-US" sz="1200" u="none" strike="noStrike" dirty="0">
                          <a:effectLst/>
                        </a:rPr>
                        <a:t>亚克力板置于正前方</a:t>
                      </a:r>
                      <a:endParaRPr lang="zh-CN" altLang="en-US" sz="1200" b="0" i="0" u="none" strike="noStrike" dirty="0">
                        <a:solidFill>
                          <a:srgbClr val="000000"/>
                        </a:solidFill>
                        <a:effectLst/>
                        <a:latin typeface="Inherit"/>
                        <a:ea typeface="微软雅黑" panose="020B0503020204020204" pitchFamily="34" charset="-122"/>
                      </a:endParaRPr>
                    </a:p>
                  </a:txBody>
                  <a:tcPr marL="6186" marR="6186" marT="6186" marB="0" anchor="ctr"/>
                </a:tc>
                <a:tc>
                  <a:txBody>
                    <a:bodyPr/>
                    <a:lstStyle/>
                    <a:p>
                      <a:pPr algn="l" fontAlgn="ctr">
                        <a:buNone/>
                      </a:pPr>
                      <a:r>
                        <a:rPr lang="en" sz="1200" u="none" strike="noStrike" dirty="0">
                          <a:effectLst/>
                        </a:rPr>
                        <a:t>24 cm，</a:t>
                      </a:r>
                      <a:r>
                        <a:rPr lang="zh-CN" altLang="en-US" sz="1200" u="none" strike="noStrike" dirty="0">
                          <a:effectLst/>
                        </a:rPr>
                        <a:t>静态</a:t>
                      </a:r>
                      <a:endParaRPr lang="zh-CN" altLang="en-US" sz="1200" b="0" i="0" u="none" strike="noStrike" dirty="0">
                        <a:solidFill>
                          <a:srgbClr val="000000"/>
                        </a:solidFill>
                        <a:effectLst/>
                        <a:latin typeface="Inherit"/>
                        <a:ea typeface="微软雅黑" panose="020B0503020204020204" pitchFamily="34" charset="-122"/>
                      </a:endParaRPr>
                    </a:p>
                  </a:txBody>
                  <a:tcPr marL="6186" marR="6186" marT="6186" marB="0" anchor="ctr"/>
                </a:tc>
                <a:tc>
                  <a:txBody>
                    <a:bodyPr/>
                    <a:lstStyle/>
                    <a:p>
                      <a:pPr algn="l" fontAlgn="ctr">
                        <a:buNone/>
                      </a:pPr>
                      <a:r>
                        <a:rPr lang="zh-CN" altLang="en-US" sz="1200" u="none" strike="noStrike" dirty="0">
                          <a:effectLst/>
                        </a:rPr>
                        <a:t>中距硬反射干扰</a:t>
                      </a:r>
                      <a:endParaRPr lang="zh-CN" altLang="en-US" sz="1200" b="0" i="0" u="none" strike="noStrike" dirty="0">
                        <a:solidFill>
                          <a:srgbClr val="000000"/>
                        </a:solidFill>
                        <a:effectLst/>
                        <a:latin typeface="Inherit"/>
                        <a:ea typeface="微软雅黑" panose="020B0503020204020204" pitchFamily="34" charset="-122"/>
                      </a:endParaRPr>
                    </a:p>
                  </a:txBody>
                  <a:tcPr marL="6186" marR="6186" marT="6186" marB="0" anchor="ctr"/>
                </a:tc>
                <a:extLst>
                  <a:ext uri="{0D108BD9-81ED-4DB2-BD59-A6C34878D82A}">
                    <a16:rowId xmlns:a16="http://schemas.microsoft.com/office/drawing/2014/main" val="52102944"/>
                  </a:ext>
                </a:extLst>
              </a:tr>
              <a:tr h="560465">
                <a:tc>
                  <a:txBody>
                    <a:bodyPr/>
                    <a:lstStyle/>
                    <a:p>
                      <a:pPr algn="r" fontAlgn="ctr">
                        <a:buNone/>
                      </a:pPr>
                      <a:r>
                        <a:rPr lang="en-US" altLang="zh-CN" sz="1200" u="none" strike="noStrike" dirty="0">
                          <a:effectLst/>
                        </a:rPr>
                        <a:t>4</a:t>
                      </a:r>
                      <a:endParaRPr lang="en-US" altLang="zh-CN" sz="1200" b="0" i="0" u="none" strike="noStrike" dirty="0">
                        <a:solidFill>
                          <a:srgbClr val="000000"/>
                        </a:solidFill>
                        <a:effectLst/>
                        <a:latin typeface="Inherit"/>
                        <a:ea typeface="微软雅黑" panose="020B0503020204020204" pitchFamily="34" charset="-122"/>
                      </a:endParaRPr>
                    </a:p>
                  </a:txBody>
                  <a:tcPr marL="6186" marR="6186" marT="6186" marB="0" anchor="ctr"/>
                </a:tc>
                <a:tc>
                  <a:txBody>
                    <a:bodyPr/>
                    <a:lstStyle/>
                    <a:p>
                      <a:pPr algn="l" fontAlgn="ctr">
                        <a:buNone/>
                      </a:pPr>
                      <a:r>
                        <a:rPr lang="zh-CN" altLang="en-US" sz="1200" u="none" strike="noStrike" dirty="0">
                          <a:effectLst/>
                        </a:rPr>
                        <a:t>亚克力板置于正前方</a:t>
                      </a:r>
                      <a:endParaRPr lang="zh-CN" altLang="en-US" sz="1200" b="0" i="0" u="none" strike="noStrike" dirty="0">
                        <a:solidFill>
                          <a:srgbClr val="000000"/>
                        </a:solidFill>
                        <a:effectLst/>
                        <a:latin typeface="Inherit"/>
                        <a:ea typeface="微软雅黑" panose="020B0503020204020204" pitchFamily="34" charset="-122"/>
                      </a:endParaRPr>
                    </a:p>
                  </a:txBody>
                  <a:tcPr marL="6186" marR="6186" marT="6186" marB="0" anchor="ctr"/>
                </a:tc>
                <a:tc>
                  <a:txBody>
                    <a:bodyPr/>
                    <a:lstStyle/>
                    <a:p>
                      <a:pPr algn="l" fontAlgn="ctr">
                        <a:buNone/>
                      </a:pPr>
                      <a:r>
                        <a:rPr lang="en" sz="1200" u="none" strike="noStrike" dirty="0">
                          <a:effectLst/>
                        </a:rPr>
                        <a:t>12 cm，</a:t>
                      </a:r>
                      <a:r>
                        <a:rPr lang="zh-CN" altLang="en-US" sz="1200" u="none" strike="noStrike" dirty="0">
                          <a:effectLst/>
                        </a:rPr>
                        <a:t>静态</a:t>
                      </a:r>
                      <a:endParaRPr lang="zh-CN" altLang="en-US" sz="1200" b="1" i="0" u="none" strike="noStrike" dirty="0">
                        <a:solidFill>
                          <a:srgbClr val="000000"/>
                        </a:solidFill>
                        <a:effectLst/>
                        <a:latin typeface="Inherit"/>
                        <a:ea typeface="微软雅黑" panose="020B0503020204020204" pitchFamily="34" charset="-122"/>
                      </a:endParaRPr>
                    </a:p>
                  </a:txBody>
                  <a:tcPr marL="6186" marR="6186" marT="6186" marB="0" anchor="ctr"/>
                </a:tc>
                <a:tc>
                  <a:txBody>
                    <a:bodyPr/>
                    <a:lstStyle/>
                    <a:p>
                      <a:pPr algn="l" fontAlgn="ctr">
                        <a:buNone/>
                      </a:pPr>
                      <a:r>
                        <a:rPr lang="zh-CN" altLang="en-US" sz="1200" u="none" strike="noStrike" dirty="0">
                          <a:effectLst/>
                        </a:rPr>
                        <a:t>最近距强反射干扰（极限场景）</a:t>
                      </a:r>
                      <a:endParaRPr lang="zh-CN" altLang="en-US" sz="1200" b="0" i="0" u="none" strike="noStrike" dirty="0">
                        <a:solidFill>
                          <a:srgbClr val="000000"/>
                        </a:solidFill>
                        <a:effectLst/>
                        <a:latin typeface="Inherit"/>
                        <a:ea typeface="微软雅黑" panose="020B0503020204020204" pitchFamily="34" charset="-122"/>
                      </a:endParaRPr>
                    </a:p>
                  </a:txBody>
                  <a:tcPr marL="6186" marR="6186" marT="6186" marB="0" anchor="ctr"/>
                </a:tc>
                <a:extLst>
                  <a:ext uri="{0D108BD9-81ED-4DB2-BD59-A6C34878D82A}">
                    <a16:rowId xmlns:a16="http://schemas.microsoft.com/office/drawing/2014/main" val="25835722"/>
                  </a:ext>
                </a:extLst>
              </a:tr>
              <a:tr h="421895">
                <a:tc>
                  <a:txBody>
                    <a:bodyPr/>
                    <a:lstStyle/>
                    <a:p>
                      <a:pPr algn="r" fontAlgn="ctr">
                        <a:buNone/>
                      </a:pPr>
                      <a:r>
                        <a:rPr lang="en-US" altLang="zh-CN" sz="1200" u="none" strike="noStrike" dirty="0">
                          <a:effectLst/>
                        </a:rPr>
                        <a:t>5</a:t>
                      </a:r>
                      <a:endParaRPr lang="en-US" altLang="zh-CN" sz="1200" b="0" i="0" u="none" strike="noStrike" dirty="0">
                        <a:solidFill>
                          <a:srgbClr val="000000"/>
                        </a:solidFill>
                        <a:effectLst/>
                        <a:latin typeface="Inherit"/>
                        <a:ea typeface="微软雅黑" panose="020B0503020204020204" pitchFamily="34" charset="-122"/>
                      </a:endParaRPr>
                    </a:p>
                  </a:txBody>
                  <a:tcPr marL="6186" marR="6186" marT="6186" marB="0" anchor="ctr"/>
                </a:tc>
                <a:tc>
                  <a:txBody>
                    <a:bodyPr/>
                    <a:lstStyle/>
                    <a:p>
                      <a:pPr algn="l" fontAlgn="ctr">
                        <a:buNone/>
                      </a:pPr>
                      <a:r>
                        <a:rPr lang="zh-CN" altLang="en-US" sz="1200" u="none" strike="noStrike" dirty="0">
                          <a:effectLst/>
                        </a:rPr>
                        <a:t>塑料盒置于侧面</a:t>
                      </a:r>
                      <a:endParaRPr lang="zh-CN" altLang="en-US" sz="1200" b="0" i="0" u="none" strike="noStrike" dirty="0">
                        <a:solidFill>
                          <a:srgbClr val="000000"/>
                        </a:solidFill>
                        <a:effectLst/>
                        <a:latin typeface="Inherit"/>
                        <a:ea typeface="微软雅黑" panose="020B0503020204020204" pitchFamily="34" charset="-122"/>
                      </a:endParaRPr>
                    </a:p>
                  </a:txBody>
                  <a:tcPr marL="6186" marR="6186" marT="6186" marB="0" anchor="ctr"/>
                </a:tc>
                <a:tc>
                  <a:txBody>
                    <a:bodyPr/>
                    <a:lstStyle/>
                    <a:p>
                      <a:pPr algn="l" fontAlgn="ctr">
                        <a:buNone/>
                      </a:pPr>
                      <a:r>
                        <a:rPr lang="zh-CN" altLang="en-US" sz="1200" u="none" strike="noStrike" dirty="0">
                          <a:effectLst/>
                        </a:rPr>
                        <a:t>侧方，静态</a:t>
                      </a:r>
                      <a:endParaRPr lang="zh-CN" altLang="en-US" sz="1200" b="0" i="0" u="none" strike="noStrike" dirty="0">
                        <a:solidFill>
                          <a:srgbClr val="000000"/>
                        </a:solidFill>
                        <a:effectLst/>
                        <a:latin typeface="Inherit"/>
                        <a:ea typeface="微软雅黑" panose="020B0503020204020204" pitchFamily="34" charset="-122"/>
                      </a:endParaRPr>
                    </a:p>
                  </a:txBody>
                  <a:tcPr marL="6186" marR="6186" marT="6186" marB="0" anchor="ctr"/>
                </a:tc>
                <a:tc>
                  <a:txBody>
                    <a:bodyPr/>
                    <a:lstStyle/>
                    <a:p>
                      <a:pPr algn="l" fontAlgn="ctr">
                        <a:buNone/>
                      </a:pPr>
                      <a:r>
                        <a:rPr lang="zh-CN" altLang="en-US" sz="1200" u="none" strike="noStrike" dirty="0">
                          <a:effectLst/>
                        </a:rPr>
                        <a:t>日常硬外壳物体的散射影响</a:t>
                      </a:r>
                      <a:endParaRPr lang="zh-CN" altLang="en-US" sz="1200" b="0" i="0" u="none" strike="noStrike" dirty="0">
                        <a:solidFill>
                          <a:srgbClr val="000000"/>
                        </a:solidFill>
                        <a:effectLst/>
                        <a:latin typeface="Inherit"/>
                        <a:ea typeface="微软雅黑" panose="020B0503020204020204" pitchFamily="34" charset="-122"/>
                      </a:endParaRPr>
                    </a:p>
                  </a:txBody>
                  <a:tcPr marL="6186" marR="6186" marT="6186" marB="0" anchor="ctr"/>
                </a:tc>
                <a:extLst>
                  <a:ext uri="{0D108BD9-81ED-4DB2-BD59-A6C34878D82A}">
                    <a16:rowId xmlns:a16="http://schemas.microsoft.com/office/drawing/2014/main" val="2956241149"/>
                  </a:ext>
                </a:extLst>
              </a:tr>
              <a:tr h="421895">
                <a:tc>
                  <a:txBody>
                    <a:bodyPr/>
                    <a:lstStyle/>
                    <a:p>
                      <a:pPr algn="r" fontAlgn="ctr">
                        <a:buNone/>
                      </a:pPr>
                      <a:r>
                        <a:rPr lang="en-US" altLang="zh-CN" sz="1200" u="none" strike="noStrike" dirty="0">
                          <a:effectLst/>
                        </a:rPr>
                        <a:t>6</a:t>
                      </a:r>
                      <a:endParaRPr lang="en-US" altLang="zh-CN" sz="1200" b="0" i="0" u="none" strike="noStrike" dirty="0">
                        <a:solidFill>
                          <a:srgbClr val="000000"/>
                        </a:solidFill>
                        <a:effectLst/>
                        <a:latin typeface="Inherit"/>
                        <a:ea typeface="微软雅黑" panose="020B0503020204020204" pitchFamily="34" charset="-122"/>
                      </a:endParaRPr>
                    </a:p>
                  </a:txBody>
                  <a:tcPr marL="6186" marR="6186" marT="6186" marB="0" anchor="ctr"/>
                </a:tc>
                <a:tc>
                  <a:txBody>
                    <a:bodyPr/>
                    <a:lstStyle/>
                    <a:p>
                      <a:pPr algn="l" fontAlgn="ctr">
                        <a:buNone/>
                      </a:pPr>
                      <a:r>
                        <a:rPr lang="zh-CN" altLang="en-US" sz="1200" u="none" strike="noStrike" dirty="0">
                          <a:effectLst/>
                        </a:rPr>
                        <a:t>棉布覆盖盒置于侧面</a:t>
                      </a:r>
                      <a:endParaRPr lang="zh-CN" altLang="en-US" sz="1200" b="0" i="0" u="none" strike="noStrike" dirty="0">
                        <a:solidFill>
                          <a:srgbClr val="000000"/>
                        </a:solidFill>
                        <a:effectLst/>
                        <a:latin typeface="Inherit"/>
                        <a:ea typeface="微软雅黑" panose="020B0503020204020204" pitchFamily="34" charset="-122"/>
                      </a:endParaRPr>
                    </a:p>
                  </a:txBody>
                  <a:tcPr marL="6186" marR="6186" marT="6186" marB="0" anchor="ctr"/>
                </a:tc>
                <a:tc>
                  <a:txBody>
                    <a:bodyPr/>
                    <a:lstStyle/>
                    <a:p>
                      <a:pPr algn="l" fontAlgn="ctr">
                        <a:buNone/>
                      </a:pPr>
                      <a:r>
                        <a:rPr lang="zh-CN" altLang="en-US" sz="1200" u="none" strike="noStrike" dirty="0">
                          <a:effectLst/>
                        </a:rPr>
                        <a:t>侧方，静态</a:t>
                      </a:r>
                      <a:endParaRPr lang="zh-CN" altLang="en-US" sz="1200" b="0" i="0" u="none" strike="noStrike" dirty="0">
                        <a:solidFill>
                          <a:srgbClr val="000000"/>
                        </a:solidFill>
                        <a:effectLst/>
                        <a:latin typeface="Inherit"/>
                        <a:ea typeface="微软雅黑" panose="020B0503020204020204" pitchFamily="34" charset="-122"/>
                      </a:endParaRPr>
                    </a:p>
                  </a:txBody>
                  <a:tcPr marL="6186" marR="6186" marT="6186" marB="0" anchor="ctr"/>
                </a:tc>
                <a:tc>
                  <a:txBody>
                    <a:bodyPr/>
                    <a:lstStyle/>
                    <a:p>
                      <a:pPr algn="l" fontAlgn="ctr">
                        <a:buNone/>
                      </a:pPr>
                      <a:r>
                        <a:rPr lang="zh-CN" altLang="en-US" sz="1200" u="none" strike="noStrike" dirty="0">
                          <a:effectLst/>
                        </a:rPr>
                        <a:t>软吸音材料对声波的衰减</a:t>
                      </a:r>
                      <a:endParaRPr lang="zh-CN" altLang="en-US" sz="1200" b="0" i="0" u="none" strike="noStrike" dirty="0">
                        <a:solidFill>
                          <a:srgbClr val="000000"/>
                        </a:solidFill>
                        <a:effectLst/>
                        <a:latin typeface="Inherit"/>
                        <a:ea typeface="微软雅黑" panose="020B0503020204020204" pitchFamily="34" charset="-122"/>
                      </a:endParaRPr>
                    </a:p>
                  </a:txBody>
                  <a:tcPr marL="6186" marR="6186" marT="6186" marB="0" anchor="ctr"/>
                </a:tc>
                <a:extLst>
                  <a:ext uri="{0D108BD9-81ED-4DB2-BD59-A6C34878D82A}">
                    <a16:rowId xmlns:a16="http://schemas.microsoft.com/office/drawing/2014/main" val="628934359"/>
                  </a:ext>
                </a:extLst>
              </a:tr>
              <a:tr h="560465">
                <a:tc>
                  <a:txBody>
                    <a:bodyPr/>
                    <a:lstStyle/>
                    <a:p>
                      <a:pPr algn="r" fontAlgn="ctr">
                        <a:buNone/>
                      </a:pPr>
                      <a:r>
                        <a:rPr lang="en-US" altLang="zh-CN" sz="1200" u="none" strike="noStrike" dirty="0">
                          <a:effectLst/>
                        </a:rPr>
                        <a:t>7</a:t>
                      </a:r>
                      <a:endParaRPr lang="en-US" altLang="zh-CN" sz="1200" b="0" i="0" u="none" strike="noStrike" dirty="0">
                        <a:solidFill>
                          <a:srgbClr val="000000"/>
                        </a:solidFill>
                        <a:effectLst/>
                        <a:latin typeface="Inherit"/>
                        <a:ea typeface="微软雅黑" panose="020B0503020204020204" pitchFamily="34" charset="-122"/>
                      </a:endParaRPr>
                    </a:p>
                  </a:txBody>
                  <a:tcPr marL="6186" marR="6186" marT="6186" marB="0" anchor="ctr"/>
                </a:tc>
                <a:tc>
                  <a:txBody>
                    <a:bodyPr/>
                    <a:lstStyle/>
                    <a:p>
                      <a:pPr algn="l" fontAlgn="ctr">
                        <a:buNone/>
                      </a:pPr>
                      <a:r>
                        <a:rPr lang="zh-CN" altLang="en-US" sz="1200" u="none" strike="noStrike" dirty="0">
                          <a:effectLst/>
                        </a:rPr>
                        <a:t>铜箔覆盖盒置于侧面</a:t>
                      </a:r>
                      <a:endParaRPr lang="zh-CN" altLang="en-US" sz="1200" b="0" i="0" u="none" strike="noStrike" dirty="0">
                        <a:solidFill>
                          <a:srgbClr val="000000"/>
                        </a:solidFill>
                        <a:effectLst/>
                        <a:latin typeface="Inherit"/>
                        <a:ea typeface="微软雅黑" panose="020B0503020204020204" pitchFamily="34" charset="-122"/>
                      </a:endParaRPr>
                    </a:p>
                  </a:txBody>
                  <a:tcPr marL="6186" marR="6186" marT="6186" marB="0" anchor="ctr"/>
                </a:tc>
                <a:tc>
                  <a:txBody>
                    <a:bodyPr/>
                    <a:lstStyle/>
                    <a:p>
                      <a:pPr algn="l" fontAlgn="ctr">
                        <a:buNone/>
                      </a:pPr>
                      <a:r>
                        <a:rPr lang="zh-CN" altLang="en-US" sz="1200" u="none" strike="noStrike" dirty="0">
                          <a:effectLst/>
                        </a:rPr>
                        <a:t>侧方，静态</a:t>
                      </a:r>
                      <a:endParaRPr lang="zh-CN" altLang="en-US" sz="1200" b="0" i="0" u="none" strike="noStrike" dirty="0">
                        <a:solidFill>
                          <a:srgbClr val="000000"/>
                        </a:solidFill>
                        <a:effectLst/>
                        <a:latin typeface="Inherit"/>
                        <a:ea typeface="微软雅黑" panose="020B0503020204020204" pitchFamily="34" charset="-122"/>
                      </a:endParaRPr>
                    </a:p>
                  </a:txBody>
                  <a:tcPr marL="6186" marR="6186" marT="6186" marB="0" anchor="ctr"/>
                </a:tc>
                <a:tc>
                  <a:txBody>
                    <a:bodyPr/>
                    <a:lstStyle/>
                    <a:p>
                      <a:pPr algn="l" fontAlgn="ctr">
                        <a:buNone/>
                      </a:pPr>
                      <a:r>
                        <a:rPr lang="zh-CN" altLang="en-US" sz="1200" u="none" strike="noStrike" dirty="0">
                          <a:effectLst/>
                        </a:rPr>
                        <a:t>高导电</a:t>
                      </a:r>
                      <a:r>
                        <a:rPr lang="en-US" altLang="zh-CN" sz="1200" u="none" strike="noStrike" dirty="0">
                          <a:effectLst/>
                        </a:rPr>
                        <a:t>/</a:t>
                      </a:r>
                      <a:r>
                        <a:rPr lang="zh-CN" altLang="en-US" sz="1200" u="none" strike="noStrike" dirty="0">
                          <a:effectLst/>
                        </a:rPr>
                        <a:t>高反射材质的特殊影响</a:t>
                      </a:r>
                      <a:endParaRPr lang="zh-CN" altLang="en-US" sz="1200" b="0" i="0" u="none" strike="noStrike" dirty="0">
                        <a:solidFill>
                          <a:srgbClr val="000000"/>
                        </a:solidFill>
                        <a:effectLst/>
                        <a:latin typeface="Inherit"/>
                        <a:ea typeface="微软雅黑" panose="020B0503020204020204" pitchFamily="34" charset="-122"/>
                      </a:endParaRPr>
                    </a:p>
                  </a:txBody>
                  <a:tcPr marL="6186" marR="6186" marT="6186" marB="0" anchor="ctr"/>
                </a:tc>
                <a:extLst>
                  <a:ext uri="{0D108BD9-81ED-4DB2-BD59-A6C34878D82A}">
                    <a16:rowId xmlns:a16="http://schemas.microsoft.com/office/drawing/2014/main" val="4076757411"/>
                  </a:ext>
                </a:extLst>
              </a:tr>
              <a:tr h="560465">
                <a:tc>
                  <a:txBody>
                    <a:bodyPr/>
                    <a:lstStyle/>
                    <a:p>
                      <a:pPr algn="r" fontAlgn="ctr">
                        <a:buNone/>
                      </a:pPr>
                      <a:r>
                        <a:rPr lang="en-US" altLang="zh-CN" sz="1200" u="none" strike="noStrike" dirty="0">
                          <a:effectLst/>
                        </a:rPr>
                        <a:t>8</a:t>
                      </a:r>
                      <a:endParaRPr lang="en-US" altLang="zh-CN" sz="1200" b="0" i="0" u="none" strike="noStrike" dirty="0">
                        <a:solidFill>
                          <a:srgbClr val="000000"/>
                        </a:solidFill>
                        <a:effectLst/>
                        <a:latin typeface="Inherit"/>
                        <a:ea typeface="微软雅黑" panose="020B0503020204020204" pitchFamily="34" charset="-122"/>
                      </a:endParaRPr>
                    </a:p>
                  </a:txBody>
                  <a:tcPr marL="6186" marR="6186" marT="6186" marB="0" anchor="ctr"/>
                </a:tc>
                <a:tc>
                  <a:txBody>
                    <a:bodyPr/>
                    <a:lstStyle/>
                    <a:p>
                      <a:pPr algn="l" fontAlgn="ctr">
                        <a:buNone/>
                      </a:pPr>
                      <a:r>
                        <a:rPr lang="zh-CN" altLang="en-US" sz="1200" u="none" strike="noStrike" dirty="0">
                          <a:effectLst/>
                        </a:rPr>
                        <a:t>毛绒玩具置于侧面</a:t>
                      </a:r>
                      <a:endParaRPr lang="zh-CN" altLang="en-US" sz="1200" b="0" i="0" u="none" strike="noStrike" dirty="0">
                        <a:solidFill>
                          <a:srgbClr val="000000"/>
                        </a:solidFill>
                        <a:effectLst/>
                        <a:latin typeface="Inherit"/>
                        <a:ea typeface="微软雅黑" panose="020B0503020204020204" pitchFamily="34" charset="-122"/>
                      </a:endParaRPr>
                    </a:p>
                  </a:txBody>
                  <a:tcPr marL="6186" marR="6186" marT="6186" marB="0" anchor="ctr"/>
                </a:tc>
                <a:tc>
                  <a:txBody>
                    <a:bodyPr/>
                    <a:lstStyle/>
                    <a:p>
                      <a:pPr algn="l" fontAlgn="ctr">
                        <a:buNone/>
                      </a:pPr>
                      <a:r>
                        <a:rPr lang="zh-CN" altLang="en-US" sz="1200" u="none" strike="noStrike" dirty="0">
                          <a:effectLst/>
                        </a:rPr>
                        <a:t>侧方，静态</a:t>
                      </a:r>
                      <a:endParaRPr lang="zh-CN" altLang="en-US" sz="1200" b="0" i="0" u="none" strike="noStrike" dirty="0">
                        <a:solidFill>
                          <a:srgbClr val="000000"/>
                        </a:solidFill>
                        <a:effectLst/>
                        <a:latin typeface="Inherit"/>
                        <a:ea typeface="微软雅黑" panose="020B0503020204020204" pitchFamily="34" charset="-122"/>
                      </a:endParaRPr>
                    </a:p>
                  </a:txBody>
                  <a:tcPr marL="6186" marR="6186" marT="6186" marB="0" anchor="ctr"/>
                </a:tc>
                <a:tc>
                  <a:txBody>
                    <a:bodyPr/>
                    <a:lstStyle/>
                    <a:p>
                      <a:pPr algn="l" fontAlgn="ctr">
                        <a:buNone/>
                      </a:pPr>
                      <a:r>
                        <a:rPr lang="zh-CN" altLang="en-US" sz="1200" u="none" strike="noStrike" dirty="0">
                          <a:effectLst/>
                        </a:rPr>
                        <a:t>不规则、软表面物体的散射</a:t>
                      </a:r>
                      <a:r>
                        <a:rPr lang="en-US" altLang="zh-CN" sz="1200" u="none" strike="noStrike" dirty="0">
                          <a:effectLst/>
                        </a:rPr>
                        <a:t>-</a:t>
                      </a:r>
                      <a:r>
                        <a:rPr lang="zh-CN" altLang="en-US" sz="1200" u="none" strike="noStrike" dirty="0">
                          <a:effectLst/>
                        </a:rPr>
                        <a:t>吸收</a:t>
                      </a:r>
                      <a:endParaRPr lang="zh-CN" altLang="en-US" sz="1200" b="0" i="0" u="none" strike="noStrike" dirty="0">
                        <a:solidFill>
                          <a:srgbClr val="000000"/>
                        </a:solidFill>
                        <a:effectLst/>
                        <a:latin typeface="Inherit"/>
                        <a:ea typeface="微软雅黑" panose="020B0503020204020204" pitchFamily="34" charset="-122"/>
                      </a:endParaRPr>
                    </a:p>
                  </a:txBody>
                  <a:tcPr marL="6186" marR="6186" marT="6186" marB="0" anchor="ctr"/>
                </a:tc>
                <a:extLst>
                  <a:ext uri="{0D108BD9-81ED-4DB2-BD59-A6C34878D82A}">
                    <a16:rowId xmlns:a16="http://schemas.microsoft.com/office/drawing/2014/main" val="3914678498"/>
                  </a:ext>
                </a:extLst>
              </a:tr>
            </a:tbl>
          </a:graphicData>
        </a:graphic>
      </p:graphicFrame>
      <p:grpSp>
        <p:nvGrpSpPr>
          <p:cNvPr id="8" name="组合 7">
            <a:extLst>
              <a:ext uri="{FF2B5EF4-FFF2-40B4-BE49-F238E27FC236}">
                <a16:creationId xmlns:a16="http://schemas.microsoft.com/office/drawing/2014/main" id="{E391BF9D-4C55-3228-B51B-A2636E725B54}"/>
              </a:ext>
            </a:extLst>
          </p:cNvPr>
          <p:cNvGrpSpPr/>
          <p:nvPr/>
        </p:nvGrpSpPr>
        <p:grpSpPr>
          <a:xfrm>
            <a:off x="0" y="931202"/>
            <a:ext cx="6466705" cy="5655885"/>
            <a:chOff x="192048" y="952033"/>
            <a:chExt cx="6466705" cy="5655885"/>
          </a:xfrm>
        </p:grpSpPr>
        <p:grpSp>
          <p:nvGrpSpPr>
            <p:cNvPr id="10" name="组合 9">
              <a:extLst>
                <a:ext uri="{FF2B5EF4-FFF2-40B4-BE49-F238E27FC236}">
                  <a16:creationId xmlns:a16="http://schemas.microsoft.com/office/drawing/2014/main" id="{73EDDFE8-9949-F0C8-5C5E-93B13F61C998}"/>
                </a:ext>
              </a:extLst>
            </p:cNvPr>
            <p:cNvGrpSpPr/>
            <p:nvPr/>
          </p:nvGrpSpPr>
          <p:grpSpPr>
            <a:xfrm>
              <a:off x="192048" y="952033"/>
              <a:ext cx="6041484" cy="5655885"/>
              <a:chOff x="-833702" y="666273"/>
              <a:chExt cx="7371985" cy="6759367"/>
            </a:xfrm>
          </p:grpSpPr>
          <p:sp>
            <p:nvSpPr>
              <p:cNvPr id="14" name="矩形 13">
                <a:extLst>
                  <a:ext uri="{FF2B5EF4-FFF2-40B4-BE49-F238E27FC236}">
                    <a16:creationId xmlns:a16="http://schemas.microsoft.com/office/drawing/2014/main" id="{F04BE064-E8C3-06E5-C232-3A972CC678B9}"/>
                  </a:ext>
                </a:extLst>
              </p:cNvPr>
              <p:cNvSpPr/>
              <p:nvPr/>
            </p:nvSpPr>
            <p:spPr>
              <a:xfrm>
                <a:off x="618969" y="666273"/>
                <a:ext cx="5919314" cy="5420939"/>
              </a:xfrm>
              <a:prstGeom prst="rect">
                <a:avLst/>
              </a:prstGeom>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kumimoji="1" lang="zh-CN" altLang="en-US" dirty="0"/>
              </a:p>
            </p:txBody>
          </p:sp>
          <p:sp>
            <p:nvSpPr>
              <p:cNvPr id="15" name="矩形 14">
                <a:extLst>
                  <a:ext uri="{FF2B5EF4-FFF2-40B4-BE49-F238E27FC236}">
                    <a16:creationId xmlns:a16="http://schemas.microsoft.com/office/drawing/2014/main" id="{DB7B1C95-5C44-1C6A-F6A3-702A6A4DE4FF}"/>
                  </a:ext>
                </a:extLst>
              </p:cNvPr>
              <p:cNvSpPr/>
              <p:nvPr/>
            </p:nvSpPr>
            <p:spPr>
              <a:xfrm>
                <a:off x="442964" y="840824"/>
                <a:ext cx="5919314" cy="5420939"/>
              </a:xfrm>
              <a:prstGeom prst="rect">
                <a:avLst/>
              </a:prstGeom>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kumimoji="1" lang="zh-CN" altLang="en-US"/>
              </a:p>
            </p:txBody>
          </p:sp>
          <p:sp>
            <p:nvSpPr>
              <p:cNvPr id="16" name="矩形 15">
                <a:extLst>
                  <a:ext uri="{FF2B5EF4-FFF2-40B4-BE49-F238E27FC236}">
                    <a16:creationId xmlns:a16="http://schemas.microsoft.com/office/drawing/2014/main" id="{3467BBE4-A89F-E9D2-6929-ED313717ED1A}"/>
                  </a:ext>
                </a:extLst>
              </p:cNvPr>
              <p:cNvSpPr/>
              <p:nvPr/>
            </p:nvSpPr>
            <p:spPr>
              <a:xfrm>
                <a:off x="232940" y="1001632"/>
                <a:ext cx="5919314" cy="5420939"/>
              </a:xfrm>
              <a:prstGeom prst="rect">
                <a:avLst/>
              </a:prstGeom>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kumimoji="1" lang="zh-CN" altLang="en-US" dirty="0"/>
              </a:p>
            </p:txBody>
          </p:sp>
          <p:sp>
            <p:nvSpPr>
              <p:cNvPr id="17" name="矩形 16">
                <a:extLst>
                  <a:ext uri="{FF2B5EF4-FFF2-40B4-BE49-F238E27FC236}">
                    <a16:creationId xmlns:a16="http://schemas.microsoft.com/office/drawing/2014/main" id="{212979C1-316F-13B7-BD5D-52979541D767}"/>
                  </a:ext>
                </a:extLst>
              </p:cNvPr>
              <p:cNvSpPr/>
              <p:nvPr/>
            </p:nvSpPr>
            <p:spPr>
              <a:xfrm>
                <a:off x="32252" y="1162440"/>
                <a:ext cx="5919314" cy="5420939"/>
              </a:xfrm>
              <a:prstGeom prst="rect">
                <a:avLst/>
              </a:prstGeom>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kumimoji="1" lang="zh-CN" altLang="en-US" dirty="0"/>
              </a:p>
            </p:txBody>
          </p:sp>
          <p:grpSp>
            <p:nvGrpSpPr>
              <p:cNvPr id="18" name="组合 17">
                <a:extLst>
                  <a:ext uri="{FF2B5EF4-FFF2-40B4-BE49-F238E27FC236}">
                    <a16:creationId xmlns:a16="http://schemas.microsoft.com/office/drawing/2014/main" id="{35105EB8-ABDA-F6AC-22AE-F1580E27614B}"/>
                  </a:ext>
                </a:extLst>
              </p:cNvPr>
              <p:cNvGrpSpPr/>
              <p:nvPr/>
            </p:nvGrpSpPr>
            <p:grpSpPr>
              <a:xfrm>
                <a:off x="-833702" y="1431998"/>
                <a:ext cx="6785267" cy="5993642"/>
                <a:chOff x="-1076709" y="692302"/>
                <a:chExt cx="8647302" cy="6882010"/>
              </a:xfrm>
            </p:grpSpPr>
            <p:sp>
              <p:nvSpPr>
                <p:cNvPr id="19" name="左大括号 18">
                  <a:extLst>
                    <a:ext uri="{FF2B5EF4-FFF2-40B4-BE49-F238E27FC236}">
                      <a16:creationId xmlns:a16="http://schemas.microsoft.com/office/drawing/2014/main" id="{2C46EF4A-62B8-088F-DB1E-DF148CD0FC32}"/>
                    </a:ext>
                  </a:extLst>
                </p:cNvPr>
                <p:cNvSpPr/>
                <p:nvPr/>
              </p:nvSpPr>
              <p:spPr>
                <a:xfrm rot="16200000">
                  <a:off x="3645574" y="3154315"/>
                  <a:ext cx="313867" cy="7536171"/>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zh-CN" altLang="en-US" dirty="0"/>
                </a:p>
              </p:txBody>
            </p:sp>
            <p:sp>
              <p:nvSpPr>
                <p:cNvPr id="20" name="文本框 19">
                  <a:extLst>
                    <a:ext uri="{FF2B5EF4-FFF2-40B4-BE49-F238E27FC236}">
                      <a16:creationId xmlns:a16="http://schemas.microsoft.com/office/drawing/2014/main" id="{70139459-BB8F-48AB-22BA-73BBC2E1EE4C}"/>
                    </a:ext>
                  </a:extLst>
                </p:cNvPr>
                <p:cNvSpPr txBox="1"/>
                <p:nvPr/>
              </p:nvSpPr>
              <p:spPr>
                <a:xfrm>
                  <a:off x="2824206" y="7067500"/>
                  <a:ext cx="2460587" cy="506812"/>
                </a:xfrm>
                <a:prstGeom prst="rect">
                  <a:avLst/>
                </a:prstGeom>
                <a:noFill/>
              </p:spPr>
              <p:txBody>
                <a:bodyPr wrap="square" rtlCol="0">
                  <a:spAutoFit/>
                </a:bodyPr>
                <a:lstStyle/>
                <a:p>
                  <a:r>
                    <a:rPr kumimoji="1" lang="en-US" altLang="zh-CN" dirty="0">
                      <a:latin typeface="+mn-ea"/>
                    </a:rPr>
                    <a:t>20+11+9</a:t>
                  </a:r>
                  <a:endParaRPr kumimoji="1" lang="zh-CN" altLang="en-US" dirty="0"/>
                </a:p>
              </p:txBody>
            </p:sp>
            <p:grpSp>
              <p:nvGrpSpPr>
                <p:cNvPr id="21" name="组合 20">
                  <a:extLst>
                    <a:ext uri="{FF2B5EF4-FFF2-40B4-BE49-F238E27FC236}">
                      <a16:creationId xmlns:a16="http://schemas.microsoft.com/office/drawing/2014/main" id="{1C644B36-3B10-A506-DBEE-1C180E21E938}"/>
                    </a:ext>
                  </a:extLst>
                </p:cNvPr>
                <p:cNvGrpSpPr/>
                <p:nvPr/>
              </p:nvGrpSpPr>
              <p:grpSpPr>
                <a:xfrm>
                  <a:off x="550303" y="2983374"/>
                  <a:ext cx="6527801" cy="1132934"/>
                  <a:chOff x="550303" y="2983374"/>
                  <a:chExt cx="6527801" cy="1132934"/>
                </a:xfrm>
              </p:grpSpPr>
              <p:pic>
                <p:nvPicPr>
                  <p:cNvPr id="24" name="图片 23">
                    <a:extLst>
                      <a:ext uri="{FF2B5EF4-FFF2-40B4-BE49-F238E27FC236}">
                        <a16:creationId xmlns:a16="http://schemas.microsoft.com/office/drawing/2014/main" id="{6019BE01-16F1-B589-4645-9459C30DAD92}"/>
                      </a:ext>
                    </a:extLst>
                  </p:cNvPr>
                  <p:cNvPicPr>
                    <a:picLocks noChangeAspect="1"/>
                  </p:cNvPicPr>
                  <p:nvPr/>
                </p:nvPicPr>
                <p:blipFill>
                  <a:blip r:embed="rId5"/>
                  <a:srcRect t="6098"/>
                  <a:stretch>
                    <a:fillRect/>
                  </a:stretch>
                </p:blipFill>
                <p:spPr>
                  <a:xfrm>
                    <a:off x="550303" y="2983374"/>
                    <a:ext cx="812800" cy="1132934"/>
                  </a:xfrm>
                  <a:prstGeom prst="rect">
                    <a:avLst/>
                  </a:prstGeom>
                </p:spPr>
              </p:pic>
              <p:pic>
                <p:nvPicPr>
                  <p:cNvPr id="25" name="图片 24">
                    <a:extLst>
                      <a:ext uri="{FF2B5EF4-FFF2-40B4-BE49-F238E27FC236}">
                        <a16:creationId xmlns:a16="http://schemas.microsoft.com/office/drawing/2014/main" id="{DDDE03E9-2F07-35F0-2963-486A3EEEBB69}"/>
                      </a:ext>
                    </a:extLst>
                  </p:cNvPr>
                  <p:cNvPicPr>
                    <a:picLocks noChangeAspect="1"/>
                  </p:cNvPicPr>
                  <p:nvPr/>
                </p:nvPicPr>
                <p:blipFill>
                  <a:blip r:embed="rId6"/>
                  <a:srcRect t="4545" r="65196"/>
                  <a:stretch>
                    <a:fillRect/>
                  </a:stretch>
                </p:blipFill>
                <p:spPr>
                  <a:xfrm>
                    <a:off x="2569604" y="2983374"/>
                    <a:ext cx="901700" cy="1081443"/>
                  </a:xfrm>
                  <a:prstGeom prst="rect">
                    <a:avLst/>
                  </a:prstGeom>
                </p:spPr>
              </p:pic>
              <p:pic>
                <p:nvPicPr>
                  <p:cNvPr id="26" name="图片 25">
                    <a:extLst>
                      <a:ext uri="{FF2B5EF4-FFF2-40B4-BE49-F238E27FC236}">
                        <a16:creationId xmlns:a16="http://schemas.microsoft.com/office/drawing/2014/main" id="{0276B500-8CCB-0615-790E-E897150ADA5F}"/>
                      </a:ext>
                    </a:extLst>
                  </p:cNvPr>
                  <p:cNvPicPr>
                    <a:picLocks noChangeAspect="1"/>
                  </p:cNvPicPr>
                  <p:nvPr/>
                </p:nvPicPr>
                <p:blipFill>
                  <a:blip r:embed="rId6"/>
                  <a:srcRect l="34313" t="4545" r="31373"/>
                  <a:stretch>
                    <a:fillRect/>
                  </a:stretch>
                </p:blipFill>
                <p:spPr>
                  <a:xfrm>
                    <a:off x="4487305" y="2983374"/>
                    <a:ext cx="889001" cy="1081443"/>
                  </a:xfrm>
                  <a:prstGeom prst="rect">
                    <a:avLst/>
                  </a:prstGeom>
                </p:spPr>
              </p:pic>
              <p:pic>
                <p:nvPicPr>
                  <p:cNvPr id="27" name="图片 26">
                    <a:extLst>
                      <a:ext uri="{FF2B5EF4-FFF2-40B4-BE49-F238E27FC236}">
                        <a16:creationId xmlns:a16="http://schemas.microsoft.com/office/drawing/2014/main" id="{FC712D8D-9BDE-5310-C636-7D40179D8AD5}"/>
                      </a:ext>
                    </a:extLst>
                  </p:cNvPr>
                  <p:cNvPicPr>
                    <a:picLocks noChangeAspect="1"/>
                  </p:cNvPicPr>
                  <p:nvPr/>
                </p:nvPicPr>
                <p:blipFill>
                  <a:blip r:embed="rId7"/>
                  <a:stretch>
                    <a:fillRect/>
                  </a:stretch>
                </p:blipFill>
                <p:spPr>
                  <a:xfrm>
                    <a:off x="6278004" y="2983375"/>
                    <a:ext cx="800100" cy="1117601"/>
                  </a:xfrm>
                  <a:prstGeom prst="rect">
                    <a:avLst/>
                  </a:prstGeom>
                </p:spPr>
              </p:pic>
            </p:grpSp>
            <p:sp>
              <p:nvSpPr>
                <p:cNvPr id="22" name="左大括号 21">
                  <a:extLst>
                    <a:ext uri="{FF2B5EF4-FFF2-40B4-BE49-F238E27FC236}">
                      <a16:creationId xmlns:a16="http://schemas.microsoft.com/office/drawing/2014/main" id="{D44FBE51-30B6-5306-A354-E6101CC660E4}"/>
                    </a:ext>
                  </a:extLst>
                </p:cNvPr>
                <p:cNvSpPr/>
                <p:nvPr/>
              </p:nvSpPr>
              <p:spPr>
                <a:xfrm>
                  <a:off x="-465336" y="692302"/>
                  <a:ext cx="387900" cy="5837058"/>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zh-CN" altLang="en-US"/>
                </a:p>
              </p:txBody>
            </p:sp>
            <p:sp>
              <p:nvSpPr>
                <p:cNvPr id="23" name="文本框 22">
                  <a:extLst>
                    <a:ext uri="{FF2B5EF4-FFF2-40B4-BE49-F238E27FC236}">
                      <a16:creationId xmlns:a16="http://schemas.microsoft.com/office/drawing/2014/main" id="{070872A1-8D7F-C1CB-C49F-53A8F5DF703E}"/>
                    </a:ext>
                  </a:extLst>
                </p:cNvPr>
                <p:cNvSpPr txBox="1"/>
                <p:nvPr/>
              </p:nvSpPr>
              <p:spPr>
                <a:xfrm>
                  <a:off x="-1076709" y="3267222"/>
                  <a:ext cx="717929" cy="849086"/>
                </a:xfrm>
                <a:prstGeom prst="rect">
                  <a:avLst/>
                </a:prstGeom>
                <a:noFill/>
              </p:spPr>
              <p:txBody>
                <a:bodyPr vert="eaVert" wrap="square" rtlCol="0">
                  <a:spAutoFit/>
                </a:bodyPr>
                <a:lstStyle/>
                <a:p>
                  <a:r>
                    <a:rPr kumimoji="1" lang="en-US" altLang="zh-CN" dirty="0"/>
                    <a:t>1</a:t>
                  </a:r>
                  <a:r>
                    <a:rPr kumimoji="1" lang="zh-CN" altLang="en-US" dirty="0"/>
                    <a:t>组</a:t>
                  </a:r>
                </a:p>
              </p:txBody>
            </p:sp>
          </p:grpSp>
        </p:grpSp>
        <p:sp>
          <p:nvSpPr>
            <p:cNvPr id="11" name="左大括号 10">
              <a:extLst>
                <a:ext uri="{FF2B5EF4-FFF2-40B4-BE49-F238E27FC236}">
                  <a16:creationId xmlns:a16="http://schemas.microsoft.com/office/drawing/2014/main" id="{9E451AA5-D3ED-901C-F96B-C6E9AAE75F32}"/>
                </a:ext>
              </a:extLst>
            </p:cNvPr>
            <p:cNvSpPr/>
            <p:nvPr/>
          </p:nvSpPr>
          <p:spPr>
            <a:xfrm rot="13736008">
              <a:off x="6099736" y="5544122"/>
              <a:ext cx="264423" cy="604605"/>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zh-CN" altLang="en-US" dirty="0"/>
            </a:p>
          </p:txBody>
        </p:sp>
        <p:sp>
          <p:nvSpPr>
            <p:cNvPr id="12" name="文本框 11">
              <a:extLst>
                <a:ext uri="{FF2B5EF4-FFF2-40B4-BE49-F238E27FC236}">
                  <a16:creationId xmlns:a16="http://schemas.microsoft.com/office/drawing/2014/main" id="{26207263-49D2-DEF5-D470-12B317412658}"/>
                </a:ext>
              </a:extLst>
            </p:cNvPr>
            <p:cNvSpPr txBox="1"/>
            <p:nvPr/>
          </p:nvSpPr>
          <p:spPr>
            <a:xfrm>
              <a:off x="6219841" y="5903328"/>
              <a:ext cx="438912" cy="369332"/>
            </a:xfrm>
            <a:prstGeom prst="rect">
              <a:avLst/>
            </a:prstGeom>
            <a:noFill/>
          </p:spPr>
          <p:txBody>
            <a:bodyPr wrap="square">
              <a:spAutoFit/>
            </a:bodyPr>
            <a:lstStyle/>
            <a:p>
              <a:r>
                <a:rPr kumimoji="1" lang="en-US" altLang="zh-CN" dirty="0">
                  <a:latin typeface="+mn-ea"/>
                </a:rPr>
                <a:t>8</a:t>
              </a:r>
              <a:endParaRPr lang="zh-CN" altLang="en-US" dirty="0"/>
            </a:p>
          </p:txBody>
        </p:sp>
      </p:grpSp>
      <p:sp>
        <p:nvSpPr>
          <p:cNvPr id="29" name="灯片编号占位符 28">
            <a:extLst>
              <a:ext uri="{FF2B5EF4-FFF2-40B4-BE49-F238E27FC236}">
                <a16:creationId xmlns:a16="http://schemas.microsoft.com/office/drawing/2014/main" id="{6D2CDE6A-0F5C-D212-C151-942AC453E420}"/>
              </a:ext>
            </a:extLst>
          </p:cNvPr>
          <p:cNvSpPr>
            <a:spLocks noGrp="1"/>
          </p:cNvSpPr>
          <p:nvPr>
            <p:ph type="sldNum" sz="quarter" idx="4"/>
          </p:nvPr>
        </p:nvSpPr>
        <p:spPr/>
        <p:txBody>
          <a:bodyPr/>
          <a:lstStyle/>
          <a:p>
            <a:fld id="{7A48417F-7526-485E-AE3C-3E2AE40A04CB}" type="slidenum">
              <a:rPr lang="zh-CN" altLang="en-US" smtClean="0"/>
              <a:pPr/>
              <a:t>38</a:t>
            </a:fld>
            <a:r>
              <a:rPr lang="zh-CN" altLang="en-US"/>
              <a:t> </a:t>
            </a:r>
            <a:r>
              <a:rPr lang="en-US" altLang="zh-CN"/>
              <a:t>/ </a:t>
            </a:r>
            <a:r>
              <a:rPr lang="zh-CN" altLang="en-US"/>
              <a:t>总页数</a:t>
            </a:r>
            <a:endParaRPr lang="zh-CN" altLang="en-US" dirty="0"/>
          </a:p>
        </p:txBody>
      </p:sp>
    </p:spTree>
    <p:extLst>
      <p:ext uri="{BB962C8B-B14F-4D97-AF65-F5344CB8AC3E}">
        <p14:creationId xmlns:p14="http://schemas.microsoft.com/office/powerpoint/2010/main" val="307931694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E6D7E-3B69-D26C-D447-2B41FCD24FE6}"/>
            </a:ext>
          </a:extLst>
        </p:cNvPr>
        <p:cNvGrpSpPr/>
        <p:nvPr/>
      </p:nvGrpSpPr>
      <p:grpSpPr>
        <a:xfrm>
          <a:off x="0" y="0"/>
          <a:ext cx="0" cy="0"/>
          <a:chOff x="0" y="0"/>
          <a:chExt cx="0" cy="0"/>
        </a:xfrm>
      </p:grpSpPr>
      <p:pic>
        <p:nvPicPr>
          <p:cNvPr id="9" name="图片 8">
            <a:extLst>
              <a:ext uri="{FF2B5EF4-FFF2-40B4-BE49-F238E27FC236}">
                <a16:creationId xmlns:a16="http://schemas.microsoft.com/office/drawing/2014/main" id="{677D22AA-316F-6287-2F40-EACBA0093867}"/>
              </a:ext>
            </a:extLst>
          </p:cNvPr>
          <p:cNvPicPr>
            <a:picLocks noChangeAspect="1"/>
          </p:cNvPicPr>
          <p:nvPr/>
        </p:nvPicPr>
        <p:blipFill rotWithShape="1">
          <a:blip r:embed="rId2">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 name="矩形 1">
            <a:extLst>
              <a:ext uri="{FF2B5EF4-FFF2-40B4-BE49-F238E27FC236}">
                <a16:creationId xmlns:a16="http://schemas.microsoft.com/office/drawing/2014/main" id="{8B791C63-0572-1101-088F-459CB4491B38}"/>
              </a:ext>
            </a:extLst>
          </p:cNvPr>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 name="组合 2">
            <a:extLst>
              <a:ext uri="{FF2B5EF4-FFF2-40B4-BE49-F238E27FC236}">
                <a16:creationId xmlns:a16="http://schemas.microsoft.com/office/drawing/2014/main" id="{540FF7EE-8D0B-628A-38E5-1F1B6D00F606}"/>
              </a:ext>
            </a:extLst>
          </p:cNvPr>
          <p:cNvGrpSpPr/>
          <p:nvPr/>
        </p:nvGrpSpPr>
        <p:grpSpPr>
          <a:xfrm>
            <a:off x="138529" y="112811"/>
            <a:ext cx="4084066" cy="593132"/>
            <a:chOff x="1019925" y="1507763"/>
            <a:chExt cx="4084066" cy="593132"/>
          </a:xfrm>
        </p:grpSpPr>
        <p:sp>
          <p:nvSpPr>
            <p:cNvPr id="4" name="文本框 3">
              <a:extLst>
                <a:ext uri="{FF2B5EF4-FFF2-40B4-BE49-F238E27FC236}">
                  <a16:creationId xmlns:a16="http://schemas.microsoft.com/office/drawing/2014/main" id="{71FEB136-C679-B698-066B-D5F927FD09AD}"/>
                </a:ext>
              </a:extLst>
            </p:cNvPr>
            <p:cNvSpPr txBox="1"/>
            <p:nvPr/>
          </p:nvSpPr>
          <p:spPr>
            <a:xfrm>
              <a:off x="1700307" y="1507763"/>
              <a:ext cx="3403684" cy="523220"/>
            </a:xfrm>
            <a:prstGeom prst="rect">
              <a:avLst/>
            </a:prstGeom>
            <a:noFill/>
          </p:spPr>
          <p:txBody>
            <a:bodyPr vert="horz" wrap="square" rtlCol="0">
              <a:spAutoFit/>
            </a:bodyPr>
            <a:lstStyle/>
            <a:p>
              <a:pPr algn="dist"/>
              <a:r>
                <a:rPr lang="zh-CN" altLang="en-US" sz="2800" b="1" dirty="0">
                  <a:solidFill>
                    <a:schemeClr val="bg1"/>
                  </a:solidFill>
                  <a:latin typeface="微软雅黑" panose="020B0503020204020204" pitchFamily="34" charset="-122"/>
                  <a:ea typeface="微软雅黑" panose="020B0503020204020204" pitchFamily="34" charset="-122"/>
                </a:rPr>
                <a:t>对邻近物体的鲁棒性</a:t>
              </a:r>
            </a:p>
          </p:txBody>
        </p:sp>
        <p:pic>
          <p:nvPicPr>
            <p:cNvPr id="5" name="图片 4">
              <a:extLst>
                <a:ext uri="{FF2B5EF4-FFF2-40B4-BE49-F238E27FC236}">
                  <a16:creationId xmlns:a16="http://schemas.microsoft.com/office/drawing/2014/main" id="{B98655BA-03BA-534D-179F-C1C448172DD7}"/>
                </a:ext>
              </a:extLst>
            </p:cNvPr>
            <p:cNvPicPr>
              <a:picLocks noChangeAspect="1"/>
            </p:cNvPicPr>
            <p:nvPr/>
          </p:nvPicPr>
          <p:blipFill rotWithShape="1">
            <a:blip r:embed="rId3" cstate="print">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sp>
        <p:nvSpPr>
          <p:cNvPr id="62" name="矩形 61">
            <a:extLst>
              <a:ext uri="{FF2B5EF4-FFF2-40B4-BE49-F238E27FC236}">
                <a16:creationId xmlns:a16="http://schemas.microsoft.com/office/drawing/2014/main" id="{EE182F63-45F2-1D76-96EA-C9C64317C3BD}"/>
              </a:ext>
            </a:extLst>
          </p:cNvPr>
          <p:cNvSpPr/>
          <p:nvPr/>
        </p:nvSpPr>
        <p:spPr>
          <a:xfrm>
            <a:off x="0" y="6553271"/>
            <a:ext cx="12192000" cy="3112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36" name="图片 35">
            <a:extLst>
              <a:ext uri="{FF2B5EF4-FFF2-40B4-BE49-F238E27FC236}">
                <a16:creationId xmlns:a16="http://schemas.microsoft.com/office/drawing/2014/main" id="{3B7912AD-FA1C-CF6D-15BC-5707BC6D8351}"/>
              </a:ext>
            </a:extLst>
          </p:cNvPr>
          <p:cNvPicPr>
            <a:picLocks noChangeAspect="1"/>
          </p:cNvPicPr>
          <p:nvPr/>
        </p:nvPicPr>
        <p:blipFill rotWithShape="1">
          <a:blip r:embed="rId4"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grpSp>
        <p:nvGrpSpPr>
          <p:cNvPr id="14" name="组合 13">
            <a:extLst>
              <a:ext uri="{FF2B5EF4-FFF2-40B4-BE49-F238E27FC236}">
                <a16:creationId xmlns:a16="http://schemas.microsoft.com/office/drawing/2014/main" id="{5D99DBDD-F77C-CF55-90B9-2DE3050E6FD7}"/>
              </a:ext>
            </a:extLst>
          </p:cNvPr>
          <p:cNvGrpSpPr/>
          <p:nvPr/>
        </p:nvGrpSpPr>
        <p:grpSpPr>
          <a:xfrm>
            <a:off x="336395" y="931202"/>
            <a:ext cx="7772400" cy="4795024"/>
            <a:chOff x="2209800" y="1031488"/>
            <a:chExt cx="7772400" cy="4795024"/>
          </a:xfrm>
        </p:grpSpPr>
        <p:pic>
          <p:nvPicPr>
            <p:cNvPr id="6" name="图片 5">
              <a:extLst>
                <a:ext uri="{FF2B5EF4-FFF2-40B4-BE49-F238E27FC236}">
                  <a16:creationId xmlns:a16="http://schemas.microsoft.com/office/drawing/2014/main" id="{26A02C10-CBC1-8518-AC32-46395D99F4A1}"/>
                </a:ext>
              </a:extLst>
            </p:cNvPr>
            <p:cNvPicPr>
              <a:picLocks noChangeAspect="1"/>
            </p:cNvPicPr>
            <p:nvPr/>
          </p:nvPicPr>
          <p:blipFill>
            <a:blip r:embed="rId5"/>
            <a:stretch>
              <a:fillRect/>
            </a:stretch>
          </p:blipFill>
          <p:spPr>
            <a:xfrm>
              <a:off x="2209800" y="1031488"/>
              <a:ext cx="7772400" cy="4795024"/>
            </a:xfrm>
            <a:prstGeom prst="rect">
              <a:avLst/>
            </a:prstGeom>
          </p:spPr>
        </p:pic>
        <p:sp>
          <p:nvSpPr>
            <p:cNvPr id="8" name="矩形 7">
              <a:extLst>
                <a:ext uri="{FF2B5EF4-FFF2-40B4-BE49-F238E27FC236}">
                  <a16:creationId xmlns:a16="http://schemas.microsoft.com/office/drawing/2014/main" id="{0D2EEF46-FC45-E0F0-4DC2-93A7E288EA25}"/>
                </a:ext>
              </a:extLst>
            </p:cNvPr>
            <p:cNvSpPr/>
            <p:nvPr/>
          </p:nvSpPr>
          <p:spPr>
            <a:xfrm>
              <a:off x="5754029" y="2230243"/>
              <a:ext cx="341971" cy="2397513"/>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矩形 9">
              <a:extLst>
                <a:ext uri="{FF2B5EF4-FFF2-40B4-BE49-F238E27FC236}">
                  <a16:creationId xmlns:a16="http://schemas.microsoft.com/office/drawing/2014/main" id="{4860ACC1-A4E5-8FCF-38CD-1F2318D38312}"/>
                </a:ext>
              </a:extLst>
            </p:cNvPr>
            <p:cNvSpPr/>
            <p:nvPr/>
          </p:nvSpPr>
          <p:spPr>
            <a:xfrm>
              <a:off x="6452839" y="2230243"/>
              <a:ext cx="341971" cy="2397513"/>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7" name="组合 6">
            <a:extLst>
              <a:ext uri="{FF2B5EF4-FFF2-40B4-BE49-F238E27FC236}">
                <a16:creationId xmlns:a16="http://schemas.microsoft.com/office/drawing/2014/main" id="{DD941ECE-2A8D-23BB-7478-9208B6537E81}"/>
              </a:ext>
            </a:extLst>
          </p:cNvPr>
          <p:cNvGrpSpPr/>
          <p:nvPr/>
        </p:nvGrpSpPr>
        <p:grpSpPr>
          <a:xfrm>
            <a:off x="8200113" y="1530382"/>
            <a:ext cx="3991887" cy="3797236"/>
            <a:chOff x="501004" y="2607015"/>
            <a:chExt cx="7467783" cy="4829566"/>
          </a:xfrm>
        </p:grpSpPr>
        <p:grpSp>
          <p:nvGrpSpPr>
            <p:cNvPr id="11" name="组合 10">
              <a:extLst>
                <a:ext uri="{FF2B5EF4-FFF2-40B4-BE49-F238E27FC236}">
                  <a16:creationId xmlns:a16="http://schemas.microsoft.com/office/drawing/2014/main" id="{93167C43-F4BB-0495-D516-645FD71158C2}"/>
                </a:ext>
              </a:extLst>
            </p:cNvPr>
            <p:cNvGrpSpPr/>
            <p:nvPr/>
          </p:nvGrpSpPr>
          <p:grpSpPr>
            <a:xfrm>
              <a:off x="501004" y="2607015"/>
              <a:ext cx="7467783" cy="4829566"/>
              <a:chOff x="3714383" y="3805174"/>
              <a:chExt cx="4763233" cy="3080478"/>
            </a:xfrm>
          </p:grpSpPr>
          <p:sp>
            <p:nvSpPr>
              <p:cNvPr id="15" name="矩形: 圆角 20">
                <a:extLst>
                  <a:ext uri="{FF2B5EF4-FFF2-40B4-BE49-F238E27FC236}">
                    <a16:creationId xmlns:a16="http://schemas.microsoft.com/office/drawing/2014/main" id="{B3EBA023-5A1A-F7FA-5227-FA67FBFDF222}"/>
                  </a:ext>
                </a:extLst>
              </p:cNvPr>
              <p:cNvSpPr/>
              <p:nvPr/>
            </p:nvSpPr>
            <p:spPr>
              <a:xfrm>
                <a:off x="3714383" y="3890164"/>
                <a:ext cx="4763233" cy="2995488"/>
              </a:xfrm>
              <a:prstGeom prst="roundRect">
                <a:avLst>
                  <a:gd name="adj" fmla="val 10405"/>
                </a:avLst>
              </a:prstGeom>
              <a:solidFill>
                <a:srgbClr val="E2EBE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顶角 21">
                <a:extLst>
                  <a:ext uri="{FF2B5EF4-FFF2-40B4-BE49-F238E27FC236}">
                    <a16:creationId xmlns:a16="http://schemas.microsoft.com/office/drawing/2014/main" id="{C3795425-A2A1-58CD-8BA1-51C8E560DA7D}"/>
                  </a:ext>
                </a:extLst>
              </p:cNvPr>
              <p:cNvSpPr/>
              <p:nvPr/>
            </p:nvSpPr>
            <p:spPr>
              <a:xfrm>
                <a:off x="3714383" y="3805174"/>
                <a:ext cx="4763233" cy="390978"/>
              </a:xfrm>
              <a:prstGeom prst="round2SameRect">
                <a:avLst>
                  <a:gd name="adj1" fmla="val 45261"/>
                  <a:gd name="adj2" fmla="val 0"/>
                </a:avLst>
              </a:prstGeom>
              <a:solidFill>
                <a:srgbClr val="950041"/>
              </a:solidFill>
            </p:spPr>
            <p:style>
              <a:lnRef idx="2">
                <a:schemeClr val="accent1">
                  <a:shade val="15000"/>
                </a:schemeClr>
              </a:lnRef>
              <a:fillRef idx="1">
                <a:schemeClr val="accent1"/>
              </a:fillRef>
              <a:effectRef idx="0">
                <a:schemeClr val="accent1"/>
              </a:effectRef>
              <a:fontRef idx="minor">
                <a:schemeClr val="lt1"/>
              </a:fontRef>
            </p:style>
            <p:txBody>
              <a:bodyPr lIns="90000" rtlCol="0" anchor="ctr"/>
              <a:lstStyle/>
              <a:p>
                <a:r>
                  <a:rPr lang="zh-CN" altLang="en-US" sz="2000" dirty="0">
                    <a:latin typeface="+mj-ea"/>
                    <a:ea typeface="+mj-ea"/>
                  </a:rPr>
                  <a:t>最终结果</a:t>
                </a:r>
                <a:endParaRPr lang="en-US" altLang="zh-CN" sz="2000" dirty="0">
                  <a:latin typeface="+mj-ea"/>
                  <a:ea typeface="+mj-ea"/>
                </a:endParaRPr>
              </a:p>
            </p:txBody>
          </p:sp>
        </p:grpSp>
        <p:sp>
          <p:nvSpPr>
            <p:cNvPr id="13" name="文本框 12">
              <a:extLst>
                <a:ext uri="{FF2B5EF4-FFF2-40B4-BE49-F238E27FC236}">
                  <a16:creationId xmlns:a16="http://schemas.microsoft.com/office/drawing/2014/main" id="{FBF6D812-0B6C-5798-194F-1130ACEACCCA}"/>
                </a:ext>
              </a:extLst>
            </p:cNvPr>
            <p:cNvSpPr txBox="1"/>
            <p:nvPr/>
          </p:nvSpPr>
          <p:spPr>
            <a:xfrm>
              <a:off x="501004" y="3353238"/>
              <a:ext cx="7313658" cy="4031934"/>
            </a:xfrm>
            <a:prstGeom prst="rect">
              <a:avLst/>
            </a:prstGeom>
            <a:noFill/>
          </p:spPr>
          <p:txBody>
            <a:bodyPr wrap="square">
              <a:spAutoFit/>
            </a:bodyPr>
            <a:lstStyle/>
            <a:p>
              <a:r>
                <a:rPr lang="zh-CN" altLang="en-US" sz="2000" dirty="0"/>
                <a:t>位于手部正前方且在回波轮廓感知范围内的物体会影响用户相关的性能。</a:t>
              </a:r>
              <a:endParaRPr lang="en-US" altLang="zh-CN" sz="2000" dirty="0"/>
            </a:p>
            <a:p>
              <a:endParaRPr lang="en-US" altLang="zh-CN" sz="2000" dirty="0"/>
            </a:p>
            <a:p>
              <a:r>
                <a:rPr lang="zh-CN" altLang="en-US" sz="2000" dirty="0"/>
                <a:t>对于其他附近的物体，它们对跟踪性能的影响很小。</a:t>
              </a:r>
              <a:endParaRPr lang="en-US" altLang="zh-CN" sz="2000" dirty="0"/>
            </a:p>
            <a:p>
              <a:endParaRPr lang="en-US" altLang="zh-CN" sz="2000" dirty="0"/>
            </a:p>
            <a:p>
              <a:r>
                <a:rPr lang="zh-CN" altLang="en-US" sz="2000" dirty="0"/>
                <a:t>由于我们的感知范围较小，物体遮挡造成的限制远小于基于视觉的解决方案。</a:t>
              </a:r>
            </a:p>
          </p:txBody>
        </p:sp>
      </p:grpSp>
      <p:sp>
        <p:nvSpPr>
          <p:cNvPr id="19" name="灯片编号占位符 18">
            <a:extLst>
              <a:ext uri="{FF2B5EF4-FFF2-40B4-BE49-F238E27FC236}">
                <a16:creationId xmlns:a16="http://schemas.microsoft.com/office/drawing/2014/main" id="{5360FE05-CE95-88AC-1A70-BB3210E705EE}"/>
              </a:ext>
            </a:extLst>
          </p:cNvPr>
          <p:cNvSpPr>
            <a:spLocks noGrp="1"/>
          </p:cNvSpPr>
          <p:nvPr>
            <p:ph type="sldNum" sz="quarter" idx="4"/>
          </p:nvPr>
        </p:nvSpPr>
        <p:spPr/>
        <p:txBody>
          <a:bodyPr/>
          <a:lstStyle/>
          <a:p>
            <a:fld id="{7A48417F-7526-485E-AE3C-3E2AE40A04CB}" type="slidenum">
              <a:rPr lang="zh-CN" altLang="en-US" smtClean="0"/>
              <a:pPr/>
              <a:t>39</a:t>
            </a:fld>
            <a:r>
              <a:rPr lang="zh-CN" altLang="en-US"/>
              <a:t> </a:t>
            </a:r>
            <a:r>
              <a:rPr lang="en-US" altLang="zh-CN"/>
              <a:t>/ </a:t>
            </a:r>
            <a:r>
              <a:rPr lang="zh-CN" altLang="en-US"/>
              <a:t>总页数</a:t>
            </a:r>
            <a:endParaRPr lang="zh-CN" altLang="en-US" dirty="0"/>
          </a:p>
        </p:txBody>
      </p:sp>
    </p:spTree>
    <p:extLst>
      <p:ext uri="{BB962C8B-B14F-4D97-AF65-F5344CB8AC3E}">
        <p14:creationId xmlns:p14="http://schemas.microsoft.com/office/powerpoint/2010/main" val="104739210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0DA089-C04A-598D-6EB2-AFF0046C8F53}"/>
            </a:ext>
          </a:extLst>
        </p:cNvPr>
        <p:cNvGrpSpPr/>
        <p:nvPr/>
      </p:nvGrpSpPr>
      <p:grpSpPr>
        <a:xfrm>
          <a:off x="0" y="0"/>
          <a:ext cx="0" cy="0"/>
          <a:chOff x="0" y="0"/>
          <a:chExt cx="0" cy="0"/>
        </a:xfrm>
      </p:grpSpPr>
      <p:pic>
        <p:nvPicPr>
          <p:cNvPr id="9" name="图片 8">
            <a:extLst>
              <a:ext uri="{FF2B5EF4-FFF2-40B4-BE49-F238E27FC236}">
                <a16:creationId xmlns:a16="http://schemas.microsoft.com/office/drawing/2014/main" id="{0BFCE2CC-493F-1F78-CBBA-2AF47D006C90}"/>
              </a:ext>
            </a:extLst>
          </p:cNvPr>
          <p:cNvPicPr>
            <a:picLocks noChangeAspect="1"/>
          </p:cNvPicPr>
          <p:nvPr/>
        </p:nvPicPr>
        <p:blipFill rotWithShape="1">
          <a:blip r:embed="rId2">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 name="矩形 1">
            <a:extLst>
              <a:ext uri="{FF2B5EF4-FFF2-40B4-BE49-F238E27FC236}">
                <a16:creationId xmlns:a16="http://schemas.microsoft.com/office/drawing/2014/main" id="{EADFD357-AA17-893C-0931-E3ABD338C034}"/>
              </a:ext>
            </a:extLst>
          </p:cNvPr>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 name="组合 2">
            <a:extLst>
              <a:ext uri="{FF2B5EF4-FFF2-40B4-BE49-F238E27FC236}">
                <a16:creationId xmlns:a16="http://schemas.microsoft.com/office/drawing/2014/main" id="{0779C384-42CB-1B5F-6D7E-E36C797D7A90}"/>
              </a:ext>
            </a:extLst>
          </p:cNvPr>
          <p:cNvGrpSpPr/>
          <p:nvPr/>
        </p:nvGrpSpPr>
        <p:grpSpPr>
          <a:xfrm>
            <a:off x="138529" y="112811"/>
            <a:ext cx="3396408" cy="593132"/>
            <a:chOff x="1019925" y="1507763"/>
            <a:chExt cx="3396408" cy="593132"/>
          </a:xfrm>
        </p:grpSpPr>
        <p:sp>
          <p:nvSpPr>
            <p:cNvPr id="4" name="文本框 3">
              <a:extLst>
                <a:ext uri="{FF2B5EF4-FFF2-40B4-BE49-F238E27FC236}">
                  <a16:creationId xmlns:a16="http://schemas.microsoft.com/office/drawing/2014/main" id="{39258EA9-E6D5-606D-9245-A374BFA886A1}"/>
                </a:ext>
              </a:extLst>
            </p:cNvPr>
            <p:cNvSpPr txBox="1"/>
            <p:nvPr/>
          </p:nvSpPr>
          <p:spPr>
            <a:xfrm>
              <a:off x="1700307" y="1507763"/>
              <a:ext cx="2716026" cy="523220"/>
            </a:xfrm>
            <a:prstGeom prst="rect">
              <a:avLst/>
            </a:prstGeom>
            <a:noFill/>
          </p:spPr>
          <p:txBody>
            <a:bodyPr vert="horz" wrap="square" rtlCol="0">
              <a:spAutoFit/>
            </a:bodyPr>
            <a:lstStyle/>
            <a:p>
              <a:pPr algn="dist"/>
              <a:r>
                <a:rPr lang="zh-CN" altLang="en-US" sz="2800" b="1" dirty="0">
                  <a:solidFill>
                    <a:schemeClr val="bg1"/>
                  </a:solidFill>
                  <a:latin typeface="微软雅黑" panose="020B0503020204020204" pitchFamily="34" charset="-122"/>
                  <a:ea typeface="微软雅黑" panose="020B0503020204020204" pitchFamily="34" charset="-122"/>
                </a:rPr>
                <a:t>和其他方案对比</a:t>
              </a:r>
            </a:p>
          </p:txBody>
        </p:sp>
        <p:pic>
          <p:nvPicPr>
            <p:cNvPr id="5" name="图片 4">
              <a:extLst>
                <a:ext uri="{FF2B5EF4-FFF2-40B4-BE49-F238E27FC236}">
                  <a16:creationId xmlns:a16="http://schemas.microsoft.com/office/drawing/2014/main" id="{4A2CCE8F-5862-590E-E2EA-69990F5E0416}"/>
                </a:ext>
              </a:extLst>
            </p:cNvPr>
            <p:cNvPicPr>
              <a:picLocks noChangeAspect="1"/>
            </p:cNvPicPr>
            <p:nvPr/>
          </p:nvPicPr>
          <p:blipFill rotWithShape="1">
            <a:blip r:embed="rId3" cstate="print">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sp>
        <p:nvSpPr>
          <p:cNvPr id="62" name="矩形 61">
            <a:extLst>
              <a:ext uri="{FF2B5EF4-FFF2-40B4-BE49-F238E27FC236}">
                <a16:creationId xmlns:a16="http://schemas.microsoft.com/office/drawing/2014/main" id="{1D59E5B3-1278-2B41-C3E1-9302EF24E2ED}"/>
              </a:ext>
            </a:extLst>
          </p:cNvPr>
          <p:cNvSpPr/>
          <p:nvPr/>
        </p:nvSpPr>
        <p:spPr>
          <a:xfrm>
            <a:off x="0" y="6553271"/>
            <a:ext cx="12192000" cy="3112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36" name="图片 35">
            <a:extLst>
              <a:ext uri="{FF2B5EF4-FFF2-40B4-BE49-F238E27FC236}">
                <a16:creationId xmlns:a16="http://schemas.microsoft.com/office/drawing/2014/main" id="{E6C96D7A-CA07-3C4B-A558-7264702C65C0}"/>
              </a:ext>
            </a:extLst>
          </p:cNvPr>
          <p:cNvPicPr>
            <a:picLocks noChangeAspect="1"/>
          </p:cNvPicPr>
          <p:nvPr/>
        </p:nvPicPr>
        <p:blipFill rotWithShape="1">
          <a:blip r:embed="rId4"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pic>
        <p:nvPicPr>
          <p:cNvPr id="7" name="图片 6">
            <a:extLst>
              <a:ext uri="{FF2B5EF4-FFF2-40B4-BE49-F238E27FC236}">
                <a16:creationId xmlns:a16="http://schemas.microsoft.com/office/drawing/2014/main" id="{83BDD8F2-B15F-69C7-5C92-A15A33815698}"/>
              </a:ext>
            </a:extLst>
          </p:cNvPr>
          <p:cNvPicPr>
            <a:picLocks noChangeAspect="1"/>
          </p:cNvPicPr>
          <p:nvPr/>
        </p:nvPicPr>
        <p:blipFill>
          <a:blip r:embed="rId5"/>
          <a:stretch>
            <a:fillRect/>
          </a:stretch>
        </p:blipFill>
        <p:spPr>
          <a:xfrm>
            <a:off x="1270438" y="1023899"/>
            <a:ext cx="9279778" cy="3826882"/>
          </a:xfrm>
          <a:prstGeom prst="rect">
            <a:avLst/>
          </a:prstGeom>
        </p:spPr>
      </p:pic>
      <p:sp>
        <p:nvSpPr>
          <p:cNvPr id="13" name="文本框 12">
            <a:extLst>
              <a:ext uri="{FF2B5EF4-FFF2-40B4-BE49-F238E27FC236}">
                <a16:creationId xmlns:a16="http://schemas.microsoft.com/office/drawing/2014/main" id="{CB1D36AB-3BD7-D573-CA33-55B70BE2E6ED}"/>
              </a:ext>
            </a:extLst>
          </p:cNvPr>
          <p:cNvSpPr txBox="1"/>
          <p:nvPr/>
        </p:nvSpPr>
        <p:spPr>
          <a:xfrm>
            <a:off x="1270438" y="4850781"/>
            <a:ext cx="9279778" cy="923330"/>
          </a:xfrm>
          <a:prstGeom prst="rect">
            <a:avLst/>
          </a:prstGeom>
          <a:solidFill>
            <a:srgbClr val="FFC000"/>
          </a:solidFill>
        </p:spPr>
        <p:txBody>
          <a:bodyPr wrap="square">
            <a:spAutoFit/>
          </a:bodyPr>
          <a:lstStyle/>
          <a:p>
            <a:r>
              <a:rPr lang="zh-CN" altLang="en-US" b="1" dirty="0"/>
              <a:t>与其他单设备系统相比，Ring-a-Pose 展现出了令人瞩目的会话无关性和用户无关性性能。Ring-a-Pose 虽然不及包含 5 个戒指和一个腕带的多设备系统，但它大大减轻了在每个手指上佩戴感应戒指的负担。</a:t>
            </a:r>
          </a:p>
        </p:txBody>
      </p:sp>
      <p:sp>
        <p:nvSpPr>
          <p:cNvPr id="11" name="灯片编号占位符 10">
            <a:extLst>
              <a:ext uri="{FF2B5EF4-FFF2-40B4-BE49-F238E27FC236}">
                <a16:creationId xmlns:a16="http://schemas.microsoft.com/office/drawing/2014/main" id="{E839704C-4B32-C118-C3C5-A44CA0ECDE59}"/>
              </a:ext>
            </a:extLst>
          </p:cNvPr>
          <p:cNvSpPr>
            <a:spLocks noGrp="1"/>
          </p:cNvSpPr>
          <p:nvPr>
            <p:ph type="sldNum" sz="quarter" idx="4"/>
          </p:nvPr>
        </p:nvSpPr>
        <p:spPr/>
        <p:txBody>
          <a:bodyPr/>
          <a:lstStyle/>
          <a:p>
            <a:fld id="{7A48417F-7526-485E-AE3C-3E2AE40A04CB}" type="slidenum">
              <a:rPr lang="zh-CN" altLang="en-US" smtClean="0"/>
              <a:pPr/>
              <a:t>40</a:t>
            </a:fld>
            <a:r>
              <a:rPr lang="zh-CN" altLang="en-US"/>
              <a:t> </a:t>
            </a:r>
            <a:r>
              <a:rPr lang="en-US" altLang="zh-CN"/>
              <a:t>/ </a:t>
            </a:r>
            <a:r>
              <a:rPr lang="zh-CN" altLang="en-US"/>
              <a:t>总页数</a:t>
            </a:r>
            <a:endParaRPr lang="zh-CN" altLang="en-US" dirty="0"/>
          </a:p>
        </p:txBody>
      </p:sp>
    </p:spTree>
    <p:extLst>
      <p:ext uri="{BB962C8B-B14F-4D97-AF65-F5344CB8AC3E}">
        <p14:creationId xmlns:p14="http://schemas.microsoft.com/office/powerpoint/2010/main" val="241362413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D4E34-8E73-F95A-AE16-962C77BF1928}"/>
            </a:ext>
          </a:extLst>
        </p:cNvPr>
        <p:cNvGrpSpPr/>
        <p:nvPr/>
      </p:nvGrpSpPr>
      <p:grpSpPr>
        <a:xfrm>
          <a:off x="0" y="0"/>
          <a:ext cx="0" cy="0"/>
          <a:chOff x="0" y="0"/>
          <a:chExt cx="0" cy="0"/>
        </a:xfrm>
      </p:grpSpPr>
      <p:pic>
        <p:nvPicPr>
          <p:cNvPr id="8" name="图片 7">
            <a:extLst>
              <a:ext uri="{FF2B5EF4-FFF2-40B4-BE49-F238E27FC236}">
                <a16:creationId xmlns:a16="http://schemas.microsoft.com/office/drawing/2014/main" id="{F78A6FF7-3B55-8C72-460D-93C56CAAFAEE}"/>
              </a:ext>
            </a:extLst>
          </p:cNvPr>
          <p:cNvPicPr>
            <a:picLocks noChangeAspect="1"/>
          </p:cNvPicPr>
          <p:nvPr/>
        </p:nvPicPr>
        <p:blipFill rotWithShape="1">
          <a:blip r:embed="rId2">
            <a:extLst>
              <a:ext uri="{28A0092B-C50C-407E-A947-70E740481C1C}">
                <a14:useLocalDpi xmlns:a14="http://schemas.microsoft.com/office/drawing/2010/main" val="0"/>
              </a:ext>
            </a:extLst>
          </a:blip>
          <a:srcRect t="32889" b="22667"/>
          <a:stretch>
            <a:fillRect/>
          </a:stretch>
        </p:blipFill>
        <p:spPr>
          <a:xfrm>
            <a:off x="-3" y="1904998"/>
            <a:ext cx="12192002" cy="3048000"/>
          </a:xfrm>
          <a:prstGeom prst="rect">
            <a:avLst/>
          </a:prstGeom>
        </p:spPr>
      </p:pic>
      <p:sp>
        <p:nvSpPr>
          <p:cNvPr id="6" name="矩形 5">
            <a:extLst>
              <a:ext uri="{FF2B5EF4-FFF2-40B4-BE49-F238E27FC236}">
                <a16:creationId xmlns:a16="http://schemas.microsoft.com/office/drawing/2014/main" id="{7F283C33-818E-9313-37E3-EC16980C4DEF}"/>
              </a:ext>
            </a:extLst>
          </p:cNvPr>
          <p:cNvSpPr/>
          <p:nvPr/>
        </p:nvSpPr>
        <p:spPr>
          <a:xfrm>
            <a:off x="1" y="1904999"/>
            <a:ext cx="4236720" cy="3048000"/>
          </a:xfrm>
          <a:prstGeom prst="rect">
            <a:avLst/>
          </a:prstGeom>
          <a:solidFill>
            <a:schemeClr val="accent1">
              <a:alpha val="7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矩形 10">
            <a:extLst>
              <a:ext uri="{FF2B5EF4-FFF2-40B4-BE49-F238E27FC236}">
                <a16:creationId xmlns:a16="http://schemas.microsoft.com/office/drawing/2014/main" id="{8ECEEC7A-32C3-D94F-3C60-6FC20820C6D3}"/>
              </a:ext>
            </a:extLst>
          </p:cNvPr>
          <p:cNvSpPr/>
          <p:nvPr/>
        </p:nvSpPr>
        <p:spPr>
          <a:xfrm>
            <a:off x="4236722" y="1904997"/>
            <a:ext cx="7955278" cy="3048000"/>
          </a:xfrm>
          <a:prstGeom prst="rect">
            <a:avLst/>
          </a:prstGeom>
          <a:solidFill>
            <a:schemeClr val="bg1">
              <a:alpha val="8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文本框 11">
            <a:extLst>
              <a:ext uri="{FF2B5EF4-FFF2-40B4-BE49-F238E27FC236}">
                <a16:creationId xmlns:a16="http://schemas.microsoft.com/office/drawing/2014/main" id="{BC987687-4D53-2A83-9A06-E23C7A777352}"/>
              </a:ext>
            </a:extLst>
          </p:cNvPr>
          <p:cNvSpPr txBox="1"/>
          <p:nvPr/>
        </p:nvSpPr>
        <p:spPr>
          <a:xfrm>
            <a:off x="4921044" y="2819385"/>
            <a:ext cx="5944494" cy="1200329"/>
          </a:xfrm>
          <a:prstGeom prst="rect">
            <a:avLst/>
          </a:prstGeom>
          <a:noFill/>
        </p:spPr>
        <p:txBody>
          <a:bodyPr wrap="square" rtlCol="0">
            <a:spAutoFit/>
          </a:bodyPr>
          <a:lstStyle/>
          <a:p>
            <a:pPr algn="dist"/>
            <a:r>
              <a:rPr lang="zh-CN" altLang="en-US" sz="7200" b="1" dirty="0">
                <a:solidFill>
                  <a:schemeClr val="accent1"/>
                </a:solidFill>
                <a:latin typeface="微软雅黑" panose="020B0503020204020204" pitchFamily="34" charset="-122"/>
                <a:ea typeface="微软雅黑" panose="020B0503020204020204" pitchFamily="34" charset="-122"/>
              </a:rPr>
              <a:t>微手势识别</a:t>
            </a:r>
          </a:p>
        </p:txBody>
      </p:sp>
      <p:grpSp>
        <p:nvGrpSpPr>
          <p:cNvPr id="3" name="组合 2">
            <a:extLst>
              <a:ext uri="{FF2B5EF4-FFF2-40B4-BE49-F238E27FC236}">
                <a16:creationId xmlns:a16="http://schemas.microsoft.com/office/drawing/2014/main" id="{75701F0B-733B-E3FA-681D-2EB3EB0BF3A6}"/>
              </a:ext>
            </a:extLst>
          </p:cNvPr>
          <p:cNvGrpSpPr/>
          <p:nvPr/>
        </p:nvGrpSpPr>
        <p:grpSpPr>
          <a:xfrm>
            <a:off x="1104549" y="2523714"/>
            <a:ext cx="3816495" cy="1443647"/>
            <a:chOff x="1576991" y="2614329"/>
            <a:chExt cx="3816495" cy="1443647"/>
          </a:xfrm>
        </p:grpSpPr>
        <p:sp>
          <p:nvSpPr>
            <p:cNvPr id="9" name="文本框 8">
              <a:extLst>
                <a:ext uri="{FF2B5EF4-FFF2-40B4-BE49-F238E27FC236}">
                  <a16:creationId xmlns:a16="http://schemas.microsoft.com/office/drawing/2014/main" id="{89251DA6-582F-2F56-A8E2-BDC865D648FF}"/>
                </a:ext>
              </a:extLst>
            </p:cNvPr>
            <p:cNvSpPr txBox="1"/>
            <p:nvPr/>
          </p:nvSpPr>
          <p:spPr>
            <a:xfrm>
              <a:off x="1576991" y="2857647"/>
              <a:ext cx="3816495" cy="1200329"/>
            </a:xfrm>
            <a:prstGeom prst="rect">
              <a:avLst/>
            </a:prstGeom>
            <a:noFill/>
          </p:spPr>
          <p:txBody>
            <a:bodyPr wrap="square" rtlCol="0">
              <a:spAutoFit/>
            </a:bodyPr>
            <a:lstStyle/>
            <a:p>
              <a:pPr algn="dist"/>
              <a:r>
                <a:rPr lang="zh-CN" altLang="en-US" sz="7200" b="1" dirty="0">
                  <a:solidFill>
                    <a:schemeClr val="bg1"/>
                  </a:solidFill>
                  <a:latin typeface="微软雅黑" panose="020B0503020204020204" pitchFamily="34" charset="-122"/>
                  <a:ea typeface="微软雅黑" panose="020B0503020204020204" pitchFamily="34" charset="-122"/>
                </a:rPr>
                <a:t>七</a:t>
              </a:r>
            </a:p>
          </p:txBody>
        </p:sp>
        <p:pic>
          <p:nvPicPr>
            <p:cNvPr id="7" name="图片 6">
              <a:extLst>
                <a:ext uri="{FF2B5EF4-FFF2-40B4-BE49-F238E27FC236}">
                  <a16:creationId xmlns:a16="http://schemas.microsoft.com/office/drawing/2014/main" id="{0E7D0789-9B5E-6F7A-459E-8B6767053B16}"/>
                </a:ext>
              </a:extLst>
            </p:cNvPr>
            <p:cNvPicPr>
              <a:picLocks noChangeAspect="1"/>
            </p:cNvPicPr>
            <p:nvPr/>
          </p:nvPicPr>
          <p:blipFill rotWithShape="1">
            <a:blip r:embed="rId3" cstate="print">
              <a:biLevel thresh="25000"/>
              <a:extLst>
                <a:ext uri="{28A0092B-C50C-407E-A947-70E740481C1C}">
                  <a14:useLocalDpi xmlns:a14="http://schemas.microsoft.com/office/drawing/2010/main" val="0"/>
                </a:ext>
              </a:extLst>
            </a:blip>
            <a:srcRect l="33369" t="21333" r="33139" b="58431"/>
            <a:stretch>
              <a:fillRect/>
            </a:stretch>
          </p:blipFill>
          <p:spPr>
            <a:xfrm>
              <a:off x="1798904" y="2614329"/>
              <a:ext cx="1002008" cy="814671"/>
            </a:xfrm>
            <a:prstGeom prst="rect">
              <a:avLst/>
            </a:prstGeom>
          </p:spPr>
        </p:pic>
      </p:grpSp>
      <p:sp>
        <p:nvSpPr>
          <p:cNvPr id="19" name="等腰三角形 18">
            <a:extLst>
              <a:ext uri="{FF2B5EF4-FFF2-40B4-BE49-F238E27FC236}">
                <a16:creationId xmlns:a16="http://schemas.microsoft.com/office/drawing/2014/main" id="{A6B547F8-F6C6-524E-90B6-C340E9471247}"/>
              </a:ext>
            </a:extLst>
          </p:cNvPr>
          <p:cNvSpPr/>
          <p:nvPr/>
        </p:nvSpPr>
        <p:spPr>
          <a:xfrm rot="5400000">
            <a:off x="3919524" y="3310725"/>
            <a:ext cx="945018" cy="310625"/>
          </a:xfrm>
          <a:prstGeom prst="triangle">
            <a:avLst/>
          </a:prstGeom>
          <a:solidFill>
            <a:schemeClr val="accent1">
              <a:lumMod val="75000"/>
              <a:alpha val="7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0" name="图片 19">
            <a:extLst>
              <a:ext uri="{FF2B5EF4-FFF2-40B4-BE49-F238E27FC236}">
                <a16:creationId xmlns:a16="http://schemas.microsoft.com/office/drawing/2014/main" id="{D476E496-A7E8-4EA7-3C63-F8EB55F02FF4}"/>
              </a:ext>
            </a:extLst>
          </p:cNvPr>
          <p:cNvPicPr>
            <a:picLocks noChangeAspect="1"/>
          </p:cNvPicPr>
          <p:nvPr/>
        </p:nvPicPr>
        <p:blipFill rotWithShape="1">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l="33369" t="21333" r="33139" b="58431"/>
          <a:stretch>
            <a:fillRect/>
          </a:stretch>
        </p:blipFill>
        <p:spPr>
          <a:xfrm flipH="1" flipV="1">
            <a:off x="10755063" y="3560025"/>
            <a:ext cx="1002008" cy="814671"/>
          </a:xfrm>
          <a:prstGeom prst="rect">
            <a:avLst/>
          </a:prstGeom>
        </p:spPr>
      </p:pic>
      <p:sp>
        <p:nvSpPr>
          <p:cNvPr id="10" name="灯片编号占位符 9">
            <a:extLst>
              <a:ext uri="{FF2B5EF4-FFF2-40B4-BE49-F238E27FC236}">
                <a16:creationId xmlns:a16="http://schemas.microsoft.com/office/drawing/2014/main" id="{DB8CF58A-4043-3488-705B-E7AEF557AFB7}"/>
              </a:ext>
            </a:extLst>
          </p:cNvPr>
          <p:cNvSpPr>
            <a:spLocks noGrp="1"/>
          </p:cNvSpPr>
          <p:nvPr>
            <p:ph type="sldNum" sz="quarter" idx="4"/>
          </p:nvPr>
        </p:nvSpPr>
        <p:spPr/>
        <p:txBody>
          <a:bodyPr/>
          <a:lstStyle/>
          <a:p>
            <a:fld id="{7A48417F-7526-485E-AE3C-3E2AE40A04CB}" type="slidenum">
              <a:rPr lang="zh-CN" altLang="en-US" smtClean="0"/>
              <a:pPr/>
              <a:t>41</a:t>
            </a:fld>
            <a:r>
              <a:rPr lang="zh-CN" altLang="en-US"/>
              <a:t> </a:t>
            </a:r>
            <a:r>
              <a:rPr lang="en-US" altLang="zh-CN"/>
              <a:t>/ </a:t>
            </a:r>
            <a:r>
              <a:rPr lang="zh-CN" altLang="en-US"/>
              <a:t>总页数</a:t>
            </a:r>
            <a:endParaRPr lang="zh-CN" altLang="en-US" dirty="0"/>
          </a:p>
        </p:txBody>
      </p:sp>
    </p:spTree>
    <p:extLst>
      <p:ext uri="{BB962C8B-B14F-4D97-AF65-F5344CB8AC3E}">
        <p14:creationId xmlns:p14="http://schemas.microsoft.com/office/powerpoint/2010/main" val="222666921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CD7B14-7161-56B9-512A-78564DD656D4}"/>
            </a:ext>
          </a:extLst>
        </p:cNvPr>
        <p:cNvGrpSpPr/>
        <p:nvPr/>
      </p:nvGrpSpPr>
      <p:grpSpPr>
        <a:xfrm>
          <a:off x="0" y="0"/>
          <a:ext cx="0" cy="0"/>
          <a:chOff x="0" y="0"/>
          <a:chExt cx="0" cy="0"/>
        </a:xfrm>
      </p:grpSpPr>
      <p:grpSp>
        <p:nvGrpSpPr>
          <p:cNvPr id="6" name="组合 5">
            <a:extLst>
              <a:ext uri="{FF2B5EF4-FFF2-40B4-BE49-F238E27FC236}">
                <a16:creationId xmlns:a16="http://schemas.microsoft.com/office/drawing/2014/main" id="{FACA8C78-2F9E-E4A9-2401-7932B7609E0A}"/>
              </a:ext>
            </a:extLst>
          </p:cNvPr>
          <p:cNvGrpSpPr/>
          <p:nvPr/>
        </p:nvGrpSpPr>
        <p:grpSpPr>
          <a:xfrm>
            <a:off x="2233516" y="4339235"/>
            <a:ext cx="7571058" cy="1303153"/>
            <a:chOff x="501004" y="2740260"/>
            <a:chExt cx="7467783" cy="3488972"/>
          </a:xfrm>
        </p:grpSpPr>
        <p:sp>
          <p:nvSpPr>
            <p:cNvPr id="8" name="矩形: 圆角 7">
              <a:extLst>
                <a:ext uri="{FF2B5EF4-FFF2-40B4-BE49-F238E27FC236}">
                  <a16:creationId xmlns:a16="http://schemas.microsoft.com/office/drawing/2014/main" id="{C1C61E16-E457-5EBC-C100-1FC35196A9CC}"/>
                </a:ext>
              </a:extLst>
            </p:cNvPr>
            <p:cNvSpPr/>
            <p:nvPr/>
          </p:nvSpPr>
          <p:spPr>
            <a:xfrm>
              <a:off x="501004" y="2740260"/>
              <a:ext cx="7467783" cy="3488972"/>
            </a:xfrm>
            <a:prstGeom prst="roundRect">
              <a:avLst>
                <a:gd name="adj" fmla="val 10405"/>
              </a:avLst>
            </a:prstGeom>
            <a:solidFill>
              <a:srgbClr val="E2EBE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文本框 9">
              <a:extLst>
                <a:ext uri="{FF2B5EF4-FFF2-40B4-BE49-F238E27FC236}">
                  <a16:creationId xmlns:a16="http://schemas.microsoft.com/office/drawing/2014/main" id="{3F3535AD-665F-EA04-3E62-C47AAC604C4A}"/>
                </a:ext>
              </a:extLst>
            </p:cNvPr>
            <p:cNvSpPr txBox="1"/>
            <p:nvPr/>
          </p:nvSpPr>
          <p:spPr>
            <a:xfrm>
              <a:off x="501004" y="3353238"/>
              <a:ext cx="6092892" cy="508885"/>
            </a:xfrm>
            <a:prstGeom prst="rect">
              <a:avLst/>
            </a:prstGeom>
            <a:noFill/>
          </p:spPr>
          <p:txBody>
            <a:bodyPr wrap="square">
              <a:spAutoFit/>
            </a:bodyPr>
            <a:lstStyle/>
            <a:p>
              <a:endParaRPr lang="en-US" altLang="zh-CN" sz="2000" dirty="0"/>
            </a:p>
          </p:txBody>
        </p:sp>
      </p:grpSp>
      <p:pic>
        <p:nvPicPr>
          <p:cNvPr id="9" name="图片 8">
            <a:extLst>
              <a:ext uri="{FF2B5EF4-FFF2-40B4-BE49-F238E27FC236}">
                <a16:creationId xmlns:a16="http://schemas.microsoft.com/office/drawing/2014/main" id="{9AC316E2-F4F2-ECBF-17F9-D0610CD7D447}"/>
              </a:ext>
            </a:extLst>
          </p:cNvPr>
          <p:cNvPicPr>
            <a:picLocks noChangeAspect="1"/>
          </p:cNvPicPr>
          <p:nvPr/>
        </p:nvPicPr>
        <p:blipFill rotWithShape="1">
          <a:blip r:embed="rId2">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 name="矩形 1">
            <a:extLst>
              <a:ext uri="{FF2B5EF4-FFF2-40B4-BE49-F238E27FC236}">
                <a16:creationId xmlns:a16="http://schemas.microsoft.com/office/drawing/2014/main" id="{7732F91B-C67D-DD0C-A01E-5DE607D28897}"/>
              </a:ext>
            </a:extLst>
          </p:cNvPr>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 name="组合 2">
            <a:extLst>
              <a:ext uri="{FF2B5EF4-FFF2-40B4-BE49-F238E27FC236}">
                <a16:creationId xmlns:a16="http://schemas.microsoft.com/office/drawing/2014/main" id="{BC2CEE54-EFA5-A7B8-3CF8-76187E3785A5}"/>
              </a:ext>
            </a:extLst>
          </p:cNvPr>
          <p:cNvGrpSpPr/>
          <p:nvPr/>
        </p:nvGrpSpPr>
        <p:grpSpPr>
          <a:xfrm>
            <a:off x="138529" y="112811"/>
            <a:ext cx="3509593" cy="593132"/>
            <a:chOff x="1019925" y="1507763"/>
            <a:chExt cx="3509593" cy="593132"/>
          </a:xfrm>
        </p:grpSpPr>
        <p:sp>
          <p:nvSpPr>
            <p:cNvPr id="4" name="文本框 3">
              <a:extLst>
                <a:ext uri="{FF2B5EF4-FFF2-40B4-BE49-F238E27FC236}">
                  <a16:creationId xmlns:a16="http://schemas.microsoft.com/office/drawing/2014/main" id="{97E01377-831A-543E-BA59-A2F875125138}"/>
                </a:ext>
              </a:extLst>
            </p:cNvPr>
            <p:cNvSpPr txBox="1"/>
            <p:nvPr/>
          </p:nvSpPr>
          <p:spPr>
            <a:xfrm>
              <a:off x="1700306" y="1507763"/>
              <a:ext cx="2829212" cy="523220"/>
            </a:xfrm>
            <a:prstGeom prst="rect">
              <a:avLst/>
            </a:prstGeom>
            <a:noFill/>
          </p:spPr>
          <p:txBody>
            <a:bodyPr vert="horz" wrap="square" rtlCol="0">
              <a:spAutoFit/>
            </a:bodyPr>
            <a:lstStyle/>
            <a:p>
              <a:pPr algn="dist"/>
              <a:r>
                <a:rPr lang="zh-CN" altLang="en-US" sz="2800" b="1" dirty="0">
                  <a:solidFill>
                    <a:schemeClr val="bg1"/>
                  </a:solidFill>
                  <a:latin typeface="Arial" panose="020B0604020202020204" pitchFamily="34" charset="0"/>
                  <a:ea typeface="微软雅黑" panose="020B0503020204020204" pitchFamily="34" charset="-122"/>
                </a:rPr>
                <a:t>微手势识别</a:t>
              </a:r>
            </a:p>
          </p:txBody>
        </p:sp>
        <p:pic>
          <p:nvPicPr>
            <p:cNvPr id="5" name="图片 4">
              <a:extLst>
                <a:ext uri="{FF2B5EF4-FFF2-40B4-BE49-F238E27FC236}">
                  <a16:creationId xmlns:a16="http://schemas.microsoft.com/office/drawing/2014/main" id="{F522958B-4AE9-1908-51FA-818DBFAB0E91}"/>
                </a:ext>
              </a:extLst>
            </p:cNvPr>
            <p:cNvPicPr>
              <a:picLocks noChangeAspect="1"/>
            </p:cNvPicPr>
            <p:nvPr/>
          </p:nvPicPr>
          <p:blipFill rotWithShape="1">
            <a:blip r:embed="rId3" cstate="print">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sp>
        <p:nvSpPr>
          <p:cNvPr id="11" name="文本框 10">
            <a:extLst>
              <a:ext uri="{FF2B5EF4-FFF2-40B4-BE49-F238E27FC236}">
                <a16:creationId xmlns:a16="http://schemas.microsoft.com/office/drawing/2014/main" id="{2C7BC05E-1B4D-4247-543F-0F42F5913424}"/>
              </a:ext>
            </a:extLst>
          </p:cNvPr>
          <p:cNvSpPr txBox="1"/>
          <p:nvPr/>
        </p:nvSpPr>
        <p:spPr>
          <a:xfrm>
            <a:off x="517338" y="1078937"/>
            <a:ext cx="3311712" cy="369332"/>
          </a:xfrm>
          <a:prstGeom prst="rect">
            <a:avLst/>
          </a:prstGeom>
          <a:noFill/>
        </p:spPr>
        <p:txBody>
          <a:bodyPr wrap="square" lIns="0" tIns="0" rIns="0" bIns="0" rtlCol="0">
            <a:spAutoFit/>
          </a:bodyPr>
          <a:lstStyle/>
          <a:p>
            <a:r>
              <a:rPr lang="zh-CN" altLang="en-US" sz="2400" b="1" dirty="0">
                <a:solidFill>
                  <a:schemeClr val="accent1"/>
                </a:solidFill>
                <a:latin typeface="Arial" panose="020B0604020202020204" pitchFamily="34" charset="0"/>
                <a:ea typeface="微软雅黑" panose="020B0503020204020204" pitchFamily="34" charset="-122"/>
              </a:rPr>
              <a:t>应用扩展：微手势</a:t>
            </a:r>
          </a:p>
        </p:txBody>
      </p:sp>
      <p:sp>
        <p:nvSpPr>
          <p:cNvPr id="62" name="矩形 61">
            <a:extLst>
              <a:ext uri="{FF2B5EF4-FFF2-40B4-BE49-F238E27FC236}">
                <a16:creationId xmlns:a16="http://schemas.microsoft.com/office/drawing/2014/main" id="{38980ED1-C478-70F1-3578-939DF922CF35}"/>
              </a:ext>
            </a:extLst>
          </p:cNvPr>
          <p:cNvSpPr/>
          <p:nvPr/>
        </p:nvSpPr>
        <p:spPr>
          <a:xfrm>
            <a:off x="0" y="6553271"/>
            <a:ext cx="12192000" cy="3112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36" name="图片 35">
            <a:extLst>
              <a:ext uri="{FF2B5EF4-FFF2-40B4-BE49-F238E27FC236}">
                <a16:creationId xmlns:a16="http://schemas.microsoft.com/office/drawing/2014/main" id="{52AB9DB7-ED21-3E31-61C0-E5B8C1785D9C}"/>
              </a:ext>
            </a:extLst>
          </p:cNvPr>
          <p:cNvPicPr>
            <a:picLocks noChangeAspect="1"/>
          </p:cNvPicPr>
          <p:nvPr/>
        </p:nvPicPr>
        <p:blipFill rotWithShape="1">
          <a:blip r:embed="rId4"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pic>
        <p:nvPicPr>
          <p:cNvPr id="22" name="图片 21" descr="卡通人物&#10;&#10;AI 生成的内容可能不正确。">
            <a:extLst>
              <a:ext uri="{FF2B5EF4-FFF2-40B4-BE49-F238E27FC236}">
                <a16:creationId xmlns:a16="http://schemas.microsoft.com/office/drawing/2014/main" id="{E0C45649-DEAF-5CA7-0827-A83DB0D8C3DD}"/>
              </a:ext>
            </a:extLst>
          </p:cNvPr>
          <p:cNvPicPr>
            <a:picLocks noChangeAspect="1"/>
          </p:cNvPicPr>
          <p:nvPr/>
        </p:nvPicPr>
        <p:blipFill>
          <a:blip r:embed="rId5"/>
          <a:stretch>
            <a:fillRect/>
          </a:stretch>
        </p:blipFill>
        <p:spPr>
          <a:xfrm>
            <a:off x="152008" y="2384500"/>
            <a:ext cx="11887984" cy="1605386"/>
          </a:xfrm>
          <a:prstGeom prst="rect">
            <a:avLst/>
          </a:prstGeom>
        </p:spPr>
      </p:pic>
      <p:sp>
        <p:nvSpPr>
          <p:cNvPr id="7" name="文本框 6">
            <a:extLst>
              <a:ext uri="{FF2B5EF4-FFF2-40B4-BE49-F238E27FC236}">
                <a16:creationId xmlns:a16="http://schemas.microsoft.com/office/drawing/2014/main" id="{A6D25D06-7BFD-D0EC-2745-BBDDC4397BFE}"/>
              </a:ext>
            </a:extLst>
          </p:cNvPr>
          <p:cNvSpPr txBox="1"/>
          <p:nvPr/>
        </p:nvSpPr>
        <p:spPr>
          <a:xfrm>
            <a:off x="3773864" y="1826974"/>
            <a:ext cx="6093994" cy="338554"/>
          </a:xfrm>
          <a:prstGeom prst="rect">
            <a:avLst/>
          </a:prstGeom>
          <a:noFill/>
        </p:spPr>
        <p:txBody>
          <a:bodyPr wrap="square">
            <a:spAutoFit/>
          </a:bodyPr>
          <a:lstStyle/>
          <a:p>
            <a:r>
              <a:rPr lang="en-US" altLang="zh-CN" sz="1600" dirty="0">
                <a:latin typeface="+mj-ea"/>
                <a:ea typeface="+mj-ea"/>
              </a:rPr>
              <a:t>7</a:t>
            </a:r>
            <a:r>
              <a:rPr lang="zh-CN" altLang="en-US" sz="1600" dirty="0">
                <a:latin typeface="+mj-ea"/>
                <a:ea typeface="+mj-ea"/>
              </a:rPr>
              <a:t>种微手势示意图：点击、滑动、捏合等</a:t>
            </a:r>
          </a:p>
        </p:txBody>
      </p:sp>
      <p:sp>
        <p:nvSpPr>
          <p:cNvPr id="12" name="文本框 11">
            <a:extLst>
              <a:ext uri="{FF2B5EF4-FFF2-40B4-BE49-F238E27FC236}">
                <a16:creationId xmlns:a16="http://schemas.microsoft.com/office/drawing/2014/main" id="{4457C531-ED84-8D43-7276-9FD46BDCD4B0}"/>
              </a:ext>
            </a:extLst>
          </p:cNvPr>
          <p:cNvSpPr txBox="1"/>
          <p:nvPr/>
        </p:nvSpPr>
        <p:spPr>
          <a:xfrm>
            <a:off x="2587924" y="4514409"/>
            <a:ext cx="6455827" cy="1477328"/>
          </a:xfrm>
          <a:prstGeom prst="rect">
            <a:avLst/>
          </a:prstGeom>
          <a:noFill/>
        </p:spPr>
        <p:txBody>
          <a:bodyPr wrap="square">
            <a:spAutoFit/>
          </a:bodyPr>
          <a:lstStyle/>
          <a:p>
            <a:pPr marL="285750" indent="-285750">
              <a:buFont typeface="Arial" panose="020B0604020202020204" pitchFamily="34" charset="0"/>
              <a:buChar char="•"/>
            </a:pPr>
            <a:r>
              <a:rPr lang="zh-CN" altLang="en-US" b="1" dirty="0"/>
              <a:t>目标</a:t>
            </a:r>
            <a:r>
              <a:rPr lang="en-US" altLang="zh-CN" b="1" dirty="0"/>
              <a:t>:</a:t>
            </a:r>
            <a:r>
              <a:rPr lang="zh-CN" altLang="en-US" dirty="0"/>
              <a:t> 检测拇指与食指的微小交互（隐蔽且自然）</a:t>
            </a:r>
            <a:endParaRPr lang="en-US" altLang="zh-CN" dirty="0"/>
          </a:p>
          <a:p>
            <a:pPr marL="285750" indent="-285750">
              <a:buFont typeface="Arial" panose="020B0604020202020204" pitchFamily="34" charset="0"/>
              <a:buChar char="•"/>
            </a:pPr>
            <a:r>
              <a:rPr lang="zh-CN" altLang="en-US" b="1" dirty="0"/>
              <a:t>数据集</a:t>
            </a:r>
            <a:r>
              <a:rPr lang="en-US" altLang="zh-CN" b="1" dirty="0"/>
              <a:t>:</a:t>
            </a:r>
            <a:r>
              <a:rPr lang="zh-CN" altLang="en-US" dirty="0"/>
              <a:t> </a:t>
            </a:r>
            <a:r>
              <a:rPr lang="en-US" altLang="zh-CN" dirty="0"/>
              <a:t>7 </a:t>
            </a:r>
            <a:r>
              <a:rPr lang="zh-CN" altLang="en-US" dirty="0"/>
              <a:t>种手势（静止、点击、上下左右滑动、捏合）</a:t>
            </a:r>
            <a:endParaRPr lang="en-US" altLang="zh-CN" dirty="0"/>
          </a:p>
          <a:p>
            <a:pPr marL="285750" indent="-285750">
              <a:buFont typeface="Arial" panose="020B0604020202020204" pitchFamily="34" charset="0"/>
              <a:buChar char="•"/>
            </a:pPr>
            <a:r>
              <a:rPr lang="zh-CN" altLang="en-US" b="1" dirty="0"/>
              <a:t>应用场景</a:t>
            </a:r>
            <a:r>
              <a:rPr lang="en-US" altLang="zh-CN" b="1" dirty="0"/>
              <a:t>:</a:t>
            </a:r>
            <a:r>
              <a:rPr lang="zh-CN" altLang="en-US" dirty="0"/>
              <a:t> </a:t>
            </a:r>
            <a:r>
              <a:rPr lang="en-US" altLang="zh-CN" dirty="0"/>
              <a:t>AR </a:t>
            </a:r>
            <a:r>
              <a:rPr lang="zh-CN" altLang="en-US" dirty="0"/>
              <a:t>眼镜的理想交互方式。</a:t>
            </a:r>
          </a:p>
          <a:p>
            <a:pPr marL="285750" indent="-285750">
              <a:buFont typeface="Arial" panose="020B0604020202020204" pitchFamily="34" charset="0"/>
              <a:buChar char="•"/>
            </a:pPr>
            <a:endParaRPr lang="zh-CN" altLang="en-US" dirty="0"/>
          </a:p>
          <a:p>
            <a:pPr marL="285750" indent="-285750">
              <a:buFont typeface="Arial" panose="020B0604020202020204" pitchFamily="34" charset="0"/>
              <a:buChar char="•"/>
            </a:pPr>
            <a:endParaRPr lang="en-US" altLang="zh-CN" dirty="0"/>
          </a:p>
        </p:txBody>
      </p:sp>
      <p:sp>
        <p:nvSpPr>
          <p:cNvPr id="17" name="灯片编号占位符 16">
            <a:extLst>
              <a:ext uri="{FF2B5EF4-FFF2-40B4-BE49-F238E27FC236}">
                <a16:creationId xmlns:a16="http://schemas.microsoft.com/office/drawing/2014/main" id="{1A37AC27-63AE-510A-D5E4-0B5553EDE796}"/>
              </a:ext>
            </a:extLst>
          </p:cNvPr>
          <p:cNvSpPr>
            <a:spLocks noGrp="1"/>
          </p:cNvSpPr>
          <p:nvPr>
            <p:ph type="sldNum" sz="quarter" idx="4"/>
          </p:nvPr>
        </p:nvSpPr>
        <p:spPr/>
        <p:txBody>
          <a:bodyPr/>
          <a:lstStyle/>
          <a:p>
            <a:fld id="{7A48417F-7526-485E-AE3C-3E2AE40A04CB}" type="slidenum">
              <a:rPr lang="zh-CN" altLang="en-US" smtClean="0"/>
              <a:pPr/>
              <a:t>42</a:t>
            </a:fld>
            <a:r>
              <a:rPr lang="zh-CN" altLang="en-US"/>
              <a:t> </a:t>
            </a:r>
            <a:r>
              <a:rPr lang="en-US" altLang="zh-CN"/>
              <a:t>/ </a:t>
            </a:r>
            <a:r>
              <a:rPr lang="zh-CN" altLang="en-US"/>
              <a:t>总页数</a:t>
            </a:r>
            <a:endParaRPr lang="zh-CN" altLang="en-US" dirty="0"/>
          </a:p>
        </p:txBody>
      </p:sp>
    </p:spTree>
    <p:extLst>
      <p:ext uri="{BB962C8B-B14F-4D97-AF65-F5344CB8AC3E}">
        <p14:creationId xmlns:p14="http://schemas.microsoft.com/office/powerpoint/2010/main" val="80302679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6A1AC8-C0E3-06A5-12DA-DA5D053F73FB}"/>
            </a:ext>
          </a:extLst>
        </p:cNvPr>
        <p:cNvGrpSpPr/>
        <p:nvPr/>
      </p:nvGrpSpPr>
      <p:grpSpPr>
        <a:xfrm>
          <a:off x="0" y="0"/>
          <a:ext cx="0" cy="0"/>
          <a:chOff x="0" y="0"/>
          <a:chExt cx="0" cy="0"/>
        </a:xfrm>
      </p:grpSpPr>
      <p:pic>
        <p:nvPicPr>
          <p:cNvPr id="9" name="图片 8">
            <a:extLst>
              <a:ext uri="{FF2B5EF4-FFF2-40B4-BE49-F238E27FC236}">
                <a16:creationId xmlns:a16="http://schemas.microsoft.com/office/drawing/2014/main" id="{009E552E-C8EE-1393-D8B4-7AD39570DD69}"/>
              </a:ext>
            </a:extLst>
          </p:cNvPr>
          <p:cNvPicPr>
            <a:picLocks noChangeAspect="1"/>
          </p:cNvPicPr>
          <p:nvPr/>
        </p:nvPicPr>
        <p:blipFill rotWithShape="1">
          <a:blip r:embed="rId2">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 name="矩形 1">
            <a:extLst>
              <a:ext uri="{FF2B5EF4-FFF2-40B4-BE49-F238E27FC236}">
                <a16:creationId xmlns:a16="http://schemas.microsoft.com/office/drawing/2014/main" id="{451C9FEB-9F97-F588-0251-E8798121E8D5}"/>
              </a:ext>
            </a:extLst>
          </p:cNvPr>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 name="组合 2">
            <a:extLst>
              <a:ext uri="{FF2B5EF4-FFF2-40B4-BE49-F238E27FC236}">
                <a16:creationId xmlns:a16="http://schemas.microsoft.com/office/drawing/2014/main" id="{0AFC09C3-4F38-A8BB-5D24-0BE6C95E70F6}"/>
              </a:ext>
            </a:extLst>
          </p:cNvPr>
          <p:cNvGrpSpPr/>
          <p:nvPr/>
        </p:nvGrpSpPr>
        <p:grpSpPr>
          <a:xfrm>
            <a:off x="138529" y="112811"/>
            <a:ext cx="3509593" cy="593132"/>
            <a:chOff x="1019925" y="1507763"/>
            <a:chExt cx="3509593" cy="593132"/>
          </a:xfrm>
        </p:grpSpPr>
        <p:sp>
          <p:nvSpPr>
            <p:cNvPr id="4" name="文本框 3">
              <a:extLst>
                <a:ext uri="{FF2B5EF4-FFF2-40B4-BE49-F238E27FC236}">
                  <a16:creationId xmlns:a16="http://schemas.microsoft.com/office/drawing/2014/main" id="{BCCE30A8-18DF-B315-C2B9-F4F524B22616}"/>
                </a:ext>
              </a:extLst>
            </p:cNvPr>
            <p:cNvSpPr txBox="1"/>
            <p:nvPr/>
          </p:nvSpPr>
          <p:spPr>
            <a:xfrm>
              <a:off x="1700306" y="1507763"/>
              <a:ext cx="2829212" cy="523220"/>
            </a:xfrm>
            <a:prstGeom prst="rect">
              <a:avLst/>
            </a:prstGeom>
            <a:noFill/>
          </p:spPr>
          <p:txBody>
            <a:bodyPr vert="horz" wrap="square" rtlCol="0">
              <a:spAutoFit/>
            </a:bodyPr>
            <a:lstStyle/>
            <a:p>
              <a:pPr algn="dist"/>
              <a:r>
                <a:rPr lang="zh-CN" altLang="en-US" sz="2800" b="1" dirty="0">
                  <a:solidFill>
                    <a:schemeClr val="bg1"/>
                  </a:solidFill>
                  <a:latin typeface="Arial" panose="020B0604020202020204" pitchFamily="34" charset="0"/>
                  <a:ea typeface="微软雅黑" panose="020B0503020204020204" pitchFamily="34" charset="-122"/>
                </a:rPr>
                <a:t>微手势识别</a:t>
              </a:r>
            </a:p>
          </p:txBody>
        </p:sp>
        <p:pic>
          <p:nvPicPr>
            <p:cNvPr id="5" name="图片 4">
              <a:extLst>
                <a:ext uri="{FF2B5EF4-FFF2-40B4-BE49-F238E27FC236}">
                  <a16:creationId xmlns:a16="http://schemas.microsoft.com/office/drawing/2014/main" id="{73960F62-0727-9311-99BE-F8101B47AC66}"/>
                </a:ext>
              </a:extLst>
            </p:cNvPr>
            <p:cNvPicPr>
              <a:picLocks noChangeAspect="1"/>
            </p:cNvPicPr>
            <p:nvPr/>
          </p:nvPicPr>
          <p:blipFill rotWithShape="1">
            <a:blip r:embed="rId3" cstate="print">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sp>
        <p:nvSpPr>
          <p:cNvPr id="11" name="文本框 10">
            <a:extLst>
              <a:ext uri="{FF2B5EF4-FFF2-40B4-BE49-F238E27FC236}">
                <a16:creationId xmlns:a16="http://schemas.microsoft.com/office/drawing/2014/main" id="{1765891B-1658-032B-F803-296D35F1FF42}"/>
              </a:ext>
            </a:extLst>
          </p:cNvPr>
          <p:cNvSpPr txBox="1"/>
          <p:nvPr/>
        </p:nvSpPr>
        <p:spPr>
          <a:xfrm>
            <a:off x="517338" y="1078937"/>
            <a:ext cx="3311712" cy="369332"/>
          </a:xfrm>
          <a:prstGeom prst="rect">
            <a:avLst/>
          </a:prstGeom>
          <a:noFill/>
        </p:spPr>
        <p:txBody>
          <a:bodyPr wrap="square" lIns="0" tIns="0" rIns="0" bIns="0" rtlCol="0">
            <a:spAutoFit/>
          </a:bodyPr>
          <a:lstStyle/>
          <a:p>
            <a:r>
              <a:rPr lang="zh-CN" altLang="en-US" sz="2400" b="1" dirty="0">
                <a:solidFill>
                  <a:schemeClr val="accent1"/>
                </a:solidFill>
                <a:latin typeface="Arial" panose="020B0604020202020204" pitchFamily="34" charset="0"/>
                <a:ea typeface="微软雅黑" panose="020B0503020204020204" pitchFamily="34" charset="-122"/>
              </a:rPr>
              <a:t>微手势识别性能</a:t>
            </a:r>
          </a:p>
        </p:txBody>
      </p:sp>
      <p:sp>
        <p:nvSpPr>
          <p:cNvPr id="62" name="矩形 61">
            <a:extLst>
              <a:ext uri="{FF2B5EF4-FFF2-40B4-BE49-F238E27FC236}">
                <a16:creationId xmlns:a16="http://schemas.microsoft.com/office/drawing/2014/main" id="{7B810F1D-4739-DFF7-BFC6-C58170078B15}"/>
              </a:ext>
            </a:extLst>
          </p:cNvPr>
          <p:cNvSpPr/>
          <p:nvPr/>
        </p:nvSpPr>
        <p:spPr>
          <a:xfrm>
            <a:off x="0" y="6553271"/>
            <a:ext cx="12192000" cy="3112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36" name="图片 35">
            <a:extLst>
              <a:ext uri="{FF2B5EF4-FFF2-40B4-BE49-F238E27FC236}">
                <a16:creationId xmlns:a16="http://schemas.microsoft.com/office/drawing/2014/main" id="{DA3D4552-964E-BF64-894D-43C5664D7008}"/>
              </a:ext>
            </a:extLst>
          </p:cNvPr>
          <p:cNvPicPr>
            <a:picLocks noChangeAspect="1"/>
          </p:cNvPicPr>
          <p:nvPr/>
        </p:nvPicPr>
        <p:blipFill rotWithShape="1">
          <a:blip r:embed="rId4"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pic>
        <p:nvPicPr>
          <p:cNvPr id="20" name="图片 19" descr="图表&#10;&#10;AI 生成的内容可能不正确。">
            <a:extLst>
              <a:ext uri="{FF2B5EF4-FFF2-40B4-BE49-F238E27FC236}">
                <a16:creationId xmlns:a16="http://schemas.microsoft.com/office/drawing/2014/main" id="{1D917876-CAE7-96DB-4430-8A84D6D0ADEE}"/>
              </a:ext>
            </a:extLst>
          </p:cNvPr>
          <p:cNvPicPr>
            <a:picLocks noChangeAspect="1"/>
          </p:cNvPicPr>
          <p:nvPr/>
        </p:nvPicPr>
        <p:blipFill>
          <a:blip r:embed="rId5"/>
          <a:stretch>
            <a:fillRect/>
          </a:stretch>
        </p:blipFill>
        <p:spPr>
          <a:xfrm>
            <a:off x="1827934" y="1839669"/>
            <a:ext cx="8185888" cy="3818863"/>
          </a:xfrm>
          <a:prstGeom prst="rect">
            <a:avLst/>
          </a:prstGeom>
        </p:spPr>
      </p:pic>
      <p:sp>
        <p:nvSpPr>
          <p:cNvPr id="13" name="文本框 12">
            <a:extLst>
              <a:ext uri="{FF2B5EF4-FFF2-40B4-BE49-F238E27FC236}">
                <a16:creationId xmlns:a16="http://schemas.microsoft.com/office/drawing/2014/main" id="{1521AE5F-2FEC-F090-6577-2A3011DF3F4D}"/>
              </a:ext>
            </a:extLst>
          </p:cNvPr>
          <p:cNvSpPr txBox="1"/>
          <p:nvPr/>
        </p:nvSpPr>
        <p:spPr>
          <a:xfrm>
            <a:off x="1175180" y="5565027"/>
            <a:ext cx="6093994" cy="707886"/>
          </a:xfrm>
          <a:prstGeom prst="rect">
            <a:avLst/>
          </a:prstGeom>
          <a:noFill/>
        </p:spPr>
        <p:txBody>
          <a:bodyPr wrap="square">
            <a:spAutoFit/>
          </a:bodyPr>
          <a:lstStyle/>
          <a:p>
            <a:pPr marL="285750" indent="-285750">
              <a:buFont typeface="Arial" panose="020B0604020202020204" pitchFamily="34" charset="0"/>
              <a:buChar char="•"/>
            </a:pPr>
            <a:r>
              <a:rPr lang="zh-CN" altLang="en-US" sz="2000" b="1" dirty="0"/>
              <a:t>用户无关 </a:t>
            </a:r>
            <a:r>
              <a:rPr lang="en-US" altLang="zh-CN" sz="2000" b="1" dirty="0"/>
              <a:t>(UI):</a:t>
            </a:r>
            <a:r>
              <a:rPr lang="zh-CN" altLang="en-US" sz="2000" dirty="0"/>
              <a:t> </a:t>
            </a:r>
            <a:r>
              <a:rPr lang="en-US" altLang="zh-CN" sz="2000" b="1" dirty="0"/>
              <a:t>90.60%</a:t>
            </a:r>
            <a:r>
              <a:rPr lang="zh-CN" altLang="en-US" sz="2000" dirty="0"/>
              <a:t> </a:t>
            </a:r>
            <a:r>
              <a:rPr lang="en-US" altLang="zh-CN" sz="2000" dirty="0"/>
              <a:t>(</a:t>
            </a:r>
            <a:r>
              <a:rPr lang="zh-CN" altLang="en-US" sz="2000" dirty="0"/>
              <a:t>通用性强</a:t>
            </a:r>
            <a:r>
              <a:rPr lang="en-US" altLang="zh-CN" sz="2000" dirty="0"/>
              <a:t>)</a:t>
            </a:r>
            <a:r>
              <a:rPr lang="zh-CN" altLang="en-US" sz="2000" dirty="0"/>
              <a:t>。</a:t>
            </a:r>
            <a:endParaRPr lang="en-US" altLang="zh-CN" sz="2000" dirty="0"/>
          </a:p>
          <a:p>
            <a:endParaRPr lang="zh-CN" altLang="en-US" sz="2000" dirty="0"/>
          </a:p>
        </p:txBody>
      </p:sp>
      <p:sp>
        <p:nvSpPr>
          <p:cNvPr id="16" name="文本框 15">
            <a:extLst>
              <a:ext uri="{FF2B5EF4-FFF2-40B4-BE49-F238E27FC236}">
                <a16:creationId xmlns:a16="http://schemas.microsoft.com/office/drawing/2014/main" id="{7FF748E6-3A91-9561-A168-4CDC2E971629}"/>
              </a:ext>
            </a:extLst>
          </p:cNvPr>
          <p:cNvSpPr txBox="1"/>
          <p:nvPr/>
        </p:nvSpPr>
        <p:spPr>
          <a:xfrm>
            <a:off x="6357669" y="5587095"/>
            <a:ext cx="6400800" cy="707886"/>
          </a:xfrm>
          <a:prstGeom prst="rect">
            <a:avLst/>
          </a:prstGeom>
          <a:noFill/>
        </p:spPr>
        <p:txBody>
          <a:bodyPr wrap="square">
            <a:spAutoFit/>
          </a:bodyPr>
          <a:lstStyle/>
          <a:p>
            <a:pPr marL="285750" indent="-285750">
              <a:buFont typeface="Arial" panose="020B0604020202020204" pitchFamily="34" charset="0"/>
              <a:buChar char="•"/>
            </a:pPr>
            <a:r>
              <a:rPr lang="zh-CN" altLang="en-US" sz="2000" b="1" dirty="0"/>
              <a:t>用户特定 </a:t>
            </a:r>
            <a:r>
              <a:rPr lang="en-US" altLang="zh-CN" sz="2000" b="1" dirty="0"/>
              <a:t>(UD):</a:t>
            </a:r>
            <a:r>
              <a:rPr lang="en-US" altLang="zh-CN" sz="2000" dirty="0"/>
              <a:t> </a:t>
            </a:r>
            <a:r>
              <a:rPr lang="en-US" altLang="zh-CN" sz="2000" b="1" dirty="0"/>
              <a:t>99.27%</a:t>
            </a:r>
            <a:r>
              <a:rPr lang="en-US" altLang="zh-CN" sz="2000" dirty="0"/>
              <a:t> (</a:t>
            </a:r>
            <a:r>
              <a:rPr lang="zh-CN" altLang="en-US" sz="2000" dirty="0"/>
              <a:t>个性化后极准</a:t>
            </a:r>
            <a:r>
              <a:rPr lang="en-US" altLang="zh-CN" sz="2000" dirty="0"/>
              <a:t>)</a:t>
            </a:r>
            <a:r>
              <a:rPr lang="zh-CN" altLang="en-US" sz="2000" dirty="0"/>
              <a:t>。</a:t>
            </a:r>
            <a:endParaRPr lang="en-US" altLang="zh-CN" sz="2000" dirty="0"/>
          </a:p>
          <a:p>
            <a:pPr marL="285750" indent="-285750">
              <a:buFont typeface="Arial" panose="020B0604020202020204" pitchFamily="34" charset="0"/>
              <a:buChar char="•"/>
            </a:pPr>
            <a:endParaRPr lang="zh-CN" altLang="en-US" sz="2000" dirty="0"/>
          </a:p>
        </p:txBody>
      </p:sp>
      <p:sp>
        <p:nvSpPr>
          <p:cNvPr id="21" name="文本框 20">
            <a:extLst>
              <a:ext uri="{FF2B5EF4-FFF2-40B4-BE49-F238E27FC236}">
                <a16:creationId xmlns:a16="http://schemas.microsoft.com/office/drawing/2014/main" id="{606D8EED-F2D7-5E08-8A80-D088F7E8A972}"/>
              </a:ext>
            </a:extLst>
          </p:cNvPr>
          <p:cNvSpPr txBox="1"/>
          <p:nvPr/>
        </p:nvSpPr>
        <p:spPr>
          <a:xfrm>
            <a:off x="3272288" y="1577731"/>
            <a:ext cx="6400800" cy="338554"/>
          </a:xfrm>
          <a:prstGeom prst="rect">
            <a:avLst/>
          </a:prstGeom>
          <a:noFill/>
        </p:spPr>
        <p:txBody>
          <a:bodyPr wrap="square">
            <a:spAutoFit/>
          </a:bodyPr>
          <a:lstStyle/>
          <a:p>
            <a:r>
              <a:rPr lang="zh-CN" altLang="en-US" sz="1600" b="1" dirty="0">
                <a:latin typeface="+mj-ea"/>
                <a:ea typeface="+mj-ea"/>
              </a:rPr>
              <a:t>对比</a:t>
            </a:r>
            <a:r>
              <a:rPr lang="en-US" altLang="zh-CN" sz="1600" b="1" dirty="0">
                <a:latin typeface="+mj-ea"/>
                <a:ea typeface="+mj-ea"/>
              </a:rPr>
              <a:t>:</a:t>
            </a:r>
            <a:r>
              <a:rPr lang="zh-CN" altLang="en-US" sz="1600" dirty="0">
                <a:latin typeface="+mj-ea"/>
                <a:ea typeface="+mj-ea"/>
              </a:rPr>
              <a:t> 准确率优于 </a:t>
            </a:r>
            <a:r>
              <a:rPr lang="en-US" altLang="zh-CN" sz="1600" dirty="0">
                <a:latin typeface="+mj-ea"/>
                <a:ea typeface="+mj-ea"/>
              </a:rPr>
              <a:t>Thumb-in-Motion, Z-Ring, </a:t>
            </a:r>
            <a:r>
              <a:rPr lang="en-US" altLang="zh-CN" sz="1600" dirty="0" err="1">
                <a:latin typeface="+mj-ea"/>
                <a:ea typeface="+mj-ea"/>
              </a:rPr>
              <a:t>EFRing</a:t>
            </a:r>
            <a:r>
              <a:rPr lang="en-US" altLang="zh-CN" sz="1600" dirty="0">
                <a:latin typeface="+mj-ea"/>
                <a:ea typeface="+mj-ea"/>
              </a:rPr>
              <a:t> </a:t>
            </a:r>
            <a:r>
              <a:rPr lang="zh-CN" altLang="en-US" sz="1600" dirty="0">
                <a:latin typeface="+mj-ea"/>
                <a:ea typeface="+mj-ea"/>
              </a:rPr>
              <a:t>等系统。</a:t>
            </a:r>
          </a:p>
        </p:txBody>
      </p:sp>
      <p:sp>
        <p:nvSpPr>
          <p:cNvPr id="8" name="灯片编号占位符 7">
            <a:extLst>
              <a:ext uri="{FF2B5EF4-FFF2-40B4-BE49-F238E27FC236}">
                <a16:creationId xmlns:a16="http://schemas.microsoft.com/office/drawing/2014/main" id="{6B3229F5-6A98-2A20-5CBE-29A94F38A96A}"/>
              </a:ext>
            </a:extLst>
          </p:cNvPr>
          <p:cNvSpPr>
            <a:spLocks noGrp="1"/>
          </p:cNvSpPr>
          <p:nvPr>
            <p:ph type="sldNum" sz="quarter" idx="4"/>
          </p:nvPr>
        </p:nvSpPr>
        <p:spPr/>
        <p:txBody>
          <a:bodyPr/>
          <a:lstStyle/>
          <a:p>
            <a:fld id="{7A48417F-7526-485E-AE3C-3E2AE40A04CB}" type="slidenum">
              <a:rPr lang="zh-CN" altLang="en-US" smtClean="0"/>
              <a:pPr/>
              <a:t>43</a:t>
            </a:fld>
            <a:r>
              <a:rPr lang="zh-CN" altLang="en-US"/>
              <a:t> </a:t>
            </a:r>
            <a:r>
              <a:rPr lang="en-US" altLang="zh-CN"/>
              <a:t>/ </a:t>
            </a:r>
            <a:r>
              <a:rPr lang="zh-CN" altLang="en-US"/>
              <a:t>总页数</a:t>
            </a:r>
            <a:endParaRPr lang="zh-CN" altLang="en-US" dirty="0"/>
          </a:p>
        </p:txBody>
      </p:sp>
    </p:spTree>
    <p:extLst>
      <p:ext uri="{BB962C8B-B14F-4D97-AF65-F5344CB8AC3E}">
        <p14:creationId xmlns:p14="http://schemas.microsoft.com/office/powerpoint/2010/main" val="276707161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33F0E1-93BD-9845-65DA-A131D7C83D40}"/>
            </a:ext>
          </a:extLst>
        </p:cNvPr>
        <p:cNvGrpSpPr/>
        <p:nvPr/>
      </p:nvGrpSpPr>
      <p:grpSpPr>
        <a:xfrm>
          <a:off x="0" y="0"/>
          <a:ext cx="0" cy="0"/>
          <a:chOff x="0" y="0"/>
          <a:chExt cx="0" cy="0"/>
        </a:xfrm>
      </p:grpSpPr>
      <p:pic>
        <p:nvPicPr>
          <p:cNvPr id="8" name="图片 7">
            <a:extLst>
              <a:ext uri="{FF2B5EF4-FFF2-40B4-BE49-F238E27FC236}">
                <a16:creationId xmlns:a16="http://schemas.microsoft.com/office/drawing/2014/main" id="{1DD3F4DC-D1E7-C123-4E04-608A6A1003F0}"/>
              </a:ext>
            </a:extLst>
          </p:cNvPr>
          <p:cNvPicPr>
            <a:picLocks noChangeAspect="1"/>
          </p:cNvPicPr>
          <p:nvPr/>
        </p:nvPicPr>
        <p:blipFill rotWithShape="1">
          <a:blip r:embed="rId2">
            <a:extLst>
              <a:ext uri="{28A0092B-C50C-407E-A947-70E740481C1C}">
                <a14:useLocalDpi xmlns:a14="http://schemas.microsoft.com/office/drawing/2010/main" val="0"/>
              </a:ext>
            </a:extLst>
          </a:blip>
          <a:srcRect t="32889" b="22667"/>
          <a:stretch>
            <a:fillRect/>
          </a:stretch>
        </p:blipFill>
        <p:spPr>
          <a:xfrm>
            <a:off x="-3" y="1904998"/>
            <a:ext cx="12192002" cy="3048000"/>
          </a:xfrm>
          <a:prstGeom prst="rect">
            <a:avLst/>
          </a:prstGeom>
        </p:spPr>
      </p:pic>
      <p:sp>
        <p:nvSpPr>
          <p:cNvPr id="6" name="矩形 5">
            <a:extLst>
              <a:ext uri="{FF2B5EF4-FFF2-40B4-BE49-F238E27FC236}">
                <a16:creationId xmlns:a16="http://schemas.microsoft.com/office/drawing/2014/main" id="{A09896BA-3021-4CD7-C64F-9F166D9E52E9}"/>
              </a:ext>
            </a:extLst>
          </p:cNvPr>
          <p:cNvSpPr/>
          <p:nvPr/>
        </p:nvSpPr>
        <p:spPr>
          <a:xfrm>
            <a:off x="1" y="1904999"/>
            <a:ext cx="4236720" cy="3048000"/>
          </a:xfrm>
          <a:prstGeom prst="rect">
            <a:avLst/>
          </a:prstGeom>
          <a:solidFill>
            <a:schemeClr val="accent1">
              <a:alpha val="7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矩形 10">
            <a:extLst>
              <a:ext uri="{FF2B5EF4-FFF2-40B4-BE49-F238E27FC236}">
                <a16:creationId xmlns:a16="http://schemas.microsoft.com/office/drawing/2014/main" id="{A78D1A14-DAA7-7958-D595-A99D82325026}"/>
              </a:ext>
            </a:extLst>
          </p:cNvPr>
          <p:cNvSpPr/>
          <p:nvPr/>
        </p:nvSpPr>
        <p:spPr>
          <a:xfrm>
            <a:off x="4236722" y="1904997"/>
            <a:ext cx="7955278" cy="3048000"/>
          </a:xfrm>
          <a:prstGeom prst="rect">
            <a:avLst/>
          </a:prstGeom>
          <a:solidFill>
            <a:schemeClr val="bg1">
              <a:alpha val="8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文本框 11">
            <a:extLst>
              <a:ext uri="{FF2B5EF4-FFF2-40B4-BE49-F238E27FC236}">
                <a16:creationId xmlns:a16="http://schemas.microsoft.com/office/drawing/2014/main" id="{A6CB5026-2C5E-E323-BFB7-50315000B1D7}"/>
              </a:ext>
            </a:extLst>
          </p:cNvPr>
          <p:cNvSpPr txBox="1"/>
          <p:nvPr/>
        </p:nvSpPr>
        <p:spPr>
          <a:xfrm>
            <a:off x="4921044" y="2819385"/>
            <a:ext cx="2723612" cy="1200329"/>
          </a:xfrm>
          <a:prstGeom prst="rect">
            <a:avLst/>
          </a:prstGeom>
          <a:noFill/>
        </p:spPr>
        <p:txBody>
          <a:bodyPr wrap="square" rtlCol="0">
            <a:spAutoFit/>
          </a:bodyPr>
          <a:lstStyle/>
          <a:p>
            <a:pPr algn="dist"/>
            <a:r>
              <a:rPr lang="zh-CN" altLang="en-US" sz="7200" b="1" dirty="0">
                <a:solidFill>
                  <a:schemeClr val="accent1"/>
                </a:solidFill>
                <a:latin typeface="微软雅黑" panose="020B0503020204020204" pitchFamily="34" charset="-122"/>
                <a:ea typeface="微软雅黑" panose="020B0503020204020204" pitchFamily="34" charset="-122"/>
              </a:rPr>
              <a:t>讨论</a:t>
            </a:r>
          </a:p>
        </p:txBody>
      </p:sp>
      <p:grpSp>
        <p:nvGrpSpPr>
          <p:cNvPr id="3" name="组合 2">
            <a:extLst>
              <a:ext uri="{FF2B5EF4-FFF2-40B4-BE49-F238E27FC236}">
                <a16:creationId xmlns:a16="http://schemas.microsoft.com/office/drawing/2014/main" id="{884B0257-819E-CD45-1275-2A5A96738993}"/>
              </a:ext>
            </a:extLst>
          </p:cNvPr>
          <p:cNvGrpSpPr/>
          <p:nvPr/>
        </p:nvGrpSpPr>
        <p:grpSpPr>
          <a:xfrm>
            <a:off x="1104549" y="2523714"/>
            <a:ext cx="3816495" cy="1443647"/>
            <a:chOff x="1576991" y="2614329"/>
            <a:chExt cx="3816495" cy="1443647"/>
          </a:xfrm>
        </p:grpSpPr>
        <p:sp>
          <p:nvSpPr>
            <p:cNvPr id="9" name="文本框 8">
              <a:extLst>
                <a:ext uri="{FF2B5EF4-FFF2-40B4-BE49-F238E27FC236}">
                  <a16:creationId xmlns:a16="http://schemas.microsoft.com/office/drawing/2014/main" id="{FDE64EA4-B2B4-A2E7-7686-09BC5D70CDB1}"/>
                </a:ext>
              </a:extLst>
            </p:cNvPr>
            <p:cNvSpPr txBox="1"/>
            <p:nvPr/>
          </p:nvSpPr>
          <p:spPr>
            <a:xfrm>
              <a:off x="1576991" y="2857647"/>
              <a:ext cx="3816495" cy="1200329"/>
            </a:xfrm>
            <a:prstGeom prst="rect">
              <a:avLst/>
            </a:prstGeom>
            <a:noFill/>
          </p:spPr>
          <p:txBody>
            <a:bodyPr wrap="square" rtlCol="0">
              <a:spAutoFit/>
            </a:bodyPr>
            <a:lstStyle/>
            <a:p>
              <a:pPr algn="dist"/>
              <a:r>
                <a:rPr lang="zh-CN" altLang="en-US" sz="7200" b="1" dirty="0">
                  <a:solidFill>
                    <a:schemeClr val="bg1"/>
                  </a:solidFill>
                  <a:latin typeface="微软雅黑" panose="020B0503020204020204" pitchFamily="34" charset="-122"/>
                  <a:ea typeface="微软雅黑" panose="020B0503020204020204" pitchFamily="34" charset="-122"/>
                </a:rPr>
                <a:t>八</a:t>
              </a:r>
            </a:p>
          </p:txBody>
        </p:sp>
        <p:pic>
          <p:nvPicPr>
            <p:cNvPr id="7" name="图片 6">
              <a:extLst>
                <a:ext uri="{FF2B5EF4-FFF2-40B4-BE49-F238E27FC236}">
                  <a16:creationId xmlns:a16="http://schemas.microsoft.com/office/drawing/2014/main" id="{2D054952-7B99-1194-1D90-66F700C1C954}"/>
                </a:ext>
              </a:extLst>
            </p:cNvPr>
            <p:cNvPicPr>
              <a:picLocks noChangeAspect="1"/>
            </p:cNvPicPr>
            <p:nvPr/>
          </p:nvPicPr>
          <p:blipFill rotWithShape="1">
            <a:blip r:embed="rId3" cstate="print">
              <a:biLevel thresh="25000"/>
              <a:extLst>
                <a:ext uri="{28A0092B-C50C-407E-A947-70E740481C1C}">
                  <a14:useLocalDpi xmlns:a14="http://schemas.microsoft.com/office/drawing/2010/main" val="0"/>
                </a:ext>
              </a:extLst>
            </a:blip>
            <a:srcRect l="33369" t="21333" r="33139" b="58431"/>
            <a:stretch>
              <a:fillRect/>
            </a:stretch>
          </p:blipFill>
          <p:spPr>
            <a:xfrm>
              <a:off x="1798904" y="2614329"/>
              <a:ext cx="1002008" cy="814671"/>
            </a:xfrm>
            <a:prstGeom prst="rect">
              <a:avLst/>
            </a:prstGeom>
          </p:spPr>
        </p:pic>
      </p:grpSp>
      <p:sp>
        <p:nvSpPr>
          <p:cNvPr id="19" name="等腰三角形 18">
            <a:extLst>
              <a:ext uri="{FF2B5EF4-FFF2-40B4-BE49-F238E27FC236}">
                <a16:creationId xmlns:a16="http://schemas.microsoft.com/office/drawing/2014/main" id="{A18CB4EC-2DD6-CEB1-84F0-CDC21482B6ED}"/>
              </a:ext>
            </a:extLst>
          </p:cNvPr>
          <p:cNvSpPr/>
          <p:nvPr/>
        </p:nvSpPr>
        <p:spPr>
          <a:xfrm rot="5400000">
            <a:off x="3919524" y="3310725"/>
            <a:ext cx="945018" cy="310625"/>
          </a:xfrm>
          <a:prstGeom prst="triangle">
            <a:avLst/>
          </a:prstGeom>
          <a:solidFill>
            <a:schemeClr val="accent1">
              <a:lumMod val="75000"/>
              <a:alpha val="7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0" name="图片 19">
            <a:extLst>
              <a:ext uri="{FF2B5EF4-FFF2-40B4-BE49-F238E27FC236}">
                <a16:creationId xmlns:a16="http://schemas.microsoft.com/office/drawing/2014/main" id="{9B4F6AFF-42E0-CE6B-DD46-759C307F42DC}"/>
              </a:ext>
            </a:extLst>
          </p:cNvPr>
          <p:cNvPicPr>
            <a:picLocks noChangeAspect="1"/>
          </p:cNvPicPr>
          <p:nvPr/>
        </p:nvPicPr>
        <p:blipFill rotWithShape="1">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l="33369" t="21333" r="33139" b="58431"/>
          <a:stretch>
            <a:fillRect/>
          </a:stretch>
        </p:blipFill>
        <p:spPr>
          <a:xfrm flipH="1" flipV="1">
            <a:off x="10755063" y="3560025"/>
            <a:ext cx="1002008" cy="814671"/>
          </a:xfrm>
          <a:prstGeom prst="rect">
            <a:avLst/>
          </a:prstGeom>
        </p:spPr>
      </p:pic>
      <p:sp>
        <p:nvSpPr>
          <p:cNvPr id="10" name="灯片编号占位符 9">
            <a:extLst>
              <a:ext uri="{FF2B5EF4-FFF2-40B4-BE49-F238E27FC236}">
                <a16:creationId xmlns:a16="http://schemas.microsoft.com/office/drawing/2014/main" id="{6EFB0284-EB78-F72D-7F40-6C1A77E7BE04}"/>
              </a:ext>
            </a:extLst>
          </p:cNvPr>
          <p:cNvSpPr>
            <a:spLocks noGrp="1"/>
          </p:cNvSpPr>
          <p:nvPr>
            <p:ph type="sldNum" sz="quarter" idx="4"/>
          </p:nvPr>
        </p:nvSpPr>
        <p:spPr/>
        <p:txBody>
          <a:bodyPr/>
          <a:lstStyle/>
          <a:p>
            <a:fld id="{7A48417F-7526-485E-AE3C-3E2AE40A04CB}" type="slidenum">
              <a:rPr lang="zh-CN" altLang="en-US" smtClean="0"/>
              <a:pPr/>
              <a:t>44</a:t>
            </a:fld>
            <a:r>
              <a:rPr lang="zh-CN" altLang="en-US"/>
              <a:t> </a:t>
            </a:r>
            <a:r>
              <a:rPr lang="en-US" altLang="zh-CN"/>
              <a:t>/ </a:t>
            </a:r>
            <a:r>
              <a:rPr lang="zh-CN" altLang="en-US"/>
              <a:t>总页数</a:t>
            </a:r>
            <a:endParaRPr lang="zh-CN" altLang="en-US" dirty="0"/>
          </a:p>
        </p:txBody>
      </p:sp>
    </p:spTree>
    <p:extLst>
      <p:ext uri="{BB962C8B-B14F-4D97-AF65-F5344CB8AC3E}">
        <p14:creationId xmlns:p14="http://schemas.microsoft.com/office/powerpoint/2010/main" val="252900086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D089FF-D001-E63F-E093-F4E3972ECC3A}"/>
            </a:ext>
          </a:extLst>
        </p:cNvPr>
        <p:cNvGrpSpPr/>
        <p:nvPr/>
      </p:nvGrpSpPr>
      <p:grpSpPr>
        <a:xfrm>
          <a:off x="0" y="0"/>
          <a:ext cx="0" cy="0"/>
          <a:chOff x="0" y="0"/>
          <a:chExt cx="0" cy="0"/>
        </a:xfrm>
      </p:grpSpPr>
      <p:pic>
        <p:nvPicPr>
          <p:cNvPr id="9" name="图片 8">
            <a:extLst>
              <a:ext uri="{FF2B5EF4-FFF2-40B4-BE49-F238E27FC236}">
                <a16:creationId xmlns:a16="http://schemas.microsoft.com/office/drawing/2014/main" id="{C4AA6454-1193-602E-0ED1-13AA79210381}"/>
              </a:ext>
            </a:extLst>
          </p:cNvPr>
          <p:cNvPicPr>
            <a:picLocks noChangeAspect="1"/>
          </p:cNvPicPr>
          <p:nvPr/>
        </p:nvPicPr>
        <p:blipFill rotWithShape="1">
          <a:blip r:embed="rId2">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 name="矩形 1">
            <a:extLst>
              <a:ext uri="{FF2B5EF4-FFF2-40B4-BE49-F238E27FC236}">
                <a16:creationId xmlns:a16="http://schemas.microsoft.com/office/drawing/2014/main" id="{D687DDEB-AAAF-3F87-610E-E0A34C1C68FD}"/>
              </a:ext>
            </a:extLst>
          </p:cNvPr>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 name="组合 2">
            <a:extLst>
              <a:ext uri="{FF2B5EF4-FFF2-40B4-BE49-F238E27FC236}">
                <a16:creationId xmlns:a16="http://schemas.microsoft.com/office/drawing/2014/main" id="{643721BE-EC19-D4B0-8381-6B2F6A3D31B7}"/>
              </a:ext>
            </a:extLst>
          </p:cNvPr>
          <p:cNvGrpSpPr/>
          <p:nvPr/>
        </p:nvGrpSpPr>
        <p:grpSpPr>
          <a:xfrm>
            <a:off x="138530" y="112811"/>
            <a:ext cx="2183566" cy="593132"/>
            <a:chOff x="1019925" y="1507763"/>
            <a:chExt cx="3509593" cy="593132"/>
          </a:xfrm>
        </p:grpSpPr>
        <p:sp>
          <p:nvSpPr>
            <p:cNvPr id="4" name="文本框 3">
              <a:extLst>
                <a:ext uri="{FF2B5EF4-FFF2-40B4-BE49-F238E27FC236}">
                  <a16:creationId xmlns:a16="http://schemas.microsoft.com/office/drawing/2014/main" id="{F6B0353B-B2EF-D81B-8E39-6BBF014D345B}"/>
                </a:ext>
              </a:extLst>
            </p:cNvPr>
            <p:cNvSpPr txBox="1"/>
            <p:nvPr/>
          </p:nvSpPr>
          <p:spPr>
            <a:xfrm>
              <a:off x="1700306" y="1507763"/>
              <a:ext cx="2829212" cy="523220"/>
            </a:xfrm>
            <a:prstGeom prst="rect">
              <a:avLst/>
            </a:prstGeom>
            <a:noFill/>
          </p:spPr>
          <p:txBody>
            <a:bodyPr vert="horz" wrap="square" rtlCol="0">
              <a:spAutoFit/>
            </a:bodyPr>
            <a:lstStyle/>
            <a:p>
              <a:pPr algn="dist"/>
              <a:r>
                <a:rPr lang="zh-CN" altLang="en-US" sz="2800" b="1" dirty="0">
                  <a:solidFill>
                    <a:schemeClr val="bg1"/>
                  </a:solidFill>
                  <a:latin typeface="Arial" panose="020B0604020202020204" pitchFamily="34" charset="0"/>
                  <a:ea typeface="微软雅黑" panose="020B0503020204020204" pitchFamily="34" charset="-122"/>
                </a:rPr>
                <a:t>讨论</a:t>
              </a:r>
            </a:p>
          </p:txBody>
        </p:sp>
        <p:pic>
          <p:nvPicPr>
            <p:cNvPr id="5" name="图片 4">
              <a:extLst>
                <a:ext uri="{FF2B5EF4-FFF2-40B4-BE49-F238E27FC236}">
                  <a16:creationId xmlns:a16="http://schemas.microsoft.com/office/drawing/2014/main" id="{9C8D6B24-B580-2C57-F5B3-14AA802FA2FD}"/>
                </a:ext>
              </a:extLst>
            </p:cNvPr>
            <p:cNvPicPr>
              <a:picLocks noChangeAspect="1"/>
            </p:cNvPicPr>
            <p:nvPr/>
          </p:nvPicPr>
          <p:blipFill rotWithShape="1">
            <a:blip r:embed="rId3" cstate="print">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sp>
        <p:nvSpPr>
          <p:cNvPr id="11" name="文本框 10">
            <a:extLst>
              <a:ext uri="{FF2B5EF4-FFF2-40B4-BE49-F238E27FC236}">
                <a16:creationId xmlns:a16="http://schemas.microsoft.com/office/drawing/2014/main" id="{977577A4-4BD6-9AB7-72A9-0B63E5BEEBDA}"/>
              </a:ext>
            </a:extLst>
          </p:cNvPr>
          <p:cNvSpPr txBox="1"/>
          <p:nvPr/>
        </p:nvSpPr>
        <p:spPr>
          <a:xfrm>
            <a:off x="517338" y="1078937"/>
            <a:ext cx="3311712" cy="369332"/>
          </a:xfrm>
          <a:prstGeom prst="rect">
            <a:avLst/>
          </a:prstGeom>
          <a:noFill/>
        </p:spPr>
        <p:txBody>
          <a:bodyPr wrap="square" lIns="0" tIns="0" rIns="0" bIns="0" rtlCol="0">
            <a:spAutoFit/>
          </a:bodyPr>
          <a:lstStyle/>
          <a:p>
            <a:r>
              <a:rPr lang="en-US" altLang="zh-CN" sz="2400" b="1" dirty="0">
                <a:solidFill>
                  <a:schemeClr val="accent1"/>
                </a:solidFill>
                <a:latin typeface="Arial" panose="020B0604020202020204" pitchFamily="34" charset="0"/>
                <a:ea typeface="微软雅黑" panose="020B0503020204020204" pitchFamily="34" charset="-122"/>
              </a:rPr>
              <a:t>SOTA </a:t>
            </a:r>
            <a:r>
              <a:rPr lang="zh-CN" altLang="en-US" sz="2400" b="1" dirty="0">
                <a:solidFill>
                  <a:schemeClr val="accent1"/>
                </a:solidFill>
                <a:latin typeface="Arial" panose="020B0604020202020204" pitchFamily="34" charset="0"/>
                <a:ea typeface="微软雅黑" panose="020B0503020204020204" pitchFamily="34" charset="-122"/>
              </a:rPr>
              <a:t>对比</a:t>
            </a:r>
          </a:p>
        </p:txBody>
      </p:sp>
      <p:sp>
        <p:nvSpPr>
          <p:cNvPr id="62" name="矩形 61">
            <a:extLst>
              <a:ext uri="{FF2B5EF4-FFF2-40B4-BE49-F238E27FC236}">
                <a16:creationId xmlns:a16="http://schemas.microsoft.com/office/drawing/2014/main" id="{6D1D201B-7230-7512-602E-008A6FFFE3AD}"/>
              </a:ext>
            </a:extLst>
          </p:cNvPr>
          <p:cNvSpPr/>
          <p:nvPr/>
        </p:nvSpPr>
        <p:spPr>
          <a:xfrm>
            <a:off x="0" y="6553271"/>
            <a:ext cx="12192000" cy="3112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36" name="图片 35">
            <a:extLst>
              <a:ext uri="{FF2B5EF4-FFF2-40B4-BE49-F238E27FC236}">
                <a16:creationId xmlns:a16="http://schemas.microsoft.com/office/drawing/2014/main" id="{61E221EB-C8FC-2B02-CF3A-DAF398EF3BF2}"/>
              </a:ext>
            </a:extLst>
          </p:cNvPr>
          <p:cNvPicPr>
            <a:picLocks noChangeAspect="1"/>
          </p:cNvPicPr>
          <p:nvPr/>
        </p:nvPicPr>
        <p:blipFill rotWithShape="1">
          <a:blip r:embed="rId4"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grpSp>
        <p:nvGrpSpPr>
          <p:cNvPr id="23" name="组合 22">
            <a:extLst>
              <a:ext uri="{FF2B5EF4-FFF2-40B4-BE49-F238E27FC236}">
                <a16:creationId xmlns:a16="http://schemas.microsoft.com/office/drawing/2014/main" id="{5E75956F-1F84-9A61-BBF5-408189070FF0}"/>
              </a:ext>
            </a:extLst>
          </p:cNvPr>
          <p:cNvGrpSpPr/>
          <p:nvPr/>
        </p:nvGrpSpPr>
        <p:grpSpPr>
          <a:xfrm>
            <a:off x="1924050" y="5114165"/>
            <a:ext cx="7629525" cy="1530638"/>
            <a:chOff x="7145079" y="2101850"/>
            <a:chExt cx="4883728" cy="3295989"/>
          </a:xfrm>
        </p:grpSpPr>
        <p:grpSp>
          <p:nvGrpSpPr>
            <p:cNvPr id="24" name="组合 23">
              <a:extLst>
                <a:ext uri="{FF2B5EF4-FFF2-40B4-BE49-F238E27FC236}">
                  <a16:creationId xmlns:a16="http://schemas.microsoft.com/office/drawing/2014/main" id="{354EA36D-F66C-966B-B98C-119EC30933EE}"/>
                </a:ext>
              </a:extLst>
            </p:cNvPr>
            <p:cNvGrpSpPr/>
            <p:nvPr/>
          </p:nvGrpSpPr>
          <p:grpSpPr>
            <a:xfrm>
              <a:off x="7145079" y="2101850"/>
              <a:ext cx="4883728" cy="2939363"/>
              <a:chOff x="501004" y="2607012"/>
              <a:chExt cx="7467783" cy="3622222"/>
            </a:xfrm>
          </p:grpSpPr>
          <p:grpSp>
            <p:nvGrpSpPr>
              <p:cNvPr id="26" name="组合 25">
                <a:extLst>
                  <a:ext uri="{FF2B5EF4-FFF2-40B4-BE49-F238E27FC236}">
                    <a16:creationId xmlns:a16="http://schemas.microsoft.com/office/drawing/2014/main" id="{92843938-CDAE-6234-B3E4-880310E27ED7}"/>
                  </a:ext>
                </a:extLst>
              </p:cNvPr>
              <p:cNvGrpSpPr/>
              <p:nvPr/>
            </p:nvGrpSpPr>
            <p:grpSpPr>
              <a:xfrm>
                <a:off x="501004" y="2607012"/>
                <a:ext cx="7467783" cy="3622222"/>
                <a:chOff x="3714383" y="3805172"/>
                <a:chExt cx="4763233" cy="2310389"/>
              </a:xfrm>
            </p:grpSpPr>
            <p:sp>
              <p:nvSpPr>
                <p:cNvPr id="28" name="矩形: 圆角 27">
                  <a:extLst>
                    <a:ext uri="{FF2B5EF4-FFF2-40B4-BE49-F238E27FC236}">
                      <a16:creationId xmlns:a16="http://schemas.microsoft.com/office/drawing/2014/main" id="{5ED30096-29B4-56D7-D44F-02EA55A3F3E3}"/>
                    </a:ext>
                  </a:extLst>
                </p:cNvPr>
                <p:cNvSpPr/>
                <p:nvPr/>
              </p:nvSpPr>
              <p:spPr>
                <a:xfrm>
                  <a:off x="3714383" y="3890164"/>
                  <a:ext cx="4763233" cy="2225397"/>
                </a:xfrm>
                <a:prstGeom prst="roundRect">
                  <a:avLst>
                    <a:gd name="adj" fmla="val 10405"/>
                  </a:avLst>
                </a:prstGeom>
                <a:solidFill>
                  <a:srgbClr val="E2EBE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矩形: 圆顶角 28">
                  <a:extLst>
                    <a:ext uri="{FF2B5EF4-FFF2-40B4-BE49-F238E27FC236}">
                      <a16:creationId xmlns:a16="http://schemas.microsoft.com/office/drawing/2014/main" id="{3A9FB91C-675C-83CB-3CC0-82949D27FDA5}"/>
                    </a:ext>
                  </a:extLst>
                </p:cNvPr>
                <p:cNvSpPr/>
                <p:nvPr/>
              </p:nvSpPr>
              <p:spPr>
                <a:xfrm>
                  <a:off x="3714383" y="3805172"/>
                  <a:ext cx="4763233" cy="525203"/>
                </a:xfrm>
                <a:prstGeom prst="round2SameRect">
                  <a:avLst>
                    <a:gd name="adj1" fmla="val 45261"/>
                    <a:gd name="adj2" fmla="val 0"/>
                  </a:avLst>
                </a:prstGeom>
                <a:solidFill>
                  <a:srgbClr val="950041"/>
                </a:solidFill>
              </p:spPr>
              <p:style>
                <a:lnRef idx="2">
                  <a:schemeClr val="accent1">
                    <a:shade val="15000"/>
                  </a:schemeClr>
                </a:lnRef>
                <a:fillRef idx="1">
                  <a:schemeClr val="accent1"/>
                </a:fillRef>
                <a:effectRef idx="0">
                  <a:schemeClr val="accent1"/>
                </a:effectRef>
                <a:fontRef idx="minor">
                  <a:schemeClr val="lt1"/>
                </a:fontRef>
              </p:style>
              <p:txBody>
                <a:bodyPr lIns="90000" rtlCol="0" anchor="ctr"/>
                <a:lstStyle/>
                <a:p>
                  <a:r>
                    <a:rPr lang="en-US" altLang="zh-CN" sz="2400" dirty="0">
                      <a:latin typeface="+mj-ea"/>
                      <a:ea typeface="+mj-ea"/>
                    </a:rPr>
                    <a:t>SOTA</a:t>
                  </a:r>
                  <a:r>
                    <a:rPr lang="zh-CN" altLang="en-US" sz="2400" dirty="0">
                      <a:latin typeface="+mj-ea"/>
                      <a:ea typeface="+mj-ea"/>
                    </a:rPr>
                    <a:t>对比</a:t>
                  </a:r>
                  <a:endParaRPr lang="en-US" altLang="zh-CN" sz="2400" dirty="0">
                    <a:latin typeface="+mj-ea"/>
                    <a:ea typeface="+mj-ea"/>
                  </a:endParaRPr>
                </a:p>
              </p:txBody>
            </p:sp>
          </p:grpSp>
          <p:sp>
            <p:nvSpPr>
              <p:cNvPr id="27" name="文本框 26">
                <a:extLst>
                  <a:ext uri="{FF2B5EF4-FFF2-40B4-BE49-F238E27FC236}">
                    <a16:creationId xmlns:a16="http://schemas.microsoft.com/office/drawing/2014/main" id="{E8E220B7-FFF7-1344-4FDD-E348D6DCE204}"/>
                  </a:ext>
                </a:extLst>
              </p:cNvPr>
              <p:cNvSpPr txBox="1"/>
              <p:nvPr/>
            </p:nvSpPr>
            <p:spPr>
              <a:xfrm>
                <a:off x="501004" y="3353236"/>
                <a:ext cx="7238939" cy="493062"/>
              </a:xfrm>
              <a:prstGeom prst="rect">
                <a:avLst/>
              </a:prstGeom>
              <a:noFill/>
            </p:spPr>
            <p:txBody>
              <a:bodyPr wrap="square">
                <a:spAutoFit/>
              </a:bodyPr>
              <a:lstStyle/>
              <a:p>
                <a:endParaRPr lang="en-US" altLang="zh-CN" sz="2000" b="1" dirty="0"/>
              </a:p>
            </p:txBody>
          </p:sp>
        </p:grpSp>
        <p:sp>
          <p:nvSpPr>
            <p:cNvPr id="25" name="文本框 24">
              <a:extLst>
                <a:ext uri="{FF2B5EF4-FFF2-40B4-BE49-F238E27FC236}">
                  <a16:creationId xmlns:a16="http://schemas.microsoft.com/office/drawing/2014/main" id="{DCA45AFD-03E3-7C59-399B-E37796421FFC}"/>
                </a:ext>
              </a:extLst>
            </p:cNvPr>
            <p:cNvSpPr txBox="1"/>
            <p:nvPr/>
          </p:nvSpPr>
          <p:spPr>
            <a:xfrm>
              <a:off x="7243697" y="2813119"/>
              <a:ext cx="4402936" cy="2584720"/>
            </a:xfrm>
            <a:prstGeom prst="rect">
              <a:avLst/>
            </a:prstGeom>
            <a:noFill/>
          </p:spPr>
          <p:txBody>
            <a:bodyPr wrap="square">
              <a:spAutoFit/>
            </a:bodyPr>
            <a:lstStyle/>
            <a:p>
              <a:pPr marL="285750" indent="-285750">
                <a:buFont typeface="Arial" panose="020B0604020202020204" pitchFamily="34" charset="0"/>
                <a:buChar char="•"/>
              </a:pPr>
              <a:r>
                <a:rPr lang="zh-CN" altLang="en-US" dirty="0"/>
                <a:t>对比 </a:t>
              </a:r>
              <a:r>
                <a:rPr lang="en-US" altLang="zh-CN" dirty="0" err="1"/>
                <a:t>EchoWrist</a:t>
              </a:r>
              <a:r>
                <a:rPr lang="en-US" altLang="zh-CN" dirty="0"/>
                <a:t> (</a:t>
              </a:r>
              <a:r>
                <a:rPr lang="zh-CN" altLang="en-US" dirty="0"/>
                <a:t>手环</a:t>
              </a:r>
              <a:r>
                <a:rPr lang="en-US" altLang="zh-CN" dirty="0"/>
                <a:t>):</a:t>
              </a:r>
              <a:r>
                <a:rPr lang="zh-CN" altLang="en-US" dirty="0"/>
                <a:t>精度略低 </a:t>
              </a:r>
              <a:r>
                <a:rPr lang="en-US" altLang="zh-CN" dirty="0"/>
                <a:t>(14.1mm vs 12.2mm)</a:t>
              </a:r>
            </a:p>
            <a:p>
              <a:pPr marL="285750" indent="-285750">
                <a:buFont typeface="Arial" panose="020B0604020202020204" pitchFamily="34" charset="0"/>
                <a:buChar char="•"/>
              </a:pPr>
              <a:r>
                <a:rPr lang="zh-CN" altLang="en-US" dirty="0"/>
                <a:t>对比 </a:t>
              </a:r>
              <a:r>
                <a:rPr lang="en-US" altLang="zh-CN" dirty="0" err="1"/>
                <a:t>ssLOTR</a:t>
              </a:r>
              <a:r>
                <a:rPr lang="en-US" altLang="zh-CN" dirty="0"/>
                <a:t> (</a:t>
              </a:r>
              <a:r>
                <a:rPr lang="zh-CN" altLang="en-US" dirty="0"/>
                <a:t>多戒指</a:t>
              </a:r>
              <a:r>
                <a:rPr lang="en-US" altLang="zh-CN" dirty="0"/>
                <a:t>):</a:t>
              </a:r>
              <a:r>
                <a:rPr lang="zh-CN" altLang="en-US" dirty="0"/>
                <a:t>无需</a:t>
              </a:r>
              <a:r>
                <a:rPr lang="en-US" altLang="zh-CN" dirty="0"/>
                <a:t>5</a:t>
              </a:r>
              <a:r>
                <a:rPr lang="zh-CN" altLang="en-US" dirty="0"/>
                <a:t>个戒指</a:t>
              </a:r>
              <a:endParaRPr lang="en-US" altLang="zh-CN" dirty="0"/>
            </a:p>
            <a:p>
              <a:pPr marL="285750" indent="-285750">
                <a:buFont typeface="Arial" panose="020B0604020202020204" pitchFamily="34" charset="0"/>
                <a:buChar char="•"/>
              </a:pPr>
              <a:r>
                <a:rPr lang="zh-CN" altLang="en-US" dirty="0"/>
                <a:t>以微小的精度损失，换取了极致的</a:t>
              </a:r>
              <a:r>
                <a:rPr lang="zh-CN" altLang="en-US" b="1" dirty="0"/>
                <a:t>佩戴舒适度 </a:t>
              </a:r>
              <a:r>
                <a:rPr lang="en-US" altLang="zh-CN" b="1" dirty="0"/>
                <a:t>(Wearability)</a:t>
              </a:r>
              <a:endParaRPr lang="en-US" altLang="zh-CN" dirty="0"/>
            </a:p>
            <a:p>
              <a:pPr marL="285750" indent="-285750">
                <a:buFont typeface="Arial" panose="020B0604020202020204" pitchFamily="34" charset="0"/>
                <a:buChar char="•"/>
              </a:pPr>
              <a:endParaRPr lang="en-US" altLang="zh-CN" b="1" dirty="0"/>
            </a:p>
          </p:txBody>
        </p:sp>
      </p:grpSp>
      <p:pic>
        <p:nvPicPr>
          <p:cNvPr id="10" name="图片 9" descr="表格&#10;&#10;AI 生成的内容可能不正确。">
            <a:extLst>
              <a:ext uri="{FF2B5EF4-FFF2-40B4-BE49-F238E27FC236}">
                <a16:creationId xmlns:a16="http://schemas.microsoft.com/office/drawing/2014/main" id="{BC3CE53D-32D3-8552-0D6D-03688F9E5CE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43560" y="1557076"/>
            <a:ext cx="10971630" cy="3401356"/>
          </a:xfrm>
          <a:prstGeom prst="rect">
            <a:avLst/>
          </a:prstGeom>
        </p:spPr>
      </p:pic>
      <p:sp>
        <p:nvSpPr>
          <p:cNvPr id="8" name="灯片编号占位符 7">
            <a:extLst>
              <a:ext uri="{FF2B5EF4-FFF2-40B4-BE49-F238E27FC236}">
                <a16:creationId xmlns:a16="http://schemas.microsoft.com/office/drawing/2014/main" id="{AC7BD730-91CA-4486-2C24-61AF8A956A26}"/>
              </a:ext>
            </a:extLst>
          </p:cNvPr>
          <p:cNvSpPr>
            <a:spLocks noGrp="1"/>
          </p:cNvSpPr>
          <p:nvPr>
            <p:ph type="sldNum" sz="quarter" idx="4"/>
          </p:nvPr>
        </p:nvSpPr>
        <p:spPr/>
        <p:txBody>
          <a:bodyPr/>
          <a:lstStyle/>
          <a:p>
            <a:fld id="{7A48417F-7526-485E-AE3C-3E2AE40A04CB}" type="slidenum">
              <a:rPr lang="zh-CN" altLang="en-US" smtClean="0"/>
              <a:pPr/>
              <a:t>45</a:t>
            </a:fld>
            <a:r>
              <a:rPr lang="zh-CN" altLang="en-US"/>
              <a:t> </a:t>
            </a:r>
            <a:r>
              <a:rPr lang="en-US" altLang="zh-CN"/>
              <a:t>/ </a:t>
            </a:r>
            <a:r>
              <a:rPr lang="zh-CN" altLang="en-US"/>
              <a:t>总页数</a:t>
            </a:r>
            <a:endParaRPr lang="zh-CN" altLang="en-US" dirty="0"/>
          </a:p>
        </p:txBody>
      </p:sp>
    </p:spTree>
    <p:extLst>
      <p:ext uri="{BB962C8B-B14F-4D97-AF65-F5344CB8AC3E}">
        <p14:creationId xmlns:p14="http://schemas.microsoft.com/office/powerpoint/2010/main" val="154322841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768452-90EA-02EA-3160-D0BA861D1F7D}"/>
            </a:ext>
          </a:extLst>
        </p:cNvPr>
        <p:cNvGrpSpPr/>
        <p:nvPr/>
      </p:nvGrpSpPr>
      <p:grpSpPr>
        <a:xfrm>
          <a:off x="0" y="0"/>
          <a:ext cx="0" cy="0"/>
          <a:chOff x="0" y="0"/>
          <a:chExt cx="0" cy="0"/>
        </a:xfrm>
      </p:grpSpPr>
      <p:pic>
        <p:nvPicPr>
          <p:cNvPr id="9" name="图片 8">
            <a:extLst>
              <a:ext uri="{FF2B5EF4-FFF2-40B4-BE49-F238E27FC236}">
                <a16:creationId xmlns:a16="http://schemas.microsoft.com/office/drawing/2014/main" id="{307C911B-81E6-A632-D485-AF98761F0A6A}"/>
              </a:ext>
            </a:extLst>
          </p:cNvPr>
          <p:cNvPicPr>
            <a:picLocks noChangeAspect="1"/>
          </p:cNvPicPr>
          <p:nvPr/>
        </p:nvPicPr>
        <p:blipFill rotWithShape="1">
          <a:blip r:embed="rId2">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 name="矩形 1">
            <a:extLst>
              <a:ext uri="{FF2B5EF4-FFF2-40B4-BE49-F238E27FC236}">
                <a16:creationId xmlns:a16="http://schemas.microsoft.com/office/drawing/2014/main" id="{9B5F6CD6-B9F5-C809-0651-0A65CA2725C2}"/>
              </a:ext>
            </a:extLst>
          </p:cNvPr>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 name="组合 2">
            <a:extLst>
              <a:ext uri="{FF2B5EF4-FFF2-40B4-BE49-F238E27FC236}">
                <a16:creationId xmlns:a16="http://schemas.microsoft.com/office/drawing/2014/main" id="{81D2FC29-4E6E-0561-E3E2-E2EBBAC72ABE}"/>
              </a:ext>
            </a:extLst>
          </p:cNvPr>
          <p:cNvGrpSpPr/>
          <p:nvPr/>
        </p:nvGrpSpPr>
        <p:grpSpPr>
          <a:xfrm>
            <a:off x="138529" y="112811"/>
            <a:ext cx="2652797" cy="593132"/>
            <a:chOff x="1019925" y="1507763"/>
            <a:chExt cx="3509593" cy="593132"/>
          </a:xfrm>
        </p:grpSpPr>
        <p:sp>
          <p:nvSpPr>
            <p:cNvPr id="4" name="文本框 3">
              <a:extLst>
                <a:ext uri="{FF2B5EF4-FFF2-40B4-BE49-F238E27FC236}">
                  <a16:creationId xmlns:a16="http://schemas.microsoft.com/office/drawing/2014/main" id="{25884212-7647-798C-0DC1-BF4BC10F25C7}"/>
                </a:ext>
              </a:extLst>
            </p:cNvPr>
            <p:cNvSpPr txBox="1"/>
            <p:nvPr/>
          </p:nvSpPr>
          <p:spPr>
            <a:xfrm>
              <a:off x="1700306" y="1507763"/>
              <a:ext cx="2829212" cy="523220"/>
            </a:xfrm>
            <a:prstGeom prst="rect">
              <a:avLst/>
            </a:prstGeom>
            <a:noFill/>
          </p:spPr>
          <p:txBody>
            <a:bodyPr vert="horz" wrap="square" rtlCol="0">
              <a:spAutoFit/>
            </a:bodyPr>
            <a:lstStyle/>
            <a:p>
              <a:pPr algn="dist"/>
              <a:r>
                <a:rPr lang="zh-CN" altLang="en-US" sz="2800" b="1" dirty="0">
                  <a:solidFill>
                    <a:schemeClr val="bg1"/>
                  </a:solidFill>
                  <a:latin typeface="Arial" panose="020B0604020202020204" pitchFamily="34" charset="0"/>
                  <a:ea typeface="微软雅黑" panose="020B0503020204020204" pitchFamily="34" charset="-122"/>
                </a:rPr>
                <a:t>讨论</a:t>
              </a:r>
            </a:p>
          </p:txBody>
        </p:sp>
        <p:pic>
          <p:nvPicPr>
            <p:cNvPr id="5" name="图片 4">
              <a:extLst>
                <a:ext uri="{FF2B5EF4-FFF2-40B4-BE49-F238E27FC236}">
                  <a16:creationId xmlns:a16="http://schemas.microsoft.com/office/drawing/2014/main" id="{F92F20AE-B6C7-D72C-2ADB-840D13566965}"/>
                </a:ext>
              </a:extLst>
            </p:cNvPr>
            <p:cNvPicPr>
              <a:picLocks noChangeAspect="1"/>
            </p:cNvPicPr>
            <p:nvPr/>
          </p:nvPicPr>
          <p:blipFill rotWithShape="1">
            <a:blip r:embed="rId3" cstate="print">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sp>
        <p:nvSpPr>
          <p:cNvPr id="11" name="文本框 10">
            <a:extLst>
              <a:ext uri="{FF2B5EF4-FFF2-40B4-BE49-F238E27FC236}">
                <a16:creationId xmlns:a16="http://schemas.microsoft.com/office/drawing/2014/main" id="{23C64867-0C05-2BA2-F463-A478BAA6D73C}"/>
              </a:ext>
            </a:extLst>
          </p:cNvPr>
          <p:cNvSpPr txBox="1"/>
          <p:nvPr/>
        </p:nvSpPr>
        <p:spPr>
          <a:xfrm>
            <a:off x="517338" y="1078937"/>
            <a:ext cx="3311712" cy="369332"/>
          </a:xfrm>
          <a:prstGeom prst="rect">
            <a:avLst/>
          </a:prstGeom>
          <a:noFill/>
        </p:spPr>
        <p:txBody>
          <a:bodyPr wrap="square" lIns="0" tIns="0" rIns="0" bIns="0" rtlCol="0">
            <a:spAutoFit/>
          </a:bodyPr>
          <a:lstStyle/>
          <a:p>
            <a:r>
              <a:rPr lang="zh-CN" altLang="en-US" sz="2400" b="1" dirty="0">
                <a:solidFill>
                  <a:schemeClr val="accent1"/>
                </a:solidFill>
                <a:latin typeface="Arial" panose="020B0604020202020204" pitchFamily="34" charset="0"/>
                <a:ea typeface="微软雅黑" panose="020B0503020204020204" pitchFamily="34" charset="-122"/>
              </a:rPr>
              <a:t>系统延迟分析</a:t>
            </a:r>
          </a:p>
        </p:txBody>
      </p:sp>
      <p:sp>
        <p:nvSpPr>
          <p:cNvPr id="62" name="矩形 61">
            <a:extLst>
              <a:ext uri="{FF2B5EF4-FFF2-40B4-BE49-F238E27FC236}">
                <a16:creationId xmlns:a16="http://schemas.microsoft.com/office/drawing/2014/main" id="{96E1627A-6268-B7D7-3BD8-CE201733118A}"/>
              </a:ext>
            </a:extLst>
          </p:cNvPr>
          <p:cNvSpPr/>
          <p:nvPr/>
        </p:nvSpPr>
        <p:spPr>
          <a:xfrm>
            <a:off x="0" y="6553271"/>
            <a:ext cx="12192000" cy="3112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36" name="图片 35">
            <a:extLst>
              <a:ext uri="{FF2B5EF4-FFF2-40B4-BE49-F238E27FC236}">
                <a16:creationId xmlns:a16="http://schemas.microsoft.com/office/drawing/2014/main" id="{56B0EF7F-ADF8-F0AA-0768-88D22970F374}"/>
              </a:ext>
            </a:extLst>
          </p:cNvPr>
          <p:cNvPicPr>
            <a:picLocks noChangeAspect="1"/>
          </p:cNvPicPr>
          <p:nvPr/>
        </p:nvPicPr>
        <p:blipFill rotWithShape="1">
          <a:blip r:embed="rId4"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pic>
        <p:nvPicPr>
          <p:cNvPr id="7" name="图片 6" descr="日程表&#10;&#10;AI 生成的内容可能不正确。">
            <a:extLst>
              <a:ext uri="{FF2B5EF4-FFF2-40B4-BE49-F238E27FC236}">
                <a16:creationId xmlns:a16="http://schemas.microsoft.com/office/drawing/2014/main" id="{64DA7FE7-846A-0D07-A201-FE3503315A7C}"/>
              </a:ext>
            </a:extLst>
          </p:cNvPr>
          <p:cNvPicPr>
            <a:picLocks noChangeAspect="1"/>
          </p:cNvPicPr>
          <p:nvPr/>
        </p:nvPicPr>
        <p:blipFill>
          <a:blip r:embed="rId5"/>
          <a:stretch>
            <a:fillRect/>
          </a:stretch>
        </p:blipFill>
        <p:spPr>
          <a:xfrm>
            <a:off x="801270" y="1758773"/>
            <a:ext cx="10134600" cy="3392793"/>
          </a:xfrm>
          <a:prstGeom prst="rect">
            <a:avLst/>
          </a:prstGeom>
        </p:spPr>
      </p:pic>
      <p:sp>
        <p:nvSpPr>
          <p:cNvPr id="12" name="文本框 11">
            <a:extLst>
              <a:ext uri="{FF2B5EF4-FFF2-40B4-BE49-F238E27FC236}">
                <a16:creationId xmlns:a16="http://schemas.microsoft.com/office/drawing/2014/main" id="{33E105B6-4353-B49F-E93B-7C343D2AD459}"/>
              </a:ext>
            </a:extLst>
          </p:cNvPr>
          <p:cNvSpPr txBox="1"/>
          <p:nvPr/>
        </p:nvSpPr>
        <p:spPr>
          <a:xfrm>
            <a:off x="4251385" y="5469539"/>
            <a:ext cx="6096000" cy="461665"/>
          </a:xfrm>
          <a:prstGeom prst="rect">
            <a:avLst/>
          </a:prstGeom>
          <a:noFill/>
        </p:spPr>
        <p:txBody>
          <a:bodyPr wrap="square">
            <a:spAutoFit/>
          </a:bodyPr>
          <a:lstStyle/>
          <a:p>
            <a:r>
              <a:rPr lang="zh-CN" altLang="zh-CN" sz="2400" b="1" dirty="0">
                <a:effectLst/>
                <a:latin typeface="+mj-ea"/>
                <a:ea typeface="+mj-ea"/>
                <a:cs typeface="Times New Roman" panose="02020603050405020304" pitchFamily="18" charset="0"/>
              </a:rPr>
              <a:t>结论：</a:t>
            </a:r>
            <a:r>
              <a:rPr lang="zh-CN" altLang="zh-CN" sz="2400" dirty="0">
                <a:effectLst/>
                <a:latin typeface="+mj-ea"/>
                <a:ea typeface="+mj-ea"/>
                <a:cs typeface="Times New Roman" panose="02020603050405020304" pitchFamily="18" charset="0"/>
              </a:rPr>
              <a:t> 瓶颈在蓝牙传输</a:t>
            </a:r>
            <a:endParaRPr lang="zh-CN" altLang="en-US" sz="2400" dirty="0">
              <a:latin typeface="+mj-ea"/>
              <a:ea typeface="+mj-ea"/>
            </a:endParaRPr>
          </a:p>
        </p:txBody>
      </p:sp>
      <p:sp>
        <p:nvSpPr>
          <p:cNvPr id="10" name="灯片编号占位符 9">
            <a:extLst>
              <a:ext uri="{FF2B5EF4-FFF2-40B4-BE49-F238E27FC236}">
                <a16:creationId xmlns:a16="http://schemas.microsoft.com/office/drawing/2014/main" id="{DA13CFA9-FA6F-C203-96BC-431BF08E2625}"/>
              </a:ext>
            </a:extLst>
          </p:cNvPr>
          <p:cNvSpPr>
            <a:spLocks noGrp="1"/>
          </p:cNvSpPr>
          <p:nvPr>
            <p:ph type="sldNum" sz="quarter" idx="4"/>
          </p:nvPr>
        </p:nvSpPr>
        <p:spPr/>
        <p:txBody>
          <a:bodyPr/>
          <a:lstStyle/>
          <a:p>
            <a:fld id="{7A48417F-7526-485E-AE3C-3E2AE40A04CB}" type="slidenum">
              <a:rPr lang="zh-CN" altLang="en-US" smtClean="0"/>
              <a:pPr/>
              <a:t>46</a:t>
            </a:fld>
            <a:r>
              <a:rPr lang="zh-CN" altLang="en-US"/>
              <a:t> </a:t>
            </a:r>
            <a:r>
              <a:rPr lang="en-US" altLang="zh-CN"/>
              <a:t>/ </a:t>
            </a:r>
            <a:r>
              <a:rPr lang="zh-CN" altLang="en-US"/>
              <a:t>总页数</a:t>
            </a:r>
            <a:endParaRPr lang="zh-CN" altLang="en-US" dirty="0"/>
          </a:p>
        </p:txBody>
      </p:sp>
    </p:spTree>
    <p:extLst>
      <p:ext uri="{BB962C8B-B14F-4D97-AF65-F5344CB8AC3E}">
        <p14:creationId xmlns:p14="http://schemas.microsoft.com/office/powerpoint/2010/main" val="184409305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89B8C-E52D-85BC-42A3-7A1191BE9035}"/>
            </a:ext>
          </a:extLst>
        </p:cNvPr>
        <p:cNvGrpSpPr/>
        <p:nvPr/>
      </p:nvGrpSpPr>
      <p:grpSpPr>
        <a:xfrm>
          <a:off x="0" y="0"/>
          <a:ext cx="0" cy="0"/>
          <a:chOff x="0" y="0"/>
          <a:chExt cx="0" cy="0"/>
        </a:xfrm>
      </p:grpSpPr>
      <p:pic>
        <p:nvPicPr>
          <p:cNvPr id="9" name="图片 8">
            <a:extLst>
              <a:ext uri="{FF2B5EF4-FFF2-40B4-BE49-F238E27FC236}">
                <a16:creationId xmlns:a16="http://schemas.microsoft.com/office/drawing/2014/main" id="{C1F91D21-049B-270B-5EC0-FC17F64A63C9}"/>
              </a:ext>
            </a:extLst>
          </p:cNvPr>
          <p:cNvPicPr>
            <a:picLocks noChangeAspect="1"/>
          </p:cNvPicPr>
          <p:nvPr/>
        </p:nvPicPr>
        <p:blipFill rotWithShape="1">
          <a:blip r:embed="rId3">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 name="矩形 1">
            <a:extLst>
              <a:ext uri="{FF2B5EF4-FFF2-40B4-BE49-F238E27FC236}">
                <a16:creationId xmlns:a16="http://schemas.microsoft.com/office/drawing/2014/main" id="{2B7E103A-D667-F09B-6BC8-23E66DDD767B}"/>
              </a:ext>
            </a:extLst>
          </p:cNvPr>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 name="组合 2">
            <a:extLst>
              <a:ext uri="{FF2B5EF4-FFF2-40B4-BE49-F238E27FC236}">
                <a16:creationId xmlns:a16="http://schemas.microsoft.com/office/drawing/2014/main" id="{EDD462EA-D964-DF69-62E9-0D39E75F7014}"/>
              </a:ext>
            </a:extLst>
          </p:cNvPr>
          <p:cNvGrpSpPr/>
          <p:nvPr/>
        </p:nvGrpSpPr>
        <p:grpSpPr>
          <a:xfrm>
            <a:off x="138530" y="112811"/>
            <a:ext cx="2339976" cy="593132"/>
            <a:chOff x="1019925" y="1507763"/>
            <a:chExt cx="3997535" cy="593132"/>
          </a:xfrm>
        </p:grpSpPr>
        <p:sp>
          <p:nvSpPr>
            <p:cNvPr id="4" name="文本框 3">
              <a:extLst>
                <a:ext uri="{FF2B5EF4-FFF2-40B4-BE49-F238E27FC236}">
                  <a16:creationId xmlns:a16="http://schemas.microsoft.com/office/drawing/2014/main" id="{CC7FB2EB-7E2C-364B-1A5E-F125B631C8D0}"/>
                </a:ext>
              </a:extLst>
            </p:cNvPr>
            <p:cNvSpPr txBox="1"/>
            <p:nvPr/>
          </p:nvSpPr>
          <p:spPr>
            <a:xfrm>
              <a:off x="1700305" y="1507763"/>
              <a:ext cx="3317155" cy="523220"/>
            </a:xfrm>
            <a:prstGeom prst="rect">
              <a:avLst/>
            </a:prstGeom>
            <a:noFill/>
          </p:spPr>
          <p:txBody>
            <a:bodyPr vert="horz" wrap="square" rtlCol="0">
              <a:spAutoFit/>
            </a:bodyPr>
            <a:lstStyle/>
            <a:p>
              <a:pPr algn="dist"/>
              <a:r>
                <a:rPr lang="zh-CN" altLang="en-US" sz="2800" b="1" dirty="0">
                  <a:solidFill>
                    <a:schemeClr val="bg1"/>
                  </a:solidFill>
                  <a:latin typeface="Arial" panose="020B0604020202020204" pitchFamily="34" charset="0"/>
                  <a:ea typeface="微软雅黑" panose="020B0503020204020204" pitchFamily="34" charset="-122"/>
                </a:rPr>
                <a:t>讨论</a:t>
              </a:r>
            </a:p>
          </p:txBody>
        </p:sp>
        <p:pic>
          <p:nvPicPr>
            <p:cNvPr id="5" name="图片 4">
              <a:extLst>
                <a:ext uri="{FF2B5EF4-FFF2-40B4-BE49-F238E27FC236}">
                  <a16:creationId xmlns:a16="http://schemas.microsoft.com/office/drawing/2014/main" id="{F7189143-9CCB-4261-6B17-6F52DED070B8}"/>
                </a:ext>
              </a:extLst>
            </p:cNvPr>
            <p:cNvPicPr>
              <a:picLocks noChangeAspect="1"/>
            </p:cNvPicPr>
            <p:nvPr/>
          </p:nvPicPr>
          <p:blipFill rotWithShape="1">
            <a:blip r:embed="rId4" cstate="print">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sp>
        <p:nvSpPr>
          <p:cNvPr id="11" name="文本框 10">
            <a:extLst>
              <a:ext uri="{FF2B5EF4-FFF2-40B4-BE49-F238E27FC236}">
                <a16:creationId xmlns:a16="http://schemas.microsoft.com/office/drawing/2014/main" id="{53A0C5B3-DD9D-C553-B7A3-462053D68A00}"/>
              </a:ext>
            </a:extLst>
          </p:cNvPr>
          <p:cNvSpPr txBox="1"/>
          <p:nvPr/>
        </p:nvSpPr>
        <p:spPr>
          <a:xfrm>
            <a:off x="501004" y="1001812"/>
            <a:ext cx="2974340" cy="369332"/>
          </a:xfrm>
          <a:prstGeom prst="rect">
            <a:avLst/>
          </a:prstGeom>
          <a:noFill/>
        </p:spPr>
        <p:txBody>
          <a:bodyPr wrap="square" lIns="0" tIns="0" rIns="0" bIns="0" rtlCol="0">
            <a:spAutoFit/>
          </a:bodyPr>
          <a:lstStyle/>
          <a:p>
            <a:r>
              <a:rPr lang="zh-CN" altLang="en-US" sz="2400" b="1" dirty="0">
                <a:solidFill>
                  <a:schemeClr val="accent1"/>
                </a:solidFill>
                <a:latin typeface="Arial" panose="020B0604020202020204" pitchFamily="34" charset="0"/>
                <a:ea typeface="微软雅黑" panose="020B0503020204020204" pitchFamily="34" charset="-122"/>
              </a:rPr>
              <a:t>模型选型依据</a:t>
            </a:r>
          </a:p>
        </p:txBody>
      </p:sp>
      <p:sp>
        <p:nvSpPr>
          <p:cNvPr id="62" name="矩形 61">
            <a:extLst>
              <a:ext uri="{FF2B5EF4-FFF2-40B4-BE49-F238E27FC236}">
                <a16:creationId xmlns:a16="http://schemas.microsoft.com/office/drawing/2014/main" id="{B33892B6-3A8D-C9E6-8C48-50C26C7FFB1C}"/>
              </a:ext>
            </a:extLst>
          </p:cNvPr>
          <p:cNvSpPr/>
          <p:nvPr/>
        </p:nvSpPr>
        <p:spPr>
          <a:xfrm>
            <a:off x="0" y="6553271"/>
            <a:ext cx="12192000" cy="3112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36" name="图片 35">
            <a:extLst>
              <a:ext uri="{FF2B5EF4-FFF2-40B4-BE49-F238E27FC236}">
                <a16:creationId xmlns:a16="http://schemas.microsoft.com/office/drawing/2014/main" id="{8552C0DD-3B91-F807-3AEC-DC3E874D06A9}"/>
              </a:ext>
            </a:extLst>
          </p:cNvPr>
          <p:cNvPicPr>
            <a:picLocks noChangeAspect="1"/>
          </p:cNvPicPr>
          <p:nvPr/>
        </p:nvPicPr>
        <p:blipFill rotWithShape="1">
          <a:blip r:embed="rId5"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pic>
        <p:nvPicPr>
          <p:cNvPr id="14" name="图片 13" descr="图表, 条形图&#10;&#10;AI 生成的内容可能不正确。">
            <a:extLst>
              <a:ext uri="{FF2B5EF4-FFF2-40B4-BE49-F238E27FC236}">
                <a16:creationId xmlns:a16="http://schemas.microsoft.com/office/drawing/2014/main" id="{A643B587-CFF0-0B43-4736-3E08190756EB}"/>
              </a:ext>
            </a:extLst>
          </p:cNvPr>
          <p:cNvPicPr>
            <a:picLocks noChangeAspect="1"/>
          </p:cNvPicPr>
          <p:nvPr/>
        </p:nvPicPr>
        <p:blipFill>
          <a:blip r:embed="rId6"/>
          <a:stretch>
            <a:fillRect/>
          </a:stretch>
        </p:blipFill>
        <p:spPr>
          <a:xfrm>
            <a:off x="269480" y="1550664"/>
            <a:ext cx="6624091" cy="2838648"/>
          </a:xfrm>
          <a:prstGeom prst="rect">
            <a:avLst/>
          </a:prstGeom>
        </p:spPr>
      </p:pic>
      <p:sp>
        <p:nvSpPr>
          <p:cNvPr id="15" name="矩形 14">
            <a:extLst>
              <a:ext uri="{FF2B5EF4-FFF2-40B4-BE49-F238E27FC236}">
                <a16:creationId xmlns:a16="http://schemas.microsoft.com/office/drawing/2014/main" id="{0440F7D7-3D58-8E07-3DF4-1CE5BAEC313B}"/>
              </a:ext>
            </a:extLst>
          </p:cNvPr>
          <p:cNvSpPr/>
          <p:nvPr/>
        </p:nvSpPr>
        <p:spPr>
          <a:xfrm>
            <a:off x="1024298" y="2265871"/>
            <a:ext cx="1540623" cy="2053087"/>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a:extLst>
              <a:ext uri="{FF2B5EF4-FFF2-40B4-BE49-F238E27FC236}">
                <a16:creationId xmlns:a16="http://schemas.microsoft.com/office/drawing/2014/main" id="{F7E8C762-FE11-6109-01CC-93B0DD5C4ACA}"/>
              </a:ext>
            </a:extLst>
          </p:cNvPr>
          <p:cNvSpPr txBox="1"/>
          <p:nvPr/>
        </p:nvSpPr>
        <p:spPr>
          <a:xfrm>
            <a:off x="2386641" y="5025191"/>
            <a:ext cx="9957215" cy="830997"/>
          </a:xfrm>
          <a:prstGeom prst="rect">
            <a:avLst/>
          </a:prstGeom>
          <a:noFill/>
        </p:spPr>
        <p:txBody>
          <a:bodyPr wrap="square">
            <a:spAutoFit/>
          </a:bodyPr>
          <a:lstStyle/>
          <a:p>
            <a:pPr marL="342900" indent="-342900">
              <a:buFont typeface="Arial" panose="020B0604020202020204" pitchFamily="34" charset="0"/>
              <a:buChar char="•"/>
            </a:pPr>
            <a:r>
              <a:rPr lang="zh-CN" altLang="en-US" sz="2400" dirty="0"/>
              <a:t>证明</a:t>
            </a:r>
            <a:r>
              <a:rPr lang="en-US" altLang="zh-CN" sz="2400" dirty="0"/>
              <a:t>:</a:t>
            </a:r>
            <a:r>
              <a:rPr lang="zh-CN" altLang="en-US" sz="2400" dirty="0"/>
              <a:t>对低分辨率声谱图，</a:t>
            </a:r>
            <a:r>
              <a:rPr lang="en-US" altLang="zh-CN" sz="2400" dirty="0"/>
              <a:t>CNN </a:t>
            </a:r>
            <a:r>
              <a:rPr lang="zh-CN" altLang="en-US" sz="2400" dirty="0"/>
              <a:t>效果更好且计算量更低</a:t>
            </a:r>
            <a:endParaRPr lang="en-US" altLang="zh-CN" sz="2400" dirty="0"/>
          </a:p>
          <a:p>
            <a:r>
              <a:rPr lang="en-US" altLang="zh-CN" sz="2400" dirty="0"/>
              <a:t>	</a:t>
            </a:r>
            <a:r>
              <a:rPr lang="zh-CN" altLang="en-US" sz="2400" dirty="0"/>
              <a:t>其中</a:t>
            </a:r>
            <a:r>
              <a:rPr lang="en-US" altLang="zh-CN" sz="2400" b="1" dirty="0" err="1">
                <a:latin typeface="+mj-ea"/>
                <a:ea typeface="+mj-ea"/>
              </a:rPr>
              <a:t>ResNet</a:t>
            </a:r>
            <a:r>
              <a:rPr lang="zh-CN" altLang="en-US" sz="2400" dirty="0">
                <a:latin typeface="+mj-ea"/>
                <a:ea typeface="+mj-ea"/>
              </a:rPr>
              <a:t>表现</a:t>
            </a:r>
            <a:r>
              <a:rPr lang="zh-CN" altLang="en-US" sz="2400" b="1" dirty="0">
                <a:latin typeface="+mj-ea"/>
                <a:ea typeface="+mj-ea"/>
              </a:rPr>
              <a:t>最优</a:t>
            </a:r>
            <a:endParaRPr lang="zh-CN" altLang="en-US" sz="2400" b="1" dirty="0">
              <a:solidFill>
                <a:schemeClr val="accent2"/>
              </a:solidFill>
              <a:latin typeface="+mj-ea"/>
              <a:ea typeface="+mj-ea"/>
            </a:endParaRPr>
          </a:p>
        </p:txBody>
      </p:sp>
      <p:grpSp>
        <p:nvGrpSpPr>
          <p:cNvPr id="30" name="组合 29">
            <a:extLst>
              <a:ext uri="{FF2B5EF4-FFF2-40B4-BE49-F238E27FC236}">
                <a16:creationId xmlns:a16="http://schemas.microsoft.com/office/drawing/2014/main" id="{4D16C4CA-E7ED-F083-F4C0-15E999A23AFB}"/>
              </a:ext>
            </a:extLst>
          </p:cNvPr>
          <p:cNvGrpSpPr/>
          <p:nvPr/>
        </p:nvGrpSpPr>
        <p:grpSpPr>
          <a:xfrm>
            <a:off x="7053568" y="1794592"/>
            <a:ext cx="4790463" cy="2385952"/>
            <a:chOff x="7145079" y="2101850"/>
            <a:chExt cx="4883728" cy="2939363"/>
          </a:xfrm>
        </p:grpSpPr>
        <p:grpSp>
          <p:nvGrpSpPr>
            <p:cNvPr id="31" name="组合 30">
              <a:extLst>
                <a:ext uri="{FF2B5EF4-FFF2-40B4-BE49-F238E27FC236}">
                  <a16:creationId xmlns:a16="http://schemas.microsoft.com/office/drawing/2014/main" id="{9C5555E2-1D76-7BAE-853C-9EFD8264F946}"/>
                </a:ext>
              </a:extLst>
            </p:cNvPr>
            <p:cNvGrpSpPr/>
            <p:nvPr/>
          </p:nvGrpSpPr>
          <p:grpSpPr>
            <a:xfrm>
              <a:off x="7145079" y="2101850"/>
              <a:ext cx="4883728" cy="2939363"/>
              <a:chOff x="501004" y="2607012"/>
              <a:chExt cx="7467783" cy="3622222"/>
            </a:xfrm>
          </p:grpSpPr>
          <p:grpSp>
            <p:nvGrpSpPr>
              <p:cNvPr id="33" name="组合 32">
                <a:extLst>
                  <a:ext uri="{FF2B5EF4-FFF2-40B4-BE49-F238E27FC236}">
                    <a16:creationId xmlns:a16="http://schemas.microsoft.com/office/drawing/2014/main" id="{934AC030-5B3A-E086-79D7-0872161555FF}"/>
                  </a:ext>
                </a:extLst>
              </p:cNvPr>
              <p:cNvGrpSpPr/>
              <p:nvPr/>
            </p:nvGrpSpPr>
            <p:grpSpPr>
              <a:xfrm>
                <a:off x="501004" y="2607012"/>
                <a:ext cx="7467783" cy="3622222"/>
                <a:chOff x="3714383" y="3805172"/>
                <a:chExt cx="4763233" cy="2310389"/>
              </a:xfrm>
            </p:grpSpPr>
            <p:sp>
              <p:nvSpPr>
                <p:cNvPr id="35" name="矩形: 圆角 34">
                  <a:extLst>
                    <a:ext uri="{FF2B5EF4-FFF2-40B4-BE49-F238E27FC236}">
                      <a16:creationId xmlns:a16="http://schemas.microsoft.com/office/drawing/2014/main" id="{C6E2852A-57CF-B62E-5EC2-FB859BA17C58}"/>
                    </a:ext>
                  </a:extLst>
                </p:cNvPr>
                <p:cNvSpPr/>
                <p:nvPr/>
              </p:nvSpPr>
              <p:spPr>
                <a:xfrm>
                  <a:off x="3714383" y="3890164"/>
                  <a:ext cx="4763233" cy="2225397"/>
                </a:xfrm>
                <a:prstGeom prst="roundRect">
                  <a:avLst>
                    <a:gd name="adj" fmla="val 10405"/>
                  </a:avLst>
                </a:prstGeom>
                <a:solidFill>
                  <a:srgbClr val="E2EBE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矩形: 圆顶角 37">
                  <a:extLst>
                    <a:ext uri="{FF2B5EF4-FFF2-40B4-BE49-F238E27FC236}">
                      <a16:creationId xmlns:a16="http://schemas.microsoft.com/office/drawing/2014/main" id="{3D2F7502-588C-E743-D25A-CFF8C877C2F0}"/>
                    </a:ext>
                  </a:extLst>
                </p:cNvPr>
                <p:cNvSpPr/>
                <p:nvPr/>
              </p:nvSpPr>
              <p:spPr>
                <a:xfrm>
                  <a:off x="3714383" y="3805172"/>
                  <a:ext cx="4763233" cy="525203"/>
                </a:xfrm>
                <a:prstGeom prst="round2SameRect">
                  <a:avLst>
                    <a:gd name="adj1" fmla="val 45261"/>
                    <a:gd name="adj2" fmla="val 0"/>
                  </a:avLst>
                </a:prstGeom>
                <a:solidFill>
                  <a:srgbClr val="950041"/>
                </a:solidFill>
              </p:spPr>
              <p:style>
                <a:lnRef idx="2">
                  <a:schemeClr val="accent1">
                    <a:shade val="15000"/>
                  </a:schemeClr>
                </a:lnRef>
                <a:fillRef idx="1">
                  <a:schemeClr val="accent1"/>
                </a:fillRef>
                <a:effectRef idx="0">
                  <a:schemeClr val="accent1"/>
                </a:effectRef>
                <a:fontRef idx="minor">
                  <a:schemeClr val="lt1"/>
                </a:fontRef>
              </p:style>
              <p:txBody>
                <a:bodyPr lIns="90000" rtlCol="0" anchor="ctr"/>
                <a:lstStyle/>
                <a:p>
                  <a:r>
                    <a:rPr lang="zh-CN" altLang="en-US" sz="2000" dirty="0">
                      <a:latin typeface="+mj-ea"/>
                      <a:ea typeface="+mj-ea"/>
                    </a:rPr>
                    <a:t>模型对比</a:t>
                  </a:r>
                  <a:endParaRPr lang="en-US" altLang="zh-CN" sz="2000" dirty="0">
                    <a:latin typeface="+mj-ea"/>
                    <a:ea typeface="+mj-ea"/>
                  </a:endParaRPr>
                </a:p>
              </p:txBody>
            </p:sp>
          </p:grpSp>
          <p:sp>
            <p:nvSpPr>
              <p:cNvPr id="34" name="文本框 33">
                <a:extLst>
                  <a:ext uri="{FF2B5EF4-FFF2-40B4-BE49-F238E27FC236}">
                    <a16:creationId xmlns:a16="http://schemas.microsoft.com/office/drawing/2014/main" id="{145935FC-635D-687F-7267-8DB40EFB30C2}"/>
                  </a:ext>
                </a:extLst>
              </p:cNvPr>
              <p:cNvSpPr txBox="1"/>
              <p:nvPr/>
            </p:nvSpPr>
            <p:spPr>
              <a:xfrm>
                <a:off x="501004" y="3353236"/>
                <a:ext cx="7238939" cy="493062"/>
              </a:xfrm>
              <a:prstGeom prst="rect">
                <a:avLst/>
              </a:prstGeom>
              <a:noFill/>
            </p:spPr>
            <p:txBody>
              <a:bodyPr wrap="square">
                <a:spAutoFit/>
              </a:bodyPr>
              <a:lstStyle/>
              <a:p>
                <a:endParaRPr lang="en-US" altLang="zh-CN" sz="2000" b="1" dirty="0"/>
              </a:p>
            </p:txBody>
          </p:sp>
        </p:grpSp>
        <p:sp>
          <p:nvSpPr>
            <p:cNvPr id="32" name="文本框 31">
              <a:extLst>
                <a:ext uri="{FF2B5EF4-FFF2-40B4-BE49-F238E27FC236}">
                  <a16:creationId xmlns:a16="http://schemas.microsoft.com/office/drawing/2014/main" id="{D3214DCB-BC59-5686-8A2E-39F85C8E9724}"/>
                </a:ext>
              </a:extLst>
            </p:cNvPr>
            <p:cNvSpPr txBox="1"/>
            <p:nvPr/>
          </p:nvSpPr>
          <p:spPr>
            <a:xfrm>
              <a:off x="7243699" y="2813119"/>
              <a:ext cx="4402938" cy="2161234"/>
            </a:xfrm>
            <a:prstGeom prst="rect">
              <a:avLst/>
            </a:prstGeom>
            <a:noFill/>
          </p:spPr>
          <p:txBody>
            <a:bodyPr wrap="square">
              <a:spAutoFit/>
            </a:bodyPr>
            <a:lstStyle/>
            <a:p>
              <a:pPr marL="285750" indent="-285750">
                <a:buFont typeface="Arial" panose="020B0604020202020204" pitchFamily="34" charset="0"/>
                <a:buChar char="•"/>
              </a:pPr>
              <a:r>
                <a:rPr lang="en-US" altLang="zh-CN" b="1" dirty="0"/>
                <a:t>ResNet18:</a:t>
              </a:r>
              <a:r>
                <a:rPr lang="en-US" altLang="zh-CN" dirty="0"/>
                <a:t> 13.99mm</a:t>
              </a:r>
              <a:r>
                <a:rPr lang="en-US" altLang="zh-CN" b="1" dirty="0"/>
                <a:t>(</a:t>
              </a:r>
              <a:r>
                <a:rPr lang="zh-CN" altLang="en-US" b="1" dirty="0"/>
                <a:t>最优</a:t>
              </a:r>
              <a:r>
                <a:rPr lang="en-US" altLang="zh-CN" b="1" dirty="0"/>
                <a:t>)</a:t>
              </a:r>
            </a:p>
            <a:p>
              <a:pPr marL="285750" indent="-285750">
                <a:buFont typeface="Arial" panose="020B0604020202020204" pitchFamily="34" charset="0"/>
                <a:buChar char="•"/>
              </a:pPr>
              <a:endParaRPr lang="en-US" altLang="zh-CN" b="1" dirty="0"/>
            </a:p>
            <a:p>
              <a:pPr marL="285750" indent="-285750">
                <a:buFont typeface="Arial" panose="020B0604020202020204" pitchFamily="34" charset="0"/>
                <a:buChar char="•"/>
              </a:pPr>
              <a:r>
                <a:rPr lang="en-US" altLang="zh-CN" b="1" dirty="0"/>
                <a:t>Transformer:</a:t>
              </a:r>
              <a:r>
                <a:rPr lang="en-US" altLang="zh-CN" dirty="0"/>
                <a:t> 16.75mm (</a:t>
              </a:r>
              <a:r>
                <a:rPr lang="zh-CN" altLang="en-US" dirty="0"/>
                <a:t>过拟合，且计算量大</a:t>
              </a:r>
              <a:r>
                <a:rPr lang="en-US" altLang="zh-CN" dirty="0"/>
                <a:t>)</a:t>
              </a:r>
            </a:p>
            <a:p>
              <a:pPr marL="285750" indent="-285750">
                <a:buFont typeface="Arial" panose="020B0604020202020204" pitchFamily="34" charset="0"/>
                <a:buChar char="•"/>
              </a:pPr>
              <a:endParaRPr lang="en-US" altLang="zh-CN" dirty="0"/>
            </a:p>
            <a:p>
              <a:pPr marL="285750" indent="-285750">
                <a:buFont typeface="Arial" panose="020B0604020202020204" pitchFamily="34" charset="0"/>
                <a:buChar char="•"/>
              </a:pPr>
              <a:r>
                <a:rPr lang="en-US" altLang="zh-CN" b="1" dirty="0"/>
                <a:t>Simple CNN:</a:t>
              </a:r>
              <a:r>
                <a:rPr lang="en-US" altLang="zh-CN" dirty="0"/>
                <a:t> </a:t>
              </a:r>
              <a:r>
                <a:rPr lang="zh-CN" altLang="en-US" dirty="0"/>
                <a:t>泛化能力较弱</a:t>
              </a:r>
            </a:p>
          </p:txBody>
        </p:sp>
      </p:grpSp>
      <p:sp>
        <p:nvSpPr>
          <p:cNvPr id="8" name="灯片编号占位符 7">
            <a:extLst>
              <a:ext uri="{FF2B5EF4-FFF2-40B4-BE49-F238E27FC236}">
                <a16:creationId xmlns:a16="http://schemas.microsoft.com/office/drawing/2014/main" id="{42A00024-4503-481C-F289-84EBF469A79B}"/>
              </a:ext>
            </a:extLst>
          </p:cNvPr>
          <p:cNvSpPr>
            <a:spLocks noGrp="1"/>
          </p:cNvSpPr>
          <p:nvPr>
            <p:ph type="sldNum" sz="quarter" idx="4"/>
          </p:nvPr>
        </p:nvSpPr>
        <p:spPr/>
        <p:txBody>
          <a:bodyPr/>
          <a:lstStyle/>
          <a:p>
            <a:fld id="{7A48417F-7526-485E-AE3C-3E2AE40A04CB}" type="slidenum">
              <a:rPr lang="zh-CN" altLang="en-US" smtClean="0"/>
              <a:pPr/>
              <a:t>47</a:t>
            </a:fld>
            <a:r>
              <a:rPr lang="zh-CN" altLang="en-US"/>
              <a:t> </a:t>
            </a:r>
            <a:r>
              <a:rPr lang="en-US" altLang="zh-CN"/>
              <a:t>/ </a:t>
            </a:r>
            <a:r>
              <a:rPr lang="zh-CN" altLang="en-US"/>
              <a:t>总页数</a:t>
            </a:r>
            <a:endParaRPr lang="zh-CN" altLang="en-US" dirty="0"/>
          </a:p>
        </p:txBody>
      </p:sp>
    </p:spTree>
    <p:extLst>
      <p:ext uri="{BB962C8B-B14F-4D97-AF65-F5344CB8AC3E}">
        <p14:creationId xmlns:p14="http://schemas.microsoft.com/office/powerpoint/2010/main" val="408333436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9CCBFD-696A-F79A-51BD-89249827199C}"/>
            </a:ext>
          </a:extLst>
        </p:cNvPr>
        <p:cNvGrpSpPr/>
        <p:nvPr/>
      </p:nvGrpSpPr>
      <p:grpSpPr>
        <a:xfrm>
          <a:off x="0" y="0"/>
          <a:ext cx="0" cy="0"/>
          <a:chOff x="0" y="0"/>
          <a:chExt cx="0" cy="0"/>
        </a:xfrm>
      </p:grpSpPr>
      <p:sp>
        <p:nvSpPr>
          <p:cNvPr id="16" name="矩形: 圆角 15">
            <a:extLst>
              <a:ext uri="{FF2B5EF4-FFF2-40B4-BE49-F238E27FC236}">
                <a16:creationId xmlns:a16="http://schemas.microsoft.com/office/drawing/2014/main" id="{1959B48F-078E-422F-8F96-AD7FD6B866BD}"/>
              </a:ext>
            </a:extLst>
          </p:cNvPr>
          <p:cNvSpPr/>
          <p:nvPr/>
        </p:nvSpPr>
        <p:spPr>
          <a:xfrm>
            <a:off x="517338" y="5655737"/>
            <a:ext cx="11203607" cy="644605"/>
          </a:xfrm>
          <a:prstGeom prst="roundRect">
            <a:avLst>
              <a:gd name="adj" fmla="val 10405"/>
            </a:avLst>
          </a:prstGeom>
          <a:solidFill>
            <a:srgbClr val="E2EBE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9" name="图片 8">
            <a:extLst>
              <a:ext uri="{FF2B5EF4-FFF2-40B4-BE49-F238E27FC236}">
                <a16:creationId xmlns:a16="http://schemas.microsoft.com/office/drawing/2014/main" id="{00FE1156-A621-A236-1149-B77E68B30B1D}"/>
              </a:ext>
            </a:extLst>
          </p:cNvPr>
          <p:cNvPicPr>
            <a:picLocks noChangeAspect="1"/>
          </p:cNvPicPr>
          <p:nvPr/>
        </p:nvPicPr>
        <p:blipFill rotWithShape="1">
          <a:blip r:embed="rId2">
            <a:extLst>
              <a:ext uri="{28A0092B-C50C-407E-A947-70E740481C1C}">
                <a14:useLocalDpi xmlns:a14="http://schemas.microsoft.com/office/drawing/2010/main" val="0"/>
              </a:ext>
            </a:extLst>
          </a:blip>
          <a:srcRect t="22598" b="67780"/>
          <a:stretch>
            <a:fillRect/>
          </a:stretch>
        </p:blipFill>
        <p:spPr>
          <a:xfrm>
            <a:off x="0" y="7620"/>
            <a:ext cx="12192000" cy="814672"/>
          </a:xfrm>
          <a:prstGeom prst="rect">
            <a:avLst/>
          </a:prstGeom>
        </p:spPr>
      </p:pic>
      <p:sp>
        <p:nvSpPr>
          <p:cNvPr id="2" name="矩形 1">
            <a:extLst>
              <a:ext uri="{FF2B5EF4-FFF2-40B4-BE49-F238E27FC236}">
                <a16:creationId xmlns:a16="http://schemas.microsoft.com/office/drawing/2014/main" id="{8949D22B-1BE7-436A-DFC9-07783C5DCA73}"/>
              </a:ext>
            </a:extLst>
          </p:cNvPr>
          <p:cNvSpPr/>
          <p:nvPr/>
        </p:nvSpPr>
        <p:spPr>
          <a:xfrm>
            <a:off x="0" y="-10808"/>
            <a:ext cx="12192000" cy="829381"/>
          </a:xfrm>
          <a:prstGeom prst="rect">
            <a:avLst/>
          </a:prstGeom>
          <a:solidFill>
            <a:schemeClr val="accent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 name="组合 2">
            <a:extLst>
              <a:ext uri="{FF2B5EF4-FFF2-40B4-BE49-F238E27FC236}">
                <a16:creationId xmlns:a16="http://schemas.microsoft.com/office/drawing/2014/main" id="{A24B0395-8DEC-2026-8E1B-FA5732548D1A}"/>
              </a:ext>
            </a:extLst>
          </p:cNvPr>
          <p:cNvGrpSpPr/>
          <p:nvPr/>
        </p:nvGrpSpPr>
        <p:grpSpPr>
          <a:xfrm>
            <a:off x="138529" y="112811"/>
            <a:ext cx="2652797" cy="593132"/>
            <a:chOff x="1019925" y="1507763"/>
            <a:chExt cx="3509593" cy="593132"/>
          </a:xfrm>
        </p:grpSpPr>
        <p:sp>
          <p:nvSpPr>
            <p:cNvPr id="4" name="文本框 3">
              <a:extLst>
                <a:ext uri="{FF2B5EF4-FFF2-40B4-BE49-F238E27FC236}">
                  <a16:creationId xmlns:a16="http://schemas.microsoft.com/office/drawing/2014/main" id="{F999EAA9-BA00-4DC6-E528-739B30C7BDC2}"/>
                </a:ext>
              </a:extLst>
            </p:cNvPr>
            <p:cNvSpPr txBox="1"/>
            <p:nvPr/>
          </p:nvSpPr>
          <p:spPr>
            <a:xfrm>
              <a:off x="1700306" y="1507763"/>
              <a:ext cx="2829212" cy="523220"/>
            </a:xfrm>
            <a:prstGeom prst="rect">
              <a:avLst/>
            </a:prstGeom>
            <a:noFill/>
          </p:spPr>
          <p:txBody>
            <a:bodyPr vert="horz" wrap="square" rtlCol="0">
              <a:spAutoFit/>
            </a:bodyPr>
            <a:lstStyle/>
            <a:p>
              <a:pPr algn="dist"/>
              <a:r>
                <a:rPr lang="zh-CN" altLang="en-US" sz="2800" b="1" dirty="0">
                  <a:solidFill>
                    <a:schemeClr val="bg1"/>
                  </a:solidFill>
                  <a:latin typeface="Arial" panose="020B0604020202020204" pitchFamily="34" charset="0"/>
                  <a:ea typeface="微软雅黑" panose="020B0503020204020204" pitchFamily="34" charset="-122"/>
                </a:rPr>
                <a:t>讨论</a:t>
              </a:r>
            </a:p>
          </p:txBody>
        </p:sp>
        <p:pic>
          <p:nvPicPr>
            <p:cNvPr id="5" name="图片 4">
              <a:extLst>
                <a:ext uri="{FF2B5EF4-FFF2-40B4-BE49-F238E27FC236}">
                  <a16:creationId xmlns:a16="http://schemas.microsoft.com/office/drawing/2014/main" id="{A8287587-8F4A-DBB8-A72A-A4C17F852567}"/>
                </a:ext>
              </a:extLst>
            </p:cNvPr>
            <p:cNvPicPr>
              <a:picLocks noChangeAspect="1"/>
            </p:cNvPicPr>
            <p:nvPr/>
          </p:nvPicPr>
          <p:blipFill rotWithShape="1">
            <a:blip r:embed="rId3" cstate="print">
              <a:biLevel thresh="25000"/>
              <a:extLst>
                <a:ext uri="{28A0092B-C50C-407E-A947-70E740481C1C}">
                  <a14:useLocalDpi xmlns:a14="http://schemas.microsoft.com/office/drawing/2010/main" val="0"/>
                </a:ext>
              </a:extLst>
            </a:blip>
            <a:srcRect l="33369" t="21333" r="33139" b="58431"/>
            <a:stretch>
              <a:fillRect/>
            </a:stretch>
          </p:blipFill>
          <p:spPr>
            <a:xfrm>
              <a:off x="1019925" y="1511482"/>
              <a:ext cx="724951" cy="589413"/>
            </a:xfrm>
            <a:prstGeom prst="rect">
              <a:avLst/>
            </a:prstGeom>
          </p:spPr>
        </p:pic>
      </p:grpSp>
      <p:sp>
        <p:nvSpPr>
          <p:cNvPr id="11" name="文本框 10">
            <a:extLst>
              <a:ext uri="{FF2B5EF4-FFF2-40B4-BE49-F238E27FC236}">
                <a16:creationId xmlns:a16="http://schemas.microsoft.com/office/drawing/2014/main" id="{EE0BEA8B-F9CC-1BE3-2740-C9E22DC91EF2}"/>
              </a:ext>
            </a:extLst>
          </p:cNvPr>
          <p:cNvSpPr txBox="1"/>
          <p:nvPr/>
        </p:nvSpPr>
        <p:spPr>
          <a:xfrm>
            <a:off x="517338" y="1078937"/>
            <a:ext cx="3311712" cy="738664"/>
          </a:xfrm>
          <a:prstGeom prst="rect">
            <a:avLst/>
          </a:prstGeom>
          <a:noFill/>
        </p:spPr>
        <p:txBody>
          <a:bodyPr wrap="square" lIns="0" tIns="0" rIns="0" bIns="0" rtlCol="0">
            <a:spAutoFit/>
          </a:bodyPr>
          <a:lstStyle/>
          <a:p>
            <a:r>
              <a:rPr lang="zh-CN" altLang="en-US" sz="2400" b="1" dirty="0">
                <a:solidFill>
                  <a:schemeClr val="accent1"/>
                </a:solidFill>
                <a:latin typeface="Arial" panose="020B0604020202020204" pitchFamily="34" charset="0"/>
                <a:ea typeface="微软雅黑" panose="020B0503020204020204" pitchFamily="34" charset="-122"/>
              </a:rPr>
              <a:t>硬件与物理局限</a:t>
            </a:r>
          </a:p>
          <a:p>
            <a:endParaRPr lang="zh-CN" altLang="en-US" sz="2400" b="1" dirty="0">
              <a:solidFill>
                <a:schemeClr val="accent1"/>
              </a:solidFill>
              <a:latin typeface="Arial" panose="020B0604020202020204" pitchFamily="34" charset="0"/>
              <a:ea typeface="微软雅黑" panose="020B0503020204020204" pitchFamily="34" charset="-122"/>
            </a:endParaRPr>
          </a:p>
        </p:txBody>
      </p:sp>
      <p:sp>
        <p:nvSpPr>
          <p:cNvPr id="62" name="矩形 61">
            <a:extLst>
              <a:ext uri="{FF2B5EF4-FFF2-40B4-BE49-F238E27FC236}">
                <a16:creationId xmlns:a16="http://schemas.microsoft.com/office/drawing/2014/main" id="{E52CE004-2E90-77F1-1B31-BC16876B0425}"/>
              </a:ext>
            </a:extLst>
          </p:cNvPr>
          <p:cNvSpPr/>
          <p:nvPr/>
        </p:nvSpPr>
        <p:spPr>
          <a:xfrm>
            <a:off x="0" y="6553271"/>
            <a:ext cx="12192000" cy="3112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36" name="图片 35">
            <a:extLst>
              <a:ext uri="{FF2B5EF4-FFF2-40B4-BE49-F238E27FC236}">
                <a16:creationId xmlns:a16="http://schemas.microsoft.com/office/drawing/2014/main" id="{57398D55-7D27-8222-E046-E1462E39FCAC}"/>
              </a:ext>
            </a:extLst>
          </p:cNvPr>
          <p:cNvPicPr>
            <a:picLocks noChangeAspect="1"/>
          </p:cNvPicPr>
          <p:nvPr/>
        </p:nvPicPr>
        <p:blipFill rotWithShape="1">
          <a:blip r:embed="rId4" cstate="print">
            <a:lum bright="70000" contrast="-70000"/>
            <a:extLst>
              <a:ext uri="{28A0092B-C50C-407E-A947-70E740481C1C}">
                <a14:useLocalDpi xmlns:a14="http://schemas.microsoft.com/office/drawing/2010/main" val="0"/>
              </a:ext>
            </a:extLst>
          </a:blip>
          <a:srcRect l="-150" r="2331"/>
          <a:stretch>
            <a:fillRect/>
          </a:stretch>
        </p:blipFill>
        <p:spPr>
          <a:xfrm>
            <a:off x="10041127" y="112811"/>
            <a:ext cx="1789487" cy="524257"/>
          </a:xfrm>
          <a:prstGeom prst="rect">
            <a:avLst/>
          </a:prstGeom>
        </p:spPr>
      </p:pic>
      <p:pic>
        <p:nvPicPr>
          <p:cNvPr id="6" name="图片 5" descr="日历&#10;&#10;AI 生成的内容可能不正确。">
            <a:extLst>
              <a:ext uri="{FF2B5EF4-FFF2-40B4-BE49-F238E27FC236}">
                <a16:creationId xmlns:a16="http://schemas.microsoft.com/office/drawing/2014/main" id="{88EDDA29-58A2-30BF-C04A-2574CFF03D8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20497" y="2018884"/>
            <a:ext cx="5687167" cy="3145463"/>
          </a:xfrm>
          <a:prstGeom prst="rect">
            <a:avLst/>
          </a:prstGeom>
        </p:spPr>
      </p:pic>
      <p:sp>
        <p:nvSpPr>
          <p:cNvPr id="8" name="文本框 7">
            <a:extLst>
              <a:ext uri="{FF2B5EF4-FFF2-40B4-BE49-F238E27FC236}">
                <a16:creationId xmlns:a16="http://schemas.microsoft.com/office/drawing/2014/main" id="{76F4E7A5-B405-8263-BD91-C2B036BA24C0}"/>
              </a:ext>
            </a:extLst>
          </p:cNvPr>
          <p:cNvSpPr txBox="1"/>
          <p:nvPr/>
        </p:nvSpPr>
        <p:spPr>
          <a:xfrm>
            <a:off x="7263044" y="1078937"/>
            <a:ext cx="3311712" cy="369332"/>
          </a:xfrm>
          <a:prstGeom prst="rect">
            <a:avLst/>
          </a:prstGeom>
          <a:noFill/>
        </p:spPr>
        <p:txBody>
          <a:bodyPr wrap="square" lIns="0" tIns="0" rIns="0" bIns="0" rtlCol="0">
            <a:spAutoFit/>
          </a:bodyPr>
          <a:lstStyle/>
          <a:p>
            <a:r>
              <a:rPr lang="zh-CN" altLang="en-US" sz="2400" b="1" dirty="0">
                <a:solidFill>
                  <a:schemeClr val="accent1"/>
                </a:solidFill>
                <a:latin typeface="Arial" panose="020B0604020202020204" pitchFamily="34" charset="0"/>
                <a:ea typeface="微软雅黑" panose="020B0503020204020204" pitchFamily="34" charset="-122"/>
              </a:rPr>
              <a:t>未来展望</a:t>
            </a:r>
          </a:p>
        </p:txBody>
      </p:sp>
      <p:pic>
        <p:nvPicPr>
          <p:cNvPr id="10" name="图片 9" descr="图示&#10;&#10;AI 生成的内容可能不正确。">
            <a:extLst>
              <a:ext uri="{FF2B5EF4-FFF2-40B4-BE49-F238E27FC236}">
                <a16:creationId xmlns:a16="http://schemas.microsoft.com/office/drawing/2014/main" id="{E14F325D-DF7E-9522-BBDF-CCBEDE8317A9}"/>
              </a:ext>
            </a:extLst>
          </p:cNvPr>
          <p:cNvPicPr>
            <a:picLocks/>
          </p:cNvPicPr>
          <p:nvPr/>
        </p:nvPicPr>
        <p:blipFill>
          <a:blip r:embed="rId6"/>
          <a:srcRect l="-610" t="12359"/>
          <a:stretch>
            <a:fillRect/>
          </a:stretch>
        </p:blipFill>
        <p:spPr>
          <a:xfrm>
            <a:off x="6184338" y="2207497"/>
            <a:ext cx="5739419" cy="2747513"/>
          </a:xfrm>
          <a:prstGeom prst="rect">
            <a:avLst/>
          </a:prstGeom>
        </p:spPr>
      </p:pic>
      <p:sp>
        <p:nvSpPr>
          <p:cNvPr id="14" name="灯片编号占位符 13">
            <a:extLst>
              <a:ext uri="{FF2B5EF4-FFF2-40B4-BE49-F238E27FC236}">
                <a16:creationId xmlns:a16="http://schemas.microsoft.com/office/drawing/2014/main" id="{7EFA211A-713F-9A64-B084-6E6B60A2A296}"/>
              </a:ext>
            </a:extLst>
          </p:cNvPr>
          <p:cNvSpPr>
            <a:spLocks noGrp="1"/>
          </p:cNvSpPr>
          <p:nvPr>
            <p:ph type="sldNum" sz="quarter" idx="4"/>
          </p:nvPr>
        </p:nvSpPr>
        <p:spPr/>
        <p:txBody>
          <a:bodyPr/>
          <a:lstStyle/>
          <a:p>
            <a:fld id="{7A48417F-7526-485E-AE3C-3E2AE40A04CB}" type="slidenum">
              <a:rPr lang="zh-CN" altLang="en-US" smtClean="0"/>
              <a:pPr/>
              <a:t>48</a:t>
            </a:fld>
            <a:r>
              <a:rPr lang="zh-CN" altLang="en-US"/>
              <a:t> </a:t>
            </a:r>
            <a:r>
              <a:rPr lang="en-US" altLang="zh-CN"/>
              <a:t>/ </a:t>
            </a:r>
            <a:r>
              <a:rPr lang="zh-CN" altLang="en-US"/>
              <a:t>总页数</a:t>
            </a:r>
            <a:endParaRPr lang="zh-CN" altLang="en-US" dirty="0"/>
          </a:p>
        </p:txBody>
      </p:sp>
      <p:sp>
        <p:nvSpPr>
          <p:cNvPr id="15" name="文本框 14">
            <a:extLst>
              <a:ext uri="{FF2B5EF4-FFF2-40B4-BE49-F238E27FC236}">
                <a16:creationId xmlns:a16="http://schemas.microsoft.com/office/drawing/2014/main" id="{807DF395-86FE-4725-B11D-94D496DB5081}"/>
              </a:ext>
            </a:extLst>
          </p:cNvPr>
          <p:cNvSpPr txBox="1"/>
          <p:nvPr/>
        </p:nvSpPr>
        <p:spPr>
          <a:xfrm>
            <a:off x="517338" y="5781169"/>
            <a:ext cx="11521663" cy="400110"/>
          </a:xfrm>
          <a:prstGeom prst="rect">
            <a:avLst/>
          </a:prstGeom>
          <a:noFill/>
        </p:spPr>
        <p:txBody>
          <a:bodyPr wrap="square">
            <a:spAutoFit/>
          </a:bodyPr>
          <a:lstStyle/>
          <a:p>
            <a:r>
              <a:rPr lang="zh-CN" altLang="en-US" sz="2000" b="1" dirty="0">
                <a:solidFill>
                  <a:srgbClr val="FF0000"/>
                </a:solidFill>
                <a:latin typeface="+mj-ea"/>
                <a:ea typeface="+mj-ea"/>
              </a:rPr>
              <a:t>首款</a:t>
            </a:r>
            <a:r>
              <a:rPr lang="zh-CN" altLang="en-US" b="1" dirty="0">
                <a:latin typeface="+mj-ea"/>
                <a:ea typeface="+mj-ea"/>
              </a:rPr>
              <a:t>基于</a:t>
            </a:r>
            <a:r>
              <a:rPr lang="zh-CN" altLang="en-US" sz="2000" b="1" i="0" dirty="0">
                <a:solidFill>
                  <a:srgbClr val="FF0000"/>
                </a:solidFill>
                <a:effectLst/>
                <a:latin typeface="+mj-ea"/>
                <a:ea typeface="+mj-ea"/>
              </a:rPr>
              <a:t>主动声学传感</a:t>
            </a:r>
            <a:r>
              <a:rPr lang="zh-CN" altLang="en-US" b="1" dirty="0">
                <a:latin typeface="+mj-ea"/>
                <a:ea typeface="+mj-ea"/>
              </a:rPr>
              <a:t>实现</a:t>
            </a:r>
            <a:r>
              <a:rPr lang="zh-CN" altLang="en-US" b="1" i="0" dirty="0">
                <a:effectLst/>
                <a:latin typeface="+mj-ea"/>
                <a:ea typeface="+mj-ea"/>
              </a:rPr>
              <a:t>连续手部姿态追踪 </a:t>
            </a:r>
            <a:r>
              <a:rPr lang="en-US" altLang="zh-CN" b="1" i="0" dirty="0">
                <a:effectLst/>
                <a:latin typeface="+mj-ea"/>
                <a:ea typeface="+mj-ea"/>
              </a:rPr>
              <a:t>+ </a:t>
            </a:r>
            <a:r>
              <a:rPr lang="zh-CN" altLang="en-US" b="1" i="0" dirty="0">
                <a:effectLst/>
                <a:latin typeface="+mj-ea"/>
                <a:ea typeface="+mj-ea"/>
              </a:rPr>
              <a:t>手势识别，且</a:t>
            </a:r>
            <a:r>
              <a:rPr lang="zh-CN" altLang="en-US" sz="2000" b="1" dirty="0">
                <a:solidFill>
                  <a:srgbClr val="FF0000"/>
                </a:solidFill>
                <a:latin typeface="+mj-ea"/>
                <a:ea typeface="+mj-ea"/>
              </a:rPr>
              <a:t>鲁棒性强、精度高、抗遮挡的单戒指系统</a:t>
            </a:r>
          </a:p>
        </p:txBody>
      </p:sp>
    </p:spTree>
    <p:extLst>
      <p:ext uri="{BB962C8B-B14F-4D97-AF65-F5344CB8AC3E}">
        <p14:creationId xmlns:p14="http://schemas.microsoft.com/office/powerpoint/2010/main" val="305016933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BD9DE700-2D97-4846-93F3-C9918CDAD418}"/>
              </a:ext>
            </a:extLst>
          </p:cNvPr>
          <p:cNvSpPr>
            <a:spLocks noGrp="1"/>
          </p:cNvSpPr>
          <p:nvPr>
            <p:ph type="sldNum" sz="quarter" idx="4"/>
          </p:nvPr>
        </p:nvSpPr>
        <p:spPr/>
        <p:txBody>
          <a:bodyPr/>
          <a:lstStyle/>
          <a:p>
            <a:fld id="{7A48417F-7526-485E-AE3C-3E2AE40A04CB}" type="slidenum">
              <a:rPr lang="zh-CN" altLang="en-US" smtClean="0"/>
              <a:pPr/>
              <a:t>49</a:t>
            </a:fld>
            <a:r>
              <a:rPr lang="zh-CN" altLang="en-US"/>
              <a:t> </a:t>
            </a:r>
            <a:r>
              <a:rPr lang="en-US" altLang="zh-CN"/>
              <a:t>/ </a:t>
            </a:r>
            <a:r>
              <a:rPr lang="zh-CN" altLang="en-US"/>
              <a:t>总页数</a:t>
            </a:r>
            <a:endParaRPr lang="zh-CN" altLang="en-US" dirty="0"/>
          </a:p>
        </p:txBody>
      </p:sp>
      <p:pic>
        <p:nvPicPr>
          <p:cNvPr id="3" name="图片 2">
            <a:extLst>
              <a:ext uri="{FF2B5EF4-FFF2-40B4-BE49-F238E27FC236}">
                <a16:creationId xmlns:a16="http://schemas.microsoft.com/office/drawing/2014/main" id="{13A91143-505F-49BB-A16B-6BACB5B761FE}"/>
              </a:ext>
            </a:extLst>
          </p:cNvPr>
          <p:cNvPicPr>
            <a:picLocks noChangeAspect="1"/>
          </p:cNvPicPr>
          <p:nvPr/>
        </p:nvPicPr>
        <p:blipFill rotWithShape="1">
          <a:blip r:embed="rId2">
            <a:extLst>
              <a:ext uri="{28A0092B-C50C-407E-A947-70E740481C1C}">
                <a14:useLocalDpi xmlns:a14="http://schemas.microsoft.com/office/drawing/2010/main" val="0"/>
              </a:ext>
            </a:extLst>
          </a:blip>
          <a:srcRect l="963" t="35665" r="427" b="26588"/>
          <a:stretch>
            <a:fillRect/>
          </a:stretch>
        </p:blipFill>
        <p:spPr>
          <a:xfrm>
            <a:off x="0" y="0"/>
            <a:ext cx="12192000" cy="3119108"/>
          </a:xfrm>
          <a:prstGeom prst="rect">
            <a:avLst/>
          </a:prstGeom>
        </p:spPr>
      </p:pic>
      <p:sp>
        <p:nvSpPr>
          <p:cNvPr id="4" name="矩形 3">
            <a:extLst>
              <a:ext uri="{FF2B5EF4-FFF2-40B4-BE49-F238E27FC236}">
                <a16:creationId xmlns:a16="http://schemas.microsoft.com/office/drawing/2014/main" id="{30494665-139A-4FBD-A92E-42503B4016F7}"/>
              </a:ext>
            </a:extLst>
          </p:cNvPr>
          <p:cNvSpPr/>
          <p:nvPr/>
        </p:nvSpPr>
        <p:spPr>
          <a:xfrm>
            <a:off x="0" y="-21221"/>
            <a:ext cx="12192000" cy="3119108"/>
          </a:xfrm>
          <a:prstGeom prst="rect">
            <a:avLst/>
          </a:prstGeom>
          <a:solidFill>
            <a:schemeClr val="accent1">
              <a:alpha val="7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4">
            <a:extLst>
              <a:ext uri="{FF2B5EF4-FFF2-40B4-BE49-F238E27FC236}">
                <a16:creationId xmlns:a16="http://schemas.microsoft.com/office/drawing/2014/main" id="{24002BAE-D345-4950-9DF9-EB73545FA6A0}"/>
              </a:ext>
            </a:extLst>
          </p:cNvPr>
          <p:cNvSpPr/>
          <p:nvPr/>
        </p:nvSpPr>
        <p:spPr>
          <a:xfrm>
            <a:off x="1435362" y="-252703"/>
            <a:ext cx="9321276" cy="3397261"/>
          </a:xfrm>
          <a:prstGeom prst="rect">
            <a:avLst/>
          </a:prstGeom>
          <a:blipFill dpi="0" rotWithShape="1">
            <a:blip r:embed="rId3">
              <a:alphaModFix amt="18000"/>
              <a:lum bright="70000" contrast="-7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201C4267-FAE8-4B67-B443-59FB39852BE8}"/>
              </a:ext>
            </a:extLst>
          </p:cNvPr>
          <p:cNvSpPr txBox="1"/>
          <p:nvPr/>
        </p:nvSpPr>
        <p:spPr>
          <a:xfrm>
            <a:off x="2685340" y="3923815"/>
            <a:ext cx="6510724" cy="1200329"/>
          </a:xfrm>
          <a:prstGeom prst="rect">
            <a:avLst/>
          </a:prstGeom>
          <a:noFill/>
        </p:spPr>
        <p:txBody>
          <a:bodyPr wrap="square" rtlCol="0">
            <a:spAutoFit/>
          </a:bodyPr>
          <a:lstStyle/>
          <a:p>
            <a:pPr algn="dist"/>
            <a:r>
              <a:rPr lang="zh-CN" altLang="en-US" sz="7200" b="1" dirty="0">
                <a:solidFill>
                  <a:schemeClr val="accent1">
                    <a:lumMod val="50000"/>
                  </a:schemeClr>
                </a:solidFill>
                <a:latin typeface="宋体" panose="02010600030101010101" pitchFamily="2" charset="-122"/>
                <a:ea typeface="宋体" panose="02010600030101010101" pitchFamily="2" charset="-122"/>
              </a:rPr>
              <a:t>谢谢观看</a:t>
            </a:r>
          </a:p>
        </p:txBody>
      </p:sp>
      <p:pic>
        <p:nvPicPr>
          <p:cNvPr id="7" name="图片 6">
            <a:extLst>
              <a:ext uri="{FF2B5EF4-FFF2-40B4-BE49-F238E27FC236}">
                <a16:creationId xmlns:a16="http://schemas.microsoft.com/office/drawing/2014/main" id="{A0BBC020-E0C5-4416-841D-768E79D4B31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14891" y="1787269"/>
            <a:ext cx="2162218" cy="2054575"/>
          </a:xfrm>
          <a:prstGeom prst="rect">
            <a:avLst/>
          </a:prstGeom>
          <a:effectLst>
            <a:outerShdw blurRad="292100" dist="25400" dir="5400000" algn="t" rotWithShape="0">
              <a:prstClr val="black">
                <a:alpha val="59000"/>
              </a:prstClr>
            </a:outerShdw>
          </a:effectLst>
        </p:spPr>
      </p:pic>
      <p:pic>
        <p:nvPicPr>
          <p:cNvPr id="13" name="图片 12">
            <a:extLst>
              <a:ext uri="{FF2B5EF4-FFF2-40B4-BE49-F238E27FC236}">
                <a16:creationId xmlns:a16="http://schemas.microsoft.com/office/drawing/2014/main" id="{8DDA3678-0D2C-4287-9022-74F127405128}"/>
              </a:ext>
            </a:extLst>
          </p:cNvPr>
          <p:cNvPicPr>
            <a:picLocks noChangeAspect="1"/>
          </p:cNvPicPr>
          <p:nvPr/>
        </p:nvPicPr>
        <p:blipFill rotWithShape="1">
          <a:blip r:embed="rId5" cstate="print">
            <a:duotone>
              <a:schemeClr val="accent1">
                <a:shade val="45000"/>
                <a:satMod val="135000"/>
              </a:schemeClr>
              <a:prstClr val="white"/>
            </a:duotone>
            <a:extLst>
              <a:ext uri="{28A0092B-C50C-407E-A947-70E740481C1C}">
                <a14:useLocalDpi xmlns:a14="http://schemas.microsoft.com/office/drawing/2010/main" val="0"/>
              </a:ext>
            </a:extLst>
          </a:blip>
          <a:srcRect l="33369" t="21333" r="33139" b="58431"/>
          <a:stretch>
            <a:fillRect/>
          </a:stretch>
        </p:blipFill>
        <p:spPr>
          <a:xfrm>
            <a:off x="-187128" y="3147964"/>
            <a:ext cx="1706880" cy="1387759"/>
          </a:xfrm>
          <a:prstGeom prst="rect">
            <a:avLst/>
          </a:prstGeom>
        </p:spPr>
      </p:pic>
      <p:pic>
        <p:nvPicPr>
          <p:cNvPr id="14" name="图片 13">
            <a:extLst>
              <a:ext uri="{FF2B5EF4-FFF2-40B4-BE49-F238E27FC236}">
                <a16:creationId xmlns:a16="http://schemas.microsoft.com/office/drawing/2014/main" id="{5A16B40F-4F4D-44E8-8AC4-8368872666BF}"/>
              </a:ext>
            </a:extLst>
          </p:cNvPr>
          <p:cNvPicPr>
            <a:picLocks noChangeAspect="1"/>
          </p:cNvPicPr>
          <p:nvPr/>
        </p:nvPicPr>
        <p:blipFill rotWithShape="1">
          <a:blip r:embed="rId5" cstate="print">
            <a:duotone>
              <a:schemeClr val="accent1">
                <a:shade val="45000"/>
                <a:satMod val="135000"/>
              </a:schemeClr>
              <a:prstClr val="white"/>
            </a:duotone>
            <a:extLst>
              <a:ext uri="{28A0092B-C50C-407E-A947-70E740481C1C}">
                <a14:useLocalDpi xmlns:a14="http://schemas.microsoft.com/office/drawing/2010/main" val="0"/>
              </a:ext>
            </a:extLst>
          </a:blip>
          <a:srcRect l="33369" t="21333" r="33139" b="58431"/>
          <a:stretch>
            <a:fillRect/>
          </a:stretch>
        </p:blipFill>
        <p:spPr>
          <a:xfrm flipH="1">
            <a:off x="10641768" y="3147964"/>
            <a:ext cx="1706880" cy="1387759"/>
          </a:xfrm>
          <a:prstGeom prst="rect">
            <a:avLst/>
          </a:prstGeom>
        </p:spPr>
      </p:pic>
      <p:sp>
        <p:nvSpPr>
          <p:cNvPr id="15" name="文本框 14">
            <a:extLst>
              <a:ext uri="{FF2B5EF4-FFF2-40B4-BE49-F238E27FC236}">
                <a16:creationId xmlns:a16="http://schemas.microsoft.com/office/drawing/2014/main" id="{4E031759-8A83-4D2F-A951-C9F270B5D442}"/>
              </a:ext>
            </a:extLst>
          </p:cNvPr>
          <p:cNvSpPr txBox="1"/>
          <p:nvPr/>
        </p:nvSpPr>
        <p:spPr>
          <a:xfrm>
            <a:off x="9055780" y="6158790"/>
            <a:ext cx="1956111" cy="369332"/>
          </a:xfrm>
          <a:prstGeom prst="rect">
            <a:avLst/>
          </a:prstGeom>
          <a:noFill/>
        </p:spPr>
        <p:txBody>
          <a:bodyPr wrap="square" rtlCol="0">
            <a:spAutoFit/>
          </a:bodyPr>
          <a:lstStyle/>
          <a:p>
            <a:r>
              <a:rPr lang="en-US" altLang="zh-CN" dirty="0">
                <a:solidFill>
                  <a:schemeClr val="bg1">
                    <a:lumMod val="50000"/>
                  </a:schemeClr>
                </a:solidFill>
                <a:latin typeface="Arial" panose="020B0604020202020204" pitchFamily="34" charset="0"/>
                <a:ea typeface="微软雅黑" panose="020B0503020204020204" pitchFamily="34" charset="-122"/>
              </a:rPr>
              <a:t>2025/12/12</a:t>
            </a:r>
            <a:endParaRPr lang="zh-CN" altLang="en-US" dirty="0">
              <a:solidFill>
                <a:schemeClr val="bg1">
                  <a:lumMod val="50000"/>
                </a:schemeClr>
              </a:solidFill>
              <a:latin typeface="Arial" panose="020B0604020202020204" pitchFamily="34" charset="0"/>
              <a:ea typeface="微软雅黑" panose="020B0503020204020204" pitchFamily="34" charset="-122"/>
            </a:endParaRPr>
          </a:p>
        </p:txBody>
      </p:sp>
      <p:sp>
        <p:nvSpPr>
          <p:cNvPr id="16" name="文本框 15">
            <a:extLst>
              <a:ext uri="{FF2B5EF4-FFF2-40B4-BE49-F238E27FC236}">
                <a16:creationId xmlns:a16="http://schemas.microsoft.com/office/drawing/2014/main" id="{F25B64A3-D9E4-4A3C-ADBF-81313D9B0E3C}"/>
              </a:ext>
            </a:extLst>
          </p:cNvPr>
          <p:cNvSpPr txBox="1"/>
          <p:nvPr/>
        </p:nvSpPr>
        <p:spPr>
          <a:xfrm>
            <a:off x="1320969" y="6161444"/>
            <a:ext cx="2557991" cy="369332"/>
          </a:xfrm>
          <a:prstGeom prst="rect">
            <a:avLst/>
          </a:prstGeom>
          <a:noFill/>
        </p:spPr>
        <p:txBody>
          <a:bodyPr wrap="square" rtlCol="0">
            <a:spAutoFit/>
          </a:bodyPr>
          <a:lstStyle>
            <a:defPPr>
              <a:defRPr lang="zh-CN"/>
            </a:defPPr>
            <a:lvl1pPr>
              <a:defRPr>
                <a:solidFill>
                  <a:schemeClr val="bg1">
                    <a:lumMod val="50000"/>
                  </a:schemeClr>
                </a:solidFill>
                <a:latin typeface="宋体" panose="02010600030101010101" pitchFamily="2" charset="-122"/>
                <a:ea typeface="宋体" panose="02010600030101010101" pitchFamily="2" charset="-122"/>
              </a:defRPr>
            </a:lvl1pPr>
          </a:lstStyle>
          <a:p>
            <a:r>
              <a:rPr lang="zh-CN" altLang="en-US" dirty="0">
                <a:latin typeface="Arial" panose="020B0604020202020204" pitchFamily="34" charset="0"/>
                <a:ea typeface="微软雅黑" panose="020B0503020204020204" pitchFamily="34" charset="-122"/>
              </a:rPr>
              <a:t>智能网络与计算</a:t>
            </a:r>
          </a:p>
        </p:txBody>
      </p:sp>
      <p:sp>
        <p:nvSpPr>
          <p:cNvPr id="17" name="文本框 16">
            <a:extLst>
              <a:ext uri="{FF2B5EF4-FFF2-40B4-BE49-F238E27FC236}">
                <a16:creationId xmlns:a16="http://schemas.microsoft.com/office/drawing/2014/main" id="{96BD37C3-CA01-4971-B5F4-23BE3D8A3883}"/>
              </a:ext>
            </a:extLst>
          </p:cNvPr>
          <p:cNvSpPr txBox="1"/>
          <p:nvPr/>
        </p:nvSpPr>
        <p:spPr>
          <a:xfrm>
            <a:off x="4116034" y="6108898"/>
            <a:ext cx="4072702" cy="461665"/>
          </a:xfrm>
          <a:prstGeom prst="rect">
            <a:avLst/>
          </a:prstGeom>
          <a:noFill/>
        </p:spPr>
        <p:txBody>
          <a:bodyPr wrap="square" rtlCol="0">
            <a:spAutoFit/>
          </a:bodyPr>
          <a:lstStyle/>
          <a:p>
            <a:r>
              <a:rPr lang="zh-CN" altLang="en-US" b="1" dirty="0">
                <a:latin typeface="Arial" panose="020B0604020202020204" pitchFamily="34" charset="0"/>
                <a:ea typeface="微软雅黑" panose="020B0503020204020204" pitchFamily="34" charset="-122"/>
              </a:rPr>
              <a:t>汇报人</a:t>
            </a:r>
            <a:r>
              <a:rPr lang="en-US" altLang="zh-CN" b="1" dirty="0">
                <a:latin typeface="Arial" panose="020B0604020202020204" pitchFamily="34" charset="0"/>
                <a:ea typeface="微软雅黑" panose="020B0503020204020204" pitchFamily="34" charset="-122"/>
              </a:rPr>
              <a:t>:</a:t>
            </a:r>
            <a:r>
              <a:rPr lang="zh-CN" altLang="en-US" sz="2400" b="1" dirty="0">
                <a:latin typeface="Arial" panose="020B0604020202020204" pitchFamily="34" charset="0"/>
                <a:ea typeface="微软雅黑" panose="020B0503020204020204" pitchFamily="34" charset="-122"/>
              </a:rPr>
              <a:t>王培鸿</a:t>
            </a:r>
            <a:r>
              <a:rPr lang="en-US" altLang="zh-CN" sz="2400" b="1" dirty="0">
                <a:latin typeface="Arial" panose="020B0604020202020204" pitchFamily="34" charset="0"/>
                <a:ea typeface="微软雅黑" panose="020B0503020204020204" pitchFamily="34" charset="-122"/>
              </a:rPr>
              <a:t>, </a:t>
            </a:r>
            <a:r>
              <a:rPr lang="zh-CN" altLang="en-US" sz="2400" b="1" dirty="0">
                <a:latin typeface="Arial" panose="020B0604020202020204" pitchFamily="34" charset="0"/>
                <a:ea typeface="微软雅黑" panose="020B0503020204020204" pitchFamily="34" charset="-122"/>
              </a:rPr>
              <a:t>李伟超</a:t>
            </a:r>
            <a:r>
              <a:rPr lang="en-US" altLang="zh-CN" sz="2400" b="1" dirty="0">
                <a:latin typeface="Arial" panose="020B0604020202020204" pitchFamily="34" charset="0"/>
                <a:ea typeface="微软雅黑" panose="020B0503020204020204" pitchFamily="34" charset="-122"/>
              </a:rPr>
              <a:t>, </a:t>
            </a:r>
            <a:r>
              <a:rPr lang="zh-CN" altLang="en-US" sz="2400" b="1" dirty="0">
                <a:latin typeface="Arial" panose="020B0604020202020204" pitchFamily="34" charset="0"/>
                <a:ea typeface="微软雅黑" panose="020B0503020204020204" pitchFamily="34" charset="-122"/>
              </a:rPr>
              <a:t>廖悦成</a:t>
            </a:r>
            <a:endParaRPr lang="zh-CN" altLang="en-US" b="1" dirty="0">
              <a:latin typeface="Arial" panose="020B0604020202020204" pitchFamily="34" charset="0"/>
              <a:ea typeface="微软雅黑" panose="020B0503020204020204" pitchFamily="34" charset="-122"/>
            </a:endParaRPr>
          </a:p>
        </p:txBody>
      </p:sp>
      <p:cxnSp>
        <p:nvCxnSpPr>
          <p:cNvPr id="18" name="直接连接符 17">
            <a:extLst>
              <a:ext uri="{FF2B5EF4-FFF2-40B4-BE49-F238E27FC236}">
                <a16:creationId xmlns:a16="http://schemas.microsoft.com/office/drawing/2014/main" id="{E86E0184-F4A4-497E-870A-D36490AEB2FA}"/>
              </a:ext>
            </a:extLst>
          </p:cNvPr>
          <p:cNvCxnSpPr/>
          <p:nvPr/>
        </p:nvCxnSpPr>
        <p:spPr>
          <a:xfrm>
            <a:off x="3635782" y="6158790"/>
            <a:ext cx="0" cy="411773"/>
          </a:xfrm>
          <a:prstGeom prst="line">
            <a:avLst/>
          </a:prstGeom>
          <a:ln w="22225"/>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4D4C8A03-F134-4D98-ABCF-FE6A8711E7B1}"/>
              </a:ext>
            </a:extLst>
          </p:cNvPr>
          <p:cNvCxnSpPr/>
          <p:nvPr/>
        </p:nvCxnSpPr>
        <p:spPr>
          <a:xfrm>
            <a:off x="8477750" y="6158790"/>
            <a:ext cx="0" cy="411773"/>
          </a:xfrm>
          <a:prstGeom prst="line">
            <a:avLst/>
          </a:prstGeom>
          <a:ln w="2222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47063975"/>
      </p:ext>
    </p:extLst>
  </p:cSld>
  <p:clrMapOvr>
    <a:masterClrMapping/>
  </p:clrMapOvr>
</p:sld>
</file>

<file path=ppt/theme/theme1.xml><?xml version="1.0" encoding="utf-8"?>
<a:theme xmlns:a="http://schemas.openxmlformats.org/drawingml/2006/main" name="Office 主题​​">
  <a:themeElements>
    <a:clrScheme name="自定义 10">
      <a:dk1>
        <a:sysClr val="windowText" lastClr="000000"/>
      </a:dk1>
      <a:lt1>
        <a:sysClr val="window" lastClr="FFFFFF"/>
      </a:lt1>
      <a:dk2>
        <a:srgbClr val="44546A"/>
      </a:dk2>
      <a:lt2>
        <a:srgbClr val="E7E6E6"/>
      </a:lt2>
      <a:accent1>
        <a:srgbClr val="950041"/>
      </a:accent1>
      <a:accent2>
        <a:srgbClr val="4A2739"/>
      </a:accent2>
      <a:accent3>
        <a:srgbClr val="81156C"/>
      </a:accent3>
      <a:accent4>
        <a:srgbClr val="500022"/>
      </a:accent4>
      <a:accent5>
        <a:srgbClr val="C490AA"/>
      </a:accent5>
      <a:accent6>
        <a:srgbClr val="70AD47"/>
      </a:accent6>
      <a:hlink>
        <a:srgbClr val="0563C1"/>
      </a:hlink>
      <a:folHlink>
        <a:srgbClr val="954F72"/>
      </a:folHlink>
    </a:clrScheme>
    <a:fontScheme name="常用模板">
      <a:majorFont>
        <a:latin typeface="Arial Black"/>
        <a:ea typeface="微软雅黑"/>
        <a:cs typeface=""/>
      </a:majorFont>
      <a:minorFont>
        <a:latin typeface="Arial"/>
        <a:ea typeface="微软雅黑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1080</TotalTime>
  <Words>4200</Words>
  <Application>Microsoft Office PowerPoint</Application>
  <PresentationFormat>宽屏</PresentationFormat>
  <Paragraphs>573</Paragraphs>
  <Slides>49</Slides>
  <Notes>17</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49</vt:i4>
      </vt:variant>
    </vt:vector>
  </HeadingPairs>
  <TitlesOfParts>
    <vt:vector size="59" baseType="lpstr">
      <vt:lpstr>Inherit</vt:lpstr>
      <vt:lpstr>Inter</vt:lpstr>
      <vt:lpstr>等线 Light</vt:lpstr>
      <vt:lpstr>宋体</vt:lpstr>
      <vt:lpstr>微软雅黑</vt:lpstr>
      <vt:lpstr>微软雅黑 Light</vt:lpstr>
      <vt:lpstr>Arial</vt:lpstr>
      <vt:lpstr>Arial Black</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suxia</dc:creator>
  <cp:lastModifiedBy>王锦鸿</cp:lastModifiedBy>
  <cp:revision>251</cp:revision>
  <dcterms:created xsi:type="dcterms:W3CDTF">2020-06-03T03:11:00Z</dcterms:created>
  <dcterms:modified xsi:type="dcterms:W3CDTF">2025-12-12T04:32:55Z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2052-11.1.0.9740</vt:lpwstr>
  </property>
</Properties>
</file>