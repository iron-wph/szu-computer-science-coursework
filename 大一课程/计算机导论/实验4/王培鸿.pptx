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3" ContentType="audio/mp3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61" r:id="rId6"/>
    <p:sldId id="260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AE718B-9658-42D3-908B-EB4A7C9712F9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7CA35C6E-7C46-4797-8A42-DCA022D7A78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A</a:t>
          </a:r>
          <a:r>
            <a:rPr lang="zh-CN" altLang="en-US">
              <a:sym typeface="+mn-ea"/>
            </a:rPr>
            <a:t>n performance art </a:t>
          </a:r>
          <a:r>
            <a:rPr lang="zh-CN" altLang="en-US"/>
            <a:t/>
          </a:r>
          <a:endParaRPr lang="zh-CN" altLang="en-US"/>
        </a:p>
      </dgm:t>
    </dgm:pt>
    <dgm:pt modelId="{FA4CC6AE-475B-4D5D-AEBF-E8621255EB5F}" cxnId="{DC86B017-6E23-4CB4-A2CB-B14BF5AFB8AD}" type="parTrans">
      <dgm:prSet/>
      <dgm:spPr/>
      <dgm:t>
        <a:bodyPr/>
        <a:p>
          <a:endParaRPr lang="zh-CN" altLang="en-US"/>
        </a:p>
      </dgm:t>
    </dgm:pt>
    <dgm:pt modelId="{B3E4CB04-4EAF-415F-BAB5-2E611B0CE1CF}" cxnId="{DC86B017-6E23-4CB4-A2CB-B14BF5AFB8AD}" type="sibTrans">
      <dgm:prSet/>
      <dgm:spPr/>
      <dgm:t>
        <a:bodyPr/>
        <a:p>
          <a:endParaRPr lang="zh-CN" altLang="en-US"/>
        </a:p>
      </dgm:t>
    </dgm:pt>
    <dgm:pt modelId="{9B3FCC69-D90A-4B8C-B14B-952F56CE35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R</a:t>
          </a:r>
          <a:r>
            <a:rPr lang="zh-CN" altLang="en-US">
              <a:sym typeface="+mn-ea"/>
            </a:rPr>
            <a:t>elease your stress </a:t>
          </a:r>
          <a:r>
            <a:rPr lang="en-US" altLang="zh-CN">
              <a:sym typeface="+mn-ea"/>
            </a:rPr>
            <a:t>d</a:t>
          </a:r>
          <a:r>
            <a:rPr lang="zh-CN" altLang="en-US">
              <a:sym typeface="+mn-ea"/>
            </a:rPr>
            <a:t>eeply</a:t>
          </a:r>
          <a:r>
            <a:rPr lang="zh-CN" altLang="en-US"/>
            <a:t/>
          </a:r>
          <a:endParaRPr lang="zh-CN" altLang="en-US"/>
        </a:p>
      </dgm:t>
    </dgm:pt>
    <dgm:pt modelId="{6566F408-C1BF-4823-B02A-D15F3569BA22}" cxnId="{8C1FA848-3F37-4AFB-81B4-A9E72FDFB921}" type="parTrans">
      <dgm:prSet/>
      <dgm:spPr/>
      <dgm:t>
        <a:bodyPr/>
        <a:p>
          <a:endParaRPr lang="zh-CN" altLang="en-US"/>
        </a:p>
      </dgm:t>
    </dgm:pt>
    <dgm:pt modelId="{21E16C35-FFFC-48AF-ACC9-821F23AE1333}" cxnId="{8C1FA848-3F37-4AFB-81B4-A9E72FDFB921}" type="sibTrans">
      <dgm:prSet/>
      <dgm:spPr/>
      <dgm:t>
        <a:bodyPr/>
        <a:p>
          <a:endParaRPr lang="zh-CN" altLang="en-US"/>
        </a:p>
      </dgm:t>
    </dgm:pt>
    <dgm:pt modelId="{7C7EB1EF-EE42-409B-9E0A-15115F48CFA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R</a:t>
          </a:r>
          <a:r>
            <a:rPr lang="zh-CN" altLang="en-US">
              <a:sym typeface="+mn-ea"/>
            </a:rPr>
            <a:t>ebuild your confidence well</a:t>
          </a:r>
          <a:r>
            <a:rPr lang="zh-CN" altLang="en-US"/>
            <a:t/>
          </a:r>
          <a:endParaRPr lang="zh-CN" altLang="en-US"/>
        </a:p>
      </dgm:t>
    </dgm:pt>
    <dgm:pt modelId="{C8D6C08E-C6E1-4309-8483-D779EC44C348}" cxnId="{ADD674BE-F312-4482-A939-6C30D36CDCEA}" type="parTrans">
      <dgm:prSet/>
      <dgm:spPr/>
      <dgm:t>
        <a:bodyPr/>
        <a:p>
          <a:endParaRPr lang="zh-CN" altLang="en-US"/>
        </a:p>
      </dgm:t>
    </dgm:pt>
    <dgm:pt modelId="{665D2D1D-86FC-45EB-A5D3-8A4C55326DA6}" cxnId="{ADD674BE-F312-4482-A939-6C30D36CDCEA}" type="sibTrans">
      <dgm:prSet/>
      <dgm:spPr/>
      <dgm:t>
        <a:bodyPr/>
        <a:p>
          <a:endParaRPr lang="zh-CN" altLang="en-US"/>
        </a:p>
      </dgm:t>
    </dgm:pt>
    <dgm:pt modelId="{9D8FDF43-5F22-4C58-95A6-F6FA2BC1C4FF}" type="pres">
      <dgm:prSet presAssocID="{EBAE718B-9658-42D3-908B-EB4A7C9712F9}" presName="linear" presStyleCnt="0">
        <dgm:presLayoutVars>
          <dgm:dir/>
          <dgm:resizeHandles val="exact"/>
        </dgm:presLayoutVars>
      </dgm:prSet>
      <dgm:spPr/>
    </dgm:pt>
    <dgm:pt modelId="{90F28F1B-BFCA-4AA0-91E0-00F817812988}" type="pres">
      <dgm:prSet presAssocID="{7CA35C6E-7C46-4797-8A42-DCA022D7A785}" presName="comp" presStyleCnt="0"/>
      <dgm:spPr/>
    </dgm:pt>
    <dgm:pt modelId="{59E8ACA1-F6CD-4305-8E84-F80CD676165B}" type="pres">
      <dgm:prSet presAssocID="{7CA35C6E-7C46-4797-8A42-DCA022D7A785}" presName="box" presStyleLbl="node1" presStyleIdx="0" presStyleCnt="3"/>
      <dgm:spPr/>
    </dgm:pt>
    <dgm:pt modelId="{7D3926AE-D279-4284-8D3C-73162E8460EB}" type="pres">
      <dgm:prSet presAssocID="{7CA35C6E-7C46-4797-8A42-DCA022D7A785}" presName="img" presStyleLbl="fgImgPlace1" presStyleIdx="0" presStyleCnt="3"/>
      <dgm:spPr/>
    </dgm:pt>
    <dgm:pt modelId="{F9ED24FD-8912-4203-85DC-387A30A0B443}" type="pres">
      <dgm:prSet presAssocID="{7CA35C6E-7C46-4797-8A42-DCA022D7A785}" presName="text" presStyleCnt="0">
        <dgm:presLayoutVars>
          <dgm:bulletEnabled val="1"/>
        </dgm:presLayoutVars>
      </dgm:prSet>
      <dgm:spPr/>
    </dgm:pt>
    <dgm:pt modelId="{EA370BF9-61F4-4BBE-9D45-1C3713175010}" type="pres">
      <dgm:prSet presAssocID="{B3E4CB04-4EAF-415F-BAB5-2E611B0CE1CF}" presName="spacer" presStyleCnt="0"/>
      <dgm:spPr/>
    </dgm:pt>
    <dgm:pt modelId="{40FC0718-56A6-4FC8-AF46-C62CEBD47C6E}" type="pres">
      <dgm:prSet presAssocID="{9B3FCC69-D90A-4B8C-B14B-952F56CE3593}" presName="comp" presStyleCnt="0"/>
      <dgm:spPr/>
    </dgm:pt>
    <dgm:pt modelId="{D7042EFD-CCE5-4CA8-A3F3-419686917197}" type="pres">
      <dgm:prSet presAssocID="{9B3FCC69-D90A-4B8C-B14B-952F56CE3593}" presName="box" presStyleLbl="node1" presStyleIdx="1" presStyleCnt="3"/>
      <dgm:spPr/>
    </dgm:pt>
    <dgm:pt modelId="{496928D0-279A-404C-9494-F9AEFF1DA841}" type="pres">
      <dgm:prSet presAssocID="{9B3FCC69-D90A-4B8C-B14B-952F56CE3593}" presName="img" presStyleLbl="fgImgPlace1" presStyleIdx="1" presStyleCnt="3"/>
      <dgm:spPr/>
    </dgm:pt>
    <dgm:pt modelId="{6BC3DDFE-6E6C-4FDD-A060-90502780408B}" type="pres">
      <dgm:prSet presAssocID="{9B3FCC69-D90A-4B8C-B14B-952F56CE3593}" presName="text" presStyleCnt="0">
        <dgm:presLayoutVars>
          <dgm:bulletEnabled val="1"/>
        </dgm:presLayoutVars>
      </dgm:prSet>
      <dgm:spPr/>
    </dgm:pt>
    <dgm:pt modelId="{2A907511-2512-4DF3-8654-94AEE97BEABE}" type="pres">
      <dgm:prSet presAssocID="{21E16C35-FFFC-48AF-ACC9-821F23AE1333}" presName="spacer" presStyleCnt="0"/>
      <dgm:spPr/>
    </dgm:pt>
    <dgm:pt modelId="{C7C37455-B6E1-4A17-9E8F-A863B96D9EC5}" type="pres">
      <dgm:prSet presAssocID="{7C7EB1EF-EE42-409B-9E0A-15115F48CFAF}" presName="comp" presStyleCnt="0"/>
      <dgm:spPr/>
    </dgm:pt>
    <dgm:pt modelId="{F7325B12-B68A-4A84-8ED8-D4B790DBB36E}" type="pres">
      <dgm:prSet presAssocID="{7C7EB1EF-EE42-409B-9E0A-15115F48CFAF}" presName="box" presStyleLbl="node1" presStyleIdx="2" presStyleCnt="3"/>
      <dgm:spPr/>
    </dgm:pt>
    <dgm:pt modelId="{6E1FFB89-BF20-43BD-ACE3-941E30684381}" type="pres">
      <dgm:prSet presAssocID="{7C7EB1EF-EE42-409B-9E0A-15115F48CFAF}" presName="img" presStyleLbl="fgImgPlace1" presStyleIdx="2" presStyleCnt="3"/>
      <dgm:spPr/>
    </dgm:pt>
    <dgm:pt modelId="{F69C9C61-A40B-4B2E-B8E2-B1A4181B3902}" type="pres">
      <dgm:prSet presAssocID="{7C7EB1EF-EE42-409B-9E0A-15115F48CFAF}" presName="text" presStyleCnt="0">
        <dgm:presLayoutVars>
          <dgm:bulletEnabled val="1"/>
        </dgm:presLayoutVars>
      </dgm:prSet>
      <dgm:spPr/>
    </dgm:pt>
  </dgm:ptLst>
  <dgm:cxnLst>
    <dgm:cxn modelId="{DC86B017-6E23-4CB4-A2CB-B14BF5AFB8AD}" srcId="{EBAE718B-9658-42D3-908B-EB4A7C9712F9}" destId="{7CA35C6E-7C46-4797-8A42-DCA022D7A785}" srcOrd="0" destOrd="0" parTransId="{FA4CC6AE-475B-4D5D-AEBF-E8621255EB5F}" sibTransId="{B3E4CB04-4EAF-415F-BAB5-2E611B0CE1CF}"/>
    <dgm:cxn modelId="{8C1FA848-3F37-4AFB-81B4-A9E72FDFB921}" srcId="{EBAE718B-9658-42D3-908B-EB4A7C9712F9}" destId="{9B3FCC69-D90A-4B8C-B14B-952F56CE3593}" srcOrd="1" destOrd="0" parTransId="{6566F408-C1BF-4823-B02A-D15F3569BA22}" sibTransId="{21E16C35-FFFC-48AF-ACC9-821F23AE1333}"/>
    <dgm:cxn modelId="{ADD674BE-F312-4482-A939-6C30D36CDCEA}" srcId="{EBAE718B-9658-42D3-908B-EB4A7C9712F9}" destId="{7C7EB1EF-EE42-409B-9E0A-15115F48CFAF}" srcOrd="2" destOrd="0" parTransId="{C8D6C08E-C6E1-4309-8483-D779EC44C348}" sibTransId="{665D2D1D-86FC-45EB-A5D3-8A4C55326DA6}"/>
    <dgm:cxn modelId="{0010F8F8-6E63-492C-932E-535132A48523}" type="presOf" srcId="{EBAE718B-9658-42D3-908B-EB4A7C9712F9}" destId="{9D8FDF43-5F22-4C58-95A6-F6FA2BC1C4FF}" srcOrd="0" destOrd="0" presId="urn:microsoft.com/office/officeart/2005/8/layout/vList4"/>
    <dgm:cxn modelId="{03D76FEE-155E-4AFE-8AC4-95BAA99FDE6A}" type="presParOf" srcId="{9D8FDF43-5F22-4C58-95A6-F6FA2BC1C4FF}" destId="{90F28F1B-BFCA-4AA0-91E0-00F817812988}" srcOrd="0" destOrd="0" presId="urn:microsoft.com/office/officeart/2005/8/layout/vList4"/>
    <dgm:cxn modelId="{EAEE64F2-7ED9-4296-8B93-76670707DE90}" type="presParOf" srcId="{90F28F1B-BFCA-4AA0-91E0-00F817812988}" destId="{59E8ACA1-F6CD-4305-8E84-F80CD676165B}" srcOrd="0" destOrd="0" presId="urn:microsoft.com/office/officeart/2005/8/layout/vList4"/>
    <dgm:cxn modelId="{C107B6E5-36A9-4A0A-B483-67C396B41980}" type="presOf" srcId="{7CA35C6E-7C46-4797-8A42-DCA022D7A785}" destId="{59E8ACA1-F6CD-4305-8E84-F80CD676165B}" srcOrd="0" destOrd="0" presId="urn:microsoft.com/office/officeart/2005/8/layout/vList4"/>
    <dgm:cxn modelId="{4F6C3981-8C43-47C9-AE9D-F456296970B9}" type="presParOf" srcId="{90F28F1B-BFCA-4AA0-91E0-00F817812988}" destId="{7D3926AE-D279-4284-8D3C-73162E8460EB}" srcOrd="1" destOrd="0" presId="urn:microsoft.com/office/officeart/2005/8/layout/vList4"/>
    <dgm:cxn modelId="{0A205465-0A00-4DD9-961D-0A181FD173B3}" type="presParOf" srcId="{90F28F1B-BFCA-4AA0-91E0-00F817812988}" destId="{F9ED24FD-8912-4203-85DC-387A30A0B443}" srcOrd="2" destOrd="0" presId="urn:microsoft.com/office/officeart/2005/8/layout/vList4"/>
    <dgm:cxn modelId="{36AED39A-C3B1-4B66-AF17-F57E7CBE87D2}" type="presOf" srcId="{7CA35C6E-7C46-4797-8A42-DCA022D7A785}" destId="{F9ED24FD-8912-4203-85DC-387A30A0B443}" srcOrd="1" destOrd="0" presId="urn:microsoft.com/office/officeart/2005/8/layout/vList4"/>
    <dgm:cxn modelId="{77E84FC3-3CE8-4DE5-B119-C0FF6EDC4C37}" type="presParOf" srcId="{9D8FDF43-5F22-4C58-95A6-F6FA2BC1C4FF}" destId="{EA370BF9-61F4-4BBE-9D45-1C3713175010}" srcOrd="1" destOrd="0" presId="urn:microsoft.com/office/officeart/2005/8/layout/vList4"/>
    <dgm:cxn modelId="{E38F72DE-2825-40ED-8290-70C0A6B3BB04}" type="presOf" srcId="{B3E4CB04-4EAF-415F-BAB5-2E611B0CE1CF}" destId="{EA370BF9-61F4-4BBE-9D45-1C3713175010}" srcOrd="0" destOrd="0" presId="urn:microsoft.com/office/officeart/2005/8/layout/vList4"/>
    <dgm:cxn modelId="{AE427B99-7488-4B37-8BF1-1C0F458FEFDB}" type="presParOf" srcId="{9D8FDF43-5F22-4C58-95A6-F6FA2BC1C4FF}" destId="{40FC0718-56A6-4FC8-AF46-C62CEBD47C6E}" srcOrd="2" destOrd="0" presId="urn:microsoft.com/office/officeart/2005/8/layout/vList4"/>
    <dgm:cxn modelId="{B4B1CCEE-952B-4074-A4BF-E54A90D8931C}" type="presParOf" srcId="{40FC0718-56A6-4FC8-AF46-C62CEBD47C6E}" destId="{D7042EFD-CCE5-4CA8-A3F3-419686917197}" srcOrd="0" destOrd="2" presId="urn:microsoft.com/office/officeart/2005/8/layout/vList4"/>
    <dgm:cxn modelId="{DE0F8AB4-A350-4CF7-8754-978421F0FFAC}" type="presOf" srcId="{9B3FCC69-D90A-4B8C-B14B-952F56CE3593}" destId="{D7042EFD-CCE5-4CA8-A3F3-419686917197}" srcOrd="0" destOrd="0" presId="urn:microsoft.com/office/officeart/2005/8/layout/vList4"/>
    <dgm:cxn modelId="{3AC0B289-9EC1-4BD3-8EBA-0C985D8AA033}" type="presParOf" srcId="{40FC0718-56A6-4FC8-AF46-C62CEBD47C6E}" destId="{496928D0-279A-404C-9494-F9AEFF1DA841}" srcOrd="1" destOrd="2" presId="urn:microsoft.com/office/officeart/2005/8/layout/vList4"/>
    <dgm:cxn modelId="{4BFE60EB-BE99-4055-BBEF-047AB15AC879}" type="presParOf" srcId="{40FC0718-56A6-4FC8-AF46-C62CEBD47C6E}" destId="{6BC3DDFE-6E6C-4FDD-A060-90502780408B}" srcOrd="2" destOrd="2" presId="urn:microsoft.com/office/officeart/2005/8/layout/vList4"/>
    <dgm:cxn modelId="{AEAA4EB5-BE1A-4F01-96DA-B569A3290E2F}" type="presOf" srcId="{9B3FCC69-D90A-4B8C-B14B-952F56CE3593}" destId="{6BC3DDFE-6E6C-4FDD-A060-90502780408B}" srcOrd="1" destOrd="0" presId="urn:microsoft.com/office/officeart/2005/8/layout/vList4"/>
    <dgm:cxn modelId="{340EACA3-3272-4D90-B4E6-1B487568E5F8}" type="presParOf" srcId="{9D8FDF43-5F22-4C58-95A6-F6FA2BC1C4FF}" destId="{2A907511-2512-4DF3-8654-94AEE97BEABE}" srcOrd="3" destOrd="0" presId="urn:microsoft.com/office/officeart/2005/8/layout/vList4"/>
    <dgm:cxn modelId="{8E62A679-23E1-44EC-AE4F-3F150A4C2E8B}" type="presOf" srcId="{21E16C35-FFFC-48AF-ACC9-821F23AE1333}" destId="{2A907511-2512-4DF3-8654-94AEE97BEABE}" srcOrd="0" destOrd="0" presId="urn:microsoft.com/office/officeart/2005/8/layout/vList4"/>
    <dgm:cxn modelId="{17EAC7D1-7832-4F75-8657-77127E2CAE43}" type="presParOf" srcId="{9D8FDF43-5F22-4C58-95A6-F6FA2BC1C4FF}" destId="{C7C37455-B6E1-4A17-9E8F-A863B96D9EC5}" srcOrd="4" destOrd="0" presId="urn:microsoft.com/office/officeart/2005/8/layout/vList4"/>
    <dgm:cxn modelId="{08F88CBC-7C9D-4BFF-921A-FA335CEEFE0E}" type="presParOf" srcId="{C7C37455-B6E1-4A17-9E8F-A863B96D9EC5}" destId="{F7325B12-B68A-4A84-8ED8-D4B790DBB36E}" srcOrd="0" destOrd="4" presId="urn:microsoft.com/office/officeart/2005/8/layout/vList4"/>
    <dgm:cxn modelId="{3CA72C7F-CCFB-46ED-A433-A85CF16247A8}" type="presOf" srcId="{7C7EB1EF-EE42-409B-9E0A-15115F48CFAF}" destId="{F7325B12-B68A-4A84-8ED8-D4B790DBB36E}" srcOrd="0" destOrd="0" presId="urn:microsoft.com/office/officeart/2005/8/layout/vList4"/>
    <dgm:cxn modelId="{DAA752C3-87BF-41A6-B13F-E26E4150B620}" type="presParOf" srcId="{C7C37455-B6E1-4A17-9E8F-A863B96D9EC5}" destId="{6E1FFB89-BF20-43BD-ACE3-941E30684381}" srcOrd="1" destOrd="4" presId="urn:microsoft.com/office/officeart/2005/8/layout/vList4"/>
    <dgm:cxn modelId="{D04A96DF-C125-4096-A404-A5374B4D67FB}" type="presParOf" srcId="{C7C37455-B6E1-4A17-9E8F-A863B96D9EC5}" destId="{F69C9C61-A40B-4B2E-B8E2-B1A4181B3902}" srcOrd="2" destOrd="4" presId="urn:microsoft.com/office/officeart/2005/8/layout/vList4"/>
    <dgm:cxn modelId="{9D78C916-812E-482B-B93E-8F180AFDDE9C}" type="presOf" srcId="{7C7EB1EF-EE42-409B-9E0A-15115F48CFAF}" destId="{F69C9C61-A40B-4B2E-B8E2-B1A4181B3902}" srcOrd="1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4312285"/>
        <a:chOff x="0" y="0"/>
        <a:chExt cx="8128000" cy="4312285"/>
      </a:xfrm>
    </dsp:grpSpPr>
    <dsp:sp modelId="{59E8ACA1-F6CD-4305-8E84-F80CD676165B}">
      <dsp:nvSpPr>
        <dsp:cNvPr id="3" name="圆角矩形 2"/>
        <dsp:cNvSpPr/>
      </dsp:nvSpPr>
      <dsp:spPr bwMode="white">
        <a:xfrm>
          <a:off x="0" y="0"/>
          <a:ext cx="8128000" cy="134758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A</a:t>
          </a:r>
          <a:r>
            <a:rPr lang="zh-CN" altLang="en-US">
              <a:sym typeface="+mn-ea"/>
            </a:rPr>
            <a:t>n performance art </a:t>
          </a:r>
          <a:endParaRPr lang="zh-CN" altLang="en-US"/>
        </a:p>
      </dsp:txBody>
      <dsp:txXfrm>
        <a:off x="0" y="0"/>
        <a:ext cx="8128000" cy="1347589"/>
      </dsp:txXfrm>
    </dsp:sp>
    <dsp:sp modelId="{D7042EFD-CCE5-4CA8-A3F3-419686917197}">
      <dsp:nvSpPr>
        <dsp:cNvPr id="5" name="圆角矩形 4"/>
        <dsp:cNvSpPr/>
      </dsp:nvSpPr>
      <dsp:spPr bwMode="white">
        <a:xfrm>
          <a:off x="0" y="1482348"/>
          <a:ext cx="8128000" cy="134758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R</a:t>
          </a:r>
          <a:r>
            <a:rPr lang="zh-CN" altLang="en-US">
              <a:sym typeface="+mn-ea"/>
            </a:rPr>
            <a:t>elease your stress </a:t>
          </a:r>
          <a:r>
            <a:rPr lang="en-US" altLang="zh-CN">
              <a:sym typeface="+mn-ea"/>
            </a:rPr>
            <a:t>d</a:t>
          </a:r>
          <a:r>
            <a:rPr lang="zh-CN" altLang="en-US">
              <a:sym typeface="+mn-ea"/>
            </a:rPr>
            <a:t>eeply</a:t>
          </a:r>
          <a:endParaRPr lang="zh-CN" altLang="en-US"/>
        </a:p>
      </dsp:txBody>
      <dsp:txXfrm>
        <a:off x="0" y="1482348"/>
        <a:ext cx="8128000" cy="1347589"/>
      </dsp:txXfrm>
    </dsp:sp>
    <dsp:sp modelId="{F7325B12-B68A-4A84-8ED8-D4B790DBB36E}">
      <dsp:nvSpPr>
        <dsp:cNvPr id="9" name="圆角矩形 8"/>
        <dsp:cNvSpPr/>
      </dsp:nvSpPr>
      <dsp:spPr bwMode="white">
        <a:xfrm>
          <a:off x="0" y="2964696"/>
          <a:ext cx="8128000" cy="134758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>
              <a:sym typeface="+mn-ea"/>
            </a:rPr>
            <a:t>R</a:t>
          </a:r>
          <a:r>
            <a:rPr lang="zh-CN" altLang="en-US">
              <a:sym typeface="+mn-ea"/>
            </a:rPr>
            <a:t>ebuild your confidence well</a:t>
          </a:r>
          <a:endParaRPr lang="zh-CN" altLang="en-US"/>
        </a:p>
      </dsp:txBody>
      <dsp:txXfrm>
        <a:off x="0" y="2964696"/>
        <a:ext cx="8128000" cy="1347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王培鸿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2dbc29da7d9d704038ffbe6303819734d5c8635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33805" cy="13500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GIF"/><Relationship Id="rId3" Type="http://schemas.openxmlformats.org/officeDocument/2006/relationships/image" Target="../media/image2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7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microsoft.com/office/2007/relationships/media" Target="../media/media2.mp4"/><Relationship Id="rId3" Type="http://schemas.openxmlformats.org/officeDocument/2006/relationships/video" Target="../media/media2.mp4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篮球</a:t>
            </a:r>
            <a:r>
              <a:rPr lang="en-US" altLang="zh-CN"/>
              <a:t>crazy</a:t>
            </a:r>
            <a:endParaRPr lang="en-US" altLang="zh-CN"/>
          </a:p>
        </p:txBody>
      </p:sp>
      <p:pic>
        <p:nvPicPr>
          <p:cNvPr id="6" name="鸡你实在太美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2085" y="4660265"/>
            <a:ext cx="3134360" cy="1480185"/>
          </a:xfrm>
          <a:prstGeom prst="rect">
            <a:avLst/>
          </a:prstGeom>
        </p:spPr>
      </p:pic>
      <p:pic>
        <p:nvPicPr>
          <p:cNvPr id="7" name="图片 6" descr="555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295" y="3601720"/>
            <a:ext cx="2891790" cy="2696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109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sym typeface="+mn-ea"/>
              </a:rPr>
              <a:t>   what</a:t>
            </a:r>
            <a:r>
              <a:rPr lang="zh-CN" altLang="en-US" b="1">
                <a:sym typeface="+mn-ea"/>
              </a:rPr>
              <a:t>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10810" cy="2941320"/>
          </a:xfrm>
        </p:spPr>
        <p:txBody>
          <a:bodyPr/>
          <a:p>
            <a:r>
              <a:rPr lang="en-US" altLang="zh-CN">
                <a:sym typeface="+mn-ea"/>
              </a:rPr>
              <a:t>the basketball game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王培鸿</a:t>
            </a:r>
            <a:endParaRPr lang="zh-CN" altLang="en-US"/>
          </a:p>
        </p:txBody>
      </p:sp>
      <p:pic>
        <p:nvPicPr>
          <p:cNvPr id="6" name="图片 5" descr="src=http___ww1.sinaimg.cn_mw690_630af2f6gy1h68g6587gfj20e20m875r.jpg&amp;refer=http___www.sin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15925"/>
            <a:ext cx="3855720" cy="576135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398145" y="3006725"/>
          <a:ext cx="663702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510"/>
                <a:gridCol w="3318510"/>
              </a:tblGrid>
              <a:tr h="8623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科比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詹姆斯</a:t>
                      </a:r>
                      <a:endParaRPr lang="zh-CN" altLang="en-US"/>
                    </a:p>
                  </a:txBody>
                  <a:tcPr/>
                </a:tc>
              </a:tr>
              <a:tr h="897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</a:t>
                      </a:r>
                      <a:r>
                        <a:rPr lang="zh-CN" altLang="en-US"/>
                        <a:t>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</a:t>
                      </a:r>
                      <a:r>
                        <a:rPr lang="zh-CN" altLang="en-US"/>
                        <a:t>号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87705"/>
            <a:ext cx="10515600" cy="708660"/>
          </a:xfrm>
        </p:spPr>
        <p:txBody>
          <a:bodyPr>
            <a:normAutofit fontScale="90000"/>
          </a:bodyPr>
          <a:p>
            <a:r>
              <a:rPr lang="en-US" altLang="zh-CN" b="1">
                <a:sym typeface="+mn-ea"/>
              </a:rPr>
              <a:t>   </a:t>
            </a:r>
            <a:br>
              <a:rPr lang="en-US" altLang="zh-CN" b="1">
                <a:sym typeface="+mn-ea"/>
              </a:rPr>
            </a:br>
            <a:r>
              <a:rPr lang="en-US" altLang="zh-CN" b="1">
                <a:sym typeface="+mn-ea"/>
              </a:rPr>
              <a:t>   how crazy:</a:t>
            </a:r>
            <a:br>
              <a:rPr lang="en-US" altLang="zh-CN" b="1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in my senior high school</a:t>
            </a:r>
            <a:r>
              <a:rPr lang="en-US" altLang="zh-CN">
                <a:sym typeface="+mn-ea"/>
              </a:rPr>
              <a:t>,I tried my best to play basketball</a:t>
            </a:r>
            <a:endParaRPr lang="en-US" altLang="zh-CN">
              <a:sym typeface="+mn-ea"/>
            </a:endParaRPr>
          </a:p>
          <a:p>
            <a:endParaRPr lang="zh-CN" altLang="en-US"/>
          </a:p>
          <a:p>
            <a:r>
              <a:rPr lang="en-US" altLang="zh-CN">
                <a:sym typeface="+mn-ea"/>
              </a:rPr>
              <a:t>2.we to the ball is the people to the first love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王培鸿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王培鸿</a:t>
            </a:r>
            <a:endParaRPr lang="zh-CN" altLang="en-US"/>
          </a:p>
        </p:txBody>
      </p:sp>
      <p:pic>
        <p:nvPicPr>
          <p:cNvPr id="4" name="f472380c53474237ab246bf13f879263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15720" y="921385"/>
            <a:ext cx="9559925" cy="520827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3805" y="499745"/>
            <a:ext cx="10515600" cy="1325563"/>
          </a:xfrm>
        </p:spPr>
        <p:txBody>
          <a:bodyPr>
            <a:normAutofit fontScale="90000"/>
          </a:bodyPr>
          <a:p>
            <a:br>
              <a:rPr lang="en-US" altLang="zh-CN" b="1">
                <a:sym typeface="+mn-ea"/>
              </a:rPr>
            </a:br>
            <a:r>
              <a:rPr lang="en-US" altLang="zh-CN" b="1">
                <a:sym typeface="+mn-ea"/>
              </a:rPr>
              <a:t>why:</a:t>
            </a:r>
            <a:br>
              <a:rPr lang="en-US" altLang="zh-CN" b="1"/>
            </a:b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王培鸿</a:t>
            </a:r>
            <a:endParaRPr lang="zh-CN" altLang="en-US"/>
          </a:p>
        </p:txBody>
      </p:sp>
      <p:graphicFrame>
        <p:nvGraphicFramePr>
          <p:cNvPr id="6" name="图示 5"/>
          <p:cNvGraphicFramePr/>
          <p:nvPr/>
        </p:nvGraphicFramePr>
        <p:xfrm>
          <a:off x="2032000" y="1825625"/>
          <a:ext cx="8128000" cy="4312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ABLE_BEAUTIFY" val="smartTable{e2c24c51-002a-4b8f-84cd-e0f842936701}"/>
  <p:tag name="TABLE_ENDDRAG_ORIGIN_RECT" val="522*138"/>
  <p:tag name="TABLE_ENDDRAG_RECT" val="16*211*522*138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753726e0-263b-4585-820d-57d753b04eba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f8e89f9-827b-401b-bc63-46aa4721896b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7193*3766*668*668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5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6.xml><?xml version="1.0" encoding="utf-8"?>
<p:tagLst xmlns:p="http://schemas.openxmlformats.org/presentationml/2006/main">
  <p:tag name="COMMONDATA" val="eyJoZGlkIjoiMTA4OWFkYWY0ZjcxYzM1Nzg0MzNiYjA4OGE2MGE0ZG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WPS 演示</Application>
  <PresentationFormat>宽屏</PresentationFormat>
  <Paragraphs>40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Calibri</vt:lpstr>
      <vt:lpstr>微软雅黑</vt:lpstr>
      <vt:lpstr>Segoe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王锦鸿</dc:creator>
  <cp:lastModifiedBy>王锦鸿</cp:lastModifiedBy>
  <cp:revision>2</cp:revision>
  <dcterms:created xsi:type="dcterms:W3CDTF">2022-11-08T09:06:00Z</dcterms:created>
  <dcterms:modified xsi:type="dcterms:W3CDTF">2022-11-08T09:59:32Z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7AE54C4BB11D4C8F9C859D9318BDAE05</vt:lpwstr>
  </property>
  <property fmtid="{D5CDD505-2E9C-101B-9397-08002B2CF9AE}" pid="3" name="KSOProductBuildVer">
    <vt:lpwstr>2052-11.1.0.12763</vt:lpwstr>
  </property>
</Properties>
</file>