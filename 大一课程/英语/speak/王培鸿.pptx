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60" r:id="rId4"/>
    <p:sldId id="259" r:id="rId5"/>
    <p:sldId id="257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3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4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GIF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45465"/>
            <a:ext cx="10515600" cy="953135"/>
          </a:xfrm>
        </p:spPr>
        <p:txBody>
          <a:bodyPr>
            <a:normAutofit fontScale="90000"/>
          </a:bodyPr>
          <a:p>
            <a:br>
              <a:rPr lang="en-US" altLang="zh-CN"/>
            </a:br>
            <a:br>
              <a:rPr lang="en-US" altLang="zh-CN"/>
            </a:br>
            <a:r>
              <a:rPr lang="en-US" altLang="zh-CN" sz="4900" b="1"/>
              <a:t>what</a:t>
            </a:r>
            <a:r>
              <a:rPr lang="zh-CN" altLang="en-US" sz="4900" b="1"/>
              <a:t>：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68730" y="2248535"/>
            <a:ext cx="5222875" cy="1087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/>
              <a:t>the basketball game</a:t>
            </a:r>
            <a:endParaRPr lang="en-US" altLang="zh-CN" sz="3200"/>
          </a:p>
        </p:txBody>
      </p:sp>
      <p:pic>
        <p:nvPicPr>
          <p:cNvPr id="5" name="图片 4" descr="src=http___ww1.sinaimg.cn_mw690_630af2f6gy1h68g6587gfj20e20m875r.jpg&amp;refer=http___www.sina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178165" y="860425"/>
            <a:ext cx="2882265" cy="5136515"/>
          </a:xfrm>
          <a:prstGeom prst="rect">
            <a:avLst/>
          </a:prstGeom>
        </p:spPr>
      </p:pic>
      <p:pic>
        <p:nvPicPr>
          <p:cNvPr id="6" name="图片 5" descr="rrr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240" y="1382395"/>
            <a:ext cx="2701925" cy="5102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f472380c53474237ab246bf13f879263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19200" y="464185"/>
            <a:ext cx="9753600" cy="5687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745" y="354330"/>
            <a:ext cx="10515600" cy="1325563"/>
          </a:xfrm>
        </p:spPr>
        <p:txBody>
          <a:bodyPr/>
          <a:p>
            <a:r>
              <a:rPr lang="en-US" altLang="zh-CN" b="1"/>
              <a:t>how crazy:</a:t>
            </a:r>
            <a:endParaRPr lang="en-US" altLang="zh-CN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0745" y="1529080"/>
            <a:ext cx="10515600" cy="528320"/>
          </a:xfrm>
        </p:spPr>
        <p:txBody>
          <a:bodyPr/>
          <a:p>
            <a:pPr marL="0" indent="0">
              <a:buNone/>
            </a:pPr>
            <a:r>
              <a:rPr lang="en-US" altLang="zh-CN"/>
              <a:t>  1.</a:t>
            </a:r>
            <a:r>
              <a:rPr lang="zh-CN" altLang="en-US"/>
              <a:t>in my senior high school</a:t>
            </a:r>
            <a:r>
              <a:rPr lang="en-US" altLang="zh-CN"/>
              <a:t>,I tried my best to play basketball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6" name="图片 5" descr="11122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5870" y="2809875"/>
            <a:ext cx="5589270" cy="3851275"/>
          </a:xfrm>
          <a:prstGeom prst="rect">
            <a:avLst/>
          </a:prstGeom>
        </p:spPr>
      </p:pic>
      <p:pic>
        <p:nvPicPr>
          <p:cNvPr id="7" name="图片 6" descr="555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470" y="4354830"/>
            <a:ext cx="2828925" cy="209423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H="1">
            <a:off x="4035425" y="2718435"/>
            <a:ext cx="1207770" cy="16205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080135" y="2226310"/>
            <a:ext cx="90246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2.we to the ball is the people to the first love</a:t>
            </a:r>
            <a:endParaRPr lang="en-US" altLang="zh-CN" sz="28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9" grpId="0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4800" b="1"/>
              <a:t>why:</a:t>
            </a:r>
            <a:endParaRPr lang="en-US" altLang="zh-CN" sz="480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38270"/>
          </a:xfrm>
        </p:spPr>
        <p:txBody>
          <a:bodyPr>
            <a:normAutofit/>
          </a:bodyPr>
          <a:p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n performance art 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R</a:t>
            </a:r>
            <a:r>
              <a:rPr lang="zh-CN" altLang="en-US"/>
              <a:t>elease your stress </a:t>
            </a:r>
            <a:r>
              <a:rPr lang="en-US" altLang="zh-CN"/>
              <a:t>d</a:t>
            </a:r>
            <a:r>
              <a:rPr lang="zh-CN" altLang="en-US">
                <a:sym typeface="+mn-ea"/>
              </a:rPr>
              <a:t>eeply</a:t>
            </a:r>
            <a:r>
              <a:rPr lang="en-US" altLang="zh-CN">
                <a:sym typeface="+mn-ea"/>
              </a:rPr>
              <a:t> </a:t>
            </a:r>
            <a:r>
              <a:rPr lang="zh-CN" altLang="en-US"/>
              <a:t>and </a:t>
            </a:r>
            <a:r>
              <a:rPr lang="en-US" altLang="zh-CN"/>
              <a:t>R</a:t>
            </a:r>
            <a:r>
              <a:rPr lang="zh-CN" altLang="en-US"/>
              <a:t>ebuild your confidence well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tags/tag1.xml><?xml version="1.0" encoding="utf-8"?>
<p:tagLst xmlns:p="http://schemas.openxmlformats.org/presentationml/2006/main">
  <p:tag name="KSO_WM_UNIT_PLACING_PICTURE_USER_VIEWPORT" val="{&quot;height&quot;:9600,&quot;width&quot;:6072}"/>
</p:tagLst>
</file>

<file path=ppt/tags/tag2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7450*4248*459*459"/>
  <p:tag name="KSO_WM_UNIT_MEDIACOVER_STYLEID" val="1"/>
  <p:tag name="KSO_WM_UNIT_MEDIACOVER_TEXTSTATE" val="0"/>
  <p:tag name="KSO_WM_UNIT_MEDIACOVER_BTN_POS" val="c"/>
  <p:tag name="KSO_WM_UNIT_MEDIACOVER_BTN_STYLE" val="ee0bc779c1f3d7f3e90c96344320e69a"/>
  <p:tag name="KSO_WM_UNIT_MEDIACOVER_RGB" val="D2D2D2"/>
  <p:tag name="KSO_WM_UNIT_MEDIACOVER_TRANSPARENCY" val="0.2"/>
</p:tagLst>
</file>

<file path=ppt/tags/tag3.xml><?xml version="1.0" encoding="utf-8"?>
<p:tagLst xmlns:p="http://schemas.openxmlformats.org/presentationml/2006/main">
  <p:tag name="COMMONDATA" val="eyJoZGlkIjoiMTA4OWFkYWY0ZjcxYzM1Nzg0MzNiYjA4OGE2MGE0ZG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宽屏</PresentationFormat>
  <Paragraphs>17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Arial Unicode MS</vt:lpstr>
      <vt:lpstr>Calibri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王锦鸿</dc:creator>
  <cp:lastModifiedBy>王锦鸿</cp:lastModifiedBy>
  <cp:revision>2</cp:revision>
  <dcterms:created xsi:type="dcterms:W3CDTF">2022-10-30T11:11:00Z</dcterms:created>
  <dcterms:modified xsi:type="dcterms:W3CDTF">2022-10-30T13:02:04Z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5A530504615E41A3922A5DFC64D236E4</vt:lpwstr>
  </property>
  <property fmtid="{D5CDD505-2E9C-101B-9397-08002B2CF9AE}" pid="3" name="KSOProductBuildVer">
    <vt:lpwstr>2052-11.1.0.12598</vt:lpwstr>
  </property>
</Properties>
</file>