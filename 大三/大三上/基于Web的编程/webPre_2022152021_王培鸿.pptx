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2" r:id="rId2"/>
  </p:sldMasterIdLst>
  <p:notesMasterIdLst>
    <p:notesMasterId r:id="rId9"/>
  </p:notesMasterIdLst>
  <p:sldIdLst>
    <p:sldId id="2007" r:id="rId3"/>
    <p:sldId id="2019" r:id="rId4"/>
    <p:sldId id="752" r:id="rId5"/>
    <p:sldId id="2020" r:id="rId6"/>
    <p:sldId id="2021" r:id="rId7"/>
    <p:sldId id="2006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6"/>
    <p:restoredTop sz="94674"/>
  </p:normalViewPr>
  <p:slideViewPr>
    <p:cSldViewPr snapToGrid="0">
      <p:cViewPr varScale="1">
        <p:scale>
          <a:sx n="107" d="100"/>
          <a:sy n="107" d="100"/>
        </p:scale>
        <p:origin x="38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DBBE2-043B-4D7B-AD75-5843EDDDAEF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DB4BC-0440-4AFA-89B6-051654B61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4544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DFA-7135-0EFF-7AFD-B5FE961D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CE0A6D-5BDC-4E22-E618-99BEBBEFC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9E66CD-8521-AC18-7156-9292E9083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96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8446-2328-E066-4054-62229451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C56855-53E2-6891-9FBB-5E6334087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99F8D3-B2A6-8CB3-90D4-2B634A417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8701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02F0-23DB-A341-1319-308AE3F4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CD357-0147-8F8F-4FC3-B69DF359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9DCEFB-E74A-B492-A063-7B57A4E1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00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636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3895541429"/>
      </p:ext>
    </p:extLst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2024/12/27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114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2024/12/27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163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41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00B0-CAA5-4C6E-9F4B-1D0789B563C3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A059D-C730-4F49-9CA5-173BFED95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749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07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3"/>
          <p:cNvGrpSpPr/>
          <p:nvPr/>
        </p:nvGrpSpPr>
        <p:grpSpPr>
          <a:xfrm>
            <a:off x="787675" y="534687"/>
            <a:ext cx="1330908" cy="260996"/>
            <a:chOff x="9689075" y="259789"/>
            <a:chExt cx="1330908" cy="26099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grpSp>
          <p:nvGrpSpPr>
            <p:cNvPr id="3" name="Group 64"/>
            <p:cNvGrpSpPr/>
            <p:nvPr/>
          </p:nvGrpSpPr>
          <p:grpSpPr>
            <a:xfrm>
              <a:off x="9689075" y="259789"/>
              <a:ext cx="1330908" cy="260996"/>
              <a:chOff x="9689075" y="259789"/>
              <a:chExt cx="1330908" cy="260996"/>
            </a:xfrm>
            <a:grpFill/>
          </p:grpSpPr>
          <p:sp>
            <p:nvSpPr>
              <p:cNvPr id="5" name="Rectangle: Rounded Corners 71"/>
              <p:cNvSpPr/>
              <p:nvPr/>
            </p:nvSpPr>
            <p:spPr>
              <a:xfrm>
                <a:off x="10004831" y="259790"/>
                <a:ext cx="1015152" cy="26099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  <a:effectLst>
                <a:outerShdw blurRad="1270000" sx="90000" sy="90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6" name="Oval 72"/>
              <p:cNvSpPr/>
              <p:nvPr/>
            </p:nvSpPr>
            <p:spPr>
              <a:xfrm>
                <a:off x="9689075" y="259789"/>
                <a:ext cx="260998" cy="26099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" name="Freeform 6"/>
            <p:cNvSpPr/>
            <p:nvPr userDrawn="1"/>
          </p:nvSpPr>
          <p:spPr bwMode="auto">
            <a:xfrm>
              <a:off x="10844396" y="372320"/>
              <a:ext cx="32470" cy="32470"/>
            </a:xfrm>
            <a:custGeom>
              <a:avLst/>
              <a:gdLst>
                <a:gd name="T0" fmla="*/ 739 w 739"/>
                <a:gd name="T1" fmla="*/ 258 h 739"/>
                <a:gd name="T2" fmla="*/ 480 w 739"/>
                <a:gd name="T3" fmla="*/ 258 h 739"/>
                <a:gd name="T4" fmla="*/ 480 w 739"/>
                <a:gd name="T5" fmla="*/ 0 h 739"/>
                <a:gd name="T6" fmla="*/ 258 w 739"/>
                <a:gd name="T7" fmla="*/ 0 h 739"/>
                <a:gd name="T8" fmla="*/ 258 w 739"/>
                <a:gd name="T9" fmla="*/ 258 h 739"/>
                <a:gd name="T10" fmla="*/ 0 w 739"/>
                <a:gd name="T11" fmla="*/ 258 h 739"/>
                <a:gd name="T12" fmla="*/ 0 w 739"/>
                <a:gd name="T13" fmla="*/ 480 h 739"/>
                <a:gd name="T14" fmla="*/ 258 w 739"/>
                <a:gd name="T15" fmla="*/ 480 h 739"/>
                <a:gd name="T16" fmla="*/ 258 w 739"/>
                <a:gd name="T17" fmla="*/ 739 h 739"/>
                <a:gd name="T18" fmla="*/ 480 w 739"/>
                <a:gd name="T19" fmla="*/ 739 h 739"/>
                <a:gd name="T20" fmla="*/ 480 w 739"/>
                <a:gd name="T21" fmla="*/ 480 h 739"/>
                <a:gd name="T22" fmla="*/ 739 w 739"/>
                <a:gd name="T23" fmla="*/ 480 h 739"/>
                <a:gd name="T24" fmla="*/ 739 w 739"/>
                <a:gd name="T25" fmla="*/ 25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9" h="739">
                  <a:moveTo>
                    <a:pt x="739" y="258"/>
                  </a:moveTo>
                  <a:lnTo>
                    <a:pt x="480" y="258"/>
                  </a:lnTo>
                  <a:lnTo>
                    <a:pt x="480" y="0"/>
                  </a:lnTo>
                  <a:lnTo>
                    <a:pt x="258" y="0"/>
                  </a:lnTo>
                  <a:lnTo>
                    <a:pt x="258" y="258"/>
                  </a:lnTo>
                  <a:lnTo>
                    <a:pt x="0" y="258"/>
                  </a:lnTo>
                  <a:lnTo>
                    <a:pt x="0" y="480"/>
                  </a:lnTo>
                  <a:lnTo>
                    <a:pt x="258" y="480"/>
                  </a:lnTo>
                  <a:lnTo>
                    <a:pt x="258" y="739"/>
                  </a:lnTo>
                  <a:lnTo>
                    <a:pt x="480" y="739"/>
                  </a:lnTo>
                  <a:lnTo>
                    <a:pt x="480" y="480"/>
                  </a:lnTo>
                  <a:lnTo>
                    <a:pt x="739" y="480"/>
                  </a:lnTo>
                  <a:lnTo>
                    <a:pt x="739" y="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400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8" name="Freeform: Shape 3"/>
          <p:cNvSpPr/>
          <p:nvPr/>
        </p:nvSpPr>
        <p:spPr>
          <a:xfrm>
            <a:off x="9448035" y="4661647"/>
            <a:ext cx="2743966" cy="2196354"/>
          </a:xfrm>
          <a:custGeom>
            <a:avLst/>
            <a:gdLst>
              <a:gd name="connsiteX0" fmla="*/ 6265131 w 6449339"/>
              <a:gd name="connsiteY0" fmla="*/ 6 h 5162247"/>
              <a:gd name="connsiteX1" fmla="*/ 6449339 w 6449339"/>
              <a:gd name="connsiteY1" fmla="*/ 12452 h 5162247"/>
              <a:gd name="connsiteX2" fmla="*/ 6449339 w 6449339"/>
              <a:gd name="connsiteY2" fmla="*/ 5162247 h 5162247"/>
              <a:gd name="connsiteX3" fmla="*/ 1587731 w 6449339"/>
              <a:gd name="connsiteY3" fmla="*/ 5162247 h 5162247"/>
              <a:gd name="connsiteX4" fmla="*/ 1579908 w 6449339"/>
              <a:gd name="connsiteY4" fmla="*/ 5154419 h 5162247"/>
              <a:gd name="connsiteX5" fmla="*/ 484249 w 6449339"/>
              <a:gd name="connsiteY5" fmla="*/ 4057975 h 5162247"/>
              <a:gd name="connsiteX6" fmla="*/ 55831 w 6449339"/>
              <a:gd name="connsiteY6" fmla="*/ 2459096 h 5162247"/>
              <a:gd name="connsiteX7" fmla="*/ 1225207 w 6449339"/>
              <a:gd name="connsiteY7" fmla="*/ 1291106 h 5162247"/>
              <a:gd name="connsiteX8" fmla="*/ 5833985 w 6449339"/>
              <a:gd name="connsiteY8" fmla="*/ 56188 h 5162247"/>
              <a:gd name="connsiteX9" fmla="*/ 6265131 w 6449339"/>
              <a:gd name="connsiteY9" fmla="*/ 6 h 516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49339" h="5162247">
                <a:moveTo>
                  <a:pt x="6265131" y="6"/>
                </a:moveTo>
                <a:lnTo>
                  <a:pt x="6449339" y="12452"/>
                </a:lnTo>
                <a:lnTo>
                  <a:pt x="6449339" y="5162247"/>
                </a:lnTo>
                <a:lnTo>
                  <a:pt x="1587731" y="5162247"/>
                </a:lnTo>
                <a:lnTo>
                  <a:pt x="1579908" y="5154419"/>
                </a:lnTo>
                <a:cubicBezTo>
                  <a:pt x="484249" y="4057975"/>
                  <a:pt x="484249" y="4057975"/>
                  <a:pt x="484249" y="4057975"/>
                </a:cubicBezTo>
                <a:cubicBezTo>
                  <a:pt x="66510" y="3637928"/>
                  <a:pt x="-95918" y="3031737"/>
                  <a:pt x="55831" y="2459096"/>
                </a:cubicBezTo>
                <a:cubicBezTo>
                  <a:pt x="208668" y="1890524"/>
                  <a:pt x="655719" y="1443700"/>
                  <a:pt x="1225207" y="1291106"/>
                </a:cubicBezTo>
                <a:cubicBezTo>
                  <a:pt x="5833985" y="56188"/>
                  <a:pt x="5833985" y="56188"/>
                  <a:pt x="5833985" y="56188"/>
                </a:cubicBezTo>
                <a:cubicBezTo>
                  <a:pt x="5976357" y="18039"/>
                  <a:pt x="6121296" y="-357"/>
                  <a:pt x="6265131" y="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ea typeface="微软雅黑"/>
              <a:sym typeface="Arial"/>
            </a:endParaRPr>
          </a:p>
        </p:txBody>
      </p:sp>
      <p:sp>
        <p:nvSpPr>
          <p:cNvPr id="9" name="Freeform: Shape 3"/>
          <p:cNvSpPr/>
          <p:nvPr/>
        </p:nvSpPr>
        <p:spPr>
          <a:xfrm rot="5400000">
            <a:off x="207487" y="3221511"/>
            <a:ext cx="3429000" cy="3843978"/>
          </a:xfrm>
          <a:custGeom>
            <a:avLst/>
            <a:gdLst>
              <a:gd name="connsiteX0" fmla="*/ 6265131 w 6449339"/>
              <a:gd name="connsiteY0" fmla="*/ 6 h 5162247"/>
              <a:gd name="connsiteX1" fmla="*/ 6449339 w 6449339"/>
              <a:gd name="connsiteY1" fmla="*/ 12452 h 5162247"/>
              <a:gd name="connsiteX2" fmla="*/ 6449339 w 6449339"/>
              <a:gd name="connsiteY2" fmla="*/ 5162247 h 5162247"/>
              <a:gd name="connsiteX3" fmla="*/ 1587731 w 6449339"/>
              <a:gd name="connsiteY3" fmla="*/ 5162247 h 5162247"/>
              <a:gd name="connsiteX4" fmla="*/ 1579908 w 6449339"/>
              <a:gd name="connsiteY4" fmla="*/ 5154419 h 5162247"/>
              <a:gd name="connsiteX5" fmla="*/ 484249 w 6449339"/>
              <a:gd name="connsiteY5" fmla="*/ 4057975 h 5162247"/>
              <a:gd name="connsiteX6" fmla="*/ 55831 w 6449339"/>
              <a:gd name="connsiteY6" fmla="*/ 2459096 h 5162247"/>
              <a:gd name="connsiteX7" fmla="*/ 1225207 w 6449339"/>
              <a:gd name="connsiteY7" fmla="*/ 1291106 h 5162247"/>
              <a:gd name="connsiteX8" fmla="*/ 5833985 w 6449339"/>
              <a:gd name="connsiteY8" fmla="*/ 56188 h 5162247"/>
              <a:gd name="connsiteX9" fmla="*/ 6265131 w 6449339"/>
              <a:gd name="connsiteY9" fmla="*/ 6 h 516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49339" h="5162247">
                <a:moveTo>
                  <a:pt x="6265131" y="6"/>
                </a:moveTo>
                <a:lnTo>
                  <a:pt x="6449339" y="12452"/>
                </a:lnTo>
                <a:lnTo>
                  <a:pt x="6449339" y="5162247"/>
                </a:lnTo>
                <a:lnTo>
                  <a:pt x="1587731" y="5162247"/>
                </a:lnTo>
                <a:lnTo>
                  <a:pt x="1579908" y="5154419"/>
                </a:lnTo>
                <a:cubicBezTo>
                  <a:pt x="484249" y="4057975"/>
                  <a:pt x="484249" y="4057975"/>
                  <a:pt x="484249" y="4057975"/>
                </a:cubicBezTo>
                <a:cubicBezTo>
                  <a:pt x="66510" y="3637928"/>
                  <a:pt x="-95918" y="3031737"/>
                  <a:pt x="55831" y="2459096"/>
                </a:cubicBezTo>
                <a:cubicBezTo>
                  <a:pt x="208668" y="1890524"/>
                  <a:pt x="655719" y="1443700"/>
                  <a:pt x="1225207" y="1291106"/>
                </a:cubicBezTo>
                <a:cubicBezTo>
                  <a:pt x="5833985" y="56188"/>
                  <a:pt x="5833985" y="56188"/>
                  <a:pt x="5833985" y="56188"/>
                </a:cubicBezTo>
                <a:cubicBezTo>
                  <a:pt x="5976357" y="18039"/>
                  <a:pt x="6121296" y="-357"/>
                  <a:pt x="6265131" y="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9000"/>
                </a:schemeClr>
              </a:gs>
              <a:gs pos="100000">
                <a:schemeClr val="accent2">
                  <a:alpha val="4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ea typeface="微软雅黑"/>
              <a:sym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68350" y="2015411"/>
            <a:ext cx="9337750" cy="24652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11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ea typeface="微软雅黑"/>
              <a:sym typeface="Arial"/>
            </a:endParaRPr>
          </a:p>
        </p:txBody>
      </p:sp>
      <p:sp>
        <p:nvSpPr>
          <p:cNvPr id="11" name="矩形: 圆角 6"/>
          <p:cNvSpPr/>
          <p:nvPr/>
        </p:nvSpPr>
        <p:spPr>
          <a:xfrm>
            <a:off x="4334661" y="4942311"/>
            <a:ext cx="3522678" cy="515146"/>
          </a:xfrm>
          <a:prstGeom prst="roundRect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王培鸿 王俊杰 赖正麟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714501" y="2384652"/>
            <a:ext cx="85344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algn="dist">
              <a:defRPr sz="9600"/>
            </a:lvl1pPr>
          </a:lstStyle>
          <a:p>
            <a:pPr lvl="0" algn="ctr">
              <a:defRPr/>
            </a:pPr>
            <a:r>
              <a:rPr kumimoji="0" lang="en-US" altLang="zh-CN" sz="540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sym typeface="Arial"/>
              </a:rPr>
              <a:t>Web</a:t>
            </a:r>
            <a:r>
              <a:rPr kumimoji="0" lang="zh-CN" altLang="en-US" sz="540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sym typeface="Arial"/>
              </a:rPr>
              <a:t>大作业汇报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D868-2420-5029-3B0D-04B1DFFE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7">
            <a:extLst>
              <a:ext uri="{FF2B5EF4-FFF2-40B4-BE49-F238E27FC236}">
                <a16:creationId xmlns:a16="http://schemas.microsoft.com/office/drawing/2014/main" id="{035C582A-474D-1EF9-9E96-9C53C60ECEF2}"/>
              </a:ext>
            </a:extLst>
          </p:cNvPr>
          <p:cNvSpPr txBox="1"/>
          <p:nvPr/>
        </p:nvSpPr>
        <p:spPr>
          <a:xfrm>
            <a:off x="1463813" y="2520128"/>
            <a:ext cx="92643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王培鸿（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45%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）：首页、账户模块及后端代码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 algn="l"/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 algn="l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王俊杰（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25%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）：学生相关页面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 algn="l"/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 algn="l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赖正麟（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30%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）：教师相关页面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4758D9-3C71-D98F-54DA-AA29BC17C483}"/>
              </a:ext>
            </a:extLst>
          </p:cNvPr>
          <p:cNvGrpSpPr/>
          <p:nvPr/>
        </p:nvGrpSpPr>
        <p:grpSpPr>
          <a:xfrm>
            <a:off x="553148" y="534688"/>
            <a:ext cx="11640226" cy="6323312"/>
            <a:chOff x="553148" y="534688"/>
            <a:chExt cx="11640226" cy="6323312"/>
          </a:xfrm>
        </p:grpSpPr>
        <p:grpSp>
          <p:nvGrpSpPr>
            <p:cNvPr id="25" name="Group 63">
              <a:extLst>
                <a:ext uri="{FF2B5EF4-FFF2-40B4-BE49-F238E27FC236}">
                  <a16:creationId xmlns:a16="http://schemas.microsoft.com/office/drawing/2014/main" id="{B385EDE2-8030-0160-5AB9-1E0B59B499D2}"/>
                </a:ext>
              </a:extLst>
            </p:cNvPr>
            <p:cNvGrpSpPr/>
            <p:nvPr/>
          </p:nvGrpSpPr>
          <p:grpSpPr>
            <a:xfrm>
              <a:off x="553148" y="534688"/>
              <a:ext cx="3253392" cy="547070"/>
              <a:chOff x="9454548" y="259790"/>
              <a:chExt cx="3253392" cy="547070"/>
            </a:xfr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</p:grpSpPr>
          <p:grpSp>
            <p:nvGrpSpPr>
              <p:cNvPr id="28" name="Group 64">
                <a:extLst>
                  <a:ext uri="{FF2B5EF4-FFF2-40B4-BE49-F238E27FC236}">
                    <a16:creationId xmlns:a16="http://schemas.microsoft.com/office/drawing/2014/main" id="{738F25F5-681D-CFB2-8553-8815A730955D}"/>
                  </a:ext>
                </a:extLst>
              </p:cNvPr>
              <p:cNvGrpSpPr/>
              <p:nvPr/>
            </p:nvGrpSpPr>
            <p:grpSpPr>
              <a:xfrm>
                <a:off x="9454548" y="259790"/>
                <a:ext cx="3253392" cy="547070"/>
                <a:chOff x="9454548" y="259790"/>
                <a:chExt cx="3253392" cy="547070"/>
              </a:xfrm>
              <a:grpFill/>
            </p:grpSpPr>
            <p:sp>
              <p:nvSpPr>
                <p:cNvPr id="30" name="Rectangle: Rounded Corners 71">
                  <a:extLst>
                    <a:ext uri="{FF2B5EF4-FFF2-40B4-BE49-F238E27FC236}">
                      <a16:creationId xmlns:a16="http://schemas.microsoft.com/office/drawing/2014/main" id="{DEC2B045-390F-5681-3944-124B95239BD6}"/>
                    </a:ext>
                  </a:extLst>
                </p:cNvPr>
                <p:cNvSpPr/>
                <p:nvPr/>
              </p:nvSpPr>
              <p:spPr>
                <a:xfrm>
                  <a:off x="10004830" y="259790"/>
                  <a:ext cx="2703110" cy="547070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>
                  <a:outerShdw blurRad="1270000" sx="90000" sy="90000" algn="ctr" rotWithShape="0">
                    <a:schemeClr val="bg1">
                      <a:lumMod val="7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31" name="Oval 72">
                  <a:extLst>
                    <a:ext uri="{FF2B5EF4-FFF2-40B4-BE49-F238E27FC236}">
                      <a16:creationId xmlns:a16="http://schemas.microsoft.com/office/drawing/2014/main" id="{26FE34B3-59F8-A130-034D-B0AB8567559E}"/>
                    </a:ext>
                  </a:extLst>
                </p:cNvPr>
                <p:cNvSpPr/>
                <p:nvPr/>
              </p:nvSpPr>
              <p:spPr>
                <a:xfrm>
                  <a:off x="9454548" y="404790"/>
                  <a:ext cx="260998" cy="2609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7FD80467-57CA-518E-02EA-B34EB426940F}"/>
                  </a:ext>
                </a:extLst>
              </p:cNvPr>
              <p:cNvSpPr/>
              <p:nvPr userDrawn="1"/>
            </p:nvSpPr>
            <p:spPr bwMode="auto">
              <a:xfrm>
                <a:off x="10844396" y="372320"/>
                <a:ext cx="32470" cy="32470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26" name="文本框 49">
              <a:extLst>
                <a:ext uri="{FF2B5EF4-FFF2-40B4-BE49-F238E27FC236}">
                  <a16:creationId xmlns:a16="http://schemas.microsoft.com/office/drawing/2014/main" id="{2BAC6156-1AAF-D003-DA38-DF6D185D7813}"/>
                </a:ext>
              </a:extLst>
            </p:cNvPr>
            <p:cNvSpPr txBox="1"/>
            <p:nvPr/>
          </p:nvSpPr>
          <p:spPr>
            <a:xfrm>
              <a:off x="1243267" y="621035"/>
              <a:ext cx="2169651" cy="343597"/>
            </a:xfrm>
            <a:prstGeom prst="rect">
              <a:avLst/>
            </a:prstGeom>
            <a:noFill/>
          </p:spPr>
          <p:txBody>
            <a:bodyPr wrap="none" lIns="96434" tIns="48217" rIns="96434" bIns="48217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963930"/>
              <a:r>
                <a:rPr lang="zh-CN" altLang="en-US" sz="1600" spc="600" dirty="0">
                  <a:solidFill>
                    <a:schemeClr val="bg1"/>
                  </a:solidFill>
                  <a:latin typeface="Arial"/>
                  <a:ea typeface="微软雅黑"/>
                  <a:cs typeface="+mn-ea"/>
                  <a:sym typeface="Arial"/>
                </a:rPr>
                <a:t>成员分工及比例</a:t>
              </a:r>
            </a:p>
          </p:txBody>
        </p:sp>
        <p:sp>
          <p:nvSpPr>
            <p:cNvPr id="27" name="Freeform: Shape 3">
              <a:extLst>
                <a:ext uri="{FF2B5EF4-FFF2-40B4-BE49-F238E27FC236}">
                  <a16:creationId xmlns:a16="http://schemas.microsoft.com/office/drawing/2014/main" id="{0AA903B8-223A-FD33-CAC3-7A8D8E6AF25D}"/>
                </a:ext>
              </a:extLst>
            </p:cNvPr>
            <p:cNvSpPr/>
            <p:nvPr/>
          </p:nvSpPr>
          <p:spPr>
            <a:xfrm rot="16200000" flipH="1">
              <a:off x="10495498" y="5160124"/>
              <a:ext cx="1420285" cy="1975467"/>
            </a:xfrm>
            <a:custGeom>
              <a:avLst/>
              <a:gdLst>
                <a:gd name="connsiteX0" fmla="*/ 6265131 w 6449339"/>
                <a:gd name="connsiteY0" fmla="*/ 6 h 5162247"/>
                <a:gd name="connsiteX1" fmla="*/ 6449339 w 6449339"/>
                <a:gd name="connsiteY1" fmla="*/ 12452 h 5162247"/>
                <a:gd name="connsiteX2" fmla="*/ 6449339 w 6449339"/>
                <a:gd name="connsiteY2" fmla="*/ 5162247 h 5162247"/>
                <a:gd name="connsiteX3" fmla="*/ 1587731 w 6449339"/>
                <a:gd name="connsiteY3" fmla="*/ 5162247 h 5162247"/>
                <a:gd name="connsiteX4" fmla="*/ 1579908 w 6449339"/>
                <a:gd name="connsiteY4" fmla="*/ 5154419 h 5162247"/>
                <a:gd name="connsiteX5" fmla="*/ 484249 w 6449339"/>
                <a:gd name="connsiteY5" fmla="*/ 4057975 h 5162247"/>
                <a:gd name="connsiteX6" fmla="*/ 55831 w 6449339"/>
                <a:gd name="connsiteY6" fmla="*/ 2459096 h 5162247"/>
                <a:gd name="connsiteX7" fmla="*/ 1225207 w 6449339"/>
                <a:gd name="connsiteY7" fmla="*/ 1291106 h 5162247"/>
                <a:gd name="connsiteX8" fmla="*/ 5833985 w 6449339"/>
                <a:gd name="connsiteY8" fmla="*/ 56188 h 5162247"/>
                <a:gd name="connsiteX9" fmla="*/ 6265131 w 6449339"/>
                <a:gd name="connsiteY9" fmla="*/ 6 h 5162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49339" h="5162247">
                  <a:moveTo>
                    <a:pt x="6265131" y="6"/>
                  </a:moveTo>
                  <a:lnTo>
                    <a:pt x="6449339" y="12452"/>
                  </a:lnTo>
                  <a:lnTo>
                    <a:pt x="6449339" y="5162247"/>
                  </a:lnTo>
                  <a:lnTo>
                    <a:pt x="1587731" y="5162247"/>
                  </a:lnTo>
                  <a:lnTo>
                    <a:pt x="1579908" y="5154419"/>
                  </a:lnTo>
                  <a:cubicBezTo>
                    <a:pt x="484249" y="4057975"/>
                    <a:pt x="484249" y="4057975"/>
                    <a:pt x="484249" y="4057975"/>
                  </a:cubicBezTo>
                  <a:cubicBezTo>
                    <a:pt x="66510" y="3637928"/>
                    <a:pt x="-95918" y="3031737"/>
                    <a:pt x="55831" y="2459096"/>
                  </a:cubicBezTo>
                  <a:cubicBezTo>
                    <a:pt x="208668" y="1890524"/>
                    <a:pt x="655719" y="1443700"/>
                    <a:pt x="1225207" y="1291106"/>
                  </a:cubicBezTo>
                  <a:cubicBezTo>
                    <a:pt x="5833985" y="56188"/>
                    <a:pt x="5833985" y="56188"/>
                    <a:pt x="5833985" y="56188"/>
                  </a:cubicBezTo>
                  <a:cubicBezTo>
                    <a:pt x="5976357" y="18039"/>
                    <a:pt x="6121296" y="-357"/>
                    <a:pt x="6265131" y="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9000"/>
                  </a:schemeClr>
                </a:gs>
                <a:gs pos="100000">
                  <a:schemeClr val="accent2">
                    <a:alpha val="47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267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553148" y="534688"/>
            <a:ext cx="11640226" cy="6323312"/>
            <a:chOff x="553148" y="534688"/>
            <a:chExt cx="11640226" cy="6323312"/>
          </a:xfrm>
        </p:grpSpPr>
        <p:grpSp>
          <p:nvGrpSpPr>
            <p:cNvPr id="39" name="Group 63"/>
            <p:cNvGrpSpPr/>
            <p:nvPr/>
          </p:nvGrpSpPr>
          <p:grpSpPr>
            <a:xfrm>
              <a:off x="553148" y="534688"/>
              <a:ext cx="3253392" cy="547070"/>
              <a:chOff x="9454548" y="259790"/>
              <a:chExt cx="3253392" cy="547070"/>
            </a:xfr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</p:grpSpPr>
          <p:grpSp>
            <p:nvGrpSpPr>
              <p:cNvPr id="42" name="Group 64"/>
              <p:cNvGrpSpPr/>
              <p:nvPr/>
            </p:nvGrpSpPr>
            <p:grpSpPr>
              <a:xfrm>
                <a:off x="9454548" y="259790"/>
                <a:ext cx="3253392" cy="547070"/>
                <a:chOff x="9454548" y="259790"/>
                <a:chExt cx="3253392" cy="547070"/>
              </a:xfrm>
              <a:grpFill/>
            </p:grpSpPr>
            <p:sp>
              <p:nvSpPr>
                <p:cNvPr id="44" name="Rectangle: Rounded Corners 71"/>
                <p:cNvSpPr/>
                <p:nvPr/>
              </p:nvSpPr>
              <p:spPr>
                <a:xfrm>
                  <a:off x="10004830" y="259790"/>
                  <a:ext cx="2703110" cy="547070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>
                  <a:outerShdw blurRad="1270000" sx="90000" sy="90000" algn="ctr" rotWithShape="0">
                    <a:schemeClr val="bg1">
                      <a:lumMod val="7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45" name="Oval 72"/>
                <p:cNvSpPr/>
                <p:nvPr/>
              </p:nvSpPr>
              <p:spPr>
                <a:xfrm>
                  <a:off x="9454548" y="404790"/>
                  <a:ext cx="260998" cy="2609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sp>
            <p:nvSpPr>
              <p:cNvPr id="43" name="Freeform 6"/>
              <p:cNvSpPr/>
              <p:nvPr userDrawn="1"/>
            </p:nvSpPr>
            <p:spPr bwMode="auto">
              <a:xfrm>
                <a:off x="10844396" y="372320"/>
                <a:ext cx="32470" cy="32470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0" name="文本框 49"/>
            <p:cNvSpPr txBox="1"/>
            <p:nvPr/>
          </p:nvSpPr>
          <p:spPr>
            <a:xfrm>
              <a:off x="1243267" y="621035"/>
              <a:ext cx="1323266" cy="343597"/>
            </a:xfrm>
            <a:prstGeom prst="rect">
              <a:avLst/>
            </a:prstGeom>
            <a:noFill/>
          </p:spPr>
          <p:txBody>
            <a:bodyPr wrap="none" lIns="96434" tIns="48217" rIns="96434" bIns="48217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963930"/>
              <a:r>
                <a:rPr lang="zh-CN" altLang="en-US" sz="1600" spc="600" dirty="0">
                  <a:solidFill>
                    <a:schemeClr val="bg1"/>
                  </a:solidFill>
                  <a:latin typeface="Arial"/>
                  <a:ea typeface="微软雅黑"/>
                  <a:cs typeface="+mn-ea"/>
                  <a:sym typeface="Arial"/>
                </a:rPr>
                <a:t>主要页面</a:t>
              </a:r>
            </a:p>
          </p:txBody>
        </p:sp>
        <p:sp>
          <p:nvSpPr>
            <p:cNvPr id="41" name="Freeform: Shape 3"/>
            <p:cNvSpPr/>
            <p:nvPr/>
          </p:nvSpPr>
          <p:spPr>
            <a:xfrm rot="16200000" flipH="1">
              <a:off x="10495498" y="5160124"/>
              <a:ext cx="1420285" cy="1975467"/>
            </a:xfrm>
            <a:custGeom>
              <a:avLst/>
              <a:gdLst>
                <a:gd name="connsiteX0" fmla="*/ 6265131 w 6449339"/>
                <a:gd name="connsiteY0" fmla="*/ 6 h 5162247"/>
                <a:gd name="connsiteX1" fmla="*/ 6449339 w 6449339"/>
                <a:gd name="connsiteY1" fmla="*/ 12452 h 5162247"/>
                <a:gd name="connsiteX2" fmla="*/ 6449339 w 6449339"/>
                <a:gd name="connsiteY2" fmla="*/ 5162247 h 5162247"/>
                <a:gd name="connsiteX3" fmla="*/ 1587731 w 6449339"/>
                <a:gd name="connsiteY3" fmla="*/ 5162247 h 5162247"/>
                <a:gd name="connsiteX4" fmla="*/ 1579908 w 6449339"/>
                <a:gd name="connsiteY4" fmla="*/ 5154419 h 5162247"/>
                <a:gd name="connsiteX5" fmla="*/ 484249 w 6449339"/>
                <a:gd name="connsiteY5" fmla="*/ 4057975 h 5162247"/>
                <a:gd name="connsiteX6" fmla="*/ 55831 w 6449339"/>
                <a:gd name="connsiteY6" fmla="*/ 2459096 h 5162247"/>
                <a:gd name="connsiteX7" fmla="*/ 1225207 w 6449339"/>
                <a:gd name="connsiteY7" fmla="*/ 1291106 h 5162247"/>
                <a:gd name="connsiteX8" fmla="*/ 5833985 w 6449339"/>
                <a:gd name="connsiteY8" fmla="*/ 56188 h 5162247"/>
                <a:gd name="connsiteX9" fmla="*/ 6265131 w 6449339"/>
                <a:gd name="connsiteY9" fmla="*/ 6 h 5162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49339" h="5162247">
                  <a:moveTo>
                    <a:pt x="6265131" y="6"/>
                  </a:moveTo>
                  <a:lnTo>
                    <a:pt x="6449339" y="12452"/>
                  </a:lnTo>
                  <a:lnTo>
                    <a:pt x="6449339" y="5162247"/>
                  </a:lnTo>
                  <a:lnTo>
                    <a:pt x="1587731" y="5162247"/>
                  </a:lnTo>
                  <a:lnTo>
                    <a:pt x="1579908" y="5154419"/>
                  </a:lnTo>
                  <a:cubicBezTo>
                    <a:pt x="484249" y="4057975"/>
                    <a:pt x="484249" y="4057975"/>
                    <a:pt x="484249" y="4057975"/>
                  </a:cubicBezTo>
                  <a:cubicBezTo>
                    <a:pt x="66510" y="3637928"/>
                    <a:pt x="-95918" y="3031737"/>
                    <a:pt x="55831" y="2459096"/>
                  </a:cubicBezTo>
                  <a:cubicBezTo>
                    <a:pt x="208668" y="1890524"/>
                    <a:pt x="655719" y="1443700"/>
                    <a:pt x="1225207" y="1291106"/>
                  </a:cubicBezTo>
                  <a:cubicBezTo>
                    <a:pt x="5833985" y="56188"/>
                    <a:pt x="5833985" y="56188"/>
                    <a:pt x="5833985" y="56188"/>
                  </a:cubicBezTo>
                  <a:cubicBezTo>
                    <a:pt x="5976357" y="18039"/>
                    <a:pt x="6121296" y="-357"/>
                    <a:pt x="6265131" y="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9000"/>
                  </a:schemeClr>
                </a:gs>
                <a:gs pos="100000">
                  <a:schemeClr val="accent2">
                    <a:alpha val="47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ED6B060-318C-26D1-6648-2BE4F3F3B8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959"/>
            <a:ext cx="12192000" cy="5252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9593-9A48-B64E-2990-A46BB969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62C8797-0894-3384-28A9-5C325B386ED5}"/>
              </a:ext>
            </a:extLst>
          </p:cNvPr>
          <p:cNvGrpSpPr/>
          <p:nvPr/>
        </p:nvGrpSpPr>
        <p:grpSpPr>
          <a:xfrm>
            <a:off x="553148" y="534688"/>
            <a:ext cx="11640226" cy="6323312"/>
            <a:chOff x="553148" y="534688"/>
            <a:chExt cx="11640226" cy="6323312"/>
          </a:xfrm>
        </p:grpSpPr>
        <p:grpSp>
          <p:nvGrpSpPr>
            <p:cNvPr id="39" name="Group 63">
              <a:extLst>
                <a:ext uri="{FF2B5EF4-FFF2-40B4-BE49-F238E27FC236}">
                  <a16:creationId xmlns:a16="http://schemas.microsoft.com/office/drawing/2014/main" id="{BE8699D4-FD2E-2866-E2A3-F837C5094BE2}"/>
                </a:ext>
              </a:extLst>
            </p:cNvPr>
            <p:cNvGrpSpPr/>
            <p:nvPr/>
          </p:nvGrpSpPr>
          <p:grpSpPr>
            <a:xfrm>
              <a:off x="553148" y="534688"/>
              <a:ext cx="3253392" cy="547070"/>
              <a:chOff x="9454548" y="259790"/>
              <a:chExt cx="3253392" cy="547070"/>
            </a:xfr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</p:grpSpPr>
          <p:grpSp>
            <p:nvGrpSpPr>
              <p:cNvPr id="42" name="Group 64">
                <a:extLst>
                  <a:ext uri="{FF2B5EF4-FFF2-40B4-BE49-F238E27FC236}">
                    <a16:creationId xmlns:a16="http://schemas.microsoft.com/office/drawing/2014/main" id="{A9521C7B-BC34-179F-50E9-9C758A48692C}"/>
                  </a:ext>
                </a:extLst>
              </p:cNvPr>
              <p:cNvGrpSpPr/>
              <p:nvPr/>
            </p:nvGrpSpPr>
            <p:grpSpPr>
              <a:xfrm>
                <a:off x="9454548" y="259790"/>
                <a:ext cx="3253392" cy="547070"/>
                <a:chOff x="9454548" y="259790"/>
                <a:chExt cx="3253392" cy="547070"/>
              </a:xfrm>
              <a:grpFill/>
            </p:grpSpPr>
            <p:sp>
              <p:nvSpPr>
                <p:cNvPr id="44" name="Rectangle: Rounded Corners 71">
                  <a:extLst>
                    <a:ext uri="{FF2B5EF4-FFF2-40B4-BE49-F238E27FC236}">
                      <a16:creationId xmlns:a16="http://schemas.microsoft.com/office/drawing/2014/main" id="{50584C80-0D5D-EA5E-F3D6-5400720C9ACE}"/>
                    </a:ext>
                  </a:extLst>
                </p:cNvPr>
                <p:cNvSpPr/>
                <p:nvPr/>
              </p:nvSpPr>
              <p:spPr>
                <a:xfrm>
                  <a:off x="10004830" y="259790"/>
                  <a:ext cx="2703110" cy="547070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>
                  <a:outerShdw blurRad="1270000" sx="90000" sy="90000" algn="ctr" rotWithShape="0">
                    <a:schemeClr val="bg1">
                      <a:lumMod val="7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45" name="Oval 72">
                  <a:extLst>
                    <a:ext uri="{FF2B5EF4-FFF2-40B4-BE49-F238E27FC236}">
                      <a16:creationId xmlns:a16="http://schemas.microsoft.com/office/drawing/2014/main" id="{DD620210-84AC-A55F-029C-21C9536E797A}"/>
                    </a:ext>
                  </a:extLst>
                </p:cNvPr>
                <p:cNvSpPr/>
                <p:nvPr/>
              </p:nvSpPr>
              <p:spPr>
                <a:xfrm>
                  <a:off x="9454548" y="404790"/>
                  <a:ext cx="260998" cy="2609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sp>
            <p:nvSpPr>
              <p:cNvPr id="43" name="Freeform 6">
                <a:extLst>
                  <a:ext uri="{FF2B5EF4-FFF2-40B4-BE49-F238E27FC236}">
                    <a16:creationId xmlns:a16="http://schemas.microsoft.com/office/drawing/2014/main" id="{7C0AF22C-7C00-12B4-F94D-298AA76C89EE}"/>
                  </a:ext>
                </a:extLst>
              </p:cNvPr>
              <p:cNvSpPr/>
              <p:nvPr userDrawn="1"/>
            </p:nvSpPr>
            <p:spPr bwMode="auto">
              <a:xfrm>
                <a:off x="10844396" y="372320"/>
                <a:ext cx="32470" cy="32470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0" name="文本框 49">
              <a:extLst>
                <a:ext uri="{FF2B5EF4-FFF2-40B4-BE49-F238E27FC236}">
                  <a16:creationId xmlns:a16="http://schemas.microsoft.com/office/drawing/2014/main" id="{A0193670-DBF2-5541-8420-E20A4C30CE53}"/>
                </a:ext>
              </a:extLst>
            </p:cNvPr>
            <p:cNvSpPr txBox="1"/>
            <p:nvPr/>
          </p:nvSpPr>
          <p:spPr>
            <a:xfrm>
              <a:off x="1243267" y="621035"/>
              <a:ext cx="1323266" cy="343597"/>
            </a:xfrm>
            <a:prstGeom prst="rect">
              <a:avLst/>
            </a:prstGeom>
            <a:noFill/>
          </p:spPr>
          <p:txBody>
            <a:bodyPr wrap="none" lIns="96434" tIns="48217" rIns="96434" bIns="48217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963930"/>
              <a:r>
                <a:rPr lang="zh-CN" altLang="en-US" sz="1600" spc="600" dirty="0">
                  <a:solidFill>
                    <a:schemeClr val="bg1"/>
                  </a:solidFill>
                  <a:latin typeface="Arial"/>
                  <a:ea typeface="微软雅黑"/>
                  <a:cs typeface="+mn-ea"/>
                  <a:sym typeface="Arial"/>
                </a:rPr>
                <a:t>主要页面</a:t>
              </a:r>
            </a:p>
          </p:txBody>
        </p:sp>
        <p:sp>
          <p:nvSpPr>
            <p:cNvPr id="41" name="Freeform: Shape 3">
              <a:extLst>
                <a:ext uri="{FF2B5EF4-FFF2-40B4-BE49-F238E27FC236}">
                  <a16:creationId xmlns:a16="http://schemas.microsoft.com/office/drawing/2014/main" id="{6AF6A5A9-13A1-D484-0D1F-BE023480D69B}"/>
                </a:ext>
              </a:extLst>
            </p:cNvPr>
            <p:cNvSpPr/>
            <p:nvPr/>
          </p:nvSpPr>
          <p:spPr>
            <a:xfrm rot="16200000" flipH="1">
              <a:off x="10495498" y="5160124"/>
              <a:ext cx="1420285" cy="1975467"/>
            </a:xfrm>
            <a:custGeom>
              <a:avLst/>
              <a:gdLst>
                <a:gd name="connsiteX0" fmla="*/ 6265131 w 6449339"/>
                <a:gd name="connsiteY0" fmla="*/ 6 h 5162247"/>
                <a:gd name="connsiteX1" fmla="*/ 6449339 w 6449339"/>
                <a:gd name="connsiteY1" fmla="*/ 12452 h 5162247"/>
                <a:gd name="connsiteX2" fmla="*/ 6449339 w 6449339"/>
                <a:gd name="connsiteY2" fmla="*/ 5162247 h 5162247"/>
                <a:gd name="connsiteX3" fmla="*/ 1587731 w 6449339"/>
                <a:gd name="connsiteY3" fmla="*/ 5162247 h 5162247"/>
                <a:gd name="connsiteX4" fmla="*/ 1579908 w 6449339"/>
                <a:gd name="connsiteY4" fmla="*/ 5154419 h 5162247"/>
                <a:gd name="connsiteX5" fmla="*/ 484249 w 6449339"/>
                <a:gd name="connsiteY5" fmla="*/ 4057975 h 5162247"/>
                <a:gd name="connsiteX6" fmla="*/ 55831 w 6449339"/>
                <a:gd name="connsiteY6" fmla="*/ 2459096 h 5162247"/>
                <a:gd name="connsiteX7" fmla="*/ 1225207 w 6449339"/>
                <a:gd name="connsiteY7" fmla="*/ 1291106 h 5162247"/>
                <a:gd name="connsiteX8" fmla="*/ 5833985 w 6449339"/>
                <a:gd name="connsiteY8" fmla="*/ 56188 h 5162247"/>
                <a:gd name="connsiteX9" fmla="*/ 6265131 w 6449339"/>
                <a:gd name="connsiteY9" fmla="*/ 6 h 5162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49339" h="5162247">
                  <a:moveTo>
                    <a:pt x="6265131" y="6"/>
                  </a:moveTo>
                  <a:lnTo>
                    <a:pt x="6449339" y="12452"/>
                  </a:lnTo>
                  <a:lnTo>
                    <a:pt x="6449339" y="5162247"/>
                  </a:lnTo>
                  <a:lnTo>
                    <a:pt x="1587731" y="5162247"/>
                  </a:lnTo>
                  <a:lnTo>
                    <a:pt x="1579908" y="5154419"/>
                  </a:lnTo>
                  <a:cubicBezTo>
                    <a:pt x="484249" y="4057975"/>
                    <a:pt x="484249" y="4057975"/>
                    <a:pt x="484249" y="4057975"/>
                  </a:cubicBezTo>
                  <a:cubicBezTo>
                    <a:pt x="66510" y="3637928"/>
                    <a:pt x="-95918" y="3031737"/>
                    <a:pt x="55831" y="2459096"/>
                  </a:cubicBezTo>
                  <a:cubicBezTo>
                    <a:pt x="208668" y="1890524"/>
                    <a:pt x="655719" y="1443700"/>
                    <a:pt x="1225207" y="1291106"/>
                  </a:cubicBezTo>
                  <a:cubicBezTo>
                    <a:pt x="5833985" y="56188"/>
                    <a:pt x="5833985" y="56188"/>
                    <a:pt x="5833985" y="56188"/>
                  </a:cubicBezTo>
                  <a:cubicBezTo>
                    <a:pt x="5976357" y="18039"/>
                    <a:pt x="6121296" y="-357"/>
                    <a:pt x="6265131" y="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9000"/>
                  </a:schemeClr>
                </a:gs>
                <a:gs pos="100000">
                  <a:schemeClr val="accent2">
                    <a:alpha val="47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36AF8F8-AA6F-298E-6F38-5E944F328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" y="0"/>
            <a:ext cx="12179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7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DF2F-AB23-0CC6-A1FA-0D216B24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C1E10F3-C419-2C5B-9173-FE5A19EC7F87}"/>
              </a:ext>
            </a:extLst>
          </p:cNvPr>
          <p:cNvGrpSpPr/>
          <p:nvPr/>
        </p:nvGrpSpPr>
        <p:grpSpPr>
          <a:xfrm>
            <a:off x="553148" y="534688"/>
            <a:ext cx="11640226" cy="6323312"/>
            <a:chOff x="553148" y="534688"/>
            <a:chExt cx="11640226" cy="6323312"/>
          </a:xfrm>
        </p:grpSpPr>
        <p:grpSp>
          <p:nvGrpSpPr>
            <p:cNvPr id="39" name="Group 63">
              <a:extLst>
                <a:ext uri="{FF2B5EF4-FFF2-40B4-BE49-F238E27FC236}">
                  <a16:creationId xmlns:a16="http://schemas.microsoft.com/office/drawing/2014/main" id="{C1768CB4-E3A2-DED3-1510-3413DB822FF5}"/>
                </a:ext>
              </a:extLst>
            </p:cNvPr>
            <p:cNvGrpSpPr/>
            <p:nvPr/>
          </p:nvGrpSpPr>
          <p:grpSpPr>
            <a:xfrm>
              <a:off x="553148" y="534688"/>
              <a:ext cx="3253392" cy="547070"/>
              <a:chOff x="9454548" y="259790"/>
              <a:chExt cx="3253392" cy="547070"/>
            </a:xfr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</p:grpSpPr>
          <p:grpSp>
            <p:nvGrpSpPr>
              <p:cNvPr id="42" name="Group 64">
                <a:extLst>
                  <a:ext uri="{FF2B5EF4-FFF2-40B4-BE49-F238E27FC236}">
                    <a16:creationId xmlns:a16="http://schemas.microsoft.com/office/drawing/2014/main" id="{3C73577E-5616-FE07-580D-88488B2E296B}"/>
                  </a:ext>
                </a:extLst>
              </p:cNvPr>
              <p:cNvGrpSpPr/>
              <p:nvPr/>
            </p:nvGrpSpPr>
            <p:grpSpPr>
              <a:xfrm>
                <a:off x="9454548" y="259790"/>
                <a:ext cx="3253392" cy="547070"/>
                <a:chOff x="9454548" y="259790"/>
                <a:chExt cx="3253392" cy="547070"/>
              </a:xfrm>
              <a:grpFill/>
            </p:grpSpPr>
            <p:sp>
              <p:nvSpPr>
                <p:cNvPr id="44" name="Rectangle: Rounded Corners 71">
                  <a:extLst>
                    <a:ext uri="{FF2B5EF4-FFF2-40B4-BE49-F238E27FC236}">
                      <a16:creationId xmlns:a16="http://schemas.microsoft.com/office/drawing/2014/main" id="{591C8119-8889-28DF-C624-8F2CEFBE063F}"/>
                    </a:ext>
                  </a:extLst>
                </p:cNvPr>
                <p:cNvSpPr/>
                <p:nvPr/>
              </p:nvSpPr>
              <p:spPr>
                <a:xfrm>
                  <a:off x="10004830" y="259790"/>
                  <a:ext cx="2703110" cy="547070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>
                  <a:outerShdw blurRad="1270000" sx="90000" sy="90000" algn="ctr" rotWithShape="0">
                    <a:schemeClr val="bg1">
                      <a:lumMod val="7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45" name="Oval 72">
                  <a:extLst>
                    <a:ext uri="{FF2B5EF4-FFF2-40B4-BE49-F238E27FC236}">
                      <a16:creationId xmlns:a16="http://schemas.microsoft.com/office/drawing/2014/main" id="{D4CFD2C8-CAF2-7691-BD4B-5558DC9BF8DD}"/>
                    </a:ext>
                  </a:extLst>
                </p:cNvPr>
                <p:cNvSpPr/>
                <p:nvPr/>
              </p:nvSpPr>
              <p:spPr>
                <a:xfrm>
                  <a:off x="9454548" y="404790"/>
                  <a:ext cx="260998" cy="2609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sp>
            <p:nvSpPr>
              <p:cNvPr id="43" name="Freeform 6">
                <a:extLst>
                  <a:ext uri="{FF2B5EF4-FFF2-40B4-BE49-F238E27FC236}">
                    <a16:creationId xmlns:a16="http://schemas.microsoft.com/office/drawing/2014/main" id="{864A2FAA-9F67-834E-719D-A7E699743F04}"/>
                  </a:ext>
                </a:extLst>
              </p:cNvPr>
              <p:cNvSpPr/>
              <p:nvPr userDrawn="1"/>
            </p:nvSpPr>
            <p:spPr bwMode="auto">
              <a:xfrm>
                <a:off x="10844396" y="372320"/>
                <a:ext cx="32470" cy="32470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0" name="文本框 49">
              <a:extLst>
                <a:ext uri="{FF2B5EF4-FFF2-40B4-BE49-F238E27FC236}">
                  <a16:creationId xmlns:a16="http://schemas.microsoft.com/office/drawing/2014/main" id="{92F2C863-71C0-4DFC-5BBA-EC152AF0D46B}"/>
                </a:ext>
              </a:extLst>
            </p:cNvPr>
            <p:cNvSpPr txBox="1"/>
            <p:nvPr/>
          </p:nvSpPr>
          <p:spPr>
            <a:xfrm>
              <a:off x="1243267" y="621035"/>
              <a:ext cx="1323266" cy="343597"/>
            </a:xfrm>
            <a:prstGeom prst="rect">
              <a:avLst/>
            </a:prstGeom>
            <a:noFill/>
          </p:spPr>
          <p:txBody>
            <a:bodyPr wrap="none" lIns="96434" tIns="48217" rIns="96434" bIns="48217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963930"/>
              <a:r>
                <a:rPr lang="zh-CN" altLang="en-US" sz="1600" spc="600" dirty="0">
                  <a:solidFill>
                    <a:schemeClr val="bg1"/>
                  </a:solidFill>
                  <a:latin typeface="Arial"/>
                  <a:ea typeface="微软雅黑"/>
                  <a:cs typeface="+mn-ea"/>
                  <a:sym typeface="Arial"/>
                </a:rPr>
                <a:t>主要页面</a:t>
              </a:r>
            </a:p>
          </p:txBody>
        </p:sp>
        <p:sp>
          <p:nvSpPr>
            <p:cNvPr id="41" name="Freeform: Shape 3">
              <a:extLst>
                <a:ext uri="{FF2B5EF4-FFF2-40B4-BE49-F238E27FC236}">
                  <a16:creationId xmlns:a16="http://schemas.microsoft.com/office/drawing/2014/main" id="{BAD684EA-6B42-46FF-C934-01E6E8145725}"/>
                </a:ext>
              </a:extLst>
            </p:cNvPr>
            <p:cNvSpPr/>
            <p:nvPr/>
          </p:nvSpPr>
          <p:spPr>
            <a:xfrm rot="16200000" flipH="1">
              <a:off x="10495498" y="5160124"/>
              <a:ext cx="1420285" cy="1975467"/>
            </a:xfrm>
            <a:custGeom>
              <a:avLst/>
              <a:gdLst>
                <a:gd name="connsiteX0" fmla="*/ 6265131 w 6449339"/>
                <a:gd name="connsiteY0" fmla="*/ 6 h 5162247"/>
                <a:gd name="connsiteX1" fmla="*/ 6449339 w 6449339"/>
                <a:gd name="connsiteY1" fmla="*/ 12452 h 5162247"/>
                <a:gd name="connsiteX2" fmla="*/ 6449339 w 6449339"/>
                <a:gd name="connsiteY2" fmla="*/ 5162247 h 5162247"/>
                <a:gd name="connsiteX3" fmla="*/ 1587731 w 6449339"/>
                <a:gd name="connsiteY3" fmla="*/ 5162247 h 5162247"/>
                <a:gd name="connsiteX4" fmla="*/ 1579908 w 6449339"/>
                <a:gd name="connsiteY4" fmla="*/ 5154419 h 5162247"/>
                <a:gd name="connsiteX5" fmla="*/ 484249 w 6449339"/>
                <a:gd name="connsiteY5" fmla="*/ 4057975 h 5162247"/>
                <a:gd name="connsiteX6" fmla="*/ 55831 w 6449339"/>
                <a:gd name="connsiteY6" fmla="*/ 2459096 h 5162247"/>
                <a:gd name="connsiteX7" fmla="*/ 1225207 w 6449339"/>
                <a:gd name="connsiteY7" fmla="*/ 1291106 h 5162247"/>
                <a:gd name="connsiteX8" fmla="*/ 5833985 w 6449339"/>
                <a:gd name="connsiteY8" fmla="*/ 56188 h 5162247"/>
                <a:gd name="connsiteX9" fmla="*/ 6265131 w 6449339"/>
                <a:gd name="connsiteY9" fmla="*/ 6 h 5162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49339" h="5162247">
                  <a:moveTo>
                    <a:pt x="6265131" y="6"/>
                  </a:moveTo>
                  <a:lnTo>
                    <a:pt x="6449339" y="12452"/>
                  </a:lnTo>
                  <a:lnTo>
                    <a:pt x="6449339" y="5162247"/>
                  </a:lnTo>
                  <a:lnTo>
                    <a:pt x="1587731" y="5162247"/>
                  </a:lnTo>
                  <a:lnTo>
                    <a:pt x="1579908" y="5154419"/>
                  </a:lnTo>
                  <a:cubicBezTo>
                    <a:pt x="484249" y="4057975"/>
                    <a:pt x="484249" y="4057975"/>
                    <a:pt x="484249" y="4057975"/>
                  </a:cubicBezTo>
                  <a:cubicBezTo>
                    <a:pt x="66510" y="3637928"/>
                    <a:pt x="-95918" y="3031737"/>
                    <a:pt x="55831" y="2459096"/>
                  </a:cubicBezTo>
                  <a:cubicBezTo>
                    <a:pt x="208668" y="1890524"/>
                    <a:pt x="655719" y="1443700"/>
                    <a:pt x="1225207" y="1291106"/>
                  </a:cubicBezTo>
                  <a:cubicBezTo>
                    <a:pt x="5833985" y="56188"/>
                    <a:pt x="5833985" y="56188"/>
                    <a:pt x="5833985" y="56188"/>
                  </a:cubicBezTo>
                  <a:cubicBezTo>
                    <a:pt x="5976357" y="18039"/>
                    <a:pt x="6121296" y="-357"/>
                    <a:pt x="6265131" y="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9000"/>
                  </a:schemeClr>
                </a:gs>
                <a:gs pos="100000">
                  <a:schemeClr val="accent2">
                    <a:alpha val="47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336701A-66DE-4F7C-BEA6-4BD165223B53}"/>
              </a:ext>
            </a:extLst>
          </p:cNvPr>
          <p:cNvSpPr txBox="1"/>
          <p:nvPr/>
        </p:nvSpPr>
        <p:spPr>
          <a:xfrm>
            <a:off x="3020291" y="2891043"/>
            <a:ext cx="611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[图片]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4AAD1B-8FD7-A8F3-A21D-BF8CC9AA6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39"/>
            <a:ext cx="12192000" cy="64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9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3"/>
          <p:cNvGrpSpPr/>
          <p:nvPr/>
        </p:nvGrpSpPr>
        <p:grpSpPr>
          <a:xfrm>
            <a:off x="787675" y="534687"/>
            <a:ext cx="1330908" cy="260996"/>
            <a:chOff x="9689075" y="259789"/>
            <a:chExt cx="1330908" cy="26099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grpSp>
          <p:nvGrpSpPr>
            <p:cNvPr id="3" name="Group 64"/>
            <p:cNvGrpSpPr/>
            <p:nvPr/>
          </p:nvGrpSpPr>
          <p:grpSpPr>
            <a:xfrm>
              <a:off x="9689075" y="259789"/>
              <a:ext cx="1330908" cy="260996"/>
              <a:chOff x="9689075" y="259789"/>
              <a:chExt cx="1330908" cy="260996"/>
            </a:xfrm>
            <a:grpFill/>
          </p:grpSpPr>
          <p:sp>
            <p:nvSpPr>
              <p:cNvPr id="5" name="Rectangle: Rounded Corners 71"/>
              <p:cNvSpPr/>
              <p:nvPr/>
            </p:nvSpPr>
            <p:spPr>
              <a:xfrm>
                <a:off x="10004831" y="259790"/>
                <a:ext cx="1015152" cy="26099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  <a:effectLst>
                <a:outerShdw blurRad="1270000" sx="90000" sy="90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Arial"/>
                </a:endParaRPr>
              </a:p>
            </p:txBody>
          </p:sp>
          <p:sp>
            <p:nvSpPr>
              <p:cNvPr id="6" name="Oval 72"/>
              <p:cNvSpPr/>
              <p:nvPr/>
            </p:nvSpPr>
            <p:spPr>
              <a:xfrm>
                <a:off x="9689075" y="259789"/>
                <a:ext cx="260998" cy="26099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Arial"/>
                </a:endParaRPr>
              </a:p>
            </p:txBody>
          </p:sp>
        </p:grpSp>
        <p:sp>
          <p:nvSpPr>
            <p:cNvPr id="4" name="Freeform 6"/>
            <p:cNvSpPr/>
            <p:nvPr userDrawn="1"/>
          </p:nvSpPr>
          <p:spPr bwMode="auto">
            <a:xfrm>
              <a:off x="10844396" y="372320"/>
              <a:ext cx="32470" cy="32470"/>
            </a:xfrm>
            <a:custGeom>
              <a:avLst/>
              <a:gdLst>
                <a:gd name="T0" fmla="*/ 739 w 739"/>
                <a:gd name="T1" fmla="*/ 258 h 739"/>
                <a:gd name="T2" fmla="*/ 480 w 739"/>
                <a:gd name="T3" fmla="*/ 258 h 739"/>
                <a:gd name="T4" fmla="*/ 480 w 739"/>
                <a:gd name="T5" fmla="*/ 0 h 739"/>
                <a:gd name="T6" fmla="*/ 258 w 739"/>
                <a:gd name="T7" fmla="*/ 0 h 739"/>
                <a:gd name="T8" fmla="*/ 258 w 739"/>
                <a:gd name="T9" fmla="*/ 258 h 739"/>
                <a:gd name="T10" fmla="*/ 0 w 739"/>
                <a:gd name="T11" fmla="*/ 258 h 739"/>
                <a:gd name="T12" fmla="*/ 0 w 739"/>
                <a:gd name="T13" fmla="*/ 480 h 739"/>
                <a:gd name="T14" fmla="*/ 258 w 739"/>
                <a:gd name="T15" fmla="*/ 480 h 739"/>
                <a:gd name="T16" fmla="*/ 258 w 739"/>
                <a:gd name="T17" fmla="*/ 739 h 739"/>
                <a:gd name="T18" fmla="*/ 480 w 739"/>
                <a:gd name="T19" fmla="*/ 739 h 739"/>
                <a:gd name="T20" fmla="*/ 480 w 739"/>
                <a:gd name="T21" fmla="*/ 480 h 739"/>
                <a:gd name="T22" fmla="*/ 739 w 739"/>
                <a:gd name="T23" fmla="*/ 480 h 739"/>
                <a:gd name="T24" fmla="*/ 739 w 739"/>
                <a:gd name="T25" fmla="*/ 25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9" h="739">
                  <a:moveTo>
                    <a:pt x="739" y="258"/>
                  </a:moveTo>
                  <a:lnTo>
                    <a:pt x="480" y="258"/>
                  </a:lnTo>
                  <a:lnTo>
                    <a:pt x="480" y="0"/>
                  </a:lnTo>
                  <a:lnTo>
                    <a:pt x="258" y="0"/>
                  </a:lnTo>
                  <a:lnTo>
                    <a:pt x="258" y="258"/>
                  </a:lnTo>
                  <a:lnTo>
                    <a:pt x="0" y="258"/>
                  </a:lnTo>
                  <a:lnTo>
                    <a:pt x="0" y="480"/>
                  </a:lnTo>
                  <a:lnTo>
                    <a:pt x="258" y="480"/>
                  </a:lnTo>
                  <a:lnTo>
                    <a:pt x="258" y="739"/>
                  </a:lnTo>
                  <a:lnTo>
                    <a:pt x="480" y="739"/>
                  </a:lnTo>
                  <a:lnTo>
                    <a:pt x="480" y="480"/>
                  </a:lnTo>
                  <a:lnTo>
                    <a:pt x="739" y="480"/>
                  </a:lnTo>
                  <a:lnTo>
                    <a:pt x="739" y="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endParaRPr>
            </a:p>
          </p:txBody>
        </p:sp>
      </p:grpSp>
      <p:sp>
        <p:nvSpPr>
          <p:cNvPr id="8" name="Freeform: Shape 3"/>
          <p:cNvSpPr/>
          <p:nvPr/>
        </p:nvSpPr>
        <p:spPr>
          <a:xfrm>
            <a:off x="9448035" y="4661647"/>
            <a:ext cx="2743966" cy="2196354"/>
          </a:xfrm>
          <a:custGeom>
            <a:avLst/>
            <a:gdLst>
              <a:gd name="connsiteX0" fmla="*/ 6265131 w 6449339"/>
              <a:gd name="connsiteY0" fmla="*/ 6 h 5162247"/>
              <a:gd name="connsiteX1" fmla="*/ 6449339 w 6449339"/>
              <a:gd name="connsiteY1" fmla="*/ 12452 h 5162247"/>
              <a:gd name="connsiteX2" fmla="*/ 6449339 w 6449339"/>
              <a:gd name="connsiteY2" fmla="*/ 5162247 h 5162247"/>
              <a:gd name="connsiteX3" fmla="*/ 1587731 w 6449339"/>
              <a:gd name="connsiteY3" fmla="*/ 5162247 h 5162247"/>
              <a:gd name="connsiteX4" fmla="*/ 1579908 w 6449339"/>
              <a:gd name="connsiteY4" fmla="*/ 5154419 h 5162247"/>
              <a:gd name="connsiteX5" fmla="*/ 484249 w 6449339"/>
              <a:gd name="connsiteY5" fmla="*/ 4057975 h 5162247"/>
              <a:gd name="connsiteX6" fmla="*/ 55831 w 6449339"/>
              <a:gd name="connsiteY6" fmla="*/ 2459096 h 5162247"/>
              <a:gd name="connsiteX7" fmla="*/ 1225207 w 6449339"/>
              <a:gd name="connsiteY7" fmla="*/ 1291106 h 5162247"/>
              <a:gd name="connsiteX8" fmla="*/ 5833985 w 6449339"/>
              <a:gd name="connsiteY8" fmla="*/ 56188 h 5162247"/>
              <a:gd name="connsiteX9" fmla="*/ 6265131 w 6449339"/>
              <a:gd name="connsiteY9" fmla="*/ 6 h 516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49339" h="5162247">
                <a:moveTo>
                  <a:pt x="6265131" y="6"/>
                </a:moveTo>
                <a:lnTo>
                  <a:pt x="6449339" y="12452"/>
                </a:lnTo>
                <a:lnTo>
                  <a:pt x="6449339" y="5162247"/>
                </a:lnTo>
                <a:lnTo>
                  <a:pt x="1587731" y="5162247"/>
                </a:lnTo>
                <a:lnTo>
                  <a:pt x="1579908" y="5154419"/>
                </a:lnTo>
                <a:cubicBezTo>
                  <a:pt x="484249" y="4057975"/>
                  <a:pt x="484249" y="4057975"/>
                  <a:pt x="484249" y="4057975"/>
                </a:cubicBezTo>
                <a:cubicBezTo>
                  <a:pt x="66510" y="3637928"/>
                  <a:pt x="-95918" y="3031737"/>
                  <a:pt x="55831" y="2459096"/>
                </a:cubicBezTo>
                <a:cubicBezTo>
                  <a:pt x="208668" y="1890524"/>
                  <a:pt x="655719" y="1443700"/>
                  <a:pt x="1225207" y="1291106"/>
                </a:cubicBezTo>
                <a:cubicBezTo>
                  <a:pt x="5833985" y="56188"/>
                  <a:pt x="5833985" y="56188"/>
                  <a:pt x="5833985" y="56188"/>
                </a:cubicBezTo>
                <a:cubicBezTo>
                  <a:pt x="5976357" y="18039"/>
                  <a:pt x="6121296" y="-357"/>
                  <a:pt x="6265131" y="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9" name="Freeform: Shape 3"/>
          <p:cNvSpPr/>
          <p:nvPr/>
        </p:nvSpPr>
        <p:spPr>
          <a:xfrm rot="5400000">
            <a:off x="207487" y="3221511"/>
            <a:ext cx="3429000" cy="3843978"/>
          </a:xfrm>
          <a:custGeom>
            <a:avLst/>
            <a:gdLst>
              <a:gd name="connsiteX0" fmla="*/ 6265131 w 6449339"/>
              <a:gd name="connsiteY0" fmla="*/ 6 h 5162247"/>
              <a:gd name="connsiteX1" fmla="*/ 6449339 w 6449339"/>
              <a:gd name="connsiteY1" fmla="*/ 12452 h 5162247"/>
              <a:gd name="connsiteX2" fmla="*/ 6449339 w 6449339"/>
              <a:gd name="connsiteY2" fmla="*/ 5162247 h 5162247"/>
              <a:gd name="connsiteX3" fmla="*/ 1587731 w 6449339"/>
              <a:gd name="connsiteY3" fmla="*/ 5162247 h 5162247"/>
              <a:gd name="connsiteX4" fmla="*/ 1579908 w 6449339"/>
              <a:gd name="connsiteY4" fmla="*/ 5154419 h 5162247"/>
              <a:gd name="connsiteX5" fmla="*/ 484249 w 6449339"/>
              <a:gd name="connsiteY5" fmla="*/ 4057975 h 5162247"/>
              <a:gd name="connsiteX6" fmla="*/ 55831 w 6449339"/>
              <a:gd name="connsiteY6" fmla="*/ 2459096 h 5162247"/>
              <a:gd name="connsiteX7" fmla="*/ 1225207 w 6449339"/>
              <a:gd name="connsiteY7" fmla="*/ 1291106 h 5162247"/>
              <a:gd name="connsiteX8" fmla="*/ 5833985 w 6449339"/>
              <a:gd name="connsiteY8" fmla="*/ 56188 h 5162247"/>
              <a:gd name="connsiteX9" fmla="*/ 6265131 w 6449339"/>
              <a:gd name="connsiteY9" fmla="*/ 6 h 516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49339" h="5162247">
                <a:moveTo>
                  <a:pt x="6265131" y="6"/>
                </a:moveTo>
                <a:lnTo>
                  <a:pt x="6449339" y="12452"/>
                </a:lnTo>
                <a:lnTo>
                  <a:pt x="6449339" y="5162247"/>
                </a:lnTo>
                <a:lnTo>
                  <a:pt x="1587731" y="5162247"/>
                </a:lnTo>
                <a:lnTo>
                  <a:pt x="1579908" y="5154419"/>
                </a:lnTo>
                <a:cubicBezTo>
                  <a:pt x="484249" y="4057975"/>
                  <a:pt x="484249" y="4057975"/>
                  <a:pt x="484249" y="4057975"/>
                </a:cubicBezTo>
                <a:cubicBezTo>
                  <a:pt x="66510" y="3637928"/>
                  <a:pt x="-95918" y="3031737"/>
                  <a:pt x="55831" y="2459096"/>
                </a:cubicBezTo>
                <a:cubicBezTo>
                  <a:pt x="208668" y="1890524"/>
                  <a:pt x="655719" y="1443700"/>
                  <a:pt x="1225207" y="1291106"/>
                </a:cubicBezTo>
                <a:cubicBezTo>
                  <a:pt x="5833985" y="56188"/>
                  <a:pt x="5833985" y="56188"/>
                  <a:pt x="5833985" y="56188"/>
                </a:cubicBezTo>
                <a:cubicBezTo>
                  <a:pt x="5976357" y="18039"/>
                  <a:pt x="6121296" y="-357"/>
                  <a:pt x="6265131" y="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9000"/>
                </a:schemeClr>
              </a:gs>
              <a:gs pos="100000">
                <a:schemeClr val="accent2">
                  <a:alpha val="4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68350" y="2015411"/>
            <a:ext cx="8624047" cy="24652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11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328562" y="2365602"/>
            <a:ext cx="6868126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spc="6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>
                <a:sym typeface="Arial"/>
              </a:rPr>
              <a:t>感谢您的观看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B1EA3C0-BCC4-6F70-D66A-C53C7FAFEB7E}"/>
              </a:ext>
            </a:extLst>
          </p:cNvPr>
          <p:cNvSpPr/>
          <p:nvPr/>
        </p:nvSpPr>
        <p:spPr>
          <a:xfrm>
            <a:off x="4042414" y="5185287"/>
            <a:ext cx="3522678" cy="515146"/>
          </a:xfrm>
          <a:prstGeom prst="roundRect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王培鸿 王俊杰 赖正麟</a:t>
            </a:r>
          </a:p>
        </p:txBody>
      </p:sp>
    </p:spTree>
    <p:extLst>
      <p:ext uri="{BB962C8B-B14F-4D97-AF65-F5344CB8AC3E}">
        <p14:creationId xmlns:p14="http://schemas.microsoft.com/office/powerpoint/2010/main" val="335663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/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PASSING_SCORE" val="0.000000"/>
  <p:tag name="ISPRING_ULTRA_SCORM_COURSE_ID" val="FADF280C-6211-42B5-883F-0B0B451750B0"/>
  <p:tag name="ISPRINGONLINEFOLDERID" val="0"/>
  <p:tag name="ISPRINGONLINEFOLDERPATH" val="内容列表"/>
  <p:tag name="ISPRINGCLOUDFOLDERID" val="0"/>
  <p:tag name="ISPRINGCLOUDFOLDERPATH" val="资源库"/>
  <p:tag name="ISPRING_OUTPUT_FOLDER" val="C:\Users\codi\Desktop"/>
  <p:tag name="ISPRING_PRESENTATION_TITLE" val="红色欧美风论文开题报告PPT模板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KSO_WPP_MARK_KEY" val="32861375-db29-4808-a529-2d6dbcf9e4d1"/>
  <p:tag name="COMMONDATA" val="eyJoZGlkIjoiODAxMTM5MzFhOWUwODJiZjcwZWJkMjJmM2RlYzNhN2QifQ=="/>
</p:tagLst>
</file>

<file path=ppt/theme/theme1.xml><?xml version="1.0" encoding="utf-8"?>
<a:theme xmlns:a="http://schemas.openxmlformats.org/drawingml/2006/main" name="第一PPT，www.1ppt.com">
  <a:themeElements>
    <a:clrScheme name="Custom 2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C493A"/>
      </a:accent1>
      <a:accent2>
        <a:srgbClr val="EA614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72</Words>
  <Application>Microsoft Office PowerPoint</Application>
  <PresentationFormat>宽屏</PresentationFormat>
  <Paragraphs>19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微软雅黑</vt:lpstr>
      <vt:lpstr>字魂35号-经典雅黑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第一PPT</dc:creator>
  <cp:keywords>www.1ppt.com</cp:keywords>
  <dc:description>www.1ppt.com</dc:description>
  <cp:lastModifiedBy>王锦鸿</cp:lastModifiedBy>
  <cp:revision>90</cp:revision>
  <dcterms:created xsi:type="dcterms:W3CDTF">2019-10-18T09:17:00Z</dcterms:created>
  <dcterms:modified xsi:type="dcterms:W3CDTF">2024-12-27T09:02:49Z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1C0C7550A4B24B2CB3939C848737CA07_12</vt:lpwstr>
  </property>
  <property fmtid="{D5CDD505-2E9C-101B-9397-08002B2CF9AE}" pid="3" name="KSOProductBuildVer">
    <vt:lpwstr>2052-12.1.0.15374</vt:lpwstr>
  </property>
</Properties>
</file>