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95D931-83F9-4D70-8267-7D05CBBC2C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0067282-CCD9-47DB-A4A8-86459E3308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6016CE-1B3D-4F27-858C-91D83BAE3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8E924-F471-4307-B3B9-487027694FCD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F50752-C683-4835-B3F8-064B04A43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99742E-BF1A-48B6-AD6D-DBCCF1EFF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A5C5C-F18E-476B-8DB8-729736B3A5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530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EA6371-9876-41CE-A972-1489A763F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444F25-F0EA-4B13-A586-033D7C131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5531DF-3472-44D1-9900-022BAF014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8E924-F471-4307-B3B9-487027694FCD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840EE0-FEE1-45B9-A64E-BBDAB3C0F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059A12-C73E-4852-9892-B967D7CC9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A5C5C-F18E-476B-8DB8-729736B3A5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6511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A0A1A0-9345-4490-95E6-6E1F9F9F3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956894-9ED1-4C21-B481-D0CE7FA1C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D17798-9165-45D1-BA5F-437BEDCD2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8E924-F471-4307-B3B9-487027694FCD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99A971-1A3B-4B7E-928C-DF7B6776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6ED02A-7815-4930-AD69-5A949A508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A5C5C-F18E-476B-8DB8-729736B3A5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6881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CE2225-E7F8-48AC-A1B9-F0C002314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3E94AC-DD7B-457B-B4DE-2C96E4414E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93043A-6C90-48E1-9030-886667F8B3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9B863B-4E32-44BA-ADD7-D2798420F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8E924-F471-4307-B3B9-487027694FCD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38FA67-184C-42D8-A244-D26528544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09E053-ED00-4EC7-A017-097BADD81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A5C5C-F18E-476B-8DB8-729736B3A5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154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D10C21-766C-42CF-913E-16947DFEA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4446EA-A22A-4FE7-9F4C-FA06AD13B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33AE3D-DA11-43E2-9691-AC8C2FD451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8E35554-9E57-411F-922A-211D926017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D9068E3-B0C1-436B-9D4D-D0502C2A8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F8B6DB-AA30-458A-8694-0204AE5FE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8E924-F471-4307-B3B9-487027694FCD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D34F55B-DE35-45F4-8BDF-AF1B52A07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CE77B91-D294-4386-A772-3155C2DDE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A5C5C-F18E-476B-8DB8-729736B3A5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980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B698AA-60D5-441D-AD1F-A7C7811D1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8270CCF-86CE-46F9-8D6C-B5D26C733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8E924-F471-4307-B3B9-487027694FCD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BBFB7F5-7C90-47ED-840A-77B51D3FE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F340CA9-7206-4980-BA42-EA581A36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A5C5C-F18E-476B-8DB8-729736B3A5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302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B4B61B2-4DE7-47BF-B540-3AC3E645A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8E924-F471-4307-B3B9-487027694FCD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E8F75BB-C6E5-4254-AD1F-C7196AEF3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95D661-FC6C-4DFE-B406-CAF411B46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A5C5C-F18E-476B-8DB8-729736B3A5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644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C631A6-5554-4EB7-BF32-F8D0AFADE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B4472C-9AAB-446E-A399-BF8C4EC2E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70211D3-ABE1-494C-9DD8-71D7B6FFF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E1BA35-5ECC-4493-B503-3EBD902F5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8E924-F471-4307-B3B9-487027694FCD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9CC1DF-17A8-4571-9014-E99BDA6B1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87C6DE-673A-4B24-8ED0-25C09B911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A5C5C-F18E-476B-8DB8-729736B3A5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9484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F273CD-9635-4E5D-9389-0496A6E96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5677E9F-6A38-4FE2-8856-ACDC3B2FF3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B3E365E-0CD7-478D-9BF4-B91A0BE901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504BE3-D107-4C35-8E0D-287F497DD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8E924-F471-4307-B3B9-487027694FCD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C5F45D-7103-4E2D-833D-82120E087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3F22E6-4D09-4B25-8E05-E226AAB82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A5C5C-F18E-476B-8DB8-729736B3A5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771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27DFE0-9453-4E47-AD1E-8F45BBFA3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6431AE7-5A2B-4F10-9AF4-487E28DA22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240194-0C2C-4E7E-B889-0F92C7126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8E924-F471-4307-B3B9-487027694FCD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6645BC-059F-4E72-A489-3AA3DFEC3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02A2A5-3EAC-4D60-9DF8-264982CA6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A5C5C-F18E-476B-8DB8-729736B3A5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8201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57AAA1C-C907-4915-A7D3-0E987BE671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2E55451-07B6-43C9-B140-2607FC6068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64223C-F7E0-49F0-915A-83CE3ABE4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8E924-F471-4307-B3B9-487027694FCD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8C0A41-88A6-4FC8-861B-2600B9B63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A10570-2C82-4FEB-9EEE-B18DB459D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A5C5C-F18E-476B-8DB8-729736B3A5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0552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42A64A8-3AE2-4D92-BFCA-BBE59B494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949212-7667-47DF-9EA0-E3A909F05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A199AA-2842-46B5-B7A9-D3BF4BEFC5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8E924-F471-4307-B3B9-487027694FCD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CE5AD5-CF5D-477E-A0FA-D492926935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102AB7-A1C5-425E-AB1B-CE98D97A9F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A5C5C-F18E-476B-8DB8-729736B3A5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9934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0C6EE20-7381-486B-95E0-E6332B101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437" y="533400"/>
            <a:ext cx="5953125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18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BAE6EB6-641C-45D5-BCA4-3181366D7706}"/>
              </a:ext>
            </a:extLst>
          </p:cNvPr>
          <p:cNvSpPr/>
          <p:nvPr/>
        </p:nvSpPr>
        <p:spPr>
          <a:xfrm>
            <a:off x="3787539" y="513347"/>
            <a:ext cx="1299410" cy="6352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躯干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090099D-A44A-45CF-9594-42E1BE696F58}"/>
              </a:ext>
            </a:extLst>
          </p:cNvPr>
          <p:cNvSpPr/>
          <p:nvPr/>
        </p:nvSpPr>
        <p:spPr>
          <a:xfrm>
            <a:off x="335278" y="1865698"/>
            <a:ext cx="1299410" cy="6352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头部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74961F3-D756-49AB-ADFD-0DFEEEF7AD4D}"/>
              </a:ext>
            </a:extLst>
          </p:cNvPr>
          <p:cNvSpPr/>
          <p:nvPr/>
        </p:nvSpPr>
        <p:spPr>
          <a:xfrm>
            <a:off x="2162474" y="1865698"/>
            <a:ext cx="1299410" cy="6352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左臂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01DCEB4-AC56-42ED-A18D-D7BBE16CAAB3}"/>
              </a:ext>
            </a:extLst>
          </p:cNvPr>
          <p:cNvSpPr/>
          <p:nvPr/>
        </p:nvSpPr>
        <p:spPr>
          <a:xfrm>
            <a:off x="2162474" y="3218049"/>
            <a:ext cx="1299410" cy="6352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左手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39A4D57-A113-4CBC-8123-ACB82E3E8694}"/>
              </a:ext>
            </a:extLst>
          </p:cNvPr>
          <p:cNvSpPr/>
          <p:nvPr/>
        </p:nvSpPr>
        <p:spPr>
          <a:xfrm>
            <a:off x="3787539" y="1865698"/>
            <a:ext cx="1299410" cy="6352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右臂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D584AD4-C209-4DE4-B936-BFD8CB458755}"/>
              </a:ext>
            </a:extLst>
          </p:cNvPr>
          <p:cNvSpPr/>
          <p:nvPr/>
        </p:nvSpPr>
        <p:spPr>
          <a:xfrm>
            <a:off x="3787539" y="3218049"/>
            <a:ext cx="1299410" cy="6352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右手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A505F63-1484-488E-BA7F-0165866E991B}"/>
              </a:ext>
            </a:extLst>
          </p:cNvPr>
          <p:cNvSpPr/>
          <p:nvPr/>
        </p:nvSpPr>
        <p:spPr>
          <a:xfrm>
            <a:off x="5518482" y="1865698"/>
            <a:ext cx="1299410" cy="6352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左大腿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3965AE6-B0F8-4C76-962A-3291A72D1F45}"/>
              </a:ext>
            </a:extLst>
          </p:cNvPr>
          <p:cNvSpPr/>
          <p:nvPr/>
        </p:nvSpPr>
        <p:spPr>
          <a:xfrm>
            <a:off x="5518482" y="3218049"/>
            <a:ext cx="1299410" cy="6352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左小腿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4BE57F7-F964-43C4-851A-488457A270B9}"/>
              </a:ext>
            </a:extLst>
          </p:cNvPr>
          <p:cNvSpPr/>
          <p:nvPr/>
        </p:nvSpPr>
        <p:spPr>
          <a:xfrm>
            <a:off x="5518482" y="4570400"/>
            <a:ext cx="1299410" cy="6352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左脚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3B2B554-3757-4C66-816A-22596476029E}"/>
              </a:ext>
            </a:extLst>
          </p:cNvPr>
          <p:cNvSpPr/>
          <p:nvPr/>
        </p:nvSpPr>
        <p:spPr>
          <a:xfrm>
            <a:off x="7249425" y="1865698"/>
            <a:ext cx="1299410" cy="6352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右大腿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1BC2A9B-BBF9-4598-A0B7-45DE028BAEDD}"/>
              </a:ext>
            </a:extLst>
          </p:cNvPr>
          <p:cNvSpPr/>
          <p:nvPr/>
        </p:nvSpPr>
        <p:spPr>
          <a:xfrm>
            <a:off x="7249425" y="3218049"/>
            <a:ext cx="1299410" cy="6352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右小腿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16F0E0A-6ABB-4967-B7CB-CE019E5B2365}"/>
              </a:ext>
            </a:extLst>
          </p:cNvPr>
          <p:cNvSpPr/>
          <p:nvPr/>
        </p:nvSpPr>
        <p:spPr>
          <a:xfrm>
            <a:off x="7249425" y="4570400"/>
            <a:ext cx="1299410" cy="6352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右脚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C83AEC2-7093-46ED-97A3-A49A81AC1C28}"/>
              </a:ext>
            </a:extLst>
          </p:cNvPr>
          <p:cNvSpPr/>
          <p:nvPr/>
        </p:nvSpPr>
        <p:spPr>
          <a:xfrm>
            <a:off x="2162474" y="4570399"/>
            <a:ext cx="1299410" cy="6352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金箍棒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180CB3F3-476B-4224-8250-16DB2C72A2B2}"/>
              </a:ext>
            </a:extLst>
          </p:cNvPr>
          <p:cNvCxnSpPr>
            <a:stCxn id="3" idx="2"/>
          </p:cNvCxnSpPr>
          <p:nvPr/>
        </p:nvCxnSpPr>
        <p:spPr>
          <a:xfrm flipH="1">
            <a:off x="1222408" y="1148614"/>
            <a:ext cx="3214836" cy="641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BBAE1296-0C58-4004-8D01-118995B0CA01}"/>
              </a:ext>
            </a:extLst>
          </p:cNvPr>
          <p:cNvCxnSpPr>
            <a:stCxn id="3" idx="2"/>
            <a:endCxn id="7" idx="0"/>
          </p:cNvCxnSpPr>
          <p:nvPr/>
        </p:nvCxnSpPr>
        <p:spPr>
          <a:xfrm>
            <a:off x="4437244" y="1148614"/>
            <a:ext cx="0" cy="717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185DAEBB-1B7F-4E33-866F-DEA70E056877}"/>
              </a:ext>
            </a:extLst>
          </p:cNvPr>
          <p:cNvCxnSpPr>
            <a:stCxn id="3" idx="2"/>
            <a:endCxn id="9" idx="0"/>
          </p:cNvCxnSpPr>
          <p:nvPr/>
        </p:nvCxnSpPr>
        <p:spPr>
          <a:xfrm>
            <a:off x="4437244" y="1148614"/>
            <a:ext cx="1730943" cy="717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24F34C44-EF3E-453F-9F55-2CA96DD88D14}"/>
              </a:ext>
            </a:extLst>
          </p:cNvPr>
          <p:cNvCxnSpPr>
            <a:stCxn id="3" idx="2"/>
            <a:endCxn id="15" idx="0"/>
          </p:cNvCxnSpPr>
          <p:nvPr/>
        </p:nvCxnSpPr>
        <p:spPr>
          <a:xfrm>
            <a:off x="4437244" y="1148614"/>
            <a:ext cx="3461886" cy="717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401404DA-C006-4A93-88FA-90F42143482C}"/>
              </a:ext>
            </a:extLst>
          </p:cNvPr>
          <p:cNvCxnSpPr>
            <a:stCxn id="3" idx="2"/>
            <a:endCxn id="5" idx="0"/>
          </p:cNvCxnSpPr>
          <p:nvPr/>
        </p:nvCxnSpPr>
        <p:spPr>
          <a:xfrm flipH="1">
            <a:off x="2812179" y="1148614"/>
            <a:ext cx="1625065" cy="717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B456B9AD-6805-4AB9-9B47-EB00BFF9520E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2812179" y="2500965"/>
            <a:ext cx="0" cy="717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F54E5C52-C249-4EBC-BB22-10E25BCA6DB6}"/>
              </a:ext>
            </a:extLst>
          </p:cNvPr>
          <p:cNvCxnSpPr>
            <a:stCxn id="6" idx="2"/>
            <a:endCxn id="18" idx="0"/>
          </p:cNvCxnSpPr>
          <p:nvPr/>
        </p:nvCxnSpPr>
        <p:spPr>
          <a:xfrm>
            <a:off x="2812179" y="3853316"/>
            <a:ext cx="0" cy="717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54791CCD-3BFF-4BE1-ABD3-19E2C680ED4C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4437244" y="2500965"/>
            <a:ext cx="0" cy="717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3716B646-97CC-494F-A8DE-FE8ACBF37134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6168187" y="2500965"/>
            <a:ext cx="0" cy="7170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F6DDC38C-C0F2-4A56-871E-8A536A2F3EC2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6168187" y="3853316"/>
            <a:ext cx="0" cy="717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E3F2847D-077D-486C-9E36-F8B1818EC6BD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>
            <a:off x="7899130" y="2500965"/>
            <a:ext cx="0" cy="7170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72BE196D-C074-443B-92EB-6916D02B7389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>
            <a:off x="7899130" y="3853316"/>
            <a:ext cx="0" cy="7170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E57B58EB-E9B6-4F5D-A708-C55F70ECB4A6}"/>
              </a:ext>
            </a:extLst>
          </p:cNvPr>
          <p:cNvCxnSpPr/>
          <p:nvPr/>
        </p:nvCxnSpPr>
        <p:spPr>
          <a:xfrm flipH="1">
            <a:off x="1222408" y="1148613"/>
            <a:ext cx="3214836" cy="6416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F7E73563-D0F3-4283-80D3-7469FD37219B}"/>
              </a:ext>
            </a:extLst>
          </p:cNvPr>
          <p:cNvCxnSpPr/>
          <p:nvPr/>
        </p:nvCxnSpPr>
        <p:spPr>
          <a:xfrm>
            <a:off x="4437244" y="1148613"/>
            <a:ext cx="0" cy="7170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3CA4E324-C866-4467-A19A-78E33DF394C4}"/>
              </a:ext>
            </a:extLst>
          </p:cNvPr>
          <p:cNvCxnSpPr/>
          <p:nvPr/>
        </p:nvCxnSpPr>
        <p:spPr>
          <a:xfrm>
            <a:off x="4437244" y="1148613"/>
            <a:ext cx="1730943" cy="7170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C5CF6876-CAE8-46F4-94F9-8E9620AFD26E}"/>
              </a:ext>
            </a:extLst>
          </p:cNvPr>
          <p:cNvCxnSpPr/>
          <p:nvPr/>
        </p:nvCxnSpPr>
        <p:spPr>
          <a:xfrm>
            <a:off x="4437244" y="1148613"/>
            <a:ext cx="3461886" cy="7170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6D6B4DE0-3ED4-46E1-8390-1E4DCFAD0DFC}"/>
              </a:ext>
            </a:extLst>
          </p:cNvPr>
          <p:cNvCxnSpPr/>
          <p:nvPr/>
        </p:nvCxnSpPr>
        <p:spPr>
          <a:xfrm flipH="1">
            <a:off x="2812179" y="1148613"/>
            <a:ext cx="1625065" cy="7170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D1EAFE5E-180B-4021-96FE-7C7CB79FD434}"/>
              </a:ext>
            </a:extLst>
          </p:cNvPr>
          <p:cNvCxnSpPr/>
          <p:nvPr/>
        </p:nvCxnSpPr>
        <p:spPr>
          <a:xfrm>
            <a:off x="2812179" y="2500964"/>
            <a:ext cx="0" cy="7170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ED1E4599-378E-45F2-85AE-C1BE69A71CFC}"/>
              </a:ext>
            </a:extLst>
          </p:cNvPr>
          <p:cNvCxnSpPr/>
          <p:nvPr/>
        </p:nvCxnSpPr>
        <p:spPr>
          <a:xfrm>
            <a:off x="2812179" y="3853315"/>
            <a:ext cx="0" cy="7170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AC10204E-A5A3-45F7-B53E-A7149499AD15}"/>
              </a:ext>
            </a:extLst>
          </p:cNvPr>
          <p:cNvCxnSpPr/>
          <p:nvPr/>
        </p:nvCxnSpPr>
        <p:spPr>
          <a:xfrm>
            <a:off x="4437244" y="2500964"/>
            <a:ext cx="0" cy="7170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D86225C8-126C-4CBC-9603-5E8C6025E083}"/>
              </a:ext>
            </a:extLst>
          </p:cNvPr>
          <p:cNvCxnSpPr/>
          <p:nvPr/>
        </p:nvCxnSpPr>
        <p:spPr>
          <a:xfrm>
            <a:off x="6168187" y="3853315"/>
            <a:ext cx="0" cy="7170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D5915889-B1DF-4FD1-B8C5-9FFD5D75DA50}"/>
              </a:ext>
            </a:extLst>
          </p:cNvPr>
          <p:cNvSpPr/>
          <p:nvPr/>
        </p:nvSpPr>
        <p:spPr>
          <a:xfrm>
            <a:off x="8980368" y="1865697"/>
            <a:ext cx="1299410" cy="6352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筋斗云</a:t>
            </a: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883A85D7-2884-4A1A-AF5A-F163DE3FA45E}"/>
              </a:ext>
            </a:extLst>
          </p:cNvPr>
          <p:cNvCxnSpPr>
            <a:cxnSpLocks/>
            <a:stCxn id="3" idx="2"/>
            <a:endCxn id="63" idx="0"/>
          </p:cNvCxnSpPr>
          <p:nvPr/>
        </p:nvCxnSpPr>
        <p:spPr>
          <a:xfrm>
            <a:off x="4437244" y="1148614"/>
            <a:ext cx="5192829" cy="7170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3662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BB4A85E-0328-4448-9AD6-3591A529F2E9}"/>
              </a:ext>
            </a:extLst>
          </p:cNvPr>
          <p:cNvSpPr txBox="1"/>
          <p:nvPr/>
        </p:nvSpPr>
        <p:spPr>
          <a:xfrm>
            <a:off x="3048802" y="3246740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zh-CN" b="0" i="1" dirty="0">
                <a:effectLst/>
                <a:latin typeface="KaTeX_Math"/>
              </a:rPr>
              <a:t>Ia</a:t>
            </a:r>
            <a:r>
              <a:rPr lang="pt-BR" altLang="zh-CN" b="0" i="0" dirty="0">
                <a:effectLst/>
                <a:latin typeface="KaTeX_Main"/>
              </a:rPr>
              <a:t>​=light.ambient×material.ambient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7182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29</Words>
  <Application>Microsoft Office PowerPoint</Application>
  <PresentationFormat>宽屏</PresentationFormat>
  <Paragraphs>15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KaTeX_Main</vt:lpstr>
      <vt:lpstr>KaTeX_Math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王锦鸿</dc:creator>
  <cp:lastModifiedBy>王锦鸿</cp:lastModifiedBy>
  <cp:revision>4</cp:revision>
  <dcterms:created xsi:type="dcterms:W3CDTF">2024-12-21T07:29:54Z</dcterms:created>
  <dcterms:modified xsi:type="dcterms:W3CDTF">2024-12-21T14:32:43Z</dcterms:modified>
</cp:coreProperties>
</file>