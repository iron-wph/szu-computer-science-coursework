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1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100.xml" ContentType="application/vnd.openxmlformats-officedocument.presentationml.tags+xml"/>
  <Override PartName="/ppt/tags/tag101.xml" ContentType="application/vnd.openxmlformats-officedocument.presentationml.tags+xml"/>
  <Override PartName="/ppt/tags/tag102.xml" ContentType="application/vnd.openxmlformats-officedocument.presentationml.tags+xml"/>
  <Override PartName="/ppt/tags/tag103.xml" ContentType="application/vnd.openxmlformats-officedocument.presentationml.tags+xml"/>
  <Override PartName="/ppt/tags/tag104.xml" ContentType="application/vnd.openxmlformats-officedocument.presentationml.tags+xml"/>
  <Override PartName="/ppt/tags/tag105.xml" ContentType="application/vnd.openxmlformats-officedocument.presentationml.tags+xml"/>
  <Override PartName="/ppt/tags/tag106.xml" ContentType="application/vnd.openxmlformats-officedocument.presentationml.tags+xml"/>
  <Override PartName="/ppt/tags/tag107.xml" ContentType="application/vnd.openxmlformats-officedocument.presentationml.tags+xml"/>
  <Override PartName="/ppt/tags/tag108.xml" ContentType="application/vnd.openxmlformats-officedocument.presentationml.tags+xml"/>
  <Override PartName="/ppt/tags/tag109.xml" ContentType="application/vnd.openxmlformats-officedocument.presentationml.tags+xml"/>
  <Override PartName="/ppt/tags/tag11.xml" ContentType="application/vnd.openxmlformats-officedocument.presentationml.tags+xml"/>
  <Override PartName="/ppt/tags/tag110.xml" ContentType="application/vnd.openxmlformats-officedocument.presentationml.tags+xml"/>
  <Override PartName="/ppt/tags/tag111.xml" ContentType="application/vnd.openxmlformats-officedocument.presentationml.tags+xml"/>
  <Override PartName="/ppt/tags/tag112.xml" ContentType="application/vnd.openxmlformats-officedocument.presentationml.tags+xml"/>
  <Override PartName="/ppt/tags/tag113.xml" ContentType="application/vnd.openxmlformats-officedocument.presentationml.tags+xml"/>
  <Override PartName="/ppt/tags/tag114.xml" ContentType="application/vnd.openxmlformats-officedocument.presentationml.tags+xml"/>
  <Override PartName="/ppt/tags/tag115.xml" ContentType="application/vnd.openxmlformats-officedocument.presentationml.tags+xml"/>
  <Override PartName="/ppt/tags/tag116.xml" ContentType="application/vnd.openxmlformats-officedocument.presentationml.tags+xml"/>
  <Override PartName="/ppt/tags/tag117.xml" ContentType="application/vnd.openxmlformats-officedocument.presentationml.tags+xml"/>
  <Override PartName="/ppt/tags/tag118.xml" ContentType="application/vnd.openxmlformats-officedocument.presentationml.tags+xml"/>
  <Override PartName="/ppt/tags/tag119.xml" ContentType="application/vnd.openxmlformats-officedocument.presentationml.tags+xml"/>
  <Override PartName="/ppt/tags/tag12.xml" ContentType="application/vnd.openxmlformats-officedocument.presentationml.tags+xml"/>
  <Override PartName="/ppt/tags/tag120.xml" ContentType="application/vnd.openxmlformats-officedocument.presentationml.tags+xml"/>
  <Override PartName="/ppt/tags/tag121.xml" ContentType="application/vnd.openxmlformats-officedocument.presentationml.tags+xml"/>
  <Override PartName="/ppt/tags/tag122.xml" ContentType="application/vnd.openxmlformats-officedocument.presentationml.tags+xml"/>
  <Override PartName="/ppt/tags/tag123.xml" ContentType="application/vnd.openxmlformats-officedocument.presentationml.tags+xml"/>
  <Override PartName="/ppt/tags/tag124.xml" ContentType="application/vnd.openxmlformats-officedocument.presentationml.tags+xml"/>
  <Override PartName="/ppt/tags/tag125.xml" ContentType="application/vnd.openxmlformats-officedocument.presentationml.tags+xml"/>
  <Override PartName="/ppt/tags/tag126.xml" ContentType="application/vnd.openxmlformats-officedocument.presentationml.tags+xml"/>
  <Override PartName="/ppt/tags/tag127.xml" ContentType="application/vnd.openxmlformats-officedocument.presentationml.tags+xml"/>
  <Override PartName="/ppt/tags/tag128.xml" ContentType="application/vnd.openxmlformats-officedocument.presentationml.tags+xml"/>
  <Override PartName="/ppt/tags/tag129.xml" ContentType="application/vnd.openxmlformats-officedocument.presentationml.tags+xml"/>
  <Override PartName="/ppt/tags/tag13.xml" ContentType="application/vnd.openxmlformats-officedocument.presentationml.tags+xml"/>
  <Override PartName="/ppt/tags/tag130.xml" ContentType="application/vnd.openxmlformats-officedocument.presentationml.tags+xml"/>
  <Override PartName="/ppt/tags/tag131.xml" ContentType="application/vnd.openxmlformats-officedocument.presentationml.tags+xml"/>
  <Override PartName="/ppt/tags/tag132.xml" ContentType="application/vnd.openxmlformats-officedocument.presentationml.tags+xml"/>
  <Override PartName="/ppt/tags/tag133.xml" ContentType="application/vnd.openxmlformats-officedocument.presentationml.tags+xml"/>
  <Override PartName="/ppt/tags/tag134.xml" ContentType="application/vnd.openxmlformats-officedocument.presentationml.tags+xml"/>
  <Override PartName="/ppt/tags/tag135.xml" ContentType="application/vnd.openxmlformats-officedocument.presentationml.tags+xml"/>
  <Override PartName="/ppt/tags/tag136.xml" ContentType="application/vnd.openxmlformats-officedocument.presentationml.tags+xml"/>
  <Override PartName="/ppt/tags/tag137.xml" ContentType="application/vnd.openxmlformats-officedocument.presentationml.tags+xml"/>
  <Override PartName="/ppt/tags/tag138.xml" ContentType="application/vnd.openxmlformats-officedocument.presentationml.tags+xml"/>
  <Override PartName="/ppt/tags/tag139.xml" ContentType="application/vnd.openxmlformats-officedocument.presentationml.tags+xml"/>
  <Override PartName="/ppt/tags/tag14.xml" ContentType="application/vnd.openxmlformats-officedocument.presentationml.tags+xml"/>
  <Override PartName="/ppt/tags/tag140.xml" ContentType="application/vnd.openxmlformats-officedocument.presentationml.tags+xml"/>
  <Override PartName="/ppt/tags/tag141.xml" ContentType="application/vnd.openxmlformats-officedocument.presentationml.tags+xml"/>
  <Override PartName="/ppt/tags/tag142.xml" ContentType="application/vnd.openxmlformats-officedocument.presentationml.tags+xml"/>
  <Override PartName="/ppt/tags/tag143.xml" ContentType="application/vnd.openxmlformats-officedocument.presentationml.tags+xml"/>
  <Override PartName="/ppt/tags/tag144.xml" ContentType="application/vnd.openxmlformats-officedocument.presentationml.tags+xml"/>
  <Override PartName="/ppt/tags/tag145.xml" ContentType="application/vnd.openxmlformats-officedocument.presentationml.tags+xml"/>
  <Override PartName="/ppt/tags/tag146.xml" ContentType="application/vnd.openxmlformats-officedocument.presentationml.tags+xml"/>
  <Override PartName="/ppt/tags/tag147.xml" ContentType="application/vnd.openxmlformats-officedocument.presentationml.tags+xml"/>
  <Override PartName="/ppt/tags/tag148.xml" ContentType="application/vnd.openxmlformats-officedocument.presentationml.tags+xml"/>
  <Override PartName="/ppt/tags/tag149.xml" ContentType="application/vnd.openxmlformats-officedocument.presentationml.tags+xml"/>
  <Override PartName="/ppt/tags/tag15.xml" ContentType="application/vnd.openxmlformats-officedocument.presentationml.tags+xml"/>
  <Override PartName="/ppt/tags/tag150.xml" ContentType="application/vnd.openxmlformats-officedocument.presentationml.tags+xml"/>
  <Override PartName="/ppt/tags/tag151.xml" ContentType="application/vnd.openxmlformats-officedocument.presentationml.tags+xml"/>
  <Override PartName="/ppt/tags/tag152.xml" ContentType="application/vnd.openxmlformats-officedocument.presentationml.tags+xml"/>
  <Override PartName="/ppt/tags/tag153.xml" ContentType="application/vnd.openxmlformats-officedocument.presentationml.tags+xml"/>
  <Override PartName="/ppt/tags/tag154.xml" ContentType="application/vnd.openxmlformats-officedocument.presentationml.tags+xml"/>
  <Override PartName="/ppt/tags/tag155.xml" ContentType="application/vnd.openxmlformats-officedocument.presentationml.tags+xml"/>
  <Override PartName="/ppt/tags/tag156.xml" ContentType="application/vnd.openxmlformats-officedocument.presentationml.tags+xml"/>
  <Override PartName="/ppt/tags/tag157.xml" ContentType="application/vnd.openxmlformats-officedocument.presentationml.tags+xml"/>
  <Override PartName="/ppt/tags/tag158.xml" ContentType="application/vnd.openxmlformats-officedocument.presentationml.tags+xml"/>
  <Override PartName="/ppt/tags/tag159.xml" ContentType="application/vnd.openxmlformats-officedocument.presentationml.tags+xml"/>
  <Override PartName="/ppt/tags/tag16.xml" ContentType="application/vnd.openxmlformats-officedocument.presentationml.tags+xml"/>
  <Override PartName="/ppt/tags/tag160.xml" ContentType="application/vnd.openxmlformats-officedocument.presentationml.tags+xml"/>
  <Override PartName="/ppt/tags/tag161.xml" ContentType="application/vnd.openxmlformats-officedocument.presentationml.tags+xml"/>
  <Override PartName="/ppt/tags/tag162.xml" ContentType="application/vnd.openxmlformats-officedocument.presentationml.tags+xml"/>
  <Override PartName="/ppt/tags/tag163.xml" ContentType="application/vnd.openxmlformats-officedocument.presentationml.tags+xml"/>
  <Override PartName="/ppt/tags/tag164.xml" ContentType="application/vnd.openxmlformats-officedocument.presentationml.tags+xml"/>
  <Override PartName="/ppt/tags/tag165.xml" ContentType="application/vnd.openxmlformats-officedocument.presentationml.tags+xml"/>
  <Override PartName="/ppt/tags/tag166.xml" ContentType="application/vnd.openxmlformats-officedocument.presentationml.tags+xml"/>
  <Override PartName="/ppt/tags/tag167.xml" ContentType="application/vnd.openxmlformats-officedocument.presentationml.tags+xml"/>
  <Override PartName="/ppt/tags/tag168.xml" ContentType="application/vnd.openxmlformats-officedocument.presentationml.tags+xml"/>
  <Override PartName="/ppt/tags/tag169.xml" ContentType="application/vnd.openxmlformats-officedocument.presentationml.tags+xml"/>
  <Override PartName="/ppt/tags/tag17.xml" ContentType="application/vnd.openxmlformats-officedocument.presentationml.tags+xml"/>
  <Override PartName="/ppt/tags/tag170.xml" ContentType="application/vnd.openxmlformats-officedocument.presentationml.tags+xml"/>
  <Override PartName="/ppt/tags/tag171.xml" ContentType="application/vnd.openxmlformats-officedocument.presentationml.tags+xml"/>
  <Override PartName="/ppt/tags/tag172.xml" ContentType="application/vnd.openxmlformats-officedocument.presentationml.tags+xml"/>
  <Override PartName="/ppt/tags/tag173.xml" ContentType="application/vnd.openxmlformats-officedocument.presentationml.tags+xml"/>
  <Override PartName="/ppt/tags/tag174.xml" ContentType="application/vnd.openxmlformats-officedocument.presentationml.tags+xml"/>
  <Override PartName="/ppt/tags/tag175.xml" ContentType="application/vnd.openxmlformats-officedocument.presentationml.tags+xml"/>
  <Override PartName="/ppt/tags/tag176.xml" ContentType="application/vnd.openxmlformats-officedocument.presentationml.tags+xml"/>
  <Override PartName="/ppt/tags/tag177.xml" ContentType="application/vnd.openxmlformats-officedocument.presentationml.tags+xml"/>
  <Override PartName="/ppt/tags/tag178.xml" ContentType="application/vnd.openxmlformats-officedocument.presentationml.tags+xml"/>
  <Override PartName="/ppt/tags/tag179.xml" ContentType="application/vnd.openxmlformats-officedocument.presentationml.tags+xml"/>
  <Override PartName="/ppt/tags/tag18.xml" ContentType="application/vnd.openxmlformats-officedocument.presentationml.tags+xml"/>
  <Override PartName="/ppt/tags/tag180.xml" ContentType="application/vnd.openxmlformats-officedocument.presentationml.tags+xml"/>
  <Override PartName="/ppt/tags/tag181.xml" ContentType="application/vnd.openxmlformats-officedocument.presentationml.tags+xml"/>
  <Override PartName="/ppt/tags/tag182.xml" ContentType="application/vnd.openxmlformats-officedocument.presentationml.tags+xml"/>
  <Override PartName="/ppt/tags/tag183.xml" ContentType="application/vnd.openxmlformats-officedocument.presentationml.tags+xml"/>
  <Override PartName="/ppt/tags/tag184.xml" ContentType="application/vnd.openxmlformats-officedocument.presentationml.tags+xml"/>
  <Override PartName="/ppt/tags/tag185.xml" ContentType="application/vnd.openxmlformats-officedocument.presentationml.tags+xml"/>
  <Override PartName="/ppt/tags/tag186.xml" ContentType="application/vnd.openxmlformats-officedocument.presentationml.tags+xml"/>
  <Override PartName="/ppt/tags/tag187.xml" ContentType="application/vnd.openxmlformats-officedocument.presentationml.tags+xml"/>
  <Override PartName="/ppt/tags/tag188.xml" ContentType="application/vnd.openxmlformats-officedocument.presentationml.tags+xml"/>
  <Override PartName="/ppt/tags/tag189.xml" ContentType="application/vnd.openxmlformats-officedocument.presentationml.tags+xml"/>
  <Override PartName="/ppt/tags/tag19.xml" ContentType="application/vnd.openxmlformats-officedocument.presentationml.tags+xml"/>
  <Override PartName="/ppt/tags/tag190.xml" ContentType="application/vnd.openxmlformats-officedocument.presentationml.tags+xml"/>
  <Override PartName="/ppt/tags/tag191.xml" ContentType="application/vnd.openxmlformats-officedocument.presentationml.tags+xml"/>
  <Override PartName="/ppt/tags/tag192.xml" ContentType="application/vnd.openxmlformats-officedocument.presentationml.tags+xml"/>
  <Override PartName="/ppt/tags/tag193.xml" ContentType="application/vnd.openxmlformats-officedocument.presentationml.tags+xml"/>
  <Override PartName="/ppt/tags/tag194.xml" ContentType="application/vnd.openxmlformats-officedocument.presentationml.tags+xml"/>
  <Override PartName="/ppt/tags/tag195.xml" ContentType="application/vnd.openxmlformats-officedocument.presentationml.tags+xml"/>
  <Override PartName="/ppt/tags/tag196.xml" ContentType="application/vnd.openxmlformats-officedocument.presentationml.tags+xml"/>
  <Override PartName="/ppt/tags/tag197.xml" ContentType="application/vnd.openxmlformats-officedocument.presentationml.tags+xml"/>
  <Override PartName="/ppt/tags/tag198.xml" ContentType="application/vnd.openxmlformats-officedocument.presentationml.tags+xml"/>
  <Override PartName="/ppt/tags/tag199.xml" ContentType="application/vnd.openxmlformats-officedocument.presentationml.tags+xml"/>
  <Override PartName="/ppt/tags/tag2.xml" ContentType="application/vnd.openxmlformats-officedocument.presentationml.tags+xml"/>
  <Override PartName="/ppt/tags/tag20.xml" ContentType="application/vnd.openxmlformats-officedocument.presentationml.tags+xml"/>
  <Override PartName="/ppt/tags/tag200.xml" ContentType="application/vnd.openxmlformats-officedocument.presentationml.tags+xml"/>
  <Override PartName="/ppt/tags/tag201.xml" ContentType="application/vnd.openxmlformats-officedocument.presentationml.tags+xml"/>
  <Override PartName="/ppt/tags/tag202.xml" ContentType="application/vnd.openxmlformats-officedocument.presentationml.tags+xml"/>
  <Override PartName="/ppt/tags/tag203.xml" ContentType="application/vnd.openxmlformats-officedocument.presentationml.tags+xml"/>
  <Override PartName="/ppt/tags/tag204.xml" ContentType="application/vnd.openxmlformats-officedocument.presentationml.tags+xml"/>
  <Override PartName="/ppt/tags/tag205.xml" ContentType="application/vnd.openxmlformats-officedocument.presentationml.tags+xml"/>
  <Override PartName="/ppt/tags/tag206.xml" ContentType="application/vnd.openxmlformats-officedocument.presentationml.tags+xml"/>
  <Override PartName="/ppt/tags/tag207.xml" ContentType="application/vnd.openxmlformats-officedocument.presentationml.tags+xml"/>
  <Override PartName="/ppt/tags/tag208.xml" ContentType="application/vnd.openxmlformats-officedocument.presentationml.tags+xml"/>
  <Override PartName="/ppt/tags/tag209.xml" ContentType="application/vnd.openxmlformats-officedocument.presentationml.tags+xml"/>
  <Override PartName="/ppt/tags/tag21.xml" ContentType="application/vnd.openxmlformats-officedocument.presentationml.tags+xml"/>
  <Override PartName="/ppt/tags/tag210.xml" ContentType="application/vnd.openxmlformats-officedocument.presentationml.tags+xml"/>
  <Override PartName="/ppt/tags/tag211.xml" ContentType="application/vnd.openxmlformats-officedocument.presentationml.tags+xml"/>
  <Override PartName="/ppt/tags/tag212.xml" ContentType="application/vnd.openxmlformats-officedocument.presentationml.tags+xml"/>
  <Override PartName="/ppt/tags/tag213.xml" ContentType="application/vnd.openxmlformats-officedocument.presentationml.tags+xml"/>
  <Override PartName="/ppt/tags/tag214.xml" ContentType="application/vnd.openxmlformats-officedocument.presentationml.tags+xml"/>
  <Override PartName="/ppt/tags/tag215.xml" ContentType="application/vnd.openxmlformats-officedocument.presentationml.tags+xml"/>
  <Override PartName="/ppt/tags/tag216.xml" ContentType="application/vnd.openxmlformats-officedocument.presentationml.tags+xml"/>
  <Override PartName="/ppt/tags/tag217.xml" ContentType="application/vnd.openxmlformats-officedocument.presentationml.tags+xml"/>
  <Override PartName="/ppt/tags/tag218.xml" ContentType="application/vnd.openxmlformats-officedocument.presentationml.tags+xml"/>
  <Override PartName="/ppt/tags/tag219.xml" ContentType="application/vnd.openxmlformats-officedocument.presentationml.tags+xml"/>
  <Override PartName="/ppt/tags/tag22.xml" ContentType="application/vnd.openxmlformats-officedocument.presentationml.tags+xml"/>
  <Override PartName="/ppt/tags/tag220.xml" ContentType="application/vnd.openxmlformats-officedocument.presentationml.tags+xml"/>
  <Override PartName="/ppt/tags/tag221.xml" ContentType="application/vnd.openxmlformats-officedocument.presentationml.tags+xml"/>
  <Override PartName="/ppt/tags/tag222.xml" ContentType="application/vnd.openxmlformats-officedocument.presentationml.tags+xml"/>
  <Override PartName="/ppt/tags/tag223.xml" ContentType="application/vnd.openxmlformats-officedocument.presentationml.tags+xml"/>
  <Override PartName="/ppt/tags/tag224.xml" ContentType="application/vnd.openxmlformats-officedocument.presentationml.tags+xml"/>
  <Override PartName="/ppt/tags/tag225.xml" ContentType="application/vnd.openxmlformats-officedocument.presentationml.tags+xml"/>
  <Override PartName="/ppt/tags/tag226.xml" ContentType="application/vnd.openxmlformats-officedocument.presentationml.tags+xml"/>
  <Override PartName="/ppt/tags/tag227.xml" ContentType="application/vnd.openxmlformats-officedocument.presentationml.tags+xml"/>
  <Override PartName="/ppt/tags/tag228.xml" ContentType="application/vnd.openxmlformats-officedocument.presentationml.tags+xml"/>
  <Override PartName="/ppt/tags/tag229.xml" ContentType="application/vnd.openxmlformats-officedocument.presentationml.tags+xml"/>
  <Override PartName="/ppt/tags/tag23.xml" ContentType="application/vnd.openxmlformats-officedocument.presentationml.tags+xml"/>
  <Override PartName="/ppt/tags/tag230.xml" ContentType="application/vnd.openxmlformats-officedocument.presentationml.tags+xml"/>
  <Override PartName="/ppt/tags/tag231.xml" ContentType="application/vnd.openxmlformats-officedocument.presentationml.tags+xml"/>
  <Override PartName="/ppt/tags/tag232.xml" ContentType="application/vnd.openxmlformats-officedocument.presentationml.tags+xml"/>
  <Override PartName="/ppt/tags/tag233.xml" ContentType="application/vnd.openxmlformats-officedocument.presentationml.tags+xml"/>
  <Override PartName="/ppt/tags/tag234.xml" ContentType="application/vnd.openxmlformats-officedocument.presentationml.tags+xml"/>
  <Override PartName="/ppt/tags/tag235.xml" ContentType="application/vnd.openxmlformats-officedocument.presentationml.tags+xml"/>
  <Override PartName="/ppt/tags/tag236.xml" ContentType="application/vnd.openxmlformats-officedocument.presentationml.tags+xml"/>
  <Override PartName="/ppt/tags/tag237.xml" ContentType="application/vnd.openxmlformats-officedocument.presentationml.tags+xml"/>
  <Override PartName="/ppt/tags/tag238.xml" ContentType="application/vnd.openxmlformats-officedocument.presentationml.tags+xml"/>
  <Override PartName="/ppt/tags/tag239.xml" ContentType="application/vnd.openxmlformats-officedocument.presentationml.tags+xml"/>
  <Override PartName="/ppt/tags/tag24.xml" ContentType="application/vnd.openxmlformats-officedocument.presentationml.tags+xml"/>
  <Override PartName="/ppt/tags/tag240.xml" ContentType="application/vnd.openxmlformats-officedocument.presentationml.tags+xml"/>
  <Override PartName="/ppt/tags/tag241.xml" ContentType="application/vnd.openxmlformats-officedocument.presentationml.tags+xml"/>
  <Override PartName="/ppt/tags/tag242.xml" ContentType="application/vnd.openxmlformats-officedocument.presentationml.tags+xml"/>
  <Override PartName="/ppt/tags/tag243.xml" ContentType="application/vnd.openxmlformats-officedocument.presentationml.tags+xml"/>
  <Override PartName="/ppt/tags/tag244.xml" ContentType="application/vnd.openxmlformats-officedocument.presentationml.tags+xml"/>
  <Override PartName="/ppt/tags/tag245.xml" ContentType="application/vnd.openxmlformats-officedocument.presentationml.tags+xml"/>
  <Override PartName="/ppt/tags/tag246.xml" ContentType="application/vnd.openxmlformats-officedocument.presentationml.tags+xml"/>
  <Override PartName="/ppt/tags/tag247.xml" ContentType="application/vnd.openxmlformats-officedocument.presentationml.tags+xml"/>
  <Override PartName="/ppt/tags/tag248.xml" ContentType="application/vnd.openxmlformats-officedocument.presentationml.tags+xml"/>
  <Override PartName="/ppt/tags/tag249.xml" ContentType="application/vnd.openxmlformats-officedocument.presentationml.tags+xml"/>
  <Override PartName="/ppt/tags/tag25.xml" ContentType="application/vnd.openxmlformats-officedocument.presentationml.tags+xml"/>
  <Override PartName="/ppt/tags/tag250.xml" ContentType="application/vnd.openxmlformats-officedocument.presentationml.tags+xml"/>
  <Override PartName="/ppt/tags/tag251.xml" ContentType="application/vnd.openxmlformats-officedocument.presentationml.tags+xml"/>
  <Override PartName="/ppt/tags/tag252.xml" ContentType="application/vnd.openxmlformats-officedocument.presentationml.tags+xml"/>
  <Override PartName="/ppt/tags/tag253.xml" ContentType="application/vnd.openxmlformats-officedocument.presentationml.tags+xml"/>
  <Override PartName="/ppt/tags/tag254.xml" ContentType="application/vnd.openxmlformats-officedocument.presentationml.tags+xml"/>
  <Override PartName="/ppt/tags/tag255.xml" ContentType="application/vnd.openxmlformats-officedocument.presentationml.tags+xml"/>
  <Override PartName="/ppt/tags/tag256.xml" ContentType="application/vnd.openxmlformats-officedocument.presentationml.tags+xml"/>
  <Override PartName="/ppt/tags/tag257.xml" ContentType="application/vnd.openxmlformats-officedocument.presentationml.tags+xml"/>
  <Override PartName="/ppt/tags/tag258.xml" ContentType="application/vnd.openxmlformats-officedocument.presentationml.tags+xml"/>
  <Override PartName="/ppt/tags/tag259.xml" ContentType="application/vnd.openxmlformats-officedocument.presentationml.tags+xml"/>
  <Override PartName="/ppt/tags/tag26.xml" ContentType="application/vnd.openxmlformats-officedocument.presentationml.tags+xml"/>
  <Override PartName="/ppt/tags/tag260.xml" ContentType="application/vnd.openxmlformats-officedocument.presentationml.tags+xml"/>
  <Override PartName="/ppt/tags/tag261.xml" ContentType="application/vnd.openxmlformats-officedocument.presentationml.tags+xml"/>
  <Override PartName="/ppt/tags/tag262.xml" ContentType="application/vnd.openxmlformats-officedocument.presentationml.tags+xml"/>
  <Override PartName="/ppt/tags/tag263.xml" ContentType="application/vnd.openxmlformats-officedocument.presentationml.tags+xml"/>
  <Override PartName="/ppt/tags/tag264.xml" ContentType="application/vnd.openxmlformats-officedocument.presentationml.tags+xml"/>
  <Override PartName="/ppt/tags/tag265.xml" ContentType="application/vnd.openxmlformats-officedocument.presentationml.tags+xml"/>
  <Override PartName="/ppt/tags/tag266.xml" ContentType="application/vnd.openxmlformats-officedocument.presentationml.tags+xml"/>
  <Override PartName="/ppt/tags/tag267.xml" ContentType="application/vnd.openxmlformats-officedocument.presentationml.tags+xml"/>
  <Override PartName="/ppt/tags/tag268.xml" ContentType="application/vnd.openxmlformats-officedocument.presentationml.tags+xml"/>
  <Override PartName="/ppt/tags/tag269.xml" ContentType="application/vnd.openxmlformats-officedocument.presentationml.tags+xml"/>
  <Override PartName="/ppt/tags/tag27.xml" ContentType="application/vnd.openxmlformats-officedocument.presentationml.tags+xml"/>
  <Override PartName="/ppt/tags/tag270.xml" ContentType="application/vnd.openxmlformats-officedocument.presentationml.tags+xml"/>
  <Override PartName="/ppt/tags/tag271.xml" ContentType="application/vnd.openxmlformats-officedocument.presentationml.tags+xml"/>
  <Override PartName="/ppt/tags/tag272.xml" ContentType="application/vnd.openxmlformats-officedocument.presentationml.tags+xml"/>
  <Override PartName="/ppt/tags/tag273.xml" ContentType="application/vnd.openxmlformats-officedocument.presentationml.tags+xml"/>
  <Override PartName="/ppt/tags/tag274.xml" ContentType="application/vnd.openxmlformats-officedocument.presentationml.tags+xml"/>
  <Override PartName="/ppt/tags/tag275.xml" ContentType="application/vnd.openxmlformats-officedocument.presentationml.tags+xml"/>
  <Override PartName="/ppt/tags/tag276.xml" ContentType="application/vnd.openxmlformats-officedocument.presentationml.tags+xml"/>
  <Override PartName="/ppt/tags/tag277.xml" ContentType="application/vnd.openxmlformats-officedocument.presentationml.tags+xml"/>
  <Override PartName="/ppt/tags/tag278.xml" ContentType="application/vnd.openxmlformats-officedocument.presentationml.tags+xml"/>
  <Override PartName="/ppt/tags/tag279.xml" ContentType="application/vnd.openxmlformats-officedocument.presentationml.tags+xml"/>
  <Override PartName="/ppt/tags/tag28.xml" ContentType="application/vnd.openxmlformats-officedocument.presentationml.tags+xml"/>
  <Override PartName="/ppt/tags/tag280.xml" ContentType="application/vnd.openxmlformats-officedocument.presentationml.tags+xml"/>
  <Override PartName="/ppt/tags/tag281.xml" ContentType="application/vnd.openxmlformats-officedocument.presentationml.tags+xml"/>
  <Override PartName="/ppt/tags/tag282.xml" ContentType="application/vnd.openxmlformats-officedocument.presentationml.tags+xml"/>
  <Override PartName="/ppt/tags/tag283.xml" ContentType="application/vnd.openxmlformats-officedocument.presentationml.tags+xml"/>
  <Override PartName="/ppt/tags/tag284.xml" ContentType="application/vnd.openxmlformats-officedocument.presentationml.tags+xml"/>
  <Override PartName="/ppt/tags/tag285.xml" ContentType="application/vnd.openxmlformats-officedocument.presentationml.tags+xml"/>
  <Override PartName="/ppt/tags/tag286.xml" ContentType="application/vnd.openxmlformats-officedocument.presentationml.tags+xml"/>
  <Override PartName="/ppt/tags/tag287.xml" ContentType="application/vnd.openxmlformats-officedocument.presentationml.tags+xml"/>
  <Override PartName="/ppt/tags/tag288.xml" ContentType="application/vnd.openxmlformats-officedocument.presentationml.tags+xml"/>
  <Override PartName="/ppt/tags/tag289.xml" ContentType="application/vnd.openxmlformats-officedocument.presentationml.tags+xml"/>
  <Override PartName="/ppt/tags/tag29.xml" ContentType="application/vnd.openxmlformats-officedocument.presentationml.tags+xml"/>
  <Override PartName="/ppt/tags/tag290.xml" ContentType="application/vnd.openxmlformats-officedocument.presentationml.tags+xml"/>
  <Override PartName="/ppt/tags/tag291.xml" ContentType="application/vnd.openxmlformats-officedocument.presentationml.tags+xml"/>
  <Override PartName="/ppt/tags/tag292.xml" ContentType="application/vnd.openxmlformats-officedocument.presentationml.tags+xml"/>
  <Override PartName="/ppt/tags/tag293.xml" ContentType="application/vnd.openxmlformats-officedocument.presentationml.tags+xml"/>
  <Override PartName="/ppt/tags/tag294.xml" ContentType="application/vnd.openxmlformats-officedocument.presentationml.tags+xml"/>
  <Override PartName="/ppt/tags/tag295.xml" ContentType="application/vnd.openxmlformats-officedocument.presentationml.tags+xml"/>
  <Override PartName="/ppt/tags/tag296.xml" ContentType="application/vnd.openxmlformats-officedocument.presentationml.tags+xml"/>
  <Override PartName="/ppt/tags/tag297.xml" ContentType="application/vnd.openxmlformats-officedocument.presentationml.tags+xml"/>
  <Override PartName="/ppt/tags/tag298.xml" ContentType="application/vnd.openxmlformats-officedocument.presentationml.tags+xml"/>
  <Override PartName="/ppt/tags/tag299.xml" ContentType="application/vnd.openxmlformats-officedocument.presentationml.tags+xml"/>
  <Override PartName="/ppt/tags/tag3.xml" ContentType="application/vnd.openxmlformats-officedocument.presentationml.tags+xml"/>
  <Override PartName="/ppt/tags/tag30.xml" ContentType="application/vnd.openxmlformats-officedocument.presentationml.tags+xml"/>
  <Override PartName="/ppt/tags/tag300.xml" ContentType="application/vnd.openxmlformats-officedocument.presentationml.tags+xml"/>
  <Override PartName="/ppt/tags/tag301.xml" ContentType="application/vnd.openxmlformats-officedocument.presentationml.tags+xml"/>
  <Override PartName="/ppt/tags/tag302.xml" ContentType="application/vnd.openxmlformats-officedocument.presentationml.tags+xml"/>
  <Override PartName="/ppt/tags/tag303.xml" ContentType="application/vnd.openxmlformats-officedocument.presentationml.tags+xml"/>
  <Override PartName="/ppt/tags/tag304.xml" ContentType="application/vnd.openxmlformats-officedocument.presentationml.tags+xml"/>
  <Override PartName="/ppt/tags/tag305.xml" ContentType="application/vnd.openxmlformats-officedocument.presentationml.tags+xml"/>
  <Override PartName="/ppt/tags/tag306.xml" ContentType="application/vnd.openxmlformats-officedocument.presentationml.tags+xml"/>
  <Override PartName="/ppt/tags/tag307.xml" ContentType="application/vnd.openxmlformats-officedocument.presentationml.tags+xml"/>
  <Override PartName="/ppt/tags/tag308.xml" ContentType="application/vnd.openxmlformats-officedocument.presentationml.tags+xml"/>
  <Override PartName="/ppt/tags/tag309.xml" ContentType="application/vnd.openxmlformats-officedocument.presentationml.tags+xml"/>
  <Override PartName="/ppt/tags/tag31.xml" ContentType="application/vnd.openxmlformats-officedocument.presentationml.tags+xml"/>
  <Override PartName="/ppt/tags/tag310.xml" ContentType="application/vnd.openxmlformats-officedocument.presentationml.tags+xml"/>
  <Override PartName="/ppt/tags/tag311.xml" ContentType="application/vnd.openxmlformats-officedocument.presentationml.tags+xml"/>
  <Override PartName="/ppt/tags/tag312.xml" ContentType="application/vnd.openxmlformats-officedocument.presentationml.tags+xml"/>
  <Override PartName="/ppt/tags/tag313.xml" ContentType="application/vnd.openxmlformats-officedocument.presentationml.tags+xml"/>
  <Override PartName="/ppt/tags/tag314.xml" ContentType="application/vnd.openxmlformats-officedocument.presentationml.tags+xml"/>
  <Override PartName="/ppt/tags/tag315.xml" ContentType="application/vnd.openxmlformats-officedocument.presentationml.tags+xml"/>
  <Override PartName="/ppt/tags/tag316.xml" ContentType="application/vnd.openxmlformats-officedocument.presentationml.tags+xml"/>
  <Override PartName="/ppt/tags/tag317.xml" ContentType="application/vnd.openxmlformats-officedocument.presentationml.tags+xml"/>
  <Override PartName="/ppt/tags/tag318.xml" ContentType="application/vnd.openxmlformats-officedocument.presentationml.tags+xml"/>
  <Override PartName="/ppt/tags/tag319.xml" ContentType="application/vnd.openxmlformats-officedocument.presentationml.tags+xml"/>
  <Override PartName="/ppt/tags/tag32.xml" ContentType="application/vnd.openxmlformats-officedocument.presentationml.tags+xml"/>
  <Override PartName="/ppt/tags/tag320.xml" ContentType="application/vnd.openxmlformats-officedocument.presentationml.tags+xml"/>
  <Override PartName="/ppt/tags/tag321.xml" ContentType="application/vnd.openxmlformats-officedocument.presentationml.tags+xml"/>
  <Override PartName="/ppt/tags/tag322.xml" ContentType="application/vnd.openxmlformats-officedocument.presentationml.tags+xml"/>
  <Override PartName="/ppt/tags/tag323.xml" ContentType="application/vnd.openxmlformats-officedocument.presentationml.tags+xml"/>
  <Override PartName="/ppt/tags/tag324.xml" ContentType="application/vnd.openxmlformats-officedocument.presentationml.tags+xml"/>
  <Override PartName="/ppt/tags/tag325.xml" ContentType="application/vnd.openxmlformats-officedocument.presentationml.tags+xml"/>
  <Override PartName="/ppt/tags/tag326.xml" ContentType="application/vnd.openxmlformats-officedocument.presentationml.tags+xml"/>
  <Override PartName="/ppt/tags/tag327.xml" ContentType="application/vnd.openxmlformats-officedocument.presentationml.tags+xml"/>
  <Override PartName="/ppt/tags/tag328.xml" ContentType="application/vnd.openxmlformats-officedocument.presentationml.tags+xml"/>
  <Override PartName="/ppt/tags/tag329.xml" ContentType="application/vnd.openxmlformats-officedocument.presentationml.tags+xml"/>
  <Override PartName="/ppt/tags/tag33.xml" ContentType="application/vnd.openxmlformats-officedocument.presentationml.tags+xml"/>
  <Override PartName="/ppt/tags/tag330.xml" ContentType="application/vnd.openxmlformats-officedocument.presentationml.tags+xml"/>
  <Override PartName="/ppt/tags/tag331.xml" ContentType="application/vnd.openxmlformats-officedocument.presentationml.tags+xml"/>
  <Override PartName="/ppt/tags/tag332.xml" ContentType="application/vnd.openxmlformats-officedocument.presentationml.tags+xml"/>
  <Override PartName="/ppt/tags/tag333.xml" ContentType="application/vnd.openxmlformats-officedocument.presentationml.tags+xml"/>
  <Override PartName="/ppt/tags/tag334.xml" ContentType="application/vnd.openxmlformats-officedocument.presentationml.tags+xml"/>
  <Override PartName="/ppt/tags/tag335.xml" ContentType="application/vnd.openxmlformats-officedocument.presentationml.tags+xml"/>
  <Override PartName="/ppt/tags/tag336.xml" ContentType="application/vnd.openxmlformats-officedocument.presentationml.tags+xml"/>
  <Override PartName="/ppt/tags/tag337.xml" ContentType="application/vnd.openxmlformats-officedocument.presentationml.tags+xml"/>
  <Override PartName="/ppt/tags/tag338.xml" ContentType="application/vnd.openxmlformats-officedocument.presentationml.tags+xml"/>
  <Override PartName="/ppt/tags/tag339.xml" ContentType="application/vnd.openxmlformats-officedocument.presentationml.tags+xml"/>
  <Override PartName="/ppt/tags/tag34.xml" ContentType="application/vnd.openxmlformats-officedocument.presentationml.tags+xml"/>
  <Override PartName="/ppt/tags/tag340.xml" ContentType="application/vnd.openxmlformats-officedocument.presentationml.tags+xml"/>
  <Override PartName="/ppt/tags/tag341.xml" ContentType="application/vnd.openxmlformats-officedocument.presentationml.tags+xml"/>
  <Override PartName="/ppt/tags/tag342.xml" ContentType="application/vnd.openxmlformats-officedocument.presentationml.tags+xml"/>
  <Override PartName="/ppt/tags/tag343.xml" ContentType="application/vnd.openxmlformats-officedocument.presentationml.tags+xml"/>
  <Override PartName="/ppt/tags/tag344.xml" ContentType="application/vnd.openxmlformats-officedocument.presentationml.tags+xml"/>
  <Override PartName="/ppt/tags/tag345.xml" ContentType="application/vnd.openxmlformats-officedocument.presentationml.tags+xml"/>
  <Override PartName="/ppt/tags/tag346.xml" ContentType="application/vnd.openxmlformats-officedocument.presentationml.tags+xml"/>
  <Override PartName="/ppt/tags/tag347.xml" ContentType="application/vnd.openxmlformats-officedocument.presentationml.tags+xml"/>
  <Override PartName="/ppt/tags/tag348.xml" ContentType="application/vnd.openxmlformats-officedocument.presentationml.tags+xml"/>
  <Override PartName="/ppt/tags/tag349.xml" ContentType="application/vnd.openxmlformats-officedocument.presentationml.tags+xml"/>
  <Override PartName="/ppt/tags/tag35.xml" ContentType="application/vnd.openxmlformats-officedocument.presentationml.tags+xml"/>
  <Override PartName="/ppt/tags/tag350.xml" ContentType="application/vnd.openxmlformats-officedocument.presentationml.tags+xml"/>
  <Override PartName="/ppt/tags/tag351.xml" ContentType="application/vnd.openxmlformats-officedocument.presentationml.tags+xml"/>
  <Override PartName="/ppt/tags/tag352.xml" ContentType="application/vnd.openxmlformats-officedocument.presentationml.tags+xml"/>
  <Override PartName="/ppt/tags/tag353.xml" ContentType="application/vnd.openxmlformats-officedocument.presentationml.tags+xml"/>
  <Override PartName="/ppt/tags/tag354.xml" ContentType="application/vnd.openxmlformats-officedocument.presentationml.tags+xml"/>
  <Override PartName="/ppt/tags/tag355.xml" ContentType="application/vnd.openxmlformats-officedocument.presentationml.tags+xml"/>
  <Override PartName="/ppt/tags/tag356.xml" ContentType="application/vnd.openxmlformats-officedocument.presentationml.tags+xml"/>
  <Override PartName="/ppt/tags/tag357.xml" ContentType="application/vnd.openxmlformats-officedocument.presentationml.tags+xml"/>
  <Override PartName="/ppt/tags/tag358.xml" ContentType="application/vnd.openxmlformats-officedocument.presentationml.tags+xml"/>
  <Override PartName="/ppt/tags/tag359.xml" ContentType="application/vnd.openxmlformats-officedocument.presentationml.tags+xml"/>
  <Override PartName="/ppt/tags/tag36.xml" ContentType="application/vnd.openxmlformats-officedocument.presentationml.tags+xml"/>
  <Override PartName="/ppt/tags/tag360.xml" ContentType="application/vnd.openxmlformats-officedocument.presentationml.tags+xml"/>
  <Override PartName="/ppt/tags/tag361.xml" ContentType="application/vnd.openxmlformats-officedocument.presentationml.tags+xml"/>
  <Override PartName="/ppt/tags/tag362.xml" ContentType="application/vnd.openxmlformats-officedocument.presentationml.tags+xml"/>
  <Override PartName="/ppt/tags/tag363.xml" ContentType="application/vnd.openxmlformats-officedocument.presentationml.tags+xml"/>
  <Override PartName="/ppt/tags/tag364.xml" ContentType="application/vnd.openxmlformats-officedocument.presentationml.tags+xml"/>
  <Override PartName="/ppt/tags/tag365.xml" ContentType="application/vnd.openxmlformats-officedocument.presentationml.tags+xml"/>
  <Override PartName="/ppt/tags/tag366.xml" ContentType="application/vnd.openxmlformats-officedocument.presentationml.tags+xml"/>
  <Override PartName="/ppt/tags/tag37.xml" ContentType="application/vnd.openxmlformats-officedocument.presentationml.tags+xml"/>
  <Override PartName="/ppt/tags/tag38.xml" ContentType="application/vnd.openxmlformats-officedocument.presentationml.tags+xml"/>
  <Override PartName="/ppt/tags/tag39.xml" ContentType="application/vnd.openxmlformats-officedocument.presentationml.tags+xml"/>
  <Override PartName="/ppt/tags/tag4.xml" ContentType="application/vnd.openxmlformats-officedocument.presentationml.tags+xml"/>
  <Override PartName="/ppt/tags/tag40.xml" ContentType="application/vnd.openxmlformats-officedocument.presentationml.tags+xml"/>
  <Override PartName="/ppt/tags/tag41.xml" ContentType="application/vnd.openxmlformats-officedocument.presentationml.tags+xml"/>
  <Override PartName="/ppt/tags/tag42.xml" ContentType="application/vnd.openxmlformats-officedocument.presentationml.tags+xml"/>
  <Override PartName="/ppt/tags/tag43.xml" ContentType="application/vnd.openxmlformats-officedocument.presentationml.tags+xml"/>
  <Override PartName="/ppt/tags/tag44.xml" ContentType="application/vnd.openxmlformats-officedocument.presentationml.tags+xml"/>
  <Override PartName="/ppt/tags/tag45.xml" ContentType="application/vnd.openxmlformats-officedocument.presentationml.tags+xml"/>
  <Override PartName="/ppt/tags/tag46.xml" ContentType="application/vnd.openxmlformats-officedocument.presentationml.tags+xml"/>
  <Override PartName="/ppt/tags/tag47.xml" ContentType="application/vnd.openxmlformats-officedocument.presentationml.tags+xml"/>
  <Override PartName="/ppt/tags/tag48.xml" ContentType="application/vnd.openxmlformats-officedocument.presentationml.tags+xml"/>
  <Override PartName="/ppt/tags/tag49.xml" ContentType="application/vnd.openxmlformats-officedocument.presentationml.tags+xml"/>
  <Override PartName="/ppt/tags/tag5.xml" ContentType="application/vnd.openxmlformats-officedocument.presentationml.tags+xml"/>
  <Override PartName="/ppt/tags/tag50.xml" ContentType="application/vnd.openxmlformats-officedocument.presentationml.tags+xml"/>
  <Override PartName="/ppt/tags/tag51.xml" ContentType="application/vnd.openxmlformats-officedocument.presentationml.tags+xml"/>
  <Override PartName="/ppt/tags/tag52.xml" ContentType="application/vnd.openxmlformats-officedocument.presentationml.tags+xml"/>
  <Override PartName="/ppt/tags/tag53.xml" ContentType="application/vnd.openxmlformats-officedocument.presentationml.tags+xml"/>
  <Override PartName="/ppt/tags/tag54.xml" ContentType="application/vnd.openxmlformats-officedocument.presentationml.tags+xml"/>
  <Override PartName="/ppt/tags/tag55.xml" ContentType="application/vnd.openxmlformats-officedocument.presentationml.tags+xml"/>
  <Override PartName="/ppt/tags/tag56.xml" ContentType="application/vnd.openxmlformats-officedocument.presentationml.tags+xml"/>
  <Override PartName="/ppt/tags/tag57.xml" ContentType="application/vnd.openxmlformats-officedocument.presentationml.tags+xml"/>
  <Override PartName="/ppt/tags/tag58.xml" ContentType="application/vnd.openxmlformats-officedocument.presentationml.tags+xml"/>
  <Override PartName="/ppt/tags/tag59.xml" ContentType="application/vnd.openxmlformats-officedocument.presentationml.tags+xml"/>
  <Override PartName="/ppt/tags/tag6.xml" ContentType="application/vnd.openxmlformats-officedocument.presentationml.tags+xml"/>
  <Override PartName="/ppt/tags/tag60.xml" ContentType="application/vnd.openxmlformats-officedocument.presentationml.tags+xml"/>
  <Override PartName="/ppt/tags/tag61.xml" ContentType="application/vnd.openxmlformats-officedocument.presentationml.tags+xml"/>
  <Override PartName="/ppt/tags/tag62.xml" ContentType="application/vnd.openxmlformats-officedocument.presentationml.tags+xml"/>
  <Override PartName="/ppt/tags/tag63.xml" ContentType="application/vnd.openxmlformats-officedocument.presentationml.tags+xml"/>
  <Override PartName="/ppt/tags/tag64.xml" ContentType="application/vnd.openxmlformats-officedocument.presentationml.tags+xml"/>
  <Override PartName="/ppt/tags/tag65.xml" ContentType="application/vnd.openxmlformats-officedocument.presentationml.tags+xml"/>
  <Override PartName="/ppt/tags/tag66.xml" ContentType="application/vnd.openxmlformats-officedocument.presentationml.tags+xml"/>
  <Override PartName="/ppt/tags/tag67.xml" ContentType="application/vnd.openxmlformats-officedocument.presentationml.tags+xml"/>
  <Override PartName="/ppt/tags/tag68.xml" ContentType="application/vnd.openxmlformats-officedocument.presentationml.tags+xml"/>
  <Override PartName="/ppt/tags/tag69.xml" ContentType="application/vnd.openxmlformats-officedocument.presentationml.tags+xml"/>
  <Override PartName="/ppt/tags/tag7.xml" ContentType="application/vnd.openxmlformats-officedocument.presentationml.tags+xml"/>
  <Override PartName="/ppt/tags/tag70.xml" ContentType="application/vnd.openxmlformats-officedocument.presentationml.tags+xml"/>
  <Override PartName="/ppt/tags/tag71.xml" ContentType="application/vnd.openxmlformats-officedocument.presentationml.tags+xml"/>
  <Override PartName="/ppt/tags/tag72.xml" ContentType="application/vnd.openxmlformats-officedocument.presentationml.tags+xml"/>
  <Override PartName="/ppt/tags/tag73.xml" ContentType="application/vnd.openxmlformats-officedocument.presentationml.tags+xml"/>
  <Override PartName="/ppt/tags/tag74.xml" ContentType="application/vnd.openxmlformats-officedocument.presentationml.tags+xml"/>
  <Override PartName="/ppt/tags/tag75.xml" ContentType="application/vnd.openxmlformats-officedocument.presentationml.tags+xml"/>
  <Override PartName="/ppt/tags/tag76.xml" ContentType="application/vnd.openxmlformats-officedocument.presentationml.tags+xml"/>
  <Override PartName="/ppt/tags/tag77.xml" ContentType="application/vnd.openxmlformats-officedocument.presentationml.tags+xml"/>
  <Override PartName="/ppt/tags/tag78.xml" ContentType="application/vnd.openxmlformats-officedocument.presentationml.tags+xml"/>
  <Override PartName="/ppt/tags/tag79.xml" ContentType="application/vnd.openxmlformats-officedocument.presentationml.tags+xml"/>
  <Override PartName="/ppt/tags/tag8.xml" ContentType="application/vnd.openxmlformats-officedocument.presentationml.tags+xml"/>
  <Override PartName="/ppt/tags/tag80.xml" ContentType="application/vnd.openxmlformats-officedocument.presentationml.tags+xml"/>
  <Override PartName="/ppt/tags/tag81.xml" ContentType="application/vnd.openxmlformats-officedocument.presentationml.tags+xml"/>
  <Override PartName="/ppt/tags/tag82.xml" ContentType="application/vnd.openxmlformats-officedocument.presentationml.tags+xml"/>
  <Override PartName="/ppt/tags/tag83.xml" ContentType="application/vnd.openxmlformats-officedocument.presentationml.tags+xml"/>
  <Override PartName="/ppt/tags/tag84.xml" ContentType="application/vnd.openxmlformats-officedocument.presentationml.tags+xml"/>
  <Override PartName="/ppt/tags/tag85.xml" ContentType="application/vnd.openxmlformats-officedocument.presentationml.tags+xml"/>
  <Override PartName="/ppt/tags/tag86.xml" ContentType="application/vnd.openxmlformats-officedocument.presentationml.tags+xml"/>
  <Override PartName="/ppt/tags/tag87.xml" ContentType="application/vnd.openxmlformats-officedocument.presentationml.tags+xml"/>
  <Override PartName="/ppt/tags/tag88.xml" ContentType="application/vnd.openxmlformats-officedocument.presentationml.tags+xml"/>
  <Override PartName="/ppt/tags/tag89.xml" ContentType="application/vnd.openxmlformats-officedocument.presentationml.tags+xml"/>
  <Override PartName="/ppt/tags/tag9.xml" ContentType="application/vnd.openxmlformats-officedocument.presentationml.tags+xml"/>
  <Override PartName="/ppt/tags/tag90.xml" ContentType="application/vnd.openxmlformats-officedocument.presentationml.tags+xml"/>
  <Override PartName="/ppt/tags/tag91.xml" ContentType="application/vnd.openxmlformats-officedocument.presentationml.tags+xml"/>
  <Override PartName="/ppt/tags/tag92.xml" ContentType="application/vnd.openxmlformats-officedocument.presentationml.tags+xml"/>
  <Override PartName="/ppt/tags/tag93.xml" ContentType="application/vnd.openxmlformats-officedocument.presentationml.tags+xml"/>
  <Override PartName="/ppt/tags/tag94.xml" ContentType="application/vnd.openxmlformats-officedocument.presentationml.tags+xml"/>
  <Override PartName="/ppt/tags/tag95.xml" ContentType="application/vnd.openxmlformats-officedocument.presentationml.tags+xml"/>
  <Override PartName="/ppt/tags/tag96.xml" ContentType="application/vnd.openxmlformats-officedocument.presentationml.tags+xml"/>
  <Override PartName="/ppt/tags/tag97.xml" ContentType="application/vnd.openxmlformats-officedocument.presentationml.tags+xml"/>
  <Override PartName="/ppt/tags/tag98.xml" ContentType="application/vnd.openxmlformats-officedocument.presentationml.tags+xml"/>
  <Override PartName="/ppt/tags/tag9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363" r:id="rId3"/>
    <p:sldId id="423" r:id="rId5"/>
    <p:sldId id="365" r:id="rId6"/>
    <p:sldId id="332" r:id="rId7"/>
    <p:sldId id="330" r:id="rId8"/>
    <p:sldId id="262" r:id="rId9"/>
    <p:sldId id="267" r:id="rId10"/>
    <p:sldId id="268" r:id="rId11"/>
    <p:sldId id="271" r:id="rId12"/>
    <p:sldId id="366" r:id="rId13"/>
    <p:sldId id="270" r:id="rId14"/>
    <p:sldId id="304" r:id="rId15"/>
    <p:sldId id="302" r:id="rId16"/>
    <p:sldId id="398" r:id="rId17"/>
    <p:sldId id="305" r:id="rId18"/>
    <p:sldId id="307" r:id="rId19"/>
    <p:sldId id="308" r:id="rId20"/>
    <p:sldId id="399" r:id="rId21"/>
    <p:sldId id="400" r:id="rId22"/>
    <p:sldId id="301" r:id="rId23"/>
    <p:sldId id="402" r:id="rId24"/>
    <p:sldId id="290" r:id="rId25"/>
    <p:sldId id="291" r:id="rId26"/>
    <p:sldId id="403" r:id="rId27"/>
    <p:sldId id="293" r:id="rId28"/>
    <p:sldId id="294" r:id="rId29"/>
    <p:sldId id="295" r:id="rId30"/>
    <p:sldId id="296" r:id="rId31"/>
    <p:sldId id="422" r:id="rId32"/>
    <p:sldId id="278" r:id="rId33"/>
    <p:sldId id="424" r:id="rId34"/>
    <p:sldId id="298" r:id="rId35"/>
    <p:sldId id="425" r:id="rId36"/>
    <p:sldId id="426" r:id="rId37"/>
    <p:sldId id="367" r:id="rId38"/>
  </p:sldIdLst>
  <p:sldSz cx="12192000" cy="6858000"/>
  <p:notesSz cx="6858000" cy="9144000"/>
  <p:custDataLst>
    <p:tags r:id="rId42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FFFFF"/>
    <a:srgbClr val="DCDCDC"/>
    <a:srgbClr val="F0F0F0"/>
    <a:srgbClr val="E6E6E6"/>
    <a:srgbClr val="C8C8C8"/>
    <a:srgbClr val="FAFAFA"/>
    <a:srgbClr val="BEBEB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3778" autoAdjust="0"/>
    <p:restoredTop sz="94660"/>
  </p:normalViewPr>
  <p:slideViewPr>
    <p:cSldViewPr snapToGrid="0" showGuides="1">
      <p:cViewPr varScale="1">
        <p:scale>
          <a:sx n="99" d="100"/>
          <a:sy n="99" d="100"/>
        </p:scale>
        <p:origin x="84" y="582"/>
      </p:cViewPr>
      <p:guideLst>
        <p:guide orient="horz" pos="2227"/>
        <p:guide pos="3789"/>
      </p:guideLst>
    </p:cSldViewPr>
  </p:slideViewPr>
  <p:notesTextViewPr>
    <p:cViewPr>
      <p:scale>
        <a:sx n="3" d="2"/>
        <a:sy n="3" d="2"/>
      </p:scale>
      <p:origin x="0" y="0"/>
    </p:cViewPr>
  </p:notesTextViewPr>
  <p:notesViewPr>
    <p:cSldViewPr snapToGrid="0">
      <p:cViewPr varScale="1">
        <p:scale>
          <a:sx n="92" d="100"/>
          <a:sy n="92" d="100"/>
        </p:scale>
        <p:origin x="2550" y="10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2" Type="http://schemas.openxmlformats.org/officeDocument/2006/relationships/tags" Target="tags/tag366.xml"/><Relationship Id="rId41" Type="http://schemas.openxmlformats.org/officeDocument/2006/relationships/tableStyles" Target="tableStyles.xml"/><Relationship Id="rId40" Type="http://schemas.openxmlformats.org/officeDocument/2006/relationships/viewProps" Target="viewProps.xml"/><Relationship Id="rId4" Type="http://schemas.openxmlformats.org/officeDocument/2006/relationships/notesMaster" Target="notesMasters/notesMaster1.xml"/><Relationship Id="rId39" Type="http://schemas.openxmlformats.org/officeDocument/2006/relationships/presProps" Target="presProps.xml"/><Relationship Id="rId38" Type="http://schemas.openxmlformats.org/officeDocument/2006/relationships/slide" Target="slides/slide35.xml"/><Relationship Id="rId37" Type="http://schemas.openxmlformats.org/officeDocument/2006/relationships/slide" Target="slides/slide34.xml"/><Relationship Id="rId36" Type="http://schemas.openxmlformats.org/officeDocument/2006/relationships/slide" Target="slides/slide33.xml"/><Relationship Id="rId35" Type="http://schemas.openxmlformats.org/officeDocument/2006/relationships/slide" Target="slides/slide32.xml"/><Relationship Id="rId34" Type="http://schemas.openxmlformats.org/officeDocument/2006/relationships/slide" Target="slides/slide31.xml"/><Relationship Id="rId33" Type="http://schemas.openxmlformats.org/officeDocument/2006/relationships/slide" Target="slides/slide30.xml"/><Relationship Id="rId32" Type="http://schemas.openxmlformats.org/officeDocument/2006/relationships/slide" Target="slides/slide29.xml"/><Relationship Id="rId31" Type="http://schemas.openxmlformats.org/officeDocument/2006/relationships/slide" Target="slides/slide28.xml"/><Relationship Id="rId30" Type="http://schemas.openxmlformats.org/officeDocument/2006/relationships/slide" Target="slides/slide27.xml"/><Relationship Id="rId3" Type="http://schemas.openxmlformats.org/officeDocument/2006/relationships/slide" Target="slides/slide1.xml"/><Relationship Id="rId29" Type="http://schemas.openxmlformats.org/officeDocument/2006/relationships/slide" Target="slides/slide26.xml"/><Relationship Id="rId28" Type="http://schemas.openxmlformats.org/officeDocument/2006/relationships/slide" Target="slides/slide25.xml"/><Relationship Id="rId27" Type="http://schemas.openxmlformats.org/officeDocument/2006/relationships/slide" Target="slides/slide24.xml"/><Relationship Id="rId26" Type="http://schemas.openxmlformats.org/officeDocument/2006/relationships/slide" Target="slides/slide23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9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6" Type="http://schemas.openxmlformats.org/officeDocument/2006/relationships/tags" Target="../tags/tag5.xml"/><Relationship Id="rId5" Type="http://schemas.openxmlformats.org/officeDocument/2006/relationships/tags" Target="../tags/tag4.xml"/><Relationship Id="rId4" Type="http://schemas.openxmlformats.org/officeDocument/2006/relationships/tags" Target="../tags/tag3.xml"/><Relationship Id="rId3" Type="http://schemas.openxmlformats.org/officeDocument/2006/relationships/tags" Target="../tags/tag2.xml"/><Relationship Id="rId2" Type="http://schemas.openxmlformats.org/officeDocument/2006/relationships/tags" Target="../tags/tag1.xml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6" Type="http://schemas.openxmlformats.org/officeDocument/2006/relationships/tags" Target="../tags/tag10.xml"/><Relationship Id="rId5" Type="http://schemas.openxmlformats.org/officeDocument/2006/relationships/tags" Target="../tags/tag9.xml"/><Relationship Id="rId4" Type="http://schemas.openxmlformats.org/officeDocument/2006/relationships/tags" Target="../tags/tag8.xml"/><Relationship Id="rId3" Type="http://schemas.openxmlformats.org/officeDocument/2006/relationships/tags" Target="../tags/tag7.xml"/><Relationship Id="rId2" Type="http://schemas.openxmlformats.org/officeDocument/2006/relationships/tags" Target="../tags/tag6.xm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6" Type="http://schemas.openxmlformats.org/officeDocument/2006/relationships/tags" Target="../tags/tag15.xml"/><Relationship Id="rId5" Type="http://schemas.openxmlformats.org/officeDocument/2006/relationships/tags" Target="../tags/tag14.xml"/><Relationship Id="rId4" Type="http://schemas.openxmlformats.org/officeDocument/2006/relationships/tags" Target="../tags/tag13.xml"/><Relationship Id="rId3" Type="http://schemas.openxmlformats.org/officeDocument/2006/relationships/tags" Target="../tags/tag12.xml"/><Relationship Id="rId2" Type="http://schemas.openxmlformats.org/officeDocument/2006/relationships/tags" Target="../tags/tag11.xm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7" Type="http://schemas.openxmlformats.org/officeDocument/2006/relationships/tags" Target="../tags/tag21.xml"/><Relationship Id="rId6" Type="http://schemas.openxmlformats.org/officeDocument/2006/relationships/tags" Target="../tags/tag20.xml"/><Relationship Id="rId5" Type="http://schemas.openxmlformats.org/officeDocument/2006/relationships/tags" Target="../tags/tag19.xml"/><Relationship Id="rId4" Type="http://schemas.openxmlformats.org/officeDocument/2006/relationships/tags" Target="../tags/tag18.xml"/><Relationship Id="rId3" Type="http://schemas.openxmlformats.org/officeDocument/2006/relationships/tags" Target="../tags/tag17.xml"/><Relationship Id="rId2" Type="http://schemas.openxmlformats.org/officeDocument/2006/relationships/tags" Target="../tags/tag16.xm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9" Type="http://schemas.openxmlformats.org/officeDocument/2006/relationships/tags" Target="../tags/tag29.xml"/><Relationship Id="rId8" Type="http://schemas.openxmlformats.org/officeDocument/2006/relationships/tags" Target="../tags/tag28.xml"/><Relationship Id="rId7" Type="http://schemas.openxmlformats.org/officeDocument/2006/relationships/tags" Target="../tags/tag27.xml"/><Relationship Id="rId6" Type="http://schemas.openxmlformats.org/officeDocument/2006/relationships/tags" Target="../tags/tag26.xml"/><Relationship Id="rId5" Type="http://schemas.openxmlformats.org/officeDocument/2006/relationships/tags" Target="../tags/tag25.xml"/><Relationship Id="rId4" Type="http://schemas.openxmlformats.org/officeDocument/2006/relationships/tags" Target="../tags/tag24.xml"/><Relationship Id="rId3" Type="http://schemas.openxmlformats.org/officeDocument/2006/relationships/tags" Target="../tags/tag23.xml"/><Relationship Id="rId2" Type="http://schemas.openxmlformats.org/officeDocument/2006/relationships/tags" Target="../tags/tag22.xm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5" Type="http://schemas.openxmlformats.org/officeDocument/2006/relationships/tags" Target="../tags/tag33.xml"/><Relationship Id="rId4" Type="http://schemas.openxmlformats.org/officeDocument/2006/relationships/tags" Target="../tags/tag32.xml"/><Relationship Id="rId3" Type="http://schemas.openxmlformats.org/officeDocument/2006/relationships/tags" Target="../tags/tag31.xml"/><Relationship Id="rId2" Type="http://schemas.openxmlformats.org/officeDocument/2006/relationships/tags" Target="../tags/tag30.xm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4" Type="http://schemas.openxmlformats.org/officeDocument/2006/relationships/tags" Target="../tags/tag36.xml"/><Relationship Id="rId3" Type="http://schemas.openxmlformats.org/officeDocument/2006/relationships/tags" Target="../tags/tag35.xml"/><Relationship Id="rId2" Type="http://schemas.openxmlformats.org/officeDocument/2006/relationships/tags" Target="../tags/tag34.xm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7" Type="http://schemas.openxmlformats.org/officeDocument/2006/relationships/tags" Target="../tags/tag42.xml"/><Relationship Id="rId6" Type="http://schemas.openxmlformats.org/officeDocument/2006/relationships/tags" Target="../tags/tag41.xml"/><Relationship Id="rId5" Type="http://schemas.openxmlformats.org/officeDocument/2006/relationships/tags" Target="../tags/tag40.xml"/><Relationship Id="rId4" Type="http://schemas.openxmlformats.org/officeDocument/2006/relationships/tags" Target="../tags/tag39.xml"/><Relationship Id="rId3" Type="http://schemas.openxmlformats.org/officeDocument/2006/relationships/tags" Target="../tags/tag38.xml"/><Relationship Id="rId2" Type="http://schemas.openxmlformats.org/officeDocument/2006/relationships/tags" Target="../tags/tag37.xml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6" Type="http://schemas.openxmlformats.org/officeDocument/2006/relationships/tags" Target="../tags/tag47.xml"/><Relationship Id="rId5" Type="http://schemas.openxmlformats.org/officeDocument/2006/relationships/tags" Target="../tags/tag46.xml"/><Relationship Id="rId4" Type="http://schemas.openxmlformats.org/officeDocument/2006/relationships/tags" Target="../tags/tag45.xml"/><Relationship Id="rId3" Type="http://schemas.openxmlformats.org/officeDocument/2006/relationships/tags" Target="../tags/tag44.xml"/><Relationship Id="rId2" Type="http://schemas.openxmlformats.org/officeDocument/2006/relationships/tags" Target="../tags/tag43.xml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5" Type="http://schemas.openxmlformats.org/officeDocument/2006/relationships/tags" Target="../tags/tag51.xml"/><Relationship Id="rId4" Type="http://schemas.openxmlformats.org/officeDocument/2006/relationships/tags" Target="../tags/tag50.xml"/><Relationship Id="rId3" Type="http://schemas.openxmlformats.org/officeDocument/2006/relationships/tags" Target="../tags/tag49.xml"/><Relationship Id="rId2" Type="http://schemas.openxmlformats.org/officeDocument/2006/relationships/tags" Target="../tags/tag48.xml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6" Type="http://schemas.openxmlformats.org/officeDocument/2006/relationships/tags" Target="../tags/tag56.xml"/><Relationship Id="rId5" Type="http://schemas.openxmlformats.org/officeDocument/2006/relationships/tags" Target="../tags/tag55.xml"/><Relationship Id="rId4" Type="http://schemas.openxmlformats.org/officeDocument/2006/relationships/tags" Target="../tags/tag54.xml"/><Relationship Id="rId3" Type="http://schemas.openxmlformats.org/officeDocument/2006/relationships/tags" Target="../tags/tag53.xml"/><Relationship Id="rId2" Type="http://schemas.openxmlformats.org/officeDocument/2006/relationships/tags" Target="../tags/tag52.xm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  <p:custDataLst>
              <p:tags r:id="rId2"/>
            </p:custDataLst>
          </p:nvPr>
        </p:nvSpPr>
        <p:spPr>
          <a:xfrm>
            <a:off x="1198800" y="914400"/>
            <a:ext cx="9799200" cy="2570400"/>
          </a:xfrm>
        </p:spPr>
        <p:txBody>
          <a:bodyPr lIns="90000" tIns="46800" rIns="90000" bIns="46800" anchor="b" anchorCtr="0">
            <a:normAutofit/>
          </a:bodyPr>
          <a:lstStyle>
            <a:lvl1pPr algn="ctr">
              <a:defRPr sz="6000"/>
            </a:lvl1pPr>
          </a:lstStyle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  <p:custDataLst>
              <p:tags r:id="rId3"/>
            </p:custDataLst>
          </p:nvPr>
        </p:nvSpPr>
        <p:spPr>
          <a:xfrm>
            <a:off x="1198800" y="3560400"/>
            <a:ext cx="9799200" cy="1472400"/>
          </a:xfrm>
        </p:spPr>
        <p:txBody>
          <a:bodyPr lIns="90000" tIns="46800" rIns="90000" bIns="46800">
            <a:normAutofit/>
          </a:bodyPr>
          <a:lstStyle>
            <a:lvl1pPr marL="0" indent="0" algn="ctr">
              <a:lnSpc>
                <a:spcPct val="110000"/>
              </a:lnSpc>
              <a:buNone/>
              <a:defRPr sz="2400" spc="2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16" name="日期占位符 15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17" name="页脚占位符 16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18" name="灯片编号占位符 17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  <p:custDataLst>
              <p:tags r:id="rId3"/>
            </p:custDataLst>
          </p:nvPr>
        </p:nvSpPr>
        <p:spPr>
          <a:xfrm>
            <a:off x="608400" y="1490400"/>
            <a:ext cx="10969200" cy="47592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2"/>
            </p:custDataLst>
          </p:nvPr>
        </p:nvSpPr>
        <p:spPr>
          <a:xfrm>
            <a:off x="1990800" y="3848400"/>
            <a:ext cx="7768800" cy="766800"/>
          </a:xfrm>
        </p:spPr>
        <p:txBody>
          <a:bodyPr lIns="90000" tIns="46800" rIns="90000" bIns="46800" anchor="b" anchorCtr="0">
            <a:normAutofit/>
          </a:bodyPr>
          <a:lstStyle>
            <a:lvl1pPr>
              <a:defRPr sz="44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1990800" y="4615200"/>
            <a:ext cx="7768800" cy="867600"/>
          </a:xfrm>
        </p:spPr>
        <p:txBody>
          <a:bodyPr lIns="90000" tIns="46800" rIns="90000" bIns="46800">
            <a:normAutofit/>
          </a:bodyPr>
          <a:lstStyle>
            <a:lvl1pPr marL="0" indent="0">
              <a:buNone/>
              <a:defRPr sz="1800">
                <a:solidFill>
                  <a:schemeClr val="tx1">
                    <a:lumMod val="65000"/>
                    <a:lumOff val="35000"/>
                  </a:schemeClr>
                </a:solidFill>
              </a:defRPr>
            </a:lvl1pPr>
            <a:lvl2pPr marL="457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  <p:custDataLst>
              <p:tags r:id="rId3"/>
            </p:custDataLst>
          </p:nvPr>
        </p:nvSpPr>
        <p:spPr>
          <a:xfrm>
            <a:off x="608400" y="1501200"/>
            <a:ext cx="5176800" cy="4748400"/>
          </a:xfr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411600" y="1501200"/>
            <a:ext cx="5176800" cy="4748400"/>
          </a:xfrm>
        </p:spPr>
        <p:txBody>
          <a:bodyPr lIns="90000" tIns="46800" rIns="90000" bIns="4680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5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6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7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 hasCustomPrompt="1"/>
            <p:custDataLst>
              <p:tags r:id="rId3"/>
            </p:custDataLst>
          </p:nvPr>
        </p:nvSpPr>
        <p:spPr>
          <a:xfrm>
            <a:off x="608400" y="1429200"/>
            <a:ext cx="5342400" cy="381600"/>
          </a:xfrm>
        </p:spPr>
        <p:txBody>
          <a:bodyPr lIns="101600" tIns="38100" rIns="76200" bIns="3810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dirty="0"/>
              <a:t>单击此处编辑文本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  <p:custDataLst>
              <p:tags r:id="rId4"/>
            </p:custDataLst>
          </p:nvPr>
        </p:nvSpPr>
        <p:spPr>
          <a:xfrm>
            <a:off x="60840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 hasCustomPrompt="1"/>
            <p:custDataLst>
              <p:tags r:id="rId5"/>
            </p:custDataLst>
          </p:nvPr>
        </p:nvSpPr>
        <p:spPr>
          <a:xfrm>
            <a:off x="6235750" y="1421729"/>
            <a:ext cx="5342400" cy="381600"/>
          </a:xfrm>
        </p:spPr>
        <p:txBody>
          <a:bodyPr vert="horz" lIns="101600" tIns="38100" rIns="76200" bIns="38100" rtlCol="0" anchor="t" anchorCtr="0">
            <a:normAutofit/>
          </a:bodyPr>
          <a:lstStyle>
            <a:lvl1pPr marL="0" indent="0">
              <a:lnSpc>
                <a:spcPct val="100000"/>
              </a:lnSpc>
              <a:buNone/>
              <a:defRPr sz="2000" b="1" spc="2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单击此处编辑文本</a:t>
            </a:r>
            <a:endParaRPr lang="zh-CN" altLang="en-US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  <p:custDataLst>
              <p:tags r:id="rId6"/>
            </p:custDataLst>
          </p:nvPr>
        </p:nvSpPr>
        <p:spPr>
          <a:xfrm>
            <a:off x="6235750" y="1854000"/>
            <a:ext cx="5342400" cy="4395600"/>
          </a:xfrm>
        </p:spPr>
        <p:txBody>
          <a:bodyPr vert="horz" lIns="101600" tIns="0" rIns="82550" bIns="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  <p:custDataLst>
              <p:tags r:id="rId7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  <p:custDataLst>
              <p:tags r:id="rId8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  <p:custDataLst>
              <p:tags r:id="rId9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  <p:custDataLst>
              <p:tags r:id="rId2"/>
            </p:custDataLst>
          </p:nvPr>
        </p:nvSpPr>
        <p:spPr>
          <a:xfrm>
            <a:off x="608400" y="608400"/>
            <a:ext cx="10969200" cy="705600"/>
          </a:xfrm>
        </p:spPr>
        <p:txBody>
          <a:bodyPr vert="horz" lIns="90000" tIns="46800" rIns="90000" bIns="46800" rtlCol="0" anchor="ctr" anchorCtr="0">
            <a:normAutofit/>
          </a:bodyPr>
          <a:lstStyle/>
          <a:p>
            <a:pPr lvl="0"/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3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4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5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图片占位符 2"/>
          <p:cNvSpPr>
            <a:spLocks noGrp="1"/>
          </p:cNvSpPr>
          <p:nvPr>
            <p:ph type="pic" idx="1"/>
            <p:custDataLst>
              <p:tags r:id="rId2"/>
            </p:custDataLst>
          </p:nvPr>
        </p:nvSpPr>
        <p:spPr>
          <a:xfrm>
            <a:off x="608400" y="1555200"/>
            <a:ext cx="5233077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  <p:custDataLst>
              <p:tags r:id="rId3"/>
            </p:custDataLst>
          </p:nvPr>
        </p:nvSpPr>
        <p:spPr>
          <a:xfrm>
            <a:off x="6350400" y="1555200"/>
            <a:ext cx="5227200" cy="4608000"/>
          </a:xfrm>
        </p:spPr>
        <p:txBody>
          <a:bodyPr vert="horz" lIns="90000" tIns="46800" rIns="90000" bIns="46800" rtlCol="0">
            <a:normAutofit/>
          </a:bodyPr>
          <a:lstStyle>
            <a:lvl1pPr>
              <a:buNone/>
              <a:defRPr sz="1600"/>
            </a:lvl1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  <p:sp>
        <p:nvSpPr>
          <p:cNvPr id="9" name="标题 8"/>
          <p:cNvSpPr>
            <a:spLocks noGrp="1"/>
          </p:cNvSpPr>
          <p:nvPr>
            <p:ph type="title"/>
            <p:custDataLst>
              <p:tags r:id="rId7"/>
            </p:custDataLst>
          </p:nvPr>
        </p:nvSpPr>
        <p:spPr/>
        <p:txBody>
          <a:bodyPr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  <p:custDataLst>
              <p:tags r:id="rId2"/>
            </p:custDataLst>
          </p:nvPr>
        </p:nvSpPr>
        <p:spPr>
          <a:xfrm>
            <a:off x="10234800" y="914400"/>
            <a:ext cx="1044000" cy="5029200"/>
          </a:xfrm>
        </p:spPr>
        <p:txBody>
          <a:bodyPr vert="eaVert" lIns="90000" tIns="46800" rIns="90000" bIns="46800" rtlCol="0" anchor="ctr" anchorCtr="0">
            <a:normAutofit/>
          </a:bodyPr>
          <a:lstStyle>
            <a:lvl1pPr>
              <a:buNone/>
              <a:defRPr sz="28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  <p:custDataLst>
              <p:tags r:id="rId3"/>
            </p:custDataLst>
          </p:nvPr>
        </p:nvSpPr>
        <p:spPr>
          <a:xfrm>
            <a:off x="914400" y="914400"/>
            <a:ext cx="9169200" cy="5029200"/>
          </a:xfrm>
        </p:spPr>
        <p:txBody>
          <a:bodyPr vert="eaVert" lIns="46800" tIns="46800" rIns="46800" bIns="46800"/>
          <a:lstStyle>
            <a:lvl1pPr marL="228600" indent="-228600">
              <a:spcAft>
                <a:spcPts val="1000"/>
              </a:spcAft>
              <a:defRPr spc="300"/>
            </a:lvl1pPr>
            <a:lvl2pPr marL="685800" indent="-228600">
              <a:defRPr spc="300"/>
            </a:lvl2pPr>
            <a:lvl3pPr marL="1143000" indent="-228600">
              <a:defRPr spc="300"/>
            </a:lvl3pPr>
            <a:lvl4pPr marL="1600200" indent="-228600">
              <a:defRPr spc="300"/>
            </a:lvl4pPr>
            <a:lvl5pPr marL="2057400" indent="-228600">
              <a:defRPr spc="30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  <p:custDataLst>
              <p:tags r:id="rId4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  <p:custDataLst>
              <p:tags r:id="rId5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  <p:custDataLst>
              <p:tags r:id="rId6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  <p:custDataLst>
              <p:tags r:id="rId5"/>
            </p:custDataLst>
          </p:nvPr>
        </p:nvSpPr>
        <p:spPr>
          <a:xfrm>
            <a:off x="608400" y="774000"/>
            <a:ext cx="10972800" cy="5482800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末尾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  <p:custDataLst>
              <p:tags r:id="rId2"/>
            </p:custDataLst>
          </p:nvPr>
        </p:nvSpPr>
        <p:spPr/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  <p:custDataLst>
              <p:tags r:id="rId3"/>
            </p:custDataLst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  <p:custDataLst>
              <p:tags r:id="rId4"/>
            </p:custDataLst>
          </p:nvPr>
        </p:nvSpPr>
        <p:spPr/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2" name="标题 1"/>
          <p:cNvSpPr>
            <a:spLocks noGrp="1"/>
          </p:cNvSpPr>
          <p:nvPr>
            <p:ph type="title" hasCustomPrompt="1"/>
            <p:custDataLst>
              <p:tags r:id="rId5"/>
            </p:custDataLst>
          </p:nvPr>
        </p:nvSpPr>
        <p:spPr>
          <a:xfrm>
            <a:off x="1198800" y="2484000"/>
            <a:ext cx="9799200" cy="1018800"/>
          </a:xfrm>
        </p:spPr>
        <p:txBody>
          <a:bodyPr vert="horz" lIns="90000" tIns="46800" rIns="90000" bIns="46800" rtlCol="0" anchor="t" anchorCtr="0">
            <a:normAutofit/>
          </a:bodyPr>
          <a:lstStyle>
            <a:lvl1pPr algn="ctr">
              <a:defRPr sz="6000"/>
            </a:lvl1pPr>
          </a:lstStyle>
          <a:p>
            <a:pPr lvl="0"/>
            <a:r>
              <a:rPr lang="zh-CN" altLang="en-US" smtClean="0"/>
              <a:t>单击此处编辑标题</a:t>
            </a:r>
            <a:endParaRPr lang="zh-CN" altLang="en-US"/>
          </a:p>
        </p:txBody>
      </p:sp>
      <p:sp>
        <p:nvSpPr>
          <p:cNvPr id="7" name="文本占位符 6"/>
          <p:cNvSpPr>
            <a:spLocks noGrp="1"/>
          </p:cNvSpPr>
          <p:nvPr>
            <p:ph type="body" sz="quarter" idx="13"/>
            <p:custDataLst>
              <p:tags r:id="rId6"/>
            </p:custDataLst>
          </p:nvPr>
        </p:nvSpPr>
        <p:spPr>
          <a:xfrm>
            <a:off x="1198800" y="3560400"/>
            <a:ext cx="9799200" cy="471600"/>
          </a:xfrm>
        </p:spPr>
        <p:txBody>
          <a:bodyPr lIns="90000" tIns="46800" rIns="90000" bIns="46800">
            <a:normAutofit/>
          </a:bodyPr>
          <a:lstStyle>
            <a:lvl1pPr algn="ctr">
              <a:lnSpc>
                <a:spcPct val="110000"/>
              </a:lnSpc>
              <a:buNone/>
              <a:defRPr sz="2400" spc="200"/>
            </a:lvl1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tags" Target="../tags/tag62.xml"/><Relationship Id="rId16" Type="http://schemas.openxmlformats.org/officeDocument/2006/relationships/tags" Target="../tags/tag61.xml"/><Relationship Id="rId15" Type="http://schemas.openxmlformats.org/officeDocument/2006/relationships/tags" Target="../tags/tag60.xml"/><Relationship Id="rId14" Type="http://schemas.openxmlformats.org/officeDocument/2006/relationships/tags" Target="../tags/tag59.xml"/><Relationship Id="rId13" Type="http://schemas.openxmlformats.org/officeDocument/2006/relationships/tags" Target="../tags/tag58.xml"/><Relationship Id="rId12" Type="http://schemas.openxmlformats.org/officeDocument/2006/relationships/tags" Target="../tags/tag57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  <p:custDataLst>
              <p:tags r:id="rId12"/>
            </p:custDataLst>
          </p:nvPr>
        </p:nvSpPr>
        <p:spPr>
          <a:xfrm>
            <a:off x="608400" y="608400"/>
            <a:ext cx="10969200" cy="705600"/>
          </a:xfrm>
          <a:prstGeom prst="rect">
            <a:avLst/>
          </a:prstGeom>
        </p:spPr>
        <p:txBody>
          <a:bodyPr vert="horz" lIns="90170" tIns="46990" rIns="90170" bIns="46990" rtlCol="0" anchor="ctr" anchorCtr="0">
            <a:normAutofit/>
          </a:bodyPr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  <p:custDataLst>
              <p:tags r:id="rId13"/>
            </p:custDataLst>
          </p:nvPr>
        </p:nvSpPr>
        <p:spPr>
          <a:xfrm>
            <a:off x="608400" y="1490400"/>
            <a:ext cx="10969200" cy="4759200"/>
          </a:xfrm>
          <a:prstGeom prst="rect">
            <a:avLst/>
          </a:prstGeom>
        </p:spPr>
        <p:txBody>
          <a:bodyPr vert="horz" lIns="90000" tIns="46800" rIns="90000" bIns="46800" rtlCol="0">
            <a:normAutofit/>
          </a:bodyPr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  <p:custDataLst>
              <p:tags r:id="rId14"/>
            </p:custDataLst>
          </p:nvPr>
        </p:nvSpPr>
        <p:spPr>
          <a:xfrm>
            <a:off x="6120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l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  <p:custDataLst>
              <p:tags r:id="rId15"/>
            </p:custDataLst>
          </p:nvPr>
        </p:nvSpPr>
        <p:spPr>
          <a:xfrm>
            <a:off x="4116000" y="6314400"/>
            <a:ext cx="396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ct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  <p:custDataLst>
              <p:tags r:id="rId16"/>
            </p:custDataLst>
          </p:nvPr>
        </p:nvSpPr>
        <p:spPr>
          <a:xfrm>
            <a:off x="8877600" y="6314400"/>
            <a:ext cx="2700000" cy="3168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>
            <a:lvl1pPr algn="r">
              <a:defRPr sz="1000" baseline="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49AE70B2-8BF9-45C0-BB95-33D1B9D3A854}" type="slidenum">
              <a:rPr lang="zh-CN" altLang="en-US" smtClean="0"/>
            </a:fld>
            <a:endParaRPr lang="zh-CN" altLang="en-US" dirty="0"/>
          </a:p>
        </p:txBody>
      </p:sp>
    </p:spTree>
    <p:custDataLst>
      <p:tags r:id="rId17"/>
    </p:custData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fontAlgn="auto" latinLnBrk="0" hangingPunct="1">
        <a:lnSpc>
          <a:spcPct val="100000"/>
        </a:lnSpc>
        <a:spcBef>
          <a:spcPct val="0"/>
        </a:spcBef>
        <a:buNone/>
        <a:defRPr sz="3600" b="1" u="none" strike="noStrike" kern="1200" cap="none" spc="300" normalizeH="0" baseline="0">
          <a:solidFill>
            <a:schemeClr val="tx1">
              <a:lumMod val="85000"/>
              <a:lumOff val="15000"/>
            </a:schemeClr>
          </a:solidFill>
          <a:uFillTx/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fontAlgn="auto" latinLnBrk="0" hangingPunct="1">
        <a:lnSpc>
          <a:spcPct val="130000"/>
        </a:lnSpc>
        <a:spcBef>
          <a:spcPts val="0"/>
        </a:spcBef>
        <a:spcAft>
          <a:spcPts val="1000"/>
        </a:spcAft>
        <a:buFont typeface="Arial" panose="020B0604020202020204" pitchFamily="34" charset="0"/>
        <a:buChar char="●"/>
        <a:defRPr sz="18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1pPr>
      <a:lvl2pPr marL="6858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tabLst>
          <a:tab pos="1609725" algn="l"/>
          <a:tab pos="1609725" algn="l"/>
          <a:tab pos="1609725" algn="l"/>
          <a:tab pos="1609725" algn="l"/>
        </a:tabLst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2pPr>
      <a:lvl3pPr marL="11430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600"/>
        </a:spcAft>
        <a:buFont typeface="Arial" panose="020B0604020202020204" pitchFamily="34" charset="0"/>
        <a:buChar char="●"/>
        <a:defRPr sz="16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3pPr>
      <a:lvl4pPr marL="16002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Wingdings" panose="05000000000000000000" charset="0"/>
        <a:buChar char="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4pPr>
      <a:lvl5pPr marL="2057400" indent="-228600" algn="l" defTabSz="914400" rtl="0" eaLnBrk="1" fontAlgn="auto" latinLnBrk="0" hangingPunct="1">
        <a:lnSpc>
          <a:spcPct val="120000"/>
        </a:lnSpc>
        <a:spcBef>
          <a:spcPts val="0"/>
        </a:spcBef>
        <a:spcAft>
          <a:spcPts val="300"/>
        </a:spcAft>
        <a:buFont typeface="Arial" panose="020B0604020202020204" pitchFamily="34" charset="0"/>
        <a:buChar char="•"/>
        <a:defRPr sz="1400" u="none" strike="noStrike" kern="1200" cap="none" spc="150" normalizeH="0" baseline="0">
          <a:solidFill>
            <a:schemeClr val="tx1">
              <a:lumMod val="65000"/>
              <a:lumOff val="35000"/>
            </a:schemeClr>
          </a:solidFill>
          <a:uFillTx/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6" Type="http://schemas.openxmlformats.org/officeDocument/2006/relationships/notesSlide" Target="../notesSlides/notesSlide1.xml"/><Relationship Id="rId5" Type="http://schemas.openxmlformats.org/officeDocument/2006/relationships/slideLayout" Target="../slideLayouts/slideLayout1.xml"/><Relationship Id="rId4" Type="http://schemas.openxmlformats.org/officeDocument/2006/relationships/tags" Target="../tags/tag63.xml"/><Relationship Id="rId3" Type="http://schemas.openxmlformats.org/officeDocument/2006/relationships/image" Target="../media/image1.svg"/><Relationship Id="rId2" Type="http://schemas.openxmlformats.org/officeDocument/2006/relationships/image" Target="../media/image2.png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2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67.xml"/><Relationship Id="rId4" Type="http://schemas.openxmlformats.org/officeDocument/2006/relationships/tags" Target="../tags/tag66.xml"/><Relationship Id="rId3" Type="http://schemas.openxmlformats.org/officeDocument/2006/relationships/tags" Target="../tags/tag65.xml"/><Relationship Id="rId2" Type="http://schemas.openxmlformats.org/officeDocument/2006/relationships/tags" Target="../tags/tag64.xml"/><Relationship Id="rId1" Type="http://schemas.openxmlformats.org/officeDocument/2006/relationships/image" Target="../media/image3.jpeg"/></Relationships>
</file>

<file path=ppt/slides/_rels/slide3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3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68.xml"/><Relationship Id="rId1" Type="http://schemas.openxmlformats.org/officeDocument/2006/relationships/image" Target="../media/image4.jpeg"/></Relationships>
</file>

<file path=ppt/slides/_rels/slide4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4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70.xml"/><Relationship Id="rId4" Type="http://schemas.openxmlformats.org/officeDocument/2006/relationships/image" Target="../media/image7.png"/><Relationship Id="rId3" Type="http://schemas.openxmlformats.org/officeDocument/2006/relationships/tags" Target="../tags/tag69.xml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71.xml"/><Relationship Id="rId1" Type="http://schemas.openxmlformats.org/officeDocument/2006/relationships/image" Target="../media/image8.png"/></Relationships>
</file>

<file path=ppt/slides/_rels/slide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78.xml"/><Relationship Id="rId7" Type="http://schemas.openxmlformats.org/officeDocument/2006/relationships/tags" Target="../tags/tag77.xml"/><Relationship Id="rId6" Type="http://schemas.openxmlformats.org/officeDocument/2006/relationships/tags" Target="../tags/tag76.xml"/><Relationship Id="rId5" Type="http://schemas.openxmlformats.org/officeDocument/2006/relationships/tags" Target="../tags/tag75.xml"/><Relationship Id="rId4" Type="http://schemas.openxmlformats.org/officeDocument/2006/relationships/tags" Target="../tags/tag74.xml"/><Relationship Id="rId3" Type="http://schemas.openxmlformats.org/officeDocument/2006/relationships/tags" Target="../tags/tag73.xml"/><Relationship Id="rId2" Type="http://schemas.openxmlformats.org/officeDocument/2006/relationships/tags" Target="../tags/tag72.xml"/><Relationship Id="rId1" Type="http://schemas.openxmlformats.org/officeDocument/2006/relationships/image" Target="../media/image9.jpeg"/></Relationships>
</file>

<file path=ppt/slides/_rels/slide7.xml.rels><?xml version="1.0" encoding="UTF-8" standalone="yes"?>
<Relationships xmlns="http://schemas.openxmlformats.org/package/2006/relationships"><Relationship Id="rId9" Type="http://schemas.openxmlformats.org/officeDocument/2006/relationships/tags" Target="../tags/tag86.xml"/><Relationship Id="rId8" Type="http://schemas.openxmlformats.org/officeDocument/2006/relationships/tags" Target="../tags/tag85.xml"/><Relationship Id="rId7" Type="http://schemas.openxmlformats.org/officeDocument/2006/relationships/tags" Target="../tags/tag84.xml"/><Relationship Id="rId6" Type="http://schemas.openxmlformats.org/officeDocument/2006/relationships/tags" Target="../tags/tag83.xml"/><Relationship Id="rId5" Type="http://schemas.openxmlformats.org/officeDocument/2006/relationships/tags" Target="../tags/tag82.xml"/><Relationship Id="rId4" Type="http://schemas.openxmlformats.org/officeDocument/2006/relationships/image" Target="../media/image10.jpeg"/><Relationship Id="rId3" Type="http://schemas.openxmlformats.org/officeDocument/2006/relationships/tags" Target="../tags/tag81.xml"/><Relationship Id="rId2" Type="http://schemas.openxmlformats.org/officeDocument/2006/relationships/tags" Target="../tags/tag80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90.xml"/><Relationship Id="rId12" Type="http://schemas.openxmlformats.org/officeDocument/2006/relationships/tags" Target="../tags/tag89.xml"/><Relationship Id="rId11" Type="http://schemas.openxmlformats.org/officeDocument/2006/relationships/tags" Target="../tags/tag88.xml"/><Relationship Id="rId10" Type="http://schemas.openxmlformats.org/officeDocument/2006/relationships/tags" Target="../tags/tag87.xml"/><Relationship Id="rId1" Type="http://schemas.openxmlformats.org/officeDocument/2006/relationships/tags" Target="../tags/tag79.xml"/></Relationships>
</file>

<file path=ppt/slides/_rels/slide8.xml.rels><?xml version="1.0" encoding="UTF-8" standalone="yes"?>
<Relationships xmlns="http://schemas.openxmlformats.org/package/2006/relationships"><Relationship Id="rId9" Type="http://schemas.openxmlformats.org/officeDocument/2006/relationships/tags" Target="../tags/tag98.xml"/><Relationship Id="rId8" Type="http://schemas.openxmlformats.org/officeDocument/2006/relationships/tags" Target="../tags/tag97.xml"/><Relationship Id="rId7" Type="http://schemas.openxmlformats.org/officeDocument/2006/relationships/tags" Target="../tags/tag96.xml"/><Relationship Id="rId6" Type="http://schemas.openxmlformats.org/officeDocument/2006/relationships/tags" Target="../tags/tag95.xml"/><Relationship Id="rId5" Type="http://schemas.openxmlformats.org/officeDocument/2006/relationships/tags" Target="../tags/tag94.xml"/><Relationship Id="rId4" Type="http://schemas.openxmlformats.org/officeDocument/2006/relationships/tags" Target="../tags/tag93.xml"/><Relationship Id="rId3" Type="http://schemas.openxmlformats.org/officeDocument/2006/relationships/tags" Target="../tags/tag92.xml"/><Relationship Id="rId2" Type="http://schemas.openxmlformats.org/officeDocument/2006/relationships/tags" Target="../tags/tag91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01.xml"/><Relationship Id="rId11" Type="http://schemas.openxmlformats.org/officeDocument/2006/relationships/tags" Target="../tags/tag100.xml"/><Relationship Id="rId10" Type="http://schemas.openxmlformats.org/officeDocument/2006/relationships/tags" Target="../tags/tag99.xml"/><Relationship Id="rId1" Type="http://schemas.openxmlformats.org/officeDocument/2006/relationships/image" Target="../media/image11.jpeg"/></Relationships>
</file>

<file path=ppt/slides/_rels/slide9.xml.rels><?xml version="1.0" encoding="UTF-8" standalone="yes"?>
<Relationships xmlns="http://schemas.openxmlformats.org/package/2006/relationships"><Relationship Id="rId9" Type="http://schemas.openxmlformats.org/officeDocument/2006/relationships/tags" Target="../tags/tag109.xml"/><Relationship Id="rId8" Type="http://schemas.openxmlformats.org/officeDocument/2006/relationships/tags" Target="../tags/tag108.xml"/><Relationship Id="rId7" Type="http://schemas.openxmlformats.org/officeDocument/2006/relationships/tags" Target="../tags/tag107.xml"/><Relationship Id="rId6" Type="http://schemas.openxmlformats.org/officeDocument/2006/relationships/tags" Target="../tags/tag106.xml"/><Relationship Id="rId5" Type="http://schemas.openxmlformats.org/officeDocument/2006/relationships/tags" Target="../tags/tag105.xml"/><Relationship Id="rId4" Type="http://schemas.openxmlformats.org/officeDocument/2006/relationships/tags" Target="../tags/tag104.xml"/><Relationship Id="rId3" Type="http://schemas.openxmlformats.org/officeDocument/2006/relationships/tags" Target="../tags/tag103.xml"/><Relationship Id="rId2" Type="http://schemas.openxmlformats.org/officeDocument/2006/relationships/tags" Target="../tags/tag102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12.xml"/><Relationship Id="rId11" Type="http://schemas.openxmlformats.org/officeDocument/2006/relationships/tags" Target="../tags/tag111.xml"/><Relationship Id="rId10" Type="http://schemas.openxmlformats.org/officeDocument/2006/relationships/tags" Target="../tags/tag110.xml"/><Relationship Id="rId1" Type="http://schemas.openxmlformats.org/officeDocument/2006/relationships/image" Target="../media/image12.jpeg"/></Relationships>
</file>

<file path=ppt/slides/_rels/slide10.xml.rels><?xml version="1.0" encoding="UTF-8" standalone="yes"?>
<Relationships xmlns="http://schemas.openxmlformats.org/package/2006/relationships"><Relationship Id="rId9" Type="http://schemas.openxmlformats.org/officeDocument/2006/relationships/notesSlide" Target="../notesSlides/notesSlide6.xml"/><Relationship Id="rId8" Type="http://schemas.openxmlformats.org/officeDocument/2006/relationships/slideLayout" Target="../slideLayouts/slideLayout1.xml"/><Relationship Id="rId7" Type="http://schemas.openxmlformats.org/officeDocument/2006/relationships/tags" Target="../tags/tag118.xml"/><Relationship Id="rId6" Type="http://schemas.openxmlformats.org/officeDocument/2006/relationships/tags" Target="../tags/tag117.xml"/><Relationship Id="rId5" Type="http://schemas.openxmlformats.org/officeDocument/2006/relationships/tags" Target="../tags/tag116.xml"/><Relationship Id="rId4" Type="http://schemas.openxmlformats.org/officeDocument/2006/relationships/tags" Target="../tags/tag115.xml"/><Relationship Id="rId3" Type="http://schemas.openxmlformats.org/officeDocument/2006/relationships/image" Target="../media/image13.jpeg"/><Relationship Id="rId2" Type="http://schemas.openxmlformats.org/officeDocument/2006/relationships/tags" Target="../tags/tag114.xml"/><Relationship Id="rId1" Type="http://schemas.openxmlformats.org/officeDocument/2006/relationships/tags" Target="../tags/tag113.xml"/></Relationships>
</file>

<file path=ppt/slides/_rels/slide11.xml.rels><?xml version="1.0" encoding="UTF-8" standalone="yes"?>
<Relationships xmlns="http://schemas.openxmlformats.org/package/2006/relationships"><Relationship Id="rId9" Type="http://schemas.openxmlformats.org/officeDocument/2006/relationships/tags" Target="../tags/tag126.xml"/><Relationship Id="rId8" Type="http://schemas.openxmlformats.org/officeDocument/2006/relationships/tags" Target="../tags/tag125.xml"/><Relationship Id="rId7" Type="http://schemas.openxmlformats.org/officeDocument/2006/relationships/tags" Target="../tags/tag124.xml"/><Relationship Id="rId6" Type="http://schemas.openxmlformats.org/officeDocument/2006/relationships/tags" Target="../tags/tag123.xml"/><Relationship Id="rId5" Type="http://schemas.openxmlformats.org/officeDocument/2006/relationships/tags" Target="../tags/tag122.xml"/><Relationship Id="rId4" Type="http://schemas.openxmlformats.org/officeDocument/2006/relationships/tags" Target="../tags/tag121.xml"/><Relationship Id="rId3" Type="http://schemas.openxmlformats.org/officeDocument/2006/relationships/tags" Target="../tags/tag120.xml"/><Relationship Id="rId2" Type="http://schemas.openxmlformats.org/officeDocument/2006/relationships/tags" Target="../tags/tag119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29.xml"/><Relationship Id="rId11" Type="http://schemas.openxmlformats.org/officeDocument/2006/relationships/tags" Target="../tags/tag128.xml"/><Relationship Id="rId10" Type="http://schemas.openxmlformats.org/officeDocument/2006/relationships/tags" Target="../tags/tag127.xml"/><Relationship Id="rId1" Type="http://schemas.openxmlformats.org/officeDocument/2006/relationships/image" Target="../media/image14.jpeg"/></Relationships>
</file>

<file path=ppt/slides/_rels/slide12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36.xml"/><Relationship Id="rId7" Type="http://schemas.openxmlformats.org/officeDocument/2006/relationships/tags" Target="../tags/tag135.xml"/><Relationship Id="rId6" Type="http://schemas.openxmlformats.org/officeDocument/2006/relationships/tags" Target="../tags/tag134.xml"/><Relationship Id="rId5" Type="http://schemas.openxmlformats.org/officeDocument/2006/relationships/tags" Target="../tags/tag133.xml"/><Relationship Id="rId4" Type="http://schemas.openxmlformats.org/officeDocument/2006/relationships/tags" Target="../tags/tag132.xml"/><Relationship Id="rId3" Type="http://schemas.openxmlformats.org/officeDocument/2006/relationships/tags" Target="../tags/tag131.xml"/><Relationship Id="rId2" Type="http://schemas.openxmlformats.org/officeDocument/2006/relationships/tags" Target="../tags/tag130.xml"/><Relationship Id="rId1" Type="http://schemas.openxmlformats.org/officeDocument/2006/relationships/image" Target="../media/image15.jpeg"/></Relationships>
</file>

<file path=ppt/slides/_rels/slide13.xml.rels><?xml version="1.0" encoding="UTF-8" standalone="yes"?>
<Relationships xmlns="http://schemas.openxmlformats.org/package/2006/relationships"><Relationship Id="rId9" Type="http://schemas.openxmlformats.org/officeDocument/2006/relationships/tags" Target="../tags/tag144.xml"/><Relationship Id="rId8" Type="http://schemas.openxmlformats.org/officeDocument/2006/relationships/tags" Target="../tags/tag143.xml"/><Relationship Id="rId7" Type="http://schemas.openxmlformats.org/officeDocument/2006/relationships/tags" Target="../tags/tag142.xml"/><Relationship Id="rId6" Type="http://schemas.openxmlformats.org/officeDocument/2006/relationships/tags" Target="../tags/tag141.xml"/><Relationship Id="rId5" Type="http://schemas.openxmlformats.org/officeDocument/2006/relationships/tags" Target="../tags/tag140.xml"/><Relationship Id="rId4" Type="http://schemas.openxmlformats.org/officeDocument/2006/relationships/tags" Target="../tags/tag139.xml"/><Relationship Id="rId3" Type="http://schemas.openxmlformats.org/officeDocument/2006/relationships/tags" Target="../tags/tag138.xml"/><Relationship Id="rId2" Type="http://schemas.openxmlformats.org/officeDocument/2006/relationships/tags" Target="../tags/tag137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47.xml"/><Relationship Id="rId11" Type="http://schemas.openxmlformats.org/officeDocument/2006/relationships/tags" Target="../tags/tag146.xml"/><Relationship Id="rId10" Type="http://schemas.openxmlformats.org/officeDocument/2006/relationships/tags" Target="../tags/tag145.xml"/><Relationship Id="rId1" Type="http://schemas.openxmlformats.org/officeDocument/2006/relationships/image" Target="../media/image16.jpeg"/></Relationships>
</file>

<file path=ppt/slides/_rels/slide14.xml.rels><?xml version="1.0" encoding="UTF-8" standalone="yes"?>
<Relationships xmlns="http://schemas.openxmlformats.org/package/2006/relationships"><Relationship Id="rId9" Type="http://schemas.openxmlformats.org/officeDocument/2006/relationships/tags" Target="../tags/tag156.xml"/><Relationship Id="rId8" Type="http://schemas.openxmlformats.org/officeDocument/2006/relationships/tags" Target="../tags/tag155.xml"/><Relationship Id="rId7" Type="http://schemas.openxmlformats.org/officeDocument/2006/relationships/tags" Target="../tags/tag154.xml"/><Relationship Id="rId6" Type="http://schemas.openxmlformats.org/officeDocument/2006/relationships/tags" Target="../tags/tag153.xml"/><Relationship Id="rId5" Type="http://schemas.openxmlformats.org/officeDocument/2006/relationships/tags" Target="../tags/tag152.xml"/><Relationship Id="rId4" Type="http://schemas.openxmlformats.org/officeDocument/2006/relationships/tags" Target="../tags/tag151.xml"/><Relationship Id="rId3" Type="http://schemas.openxmlformats.org/officeDocument/2006/relationships/tags" Target="../tags/tag150.xml"/><Relationship Id="rId2" Type="http://schemas.openxmlformats.org/officeDocument/2006/relationships/tags" Target="../tags/tag149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159.xml"/><Relationship Id="rId12" Type="http://schemas.openxmlformats.org/officeDocument/2006/relationships/image" Target="../media/image17.jpeg"/><Relationship Id="rId11" Type="http://schemas.openxmlformats.org/officeDocument/2006/relationships/tags" Target="../tags/tag158.xml"/><Relationship Id="rId10" Type="http://schemas.openxmlformats.org/officeDocument/2006/relationships/tags" Target="../tags/tag157.xml"/><Relationship Id="rId1" Type="http://schemas.openxmlformats.org/officeDocument/2006/relationships/tags" Target="../tags/tag148.xml"/></Relationships>
</file>

<file path=ppt/slides/_rels/slide1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166.xml"/><Relationship Id="rId7" Type="http://schemas.openxmlformats.org/officeDocument/2006/relationships/tags" Target="../tags/tag165.xml"/><Relationship Id="rId6" Type="http://schemas.openxmlformats.org/officeDocument/2006/relationships/tags" Target="../tags/tag164.xml"/><Relationship Id="rId5" Type="http://schemas.openxmlformats.org/officeDocument/2006/relationships/tags" Target="../tags/tag163.xml"/><Relationship Id="rId4" Type="http://schemas.openxmlformats.org/officeDocument/2006/relationships/tags" Target="../tags/tag162.xml"/><Relationship Id="rId3" Type="http://schemas.openxmlformats.org/officeDocument/2006/relationships/tags" Target="../tags/tag161.xml"/><Relationship Id="rId2" Type="http://schemas.openxmlformats.org/officeDocument/2006/relationships/tags" Target="../tags/tag160.xml"/><Relationship Id="rId1" Type="http://schemas.openxmlformats.org/officeDocument/2006/relationships/image" Target="../media/image18.jpeg"/></Relationships>
</file>

<file path=ppt/slides/_rels/slide16.xml.rels><?xml version="1.0" encoding="UTF-8" standalone="yes"?>
<Relationships xmlns="http://schemas.openxmlformats.org/package/2006/relationships"><Relationship Id="rId9" Type="http://schemas.openxmlformats.org/officeDocument/2006/relationships/tags" Target="../tags/tag174.xml"/><Relationship Id="rId8" Type="http://schemas.openxmlformats.org/officeDocument/2006/relationships/tags" Target="../tags/tag173.xml"/><Relationship Id="rId7" Type="http://schemas.openxmlformats.org/officeDocument/2006/relationships/tags" Target="../tags/tag172.xml"/><Relationship Id="rId6" Type="http://schemas.openxmlformats.org/officeDocument/2006/relationships/tags" Target="../tags/tag171.xml"/><Relationship Id="rId5" Type="http://schemas.openxmlformats.org/officeDocument/2006/relationships/tags" Target="../tags/tag170.xml"/><Relationship Id="rId4" Type="http://schemas.openxmlformats.org/officeDocument/2006/relationships/tags" Target="../tags/tag169.xml"/><Relationship Id="rId3" Type="http://schemas.openxmlformats.org/officeDocument/2006/relationships/tags" Target="../tags/tag168.xml"/><Relationship Id="rId2" Type="http://schemas.openxmlformats.org/officeDocument/2006/relationships/tags" Target="../tags/tag167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177.xml"/><Relationship Id="rId11" Type="http://schemas.openxmlformats.org/officeDocument/2006/relationships/tags" Target="../tags/tag176.xml"/><Relationship Id="rId10" Type="http://schemas.openxmlformats.org/officeDocument/2006/relationships/tags" Target="../tags/tag175.xml"/><Relationship Id="rId1" Type="http://schemas.openxmlformats.org/officeDocument/2006/relationships/image" Target="../media/image14.jpeg"/></Relationships>
</file>

<file path=ppt/slides/_rels/slide17.xml.rels><?xml version="1.0" encoding="UTF-8" standalone="yes"?>
<Relationships xmlns="http://schemas.openxmlformats.org/package/2006/relationships"><Relationship Id="rId9" Type="http://schemas.openxmlformats.org/officeDocument/2006/relationships/tags" Target="../tags/tag185.xml"/><Relationship Id="rId8" Type="http://schemas.openxmlformats.org/officeDocument/2006/relationships/tags" Target="../tags/tag184.xml"/><Relationship Id="rId7" Type="http://schemas.openxmlformats.org/officeDocument/2006/relationships/tags" Target="../tags/tag183.xml"/><Relationship Id="rId6" Type="http://schemas.openxmlformats.org/officeDocument/2006/relationships/tags" Target="../tags/tag182.xml"/><Relationship Id="rId5" Type="http://schemas.openxmlformats.org/officeDocument/2006/relationships/tags" Target="../tags/tag181.xml"/><Relationship Id="rId4" Type="http://schemas.openxmlformats.org/officeDocument/2006/relationships/tags" Target="../tags/tag180.xml"/><Relationship Id="rId3" Type="http://schemas.openxmlformats.org/officeDocument/2006/relationships/tags" Target="../tags/tag179.xml"/><Relationship Id="rId2" Type="http://schemas.openxmlformats.org/officeDocument/2006/relationships/tags" Target="../tags/tag178.xml"/><Relationship Id="rId13" Type="http://schemas.openxmlformats.org/officeDocument/2006/relationships/slideLayout" Target="../slideLayouts/slideLayout2.xml"/><Relationship Id="rId12" Type="http://schemas.openxmlformats.org/officeDocument/2006/relationships/tags" Target="../tags/tag188.xml"/><Relationship Id="rId11" Type="http://schemas.openxmlformats.org/officeDocument/2006/relationships/tags" Target="../tags/tag187.xml"/><Relationship Id="rId10" Type="http://schemas.openxmlformats.org/officeDocument/2006/relationships/tags" Target="../tags/tag186.xml"/><Relationship Id="rId1" Type="http://schemas.openxmlformats.org/officeDocument/2006/relationships/image" Target="../media/image19.jpeg"/></Relationships>
</file>

<file path=ppt/slides/_rels/slide18.xml.rels><?xml version="1.0" encoding="UTF-8" standalone="yes"?>
<Relationships xmlns="http://schemas.openxmlformats.org/package/2006/relationships"><Relationship Id="rId9" Type="http://schemas.openxmlformats.org/officeDocument/2006/relationships/tags" Target="../tags/tag197.xml"/><Relationship Id="rId8" Type="http://schemas.openxmlformats.org/officeDocument/2006/relationships/tags" Target="../tags/tag196.xml"/><Relationship Id="rId7" Type="http://schemas.openxmlformats.org/officeDocument/2006/relationships/tags" Target="../tags/tag195.xml"/><Relationship Id="rId6" Type="http://schemas.openxmlformats.org/officeDocument/2006/relationships/tags" Target="../tags/tag194.xml"/><Relationship Id="rId5" Type="http://schemas.openxmlformats.org/officeDocument/2006/relationships/tags" Target="../tags/tag193.xml"/><Relationship Id="rId4" Type="http://schemas.openxmlformats.org/officeDocument/2006/relationships/tags" Target="../tags/tag192.xml"/><Relationship Id="rId3" Type="http://schemas.openxmlformats.org/officeDocument/2006/relationships/tags" Target="../tags/tag191.xml"/><Relationship Id="rId2" Type="http://schemas.openxmlformats.org/officeDocument/2006/relationships/tags" Target="../tags/tag190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00.xml"/><Relationship Id="rId12" Type="http://schemas.openxmlformats.org/officeDocument/2006/relationships/image" Target="../media/image20.jpeg"/><Relationship Id="rId11" Type="http://schemas.openxmlformats.org/officeDocument/2006/relationships/tags" Target="../tags/tag199.xml"/><Relationship Id="rId10" Type="http://schemas.openxmlformats.org/officeDocument/2006/relationships/tags" Target="../tags/tag198.xml"/><Relationship Id="rId1" Type="http://schemas.openxmlformats.org/officeDocument/2006/relationships/tags" Target="../tags/tag189.xml"/></Relationships>
</file>

<file path=ppt/slides/_rels/slide19.xml.rels><?xml version="1.0" encoding="UTF-8" standalone="yes"?>
<Relationships xmlns="http://schemas.openxmlformats.org/package/2006/relationships"><Relationship Id="rId9" Type="http://schemas.openxmlformats.org/officeDocument/2006/relationships/tags" Target="../tags/tag209.xml"/><Relationship Id="rId8" Type="http://schemas.openxmlformats.org/officeDocument/2006/relationships/tags" Target="../tags/tag208.xml"/><Relationship Id="rId7" Type="http://schemas.openxmlformats.org/officeDocument/2006/relationships/tags" Target="../tags/tag207.xml"/><Relationship Id="rId6" Type="http://schemas.openxmlformats.org/officeDocument/2006/relationships/tags" Target="../tags/tag206.xml"/><Relationship Id="rId5" Type="http://schemas.openxmlformats.org/officeDocument/2006/relationships/tags" Target="../tags/tag205.xml"/><Relationship Id="rId4" Type="http://schemas.openxmlformats.org/officeDocument/2006/relationships/tags" Target="../tags/tag204.xml"/><Relationship Id="rId3" Type="http://schemas.openxmlformats.org/officeDocument/2006/relationships/tags" Target="../tags/tag203.xml"/><Relationship Id="rId2" Type="http://schemas.openxmlformats.org/officeDocument/2006/relationships/tags" Target="../tags/tag202.xml"/><Relationship Id="rId14" Type="http://schemas.openxmlformats.org/officeDocument/2006/relationships/slideLayout" Target="../slideLayouts/slideLayout2.xml"/><Relationship Id="rId13" Type="http://schemas.openxmlformats.org/officeDocument/2006/relationships/tags" Target="../tags/tag212.xml"/><Relationship Id="rId12" Type="http://schemas.openxmlformats.org/officeDocument/2006/relationships/image" Target="../media/image21.jpeg"/><Relationship Id="rId11" Type="http://schemas.openxmlformats.org/officeDocument/2006/relationships/tags" Target="../tags/tag211.xml"/><Relationship Id="rId10" Type="http://schemas.openxmlformats.org/officeDocument/2006/relationships/tags" Target="../tags/tag210.xml"/><Relationship Id="rId1" Type="http://schemas.openxmlformats.org/officeDocument/2006/relationships/tags" Target="../tags/tag201.xml"/></Relationships>
</file>

<file path=ppt/slides/_rels/slide20.xml.rels><?xml version="1.0" encoding="UTF-8" standalone="yes"?>
<Relationships xmlns="http://schemas.openxmlformats.org/package/2006/relationships"><Relationship Id="rId9" Type="http://schemas.openxmlformats.org/officeDocument/2006/relationships/image" Target="../media/image22.jpeg"/><Relationship Id="rId8" Type="http://schemas.openxmlformats.org/officeDocument/2006/relationships/tags" Target="../tags/tag220.xml"/><Relationship Id="rId7" Type="http://schemas.openxmlformats.org/officeDocument/2006/relationships/tags" Target="../tags/tag219.xml"/><Relationship Id="rId6" Type="http://schemas.openxmlformats.org/officeDocument/2006/relationships/tags" Target="../tags/tag218.xml"/><Relationship Id="rId5" Type="http://schemas.openxmlformats.org/officeDocument/2006/relationships/tags" Target="../tags/tag217.xml"/><Relationship Id="rId4" Type="http://schemas.openxmlformats.org/officeDocument/2006/relationships/tags" Target="../tags/tag216.xml"/><Relationship Id="rId3" Type="http://schemas.openxmlformats.org/officeDocument/2006/relationships/tags" Target="../tags/tag215.xml"/><Relationship Id="rId2" Type="http://schemas.openxmlformats.org/officeDocument/2006/relationships/tags" Target="../tags/tag214.xml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22.xml"/><Relationship Id="rId10" Type="http://schemas.openxmlformats.org/officeDocument/2006/relationships/tags" Target="../tags/tag221.xml"/><Relationship Id="rId1" Type="http://schemas.openxmlformats.org/officeDocument/2006/relationships/tags" Target="../tags/tag213.xml"/></Relationships>
</file>

<file path=ppt/slides/_rels/slide21.xml.rels><?xml version="1.0" encoding="UTF-8" standalone="yes"?>
<Relationships xmlns="http://schemas.openxmlformats.org/package/2006/relationships"><Relationship Id="rId7" Type="http://schemas.openxmlformats.org/officeDocument/2006/relationships/notesSlide" Target="../notesSlides/notesSlide7.xml"/><Relationship Id="rId6" Type="http://schemas.openxmlformats.org/officeDocument/2006/relationships/slideLayout" Target="../slideLayouts/slideLayout1.xml"/><Relationship Id="rId5" Type="http://schemas.openxmlformats.org/officeDocument/2006/relationships/tags" Target="../tags/tag226.xml"/><Relationship Id="rId4" Type="http://schemas.openxmlformats.org/officeDocument/2006/relationships/tags" Target="../tags/tag225.xml"/><Relationship Id="rId3" Type="http://schemas.openxmlformats.org/officeDocument/2006/relationships/tags" Target="../tags/tag224.xml"/><Relationship Id="rId2" Type="http://schemas.openxmlformats.org/officeDocument/2006/relationships/tags" Target="../tags/tag223.xml"/><Relationship Id="rId1" Type="http://schemas.openxmlformats.org/officeDocument/2006/relationships/image" Target="../media/image3.jpeg"/></Relationships>
</file>

<file path=ppt/slides/_rels/slide22.xml.rels><?xml version="1.0" encoding="UTF-8" standalone="yes"?>
<Relationships xmlns="http://schemas.openxmlformats.org/package/2006/relationships"><Relationship Id="rId9" Type="http://schemas.openxmlformats.org/officeDocument/2006/relationships/tags" Target="../tags/tag234.xml"/><Relationship Id="rId8" Type="http://schemas.openxmlformats.org/officeDocument/2006/relationships/tags" Target="../tags/tag233.xml"/><Relationship Id="rId7" Type="http://schemas.openxmlformats.org/officeDocument/2006/relationships/tags" Target="../tags/tag232.xml"/><Relationship Id="rId6" Type="http://schemas.openxmlformats.org/officeDocument/2006/relationships/tags" Target="../tags/tag231.xml"/><Relationship Id="rId5" Type="http://schemas.openxmlformats.org/officeDocument/2006/relationships/tags" Target="../tags/tag230.xml"/><Relationship Id="rId4" Type="http://schemas.openxmlformats.org/officeDocument/2006/relationships/tags" Target="../tags/tag229.xml"/><Relationship Id="rId3" Type="http://schemas.openxmlformats.org/officeDocument/2006/relationships/tags" Target="../tags/tag228.xml"/><Relationship Id="rId2" Type="http://schemas.openxmlformats.org/officeDocument/2006/relationships/tags" Target="../tags/tag227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37.xml"/><Relationship Id="rId11" Type="http://schemas.openxmlformats.org/officeDocument/2006/relationships/tags" Target="../tags/tag236.xml"/><Relationship Id="rId10" Type="http://schemas.openxmlformats.org/officeDocument/2006/relationships/tags" Target="../tags/tag235.xml"/><Relationship Id="rId1" Type="http://schemas.openxmlformats.org/officeDocument/2006/relationships/image" Target="../media/image23.jpeg"/></Relationships>
</file>

<file path=ppt/slides/_rels/slide23.xml.rels><?xml version="1.0" encoding="UTF-8" standalone="yes"?>
<Relationships xmlns="http://schemas.openxmlformats.org/package/2006/relationships"><Relationship Id="rId9" Type="http://schemas.openxmlformats.org/officeDocument/2006/relationships/image" Target="../media/image24.jpeg"/><Relationship Id="rId8" Type="http://schemas.openxmlformats.org/officeDocument/2006/relationships/tags" Target="../tags/tag245.xml"/><Relationship Id="rId7" Type="http://schemas.openxmlformats.org/officeDocument/2006/relationships/tags" Target="../tags/tag244.xml"/><Relationship Id="rId6" Type="http://schemas.openxmlformats.org/officeDocument/2006/relationships/tags" Target="../tags/tag243.xml"/><Relationship Id="rId5" Type="http://schemas.openxmlformats.org/officeDocument/2006/relationships/tags" Target="../tags/tag242.xml"/><Relationship Id="rId4" Type="http://schemas.openxmlformats.org/officeDocument/2006/relationships/tags" Target="../tags/tag241.xml"/><Relationship Id="rId3" Type="http://schemas.openxmlformats.org/officeDocument/2006/relationships/tags" Target="../tags/tag240.xml"/><Relationship Id="rId2" Type="http://schemas.openxmlformats.org/officeDocument/2006/relationships/tags" Target="../tags/tag239.xml"/><Relationship Id="rId13" Type="http://schemas.openxmlformats.org/officeDocument/2006/relationships/slideLayout" Target="../slideLayouts/slideLayout7.xml"/><Relationship Id="rId12" Type="http://schemas.openxmlformats.org/officeDocument/2006/relationships/tags" Target="../tags/tag248.xml"/><Relationship Id="rId11" Type="http://schemas.openxmlformats.org/officeDocument/2006/relationships/tags" Target="../tags/tag247.xml"/><Relationship Id="rId10" Type="http://schemas.openxmlformats.org/officeDocument/2006/relationships/tags" Target="../tags/tag246.xml"/><Relationship Id="rId1" Type="http://schemas.openxmlformats.org/officeDocument/2006/relationships/tags" Target="../tags/tag238.xml"/></Relationships>
</file>

<file path=ppt/slides/_rels/slide24.xml.rels><?xml version="1.0" encoding="UTF-8" standalone="yes"?>
<Relationships xmlns="http://schemas.openxmlformats.org/package/2006/relationships"><Relationship Id="rId9" Type="http://schemas.openxmlformats.org/officeDocument/2006/relationships/image" Target="../media/image25.png"/><Relationship Id="rId8" Type="http://schemas.openxmlformats.org/officeDocument/2006/relationships/tags" Target="../tags/tag256.xml"/><Relationship Id="rId7" Type="http://schemas.openxmlformats.org/officeDocument/2006/relationships/tags" Target="../tags/tag255.xml"/><Relationship Id="rId6" Type="http://schemas.openxmlformats.org/officeDocument/2006/relationships/tags" Target="../tags/tag254.xml"/><Relationship Id="rId5" Type="http://schemas.openxmlformats.org/officeDocument/2006/relationships/tags" Target="../tags/tag253.xml"/><Relationship Id="rId4" Type="http://schemas.openxmlformats.org/officeDocument/2006/relationships/tags" Target="../tags/tag252.xml"/><Relationship Id="rId3" Type="http://schemas.openxmlformats.org/officeDocument/2006/relationships/tags" Target="../tags/tag251.xml"/><Relationship Id="rId2" Type="http://schemas.openxmlformats.org/officeDocument/2006/relationships/tags" Target="../tags/tag250.xml"/><Relationship Id="rId15" Type="http://schemas.openxmlformats.org/officeDocument/2006/relationships/slideLayout" Target="../slideLayouts/slideLayout7.xml"/><Relationship Id="rId14" Type="http://schemas.openxmlformats.org/officeDocument/2006/relationships/tags" Target="../tags/tag261.xml"/><Relationship Id="rId13" Type="http://schemas.openxmlformats.org/officeDocument/2006/relationships/tags" Target="../tags/tag260.xml"/><Relationship Id="rId12" Type="http://schemas.openxmlformats.org/officeDocument/2006/relationships/tags" Target="../tags/tag259.xml"/><Relationship Id="rId11" Type="http://schemas.openxmlformats.org/officeDocument/2006/relationships/tags" Target="../tags/tag258.xml"/><Relationship Id="rId10" Type="http://schemas.openxmlformats.org/officeDocument/2006/relationships/tags" Target="../tags/tag257.xml"/><Relationship Id="rId1" Type="http://schemas.openxmlformats.org/officeDocument/2006/relationships/tags" Target="../tags/tag249.xml"/></Relationships>
</file>

<file path=ppt/slides/_rels/slide25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68.xml"/><Relationship Id="rId7" Type="http://schemas.openxmlformats.org/officeDocument/2006/relationships/tags" Target="../tags/tag267.xml"/><Relationship Id="rId6" Type="http://schemas.openxmlformats.org/officeDocument/2006/relationships/tags" Target="../tags/tag266.xml"/><Relationship Id="rId5" Type="http://schemas.openxmlformats.org/officeDocument/2006/relationships/tags" Target="../tags/tag265.xml"/><Relationship Id="rId4" Type="http://schemas.openxmlformats.org/officeDocument/2006/relationships/tags" Target="../tags/tag264.xml"/><Relationship Id="rId3" Type="http://schemas.openxmlformats.org/officeDocument/2006/relationships/tags" Target="../tags/tag263.xml"/><Relationship Id="rId2" Type="http://schemas.openxmlformats.org/officeDocument/2006/relationships/tags" Target="../tags/tag262.xml"/><Relationship Id="rId1" Type="http://schemas.openxmlformats.org/officeDocument/2006/relationships/image" Target="../media/image26.png"/></Relationships>
</file>

<file path=ppt/slides/_rels/slide26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75.xml"/><Relationship Id="rId7" Type="http://schemas.openxmlformats.org/officeDocument/2006/relationships/tags" Target="../tags/tag274.xml"/><Relationship Id="rId6" Type="http://schemas.openxmlformats.org/officeDocument/2006/relationships/tags" Target="../tags/tag273.xml"/><Relationship Id="rId5" Type="http://schemas.openxmlformats.org/officeDocument/2006/relationships/tags" Target="../tags/tag272.xml"/><Relationship Id="rId4" Type="http://schemas.openxmlformats.org/officeDocument/2006/relationships/tags" Target="../tags/tag271.xml"/><Relationship Id="rId3" Type="http://schemas.openxmlformats.org/officeDocument/2006/relationships/tags" Target="../tags/tag270.xml"/><Relationship Id="rId2" Type="http://schemas.openxmlformats.org/officeDocument/2006/relationships/tags" Target="../tags/tag269.xml"/><Relationship Id="rId1" Type="http://schemas.openxmlformats.org/officeDocument/2006/relationships/image" Target="../media/image27.png"/></Relationships>
</file>

<file path=ppt/slides/_rels/slide27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7.xml"/><Relationship Id="rId8" Type="http://schemas.openxmlformats.org/officeDocument/2006/relationships/tags" Target="../tags/tag282.xml"/><Relationship Id="rId7" Type="http://schemas.openxmlformats.org/officeDocument/2006/relationships/tags" Target="../tags/tag281.xml"/><Relationship Id="rId6" Type="http://schemas.openxmlformats.org/officeDocument/2006/relationships/tags" Target="../tags/tag280.xml"/><Relationship Id="rId5" Type="http://schemas.openxmlformats.org/officeDocument/2006/relationships/tags" Target="../tags/tag279.xml"/><Relationship Id="rId4" Type="http://schemas.openxmlformats.org/officeDocument/2006/relationships/tags" Target="../tags/tag278.xml"/><Relationship Id="rId3" Type="http://schemas.openxmlformats.org/officeDocument/2006/relationships/tags" Target="../tags/tag277.xml"/><Relationship Id="rId2" Type="http://schemas.openxmlformats.org/officeDocument/2006/relationships/tags" Target="../tags/tag276.xml"/><Relationship Id="rId1" Type="http://schemas.openxmlformats.org/officeDocument/2006/relationships/image" Target="../media/image28.png"/></Relationships>
</file>

<file path=ppt/slides/_rels/slide28.xml.rels><?xml version="1.0" encoding="UTF-8" standalone="yes"?>
<Relationships xmlns="http://schemas.openxmlformats.org/package/2006/relationships"><Relationship Id="rId9" Type="http://schemas.openxmlformats.org/officeDocument/2006/relationships/tags" Target="../tags/tag289.xml"/><Relationship Id="rId8" Type="http://schemas.openxmlformats.org/officeDocument/2006/relationships/tags" Target="../tags/tag288.xml"/><Relationship Id="rId7" Type="http://schemas.openxmlformats.org/officeDocument/2006/relationships/tags" Target="../tags/tag287.xml"/><Relationship Id="rId6" Type="http://schemas.openxmlformats.org/officeDocument/2006/relationships/tags" Target="../tags/tag286.xml"/><Relationship Id="rId5" Type="http://schemas.openxmlformats.org/officeDocument/2006/relationships/tags" Target="../tags/tag285.xml"/><Relationship Id="rId4" Type="http://schemas.openxmlformats.org/officeDocument/2006/relationships/tags" Target="../tags/tag284.xml"/><Relationship Id="rId3" Type="http://schemas.openxmlformats.org/officeDocument/2006/relationships/tags" Target="../tags/tag283.xml"/><Relationship Id="rId2" Type="http://schemas.openxmlformats.org/officeDocument/2006/relationships/image" Target="../media/image30.jpeg"/><Relationship Id="rId12" Type="http://schemas.openxmlformats.org/officeDocument/2006/relationships/slideLayout" Target="../slideLayouts/slideLayout7.xml"/><Relationship Id="rId11" Type="http://schemas.openxmlformats.org/officeDocument/2006/relationships/tags" Target="../tags/tag291.xml"/><Relationship Id="rId10" Type="http://schemas.openxmlformats.org/officeDocument/2006/relationships/tags" Target="../tags/tag290.xml"/><Relationship Id="rId1" Type="http://schemas.openxmlformats.org/officeDocument/2006/relationships/image" Target="../media/image29.jpeg"/></Relationships>
</file>

<file path=ppt/slides/_rels/slide29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8.xml"/><Relationship Id="rId3" Type="http://schemas.openxmlformats.org/officeDocument/2006/relationships/slideLayout" Target="../slideLayouts/slideLayout1.xml"/><Relationship Id="rId2" Type="http://schemas.openxmlformats.org/officeDocument/2006/relationships/tags" Target="../tags/tag292.xml"/><Relationship Id="rId1" Type="http://schemas.openxmlformats.org/officeDocument/2006/relationships/image" Target="../media/image31.jpeg"/></Relationships>
</file>

<file path=ppt/slides/_rels/slide30.xml.rels><?xml version="1.0" encoding="UTF-8" standalone="yes"?>
<Relationships xmlns="http://schemas.openxmlformats.org/package/2006/relationships"><Relationship Id="rId9" Type="http://schemas.openxmlformats.org/officeDocument/2006/relationships/tags" Target="../tags/tag299.xml"/><Relationship Id="rId8" Type="http://schemas.openxmlformats.org/officeDocument/2006/relationships/tags" Target="../tags/tag298.xml"/><Relationship Id="rId7" Type="http://schemas.openxmlformats.org/officeDocument/2006/relationships/tags" Target="../tags/tag297.xml"/><Relationship Id="rId6" Type="http://schemas.openxmlformats.org/officeDocument/2006/relationships/tags" Target="../tags/tag296.xml"/><Relationship Id="rId5" Type="http://schemas.openxmlformats.org/officeDocument/2006/relationships/image" Target="../media/image33.jpeg"/><Relationship Id="rId4" Type="http://schemas.openxmlformats.org/officeDocument/2006/relationships/tags" Target="../tags/tag295.xml"/><Relationship Id="rId3" Type="http://schemas.openxmlformats.org/officeDocument/2006/relationships/image" Target="../media/image32.jpeg"/><Relationship Id="rId2" Type="http://schemas.openxmlformats.org/officeDocument/2006/relationships/tags" Target="../tags/tag294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305.xml"/><Relationship Id="rId14" Type="http://schemas.openxmlformats.org/officeDocument/2006/relationships/tags" Target="../tags/tag304.xml"/><Relationship Id="rId13" Type="http://schemas.openxmlformats.org/officeDocument/2006/relationships/tags" Target="../tags/tag303.xml"/><Relationship Id="rId12" Type="http://schemas.openxmlformats.org/officeDocument/2006/relationships/tags" Target="../tags/tag302.xml"/><Relationship Id="rId11" Type="http://schemas.openxmlformats.org/officeDocument/2006/relationships/tags" Target="../tags/tag301.xml"/><Relationship Id="rId10" Type="http://schemas.openxmlformats.org/officeDocument/2006/relationships/tags" Target="../tags/tag300.xml"/><Relationship Id="rId1" Type="http://schemas.openxmlformats.org/officeDocument/2006/relationships/tags" Target="../tags/tag293.xml"/></Relationships>
</file>

<file path=ppt/slides/_rels/slide31.xml.rels><?xml version="1.0" encoding="UTF-8" standalone="yes"?>
<Relationships xmlns="http://schemas.openxmlformats.org/package/2006/relationships"><Relationship Id="rId9" Type="http://schemas.openxmlformats.org/officeDocument/2006/relationships/tags" Target="../tags/tag314.xml"/><Relationship Id="rId8" Type="http://schemas.openxmlformats.org/officeDocument/2006/relationships/tags" Target="../tags/tag313.xml"/><Relationship Id="rId7" Type="http://schemas.openxmlformats.org/officeDocument/2006/relationships/tags" Target="../tags/tag312.xml"/><Relationship Id="rId6" Type="http://schemas.openxmlformats.org/officeDocument/2006/relationships/tags" Target="../tags/tag311.xml"/><Relationship Id="rId5" Type="http://schemas.openxmlformats.org/officeDocument/2006/relationships/tags" Target="../tags/tag310.xml"/><Relationship Id="rId4" Type="http://schemas.openxmlformats.org/officeDocument/2006/relationships/tags" Target="../tags/tag309.xml"/><Relationship Id="rId3" Type="http://schemas.openxmlformats.org/officeDocument/2006/relationships/tags" Target="../tags/tag308.xml"/><Relationship Id="rId2" Type="http://schemas.openxmlformats.org/officeDocument/2006/relationships/tags" Target="../tags/tag307.xml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318.xml"/><Relationship Id="rId14" Type="http://schemas.openxmlformats.org/officeDocument/2006/relationships/image" Target="../media/image35.jpeg"/><Relationship Id="rId13" Type="http://schemas.openxmlformats.org/officeDocument/2006/relationships/tags" Target="../tags/tag317.xml"/><Relationship Id="rId12" Type="http://schemas.openxmlformats.org/officeDocument/2006/relationships/image" Target="../media/image34.jpeg"/><Relationship Id="rId11" Type="http://schemas.openxmlformats.org/officeDocument/2006/relationships/tags" Target="../tags/tag316.xml"/><Relationship Id="rId10" Type="http://schemas.openxmlformats.org/officeDocument/2006/relationships/tags" Target="../tags/tag315.xml"/><Relationship Id="rId1" Type="http://schemas.openxmlformats.org/officeDocument/2006/relationships/tags" Target="../tags/tag306.xml"/></Relationships>
</file>

<file path=ppt/slides/_rels/slide32.xml.rels><?xml version="1.0" encoding="UTF-8" standalone="yes"?>
<Relationships xmlns="http://schemas.openxmlformats.org/package/2006/relationships"><Relationship Id="rId9" Type="http://schemas.openxmlformats.org/officeDocument/2006/relationships/tags" Target="../tags/tag327.xml"/><Relationship Id="rId8" Type="http://schemas.openxmlformats.org/officeDocument/2006/relationships/tags" Target="../tags/tag326.xml"/><Relationship Id="rId7" Type="http://schemas.openxmlformats.org/officeDocument/2006/relationships/tags" Target="../tags/tag325.xml"/><Relationship Id="rId6" Type="http://schemas.openxmlformats.org/officeDocument/2006/relationships/tags" Target="../tags/tag324.xml"/><Relationship Id="rId5" Type="http://schemas.openxmlformats.org/officeDocument/2006/relationships/tags" Target="../tags/tag323.xml"/><Relationship Id="rId4" Type="http://schemas.openxmlformats.org/officeDocument/2006/relationships/tags" Target="../tags/tag322.xml"/><Relationship Id="rId3" Type="http://schemas.openxmlformats.org/officeDocument/2006/relationships/tags" Target="../tags/tag321.xml"/><Relationship Id="rId2" Type="http://schemas.openxmlformats.org/officeDocument/2006/relationships/tags" Target="../tags/tag320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330.xml"/><Relationship Id="rId12" Type="http://schemas.openxmlformats.org/officeDocument/2006/relationships/image" Target="../media/image32.jpeg"/><Relationship Id="rId11" Type="http://schemas.openxmlformats.org/officeDocument/2006/relationships/tags" Target="../tags/tag329.xml"/><Relationship Id="rId10" Type="http://schemas.openxmlformats.org/officeDocument/2006/relationships/tags" Target="../tags/tag328.xml"/><Relationship Id="rId1" Type="http://schemas.openxmlformats.org/officeDocument/2006/relationships/tags" Target="../tags/tag319.xml"/></Relationships>
</file>

<file path=ppt/slides/_rels/slide33.xml.rels><?xml version="1.0" encoding="UTF-8" standalone="yes"?>
<Relationships xmlns="http://schemas.openxmlformats.org/package/2006/relationships"><Relationship Id="rId9" Type="http://schemas.openxmlformats.org/officeDocument/2006/relationships/tags" Target="../tags/tag339.xml"/><Relationship Id="rId8" Type="http://schemas.openxmlformats.org/officeDocument/2006/relationships/tags" Target="../tags/tag338.xml"/><Relationship Id="rId7" Type="http://schemas.openxmlformats.org/officeDocument/2006/relationships/tags" Target="../tags/tag337.xml"/><Relationship Id="rId6" Type="http://schemas.openxmlformats.org/officeDocument/2006/relationships/tags" Target="../tags/tag336.xml"/><Relationship Id="rId5" Type="http://schemas.openxmlformats.org/officeDocument/2006/relationships/tags" Target="../tags/tag335.xml"/><Relationship Id="rId4" Type="http://schemas.openxmlformats.org/officeDocument/2006/relationships/tags" Target="../tags/tag334.xml"/><Relationship Id="rId3" Type="http://schemas.openxmlformats.org/officeDocument/2006/relationships/tags" Target="../tags/tag333.xml"/><Relationship Id="rId2" Type="http://schemas.openxmlformats.org/officeDocument/2006/relationships/tags" Target="../tags/tag332.xml"/><Relationship Id="rId14" Type="http://schemas.openxmlformats.org/officeDocument/2006/relationships/slideLayout" Target="../slideLayouts/slideLayout7.xml"/><Relationship Id="rId13" Type="http://schemas.openxmlformats.org/officeDocument/2006/relationships/tags" Target="../tags/tag342.xml"/><Relationship Id="rId12" Type="http://schemas.openxmlformats.org/officeDocument/2006/relationships/image" Target="../media/image36.jpeg"/><Relationship Id="rId11" Type="http://schemas.openxmlformats.org/officeDocument/2006/relationships/tags" Target="../tags/tag341.xml"/><Relationship Id="rId10" Type="http://schemas.openxmlformats.org/officeDocument/2006/relationships/tags" Target="../tags/tag340.xml"/><Relationship Id="rId1" Type="http://schemas.openxmlformats.org/officeDocument/2006/relationships/tags" Target="../tags/tag331.xml"/></Relationships>
</file>

<file path=ppt/slides/_rels/slide34.xml.rels><?xml version="1.0" encoding="UTF-8" standalone="yes"?>
<Relationships xmlns="http://schemas.openxmlformats.org/package/2006/relationships"><Relationship Id="rId9" Type="http://schemas.openxmlformats.org/officeDocument/2006/relationships/tags" Target="../tags/tag350.xml"/><Relationship Id="rId8" Type="http://schemas.openxmlformats.org/officeDocument/2006/relationships/tags" Target="../tags/tag349.xml"/><Relationship Id="rId7" Type="http://schemas.openxmlformats.org/officeDocument/2006/relationships/tags" Target="../tags/tag348.xml"/><Relationship Id="rId6" Type="http://schemas.openxmlformats.org/officeDocument/2006/relationships/tags" Target="../tags/tag347.xml"/><Relationship Id="rId5" Type="http://schemas.openxmlformats.org/officeDocument/2006/relationships/tags" Target="../tags/tag346.xml"/><Relationship Id="rId4" Type="http://schemas.openxmlformats.org/officeDocument/2006/relationships/tags" Target="../tags/tag345.xml"/><Relationship Id="rId3" Type="http://schemas.openxmlformats.org/officeDocument/2006/relationships/tags" Target="../tags/tag344.xml"/><Relationship Id="rId2" Type="http://schemas.openxmlformats.org/officeDocument/2006/relationships/image" Target="../media/image24.jpeg"/><Relationship Id="rId16" Type="http://schemas.openxmlformats.org/officeDocument/2006/relationships/slideLayout" Target="../slideLayouts/slideLayout7.xml"/><Relationship Id="rId15" Type="http://schemas.openxmlformats.org/officeDocument/2006/relationships/tags" Target="../tags/tag355.xml"/><Relationship Id="rId14" Type="http://schemas.openxmlformats.org/officeDocument/2006/relationships/image" Target="../media/image19.jpeg"/><Relationship Id="rId13" Type="http://schemas.openxmlformats.org/officeDocument/2006/relationships/tags" Target="../tags/tag354.xml"/><Relationship Id="rId12" Type="http://schemas.openxmlformats.org/officeDocument/2006/relationships/tags" Target="../tags/tag353.xml"/><Relationship Id="rId11" Type="http://schemas.openxmlformats.org/officeDocument/2006/relationships/tags" Target="../tags/tag352.xml"/><Relationship Id="rId10" Type="http://schemas.openxmlformats.org/officeDocument/2006/relationships/tags" Target="../tags/tag351.xml"/><Relationship Id="rId1" Type="http://schemas.openxmlformats.org/officeDocument/2006/relationships/tags" Target="../tags/tag343.xml"/></Relationships>
</file>

<file path=ppt/slides/_rels/slide35.xml.rels><?xml version="1.0" encoding="UTF-8" standalone="yes"?>
<Relationships xmlns="http://schemas.openxmlformats.org/package/2006/relationships"><Relationship Id="rId9" Type="http://schemas.openxmlformats.org/officeDocument/2006/relationships/tags" Target="../tags/tag364.xml"/><Relationship Id="rId8" Type="http://schemas.openxmlformats.org/officeDocument/2006/relationships/tags" Target="../tags/tag363.xml"/><Relationship Id="rId7" Type="http://schemas.openxmlformats.org/officeDocument/2006/relationships/tags" Target="../tags/tag362.xml"/><Relationship Id="rId6" Type="http://schemas.openxmlformats.org/officeDocument/2006/relationships/tags" Target="../tags/tag361.xml"/><Relationship Id="rId5" Type="http://schemas.openxmlformats.org/officeDocument/2006/relationships/tags" Target="../tags/tag360.xml"/><Relationship Id="rId4" Type="http://schemas.openxmlformats.org/officeDocument/2006/relationships/tags" Target="../tags/tag359.xml"/><Relationship Id="rId3" Type="http://schemas.openxmlformats.org/officeDocument/2006/relationships/tags" Target="../tags/tag358.xml"/><Relationship Id="rId2" Type="http://schemas.openxmlformats.org/officeDocument/2006/relationships/tags" Target="../tags/tag357.xml"/><Relationship Id="rId11" Type="http://schemas.openxmlformats.org/officeDocument/2006/relationships/slideLayout" Target="../slideLayouts/slideLayout7.xml"/><Relationship Id="rId10" Type="http://schemas.openxmlformats.org/officeDocument/2006/relationships/tags" Target="../tags/tag365.xml"/><Relationship Id="rId1" Type="http://schemas.openxmlformats.org/officeDocument/2006/relationships/tags" Target="../tags/tag356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图片 28" descr="D:\图片\面料肌理\IMG_3898.JPGIMG_3898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-317" y="-635"/>
            <a:ext cx="5068570" cy="6880225"/>
          </a:xfrm>
          <a:prstGeom prst="rect">
            <a:avLst/>
          </a:prstGeom>
        </p:spPr>
      </p:pic>
      <p:grpSp>
        <p:nvGrpSpPr>
          <p:cNvPr id="56" name="组合 55"/>
          <p:cNvGrpSpPr/>
          <p:nvPr/>
        </p:nvGrpSpPr>
        <p:grpSpPr>
          <a:xfrm>
            <a:off x="3346450" y="-635"/>
            <a:ext cx="2824480" cy="6879590"/>
            <a:chOff x="5270" y="-1"/>
            <a:chExt cx="4448" cy="10834"/>
          </a:xfrm>
        </p:grpSpPr>
        <p:sp>
          <p:nvSpPr>
            <p:cNvPr id="38" name="任意多边形 37"/>
            <p:cNvSpPr/>
            <p:nvPr/>
          </p:nvSpPr>
          <p:spPr>
            <a:xfrm>
              <a:off x="6324" y="5939"/>
              <a:ext cx="3394" cy="4895"/>
            </a:xfrm>
            <a:custGeom>
              <a:avLst/>
              <a:gdLst>
                <a:gd name="connsiteX0" fmla="*/ 3394 w 3394"/>
                <a:gd name="connsiteY0" fmla="*/ 4870 h 4895"/>
                <a:gd name="connsiteX1" fmla="*/ 1492 w 3394"/>
                <a:gd name="connsiteY1" fmla="*/ 4895 h 4895"/>
                <a:gd name="connsiteX2" fmla="*/ 823 w 3394"/>
                <a:gd name="connsiteY2" fmla="*/ 2994 h 4895"/>
                <a:gd name="connsiteX3" fmla="*/ 450 w 3394"/>
                <a:gd name="connsiteY3" fmla="*/ 1916 h 4895"/>
                <a:gd name="connsiteX4" fmla="*/ 0 w 3394"/>
                <a:gd name="connsiteY4" fmla="*/ 509 h 4895"/>
                <a:gd name="connsiteX5" fmla="*/ 1723 w 3394"/>
                <a:gd name="connsiteY5" fmla="*/ 0 h 4895"/>
                <a:gd name="connsiteX6" fmla="*/ 2960 w 3394"/>
                <a:gd name="connsiteY6" fmla="*/ 3587 h 4895"/>
                <a:gd name="connsiteX7" fmla="*/ 3394 w 3394"/>
                <a:gd name="connsiteY7" fmla="*/ 4870 h 4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3394" h="4895">
                  <a:moveTo>
                    <a:pt x="3394" y="4870"/>
                  </a:moveTo>
                  <a:lnTo>
                    <a:pt x="1492" y="4895"/>
                  </a:lnTo>
                  <a:lnTo>
                    <a:pt x="823" y="2994"/>
                  </a:lnTo>
                  <a:lnTo>
                    <a:pt x="450" y="1916"/>
                  </a:lnTo>
                  <a:lnTo>
                    <a:pt x="0" y="509"/>
                  </a:lnTo>
                  <a:lnTo>
                    <a:pt x="1723" y="0"/>
                  </a:lnTo>
                  <a:lnTo>
                    <a:pt x="2960" y="3587"/>
                  </a:lnTo>
                  <a:lnTo>
                    <a:pt x="3394" y="4870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4" name="任意多边形 33"/>
            <p:cNvSpPr/>
            <p:nvPr/>
          </p:nvSpPr>
          <p:spPr>
            <a:xfrm flipV="1">
              <a:off x="6310" y="2319"/>
              <a:ext cx="3096" cy="6697"/>
            </a:xfrm>
            <a:custGeom>
              <a:avLst/>
              <a:gdLst>
                <a:gd name="connsiteX0" fmla="*/ 1419 w 3096"/>
                <a:gd name="connsiteY0" fmla="*/ 6697 h 6697"/>
                <a:gd name="connsiteX1" fmla="*/ 0 w 3096"/>
                <a:gd name="connsiteY1" fmla="*/ 2570 h 6697"/>
                <a:gd name="connsiteX2" fmla="*/ 848 w 3096"/>
                <a:gd name="connsiteY2" fmla="*/ 0 h 6697"/>
                <a:gd name="connsiteX3" fmla="*/ 2046 w 3096"/>
                <a:gd name="connsiteY3" fmla="*/ 2726 h 6697"/>
                <a:gd name="connsiteX4" fmla="*/ 3096 w 3096"/>
                <a:gd name="connsiteY4" fmla="*/ 5102 h 6697"/>
                <a:gd name="connsiteX5" fmla="*/ 1419 w 3096"/>
                <a:gd name="connsiteY5" fmla="*/ 6697 h 6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096" h="6697">
                  <a:moveTo>
                    <a:pt x="1419" y="6697"/>
                  </a:moveTo>
                  <a:lnTo>
                    <a:pt x="0" y="2570"/>
                  </a:lnTo>
                  <a:lnTo>
                    <a:pt x="848" y="0"/>
                  </a:lnTo>
                  <a:lnTo>
                    <a:pt x="2046" y="2726"/>
                  </a:lnTo>
                  <a:lnTo>
                    <a:pt x="3096" y="5102"/>
                  </a:lnTo>
                  <a:lnTo>
                    <a:pt x="1419" y="6697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wrap="square" rtlCol="0" anchor="ctr">
              <a:noAutofit/>
            </a:bodyPr>
            <a:p>
              <a:pPr algn="ctr"/>
              <a:endParaRPr lang="zh-CN" altLang="en-US"/>
            </a:p>
          </p:txBody>
        </p:sp>
        <p:sp>
          <p:nvSpPr>
            <p:cNvPr id="33" name="任意多边形 32"/>
            <p:cNvSpPr/>
            <p:nvPr/>
          </p:nvSpPr>
          <p:spPr>
            <a:xfrm flipV="1">
              <a:off x="5270" y="-1"/>
              <a:ext cx="4136" cy="3915"/>
            </a:xfrm>
            <a:custGeom>
              <a:avLst/>
              <a:gdLst>
                <a:gd name="connsiteX0" fmla="*/ 0 w 4311"/>
                <a:gd name="connsiteY0" fmla="*/ 4079 h 4079"/>
                <a:gd name="connsiteX1" fmla="*/ 4311 w 4311"/>
                <a:gd name="connsiteY1" fmla="*/ 0 h 4079"/>
                <a:gd name="connsiteX2" fmla="*/ 2921 w 4311"/>
                <a:gd name="connsiteY2" fmla="*/ 4079 h 4079"/>
                <a:gd name="connsiteX3" fmla="*/ 0 w 4311"/>
                <a:gd name="connsiteY3" fmla="*/ 4079 h 4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4311" h="4079">
                  <a:moveTo>
                    <a:pt x="0" y="4079"/>
                  </a:moveTo>
                  <a:lnTo>
                    <a:pt x="4311" y="0"/>
                  </a:lnTo>
                  <a:lnTo>
                    <a:pt x="2921" y="4079"/>
                  </a:lnTo>
                  <a:lnTo>
                    <a:pt x="0" y="4079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42" name="文本框 41"/>
          <p:cNvSpPr txBox="1"/>
          <p:nvPr/>
        </p:nvSpPr>
        <p:spPr>
          <a:xfrm>
            <a:off x="6600190" y="2485390"/>
            <a:ext cx="5041900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4000">
                <a:latin typeface="思源黑体 CN Bold" panose="020B0800000000000000" charset="-122"/>
                <a:ea typeface="思源黑体 CN Bold" panose="020B0800000000000000" charset="-122"/>
              </a:rPr>
              <a:t>艺术与</a:t>
            </a:r>
            <a:r>
              <a:rPr lang="zh-CN" altLang="en-US" sz="4000">
                <a:latin typeface="思源黑体 CN Bold" panose="020B0800000000000000" charset="-122"/>
                <a:ea typeface="思源黑体 CN Bold" panose="020B0800000000000000" charset="-122"/>
              </a:rPr>
              <a:t>生活</a:t>
            </a:r>
            <a:endParaRPr lang="zh-CN" altLang="en-US" sz="4000">
              <a:latin typeface="思源黑体 CN Bold" panose="020B0800000000000000" charset="-122"/>
              <a:ea typeface="思源黑体 CN Bold" panose="020B0800000000000000" charset="-122"/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8123555" y="3705225"/>
            <a:ext cx="3319145" cy="36830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 indent="0" algn="dist">
              <a:buNone/>
            </a:pP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</a:t>
            </a:r>
            <a:r>
              <a:rPr lang="en-US" altLang="zh-CN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-</a:t>
            </a:r>
            <a:r>
              <a:rPr lang="zh-CN" altLang="en-US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服装款式</a:t>
            </a:r>
            <a:endParaRPr lang="en-US" altLang="zh-CN"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46" name="圆角矩形 45"/>
          <p:cNvSpPr/>
          <p:nvPr/>
        </p:nvSpPr>
        <p:spPr>
          <a:xfrm>
            <a:off x="8979535" y="4848225"/>
            <a:ext cx="2186940" cy="370840"/>
          </a:xfrm>
          <a:prstGeom prst="roundRect">
            <a:avLst>
              <a:gd name="adj" fmla="val 50000"/>
            </a:avLst>
          </a:prstGeom>
          <a:solidFill>
            <a:srgbClr val="DE172B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0" name="图片 49" descr="32313539373837383b32313539373836383bb5b3d4b1c8d5d6be"/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9375775" y="4909820"/>
            <a:ext cx="247650" cy="247650"/>
          </a:xfrm>
          <a:prstGeom prst="rect">
            <a:avLst/>
          </a:prstGeom>
        </p:spPr>
      </p:pic>
      <p:sp>
        <p:nvSpPr>
          <p:cNvPr id="51" name="文本框 50"/>
          <p:cNvSpPr txBox="1"/>
          <p:nvPr/>
        </p:nvSpPr>
        <p:spPr>
          <a:xfrm>
            <a:off x="9785350" y="4850765"/>
            <a:ext cx="8966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齐</a:t>
            </a:r>
            <a:r>
              <a:rPr lang="en-US" altLang="zh-CN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 </a:t>
            </a:r>
            <a:r>
              <a:rPr lang="zh-CN" altLang="en-US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冀</a:t>
            </a:r>
            <a:endParaRPr lang="zh-CN" altLang="en-US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4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flipH="1">
            <a:off x="7170420" y="1748155"/>
            <a:ext cx="4165600" cy="5119370"/>
          </a:xfrm>
          <a:custGeom>
            <a:avLst/>
            <a:gdLst>
              <a:gd name="connsiteX0" fmla="*/ 0 w 6560"/>
              <a:gd name="connsiteY0" fmla="*/ 8047 h 8062"/>
              <a:gd name="connsiteX1" fmla="*/ 3328 w 6560"/>
              <a:gd name="connsiteY1" fmla="*/ 35 h 8062"/>
              <a:gd name="connsiteX2" fmla="*/ 6290 w 6560"/>
              <a:gd name="connsiteY2" fmla="*/ 0 h 8062"/>
              <a:gd name="connsiteX3" fmla="*/ 6560 w 6560"/>
              <a:gd name="connsiteY3" fmla="*/ 464 h 8062"/>
              <a:gd name="connsiteX4" fmla="*/ 704 w 6560"/>
              <a:gd name="connsiteY4" fmla="*/ 8062 h 8062"/>
              <a:gd name="connsiteX5" fmla="*/ 0 w 6560"/>
              <a:gd name="connsiteY5" fmla="*/ 8047 h 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0" h="8062">
                <a:moveTo>
                  <a:pt x="0" y="8047"/>
                </a:moveTo>
                <a:lnTo>
                  <a:pt x="3328" y="35"/>
                </a:lnTo>
                <a:lnTo>
                  <a:pt x="6290" y="0"/>
                </a:lnTo>
                <a:lnTo>
                  <a:pt x="6560" y="464"/>
                </a:lnTo>
                <a:lnTo>
                  <a:pt x="704" y="8062"/>
                </a:lnTo>
                <a:lnTo>
                  <a:pt x="0" y="8047"/>
                </a:lnTo>
                <a:close/>
              </a:path>
            </a:pathLst>
          </a:custGeom>
          <a:gradFill flip="none"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D:\慕课\新建文件夹\IMG_3105.JPGIMG_310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33615" y="0"/>
            <a:ext cx="4859020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53" h="10800">
                <a:moveTo>
                  <a:pt x="1602" y="0"/>
                </a:moveTo>
                <a:lnTo>
                  <a:pt x="7653" y="0"/>
                </a:lnTo>
                <a:lnTo>
                  <a:pt x="7653" y="10800"/>
                </a:lnTo>
                <a:lnTo>
                  <a:pt x="6907" y="10800"/>
                </a:lnTo>
                <a:lnTo>
                  <a:pt x="6125" y="10778"/>
                </a:lnTo>
                <a:lnTo>
                  <a:pt x="0" y="2766"/>
                </a:lnTo>
                <a:lnTo>
                  <a:pt x="1602" y="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0" y="1313815"/>
            <a:ext cx="67437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4625" y="15690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rPr>
              <a:t>目录</a:t>
            </a:r>
            <a:r>
              <a:rPr lang="en-US" altLang="zh-CN" sz="28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/CONTENTS</a:t>
            </a:r>
            <a:endParaRPr lang="en-US" altLang="zh-CN" sz="28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9305" y="1313815"/>
            <a:ext cx="7620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09900" y="3000375"/>
            <a:ext cx="5026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服装款式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2444115" y="31191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>
            <a:off x="2159000" y="31184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09900" y="380873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服装的廓形</a:t>
            </a:r>
            <a:endParaRPr lang="zh-CN" altLang="en-US" sz="28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2444115" y="392811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/>
        </p:nvSpPr>
        <p:spPr>
          <a:xfrm>
            <a:off x="2159000" y="392747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09900" y="4617085"/>
            <a:ext cx="5662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</a:t>
            </a:r>
            <a:r>
              <a:rPr lang="zh-CN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的</a:t>
            </a:r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内部结构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2444115" y="473646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燕尾形 20"/>
          <p:cNvSpPr/>
          <p:nvPr/>
        </p:nvSpPr>
        <p:spPr>
          <a:xfrm>
            <a:off x="2159000" y="473583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燕尾形 1"/>
          <p:cNvSpPr/>
          <p:nvPr>
            <p:custDataLst>
              <p:tags r:id="rId2"/>
            </p:custDataLst>
          </p:nvPr>
        </p:nvSpPr>
        <p:spPr>
          <a:xfrm>
            <a:off x="2159000" y="55441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燕尾形 2"/>
          <p:cNvSpPr/>
          <p:nvPr>
            <p:custDataLst>
              <p:tags r:id="rId3"/>
            </p:custDataLst>
          </p:nvPr>
        </p:nvSpPr>
        <p:spPr>
          <a:xfrm>
            <a:off x="2444115" y="55448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009900" y="542671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服装的细节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慕课\新建文件夹\IMG_3103.JPGIMG_3103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0"/>
            <a:ext cx="4288790" cy="685800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4030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800">
                <a:latin typeface="思源黑体 CN Medium" panose="020B0600000000000000" charset="-122"/>
                <a:ea typeface="思源黑体 CN Medium" panose="020B0600000000000000" charset="-122"/>
              </a:rPr>
              <a:t>服装款式</a:t>
            </a:r>
            <a:endParaRPr lang="zh-CN" altLang="en-US" sz="4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743960"/>
            <a:ext cx="587565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宋体" panose="02010600030101010101" pitchFamily="2" charset="-122"/>
                <a:sym typeface="+mn-ea"/>
              </a:rPr>
              <a:t>服装款式亦称</a:t>
            </a:r>
            <a:r>
              <a:rPr lang="zh-CN" altLang="en-US" sz="2000" b="1" dirty="0" smtClean="0">
                <a:solidFill>
                  <a:srgbClr val="C00000"/>
                </a:solidFill>
                <a:latin typeface="+mn-ea"/>
                <a:cs typeface="宋体" panose="02010600030101010101" pitchFamily="2" charset="-122"/>
                <a:sym typeface="+mn-ea"/>
              </a:rPr>
              <a:t>服装样式</a:t>
            </a: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宋体" panose="02010600030101010101" pitchFamily="2" charset="-122"/>
                <a:sym typeface="+mn-ea"/>
              </a:rPr>
              <a:t>，</a:t>
            </a:r>
            <a:endParaRPr lang="zh-CN" altLang="en-US" sz="20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宋体" panose="02010600030101010101" pitchFamily="2" charset="-122"/>
                <a:sym typeface="+mn-ea"/>
              </a:rPr>
              <a:t>是服装造型设计的主要内容。</a:t>
            </a:r>
            <a:endParaRPr lang="zh-CN" altLang="en-US" sz="2000">
              <a:latin typeface="+mn-ea"/>
              <a:cs typeface="思源黑体 CN Medium" panose="020B0600000000000000" charset="-122"/>
            </a:endParaRPr>
          </a:p>
          <a:p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01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38" grpId="0"/>
      <p:bldP spid="40" grpId="0"/>
      <p:bldP spid="38" grpId="1"/>
      <p:bldP spid="40" grpId="1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8" name="图片 27" descr="C:\Users\17853\Desktop\图片4.png图片4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681085" y="2853055"/>
            <a:ext cx="1610360" cy="16103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36" h="2536">
                <a:moveTo>
                  <a:pt x="0" y="1268"/>
                </a:moveTo>
                <a:cubicBezTo>
                  <a:pt x="0" y="568"/>
                  <a:pt x="568" y="0"/>
                  <a:pt x="1268" y="0"/>
                </a:cubicBezTo>
                <a:cubicBezTo>
                  <a:pt x="1968" y="0"/>
                  <a:pt x="2536" y="568"/>
                  <a:pt x="2536" y="1268"/>
                </a:cubicBezTo>
                <a:cubicBezTo>
                  <a:pt x="2536" y="1968"/>
                  <a:pt x="1968" y="2536"/>
                  <a:pt x="1268" y="2536"/>
                </a:cubicBezTo>
                <a:cubicBezTo>
                  <a:pt x="568" y="2536"/>
                  <a:pt x="0" y="1968"/>
                  <a:pt x="0" y="1268"/>
                </a:cubicBezTo>
                <a:close/>
              </a:path>
            </a:pathLst>
          </a:custGeom>
        </p:spPr>
      </p:pic>
      <p:pic>
        <p:nvPicPr>
          <p:cNvPr id="27" name="图片 26" descr="C:\Users\17853\Desktop\图片3.png图片3"/>
          <p:cNvPicPr>
            <a:picLocks noChangeAspect="1"/>
          </p:cNvPicPr>
          <p:nvPr/>
        </p:nvPicPr>
        <p:blipFill>
          <a:blip r:embed="rId2"/>
          <a:srcRect/>
          <a:stretch>
            <a:fillRect/>
          </a:stretch>
        </p:blipFill>
        <p:spPr>
          <a:xfrm>
            <a:off x="5289550" y="2853055"/>
            <a:ext cx="1610360" cy="16103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36" h="2536">
                <a:moveTo>
                  <a:pt x="0" y="1268"/>
                </a:moveTo>
                <a:cubicBezTo>
                  <a:pt x="0" y="568"/>
                  <a:pt x="568" y="0"/>
                  <a:pt x="1268" y="0"/>
                </a:cubicBezTo>
                <a:cubicBezTo>
                  <a:pt x="1968" y="0"/>
                  <a:pt x="2536" y="568"/>
                  <a:pt x="2536" y="1268"/>
                </a:cubicBezTo>
                <a:cubicBezTo>
                  <a:pt x="2536" y="1968"/>
                  <a:pt x="1968" y="2536"/>
                  <a:pt x="1268" y="2536"/>
                </a:cubicBezTo>
                <a:cubicBezTo>
                  <a:pt x="568" y="2536"/>
                  <a:pt x="0" y="1968"/>
                  <a:pt x="0" y="1268"/>
                </a:cubicBezTo>
                <a:close/>
              </a:path>
            </a:pathLst>
          </a:custGeom>
        </p:spPr>
      </p:pic>
      <p:pic>
        <p:nvPicPr>
          <p:cNvPr id="26" name="图片 25" descr="C:\Users\17853\Desktop\图片2.png图片2"/>
          <p:cNvPicPr>
            <a:picLocks noChangeAspect="1"/>
          </p:cNvPicPr>
          <p:nvPr>
            <p:custDataLst>
              <p:tags r:id="rId3"/>
            </p:custDataLst>
          </p:nvPr>
        </p:nvPicPr>
        <p:blipFill>
          <a:blip r:embed="rId4"/>
          <a:srcRect/>
          <a:stretch>
            <a:fillRect/>
          </a:stretch>
        </p:blipFill>
        <p:spPr>
          <a:xfrm>
            <a:off x="1830705" y="2924810"/>
            <a:ext cx="1610360" cy="1610360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2536" h="2536">
                <a:moveTo>
                  <a:pt x="0" y="1268"/>
                </a:moveTo>
                <a:cubicBezTo>
                  <a:pt x="0" y="568"/>
                  <a:pt x="568" y="0"/>
                  <a:pt x="1268" y="0"/>
                </a:cubicBezTo>
                <a:cubicBezTo>
                  <a:pt x="1968" y="0"/>
                  <a:pt x="2536" y="568"/>
                  <a:pt x="2536" y="1268"/>
                </a:cubicBezTo>
                <a:cubicBezTo>
                  <a:pt x="2536" y="1968"/>
                  <a:pt x="1968" y="2536"/>
                  <a:pt x="1268" y="2536"/>
                </a:cubicBezTo>
                <a:cubicBezTo>
                  <a:pt x="568" y="2536"/>
                  <a:pt x="0" y="1968"/>
                  <a:pt x="0" y="1268"/>
                </a:cubicBezTo>
                <a:close/>
              </a:path>
            </a:pathLst>
          </a:cu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220970" y="500380"/>
            <a:ext cx="281686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服装的款式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任意多边形 14"/>
          <p:cNvSpPr/>
          <p:nvPr/>
        </p:nvSpPr>
        <p:spPr>
          <a:xfrm>
            <a:off x="724535" y="2441575"/>
            <a:ext cx="10743565" cy="3815715"/>
          </a:xfrm>
          <a:custGeom>
            <a:avLst/>
            <a:gdLst>
              <a:gd name="connsiteX0" fmla="*/ 11206 w 16919"/>
              <a:gd name="connsiteY0" fmla="*/ 4 h 6084"/>
              <a:gd name="connsiteX1" fmla="*/ 16919 w 16919"/>
              <a:gd name="connsiteY1" fmla="*/ 0 h 6084"/>
              <a:gd name="connsiteX2" fmla="*/ 16919 w 16919"/>
              <a:gd name="connsiteY2" fmla="*/ 6084 h 6084"/>
              <a:gd name="connsiteX3" fmla="*/ 0 w 16919"/>
              <a:gd name="connsiteY3" fmla="*/ 6084 h 6084"/>
              <a:gd name="connsiteX4" fmla="*/ 0 w 16919"/>
              <a:gd name="connsiteY4" fmla="*/ 0 h 6084"/>
              <a:gd name="connsiteX5" fmla="*/ 5711 w 16919"/>
              <a:gd name="connsiteY5" fmla="*/ 4 h 6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19" h="6084">
                <a:moveTo>
                  <a:pt x="11206" y="4"/>
                </a:moveTo>
                <a:lnTo>
                  <a:pt x="16919" y="0"/>
                </a:lnTo>
                <a:lnTo>
                  <a:pt x="16919" y="6084"/>
                </a:lnTo>
                <a:lnTo>
                  <a:pt x="0" y="6084"/>
                </a:lnTo>
                <a:lnTo>
                  <a:pt x="0" y="0"/>
                </a:lnTo>
                <a:lnTo>
                  <a:pt x="5711" y="4"/>
                </a:lnTo>
              </a:path>
            </a:pathLst>
          </a:custGeom>
          <a:noFill/>
          <a:ln w="952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7" name="文本框 16"/>
          <p:cNvSpPr txBox="1"/>
          <p:nvPr/>
        </p:nvSpPr>
        <p:spPr>
          <a:xfrm>
            <a:off x="5047298" y="2130425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款式主要内容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9" name="文本框 28"/>
          <p:cNvSpPr txBox="1"/>
          <p:nvPr/>
        </p:nvSpPr>
        <p:spPr>
          <a:xfrm>
            <a:off x="1313180" y="4852035"/>
            <a:ext cx="27844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1.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外轮廓结构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702810" y="4704715"/>
            <a:ext cx="2784475" cy="60769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en-US" altLang="zh-CN" sz="24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2.</a:t>
            </a:r>
            <a:r>
              <a:rPr lang="zh-CN" sz="24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内部结构</a:t>
            </a:r>
            <a:endParaRPr lang="zh-CN" sz="24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8824595" y="4778375"/>
            <a:ext cx="2784475" cy="46037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sz="24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3.</a:t>
            </a:r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  <a:sym typeface="+mn-ea"/>
              </a:rPr>
              <a:t>细节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  <a:sym typeface="+mn-ea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12" grpId="0"/>
      <p:bldP spid="12" grpId="1"/>
      <p:bldP spid="17" grpId="0"/>
      <p:bldP spid="17" grpId="1"/>
      <p:bldP spid="29" grpId="0"/>
      <p:bldP spid="29" grpId="1"/>
      <p:bldP spid="21" grpId="0"/>
      <p:bldP spid="21" grpId="1"/>
      <p:bldP spid="22" grpId="0"/>
      <p:bldP spid="22" grpId="1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" name="图片 15" descr="C:\Users\17853\Desktop\图片1.png图片1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822960" y="2047875"/>
            <a:ext cx="10543540" cy="186499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16600" h="2927">
                <a:moveTo>
                  <a:pt x="0" y="0"/>
                </a:moveTo>
                <a:lnTo>
                  <a:pt x="16600" y="0"/>
                </a:lnTo>
                <a:lnTo>
                  <a:pt x="16600" y="2927"/>
                </a:lnTo>
                <a:lnTo>
                  <a:pt x="0" y="2927"/>
                </a:lnTo>
                <a:lnTo>
                  <a:pt x="0" y="0"/>
                </a:lnTo>
                <a:close/>
              </a:path>
            </a:pathLst>
          </a:cu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2" name="文本框 11"/>
          <p:cNvSpPr txBox="1"/>
          <p:nvPr/>
        </p:nvSpPr>
        <p:spPr>
          <a:xfrm>
            <a:off x="5049520" y="500380"/>
            <a:ext cx="2424430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服装外轮廓结构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4476750" y="1068705"/>
            <a:ext cx="3239770" cy="4781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（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Silhouette)</a:t>
            </a:r>
            <a:endParaRPr lang="zh-CN" altLang="en-US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cxnSp>
        <p:nvCxnSpPr>
          <p:cNvPr id="14" name="直接连接符 13"/>
          <p:cNvCxnSpPr/>
          <p:nvPr/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/>
        </p:nvSpPr>
        <p:spPr>
          <a:xfrm>
            <a:off x="823595" y="3632200"/>
            <a:ext cx="10542905" cy="424815"/>
          </a:xfrm>
          <a:prstGeom prst="rect">
            <a:avLst/>
          </a:prstGeom>
          <a:solidFill>
            <a:srgbClr val="C00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5049520" y="3614420"/>
            <a:ext cx="262191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服装外轮廓结构</a:t>
            </a:r>
            <a:endParaRPr lang="zh-CN" altLang="en-US" sz="24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  <a:sym typeface="+mn-ea"/>
            </a:endParaRPr>
          </a:p>
        </p:txBody>
      </p:sp>
      <p:sp>
        <p:nvSpPr>
          <p:cNvPr id="24" name="文本框 23"/>
          <p:cNvSpPr txBox="1"/>
          <p:nvPr/>
        </p:nvSpPr>
        <p:spPr>
          <a:xfrm>
            <a:off x="13808075" y="-6800850"/>
            <a:ext cx="4064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endParaRPr lang="zh-CN" altLang="en-US"/>
          </a:p>
        </p:txBody>
      </p:sp>
      <p:sp>
        <p:nvSpPr>
          <p:cNvPr id="31" name="文本框 30"/>
          <p:cNvSpPr txBox="1"/>
          <p:nvPr/>
        </p:nvSpPr>
        <p:spPr>
          <a:xfrm>
            <a:off x="3048000" y="4415155"/>
            <a:ext cx="6096000" cy="1337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也称为服装廓形，是指服装的外轮廓，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是决定服装造型的主要特征。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在确定服装外轮廓时，要注意其比例造型是否和谐、美观。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12" grpId="0"/>
      <p:bldP spid="12" grpId="1"/>
      <p:bldP spid="13" grpId="0"/>
      <p:bldP spid="13" grpId="1"/>
      <p:bldP spid="18" grpId="0"/>
      <p:bldP spid="18" grpId="1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6810380" y="1856939"/>
            <a:ext cx="6357982" cy="313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服装廓形的分类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有多种分类命名方式，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如以字母命名、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以几何造型命名、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以具体事物命名、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……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pic>
        <p:nvPicPr>
          <p:cNvPr id="4" name="图片 3" descr="IMG_3717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24034" y="1000108"/>
            <a:ext cx="3642035" cy="4858474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文本框 1"/>
          <p:cNvSpPr txBox="1"/>
          <p:nvPr/>
        </p:nvSpPr>
        <p:spPr>
          <a:xfrm>
            <a:off x="1150620" y="2548890"/>
            <a:ext cx="9048750" cy="43846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以字母命名</a:t>
            </a:r>
            <a:endParaRPr lang="zh-CN" altLang="en-US" sz="24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以字母命名是一种简洁形象的命名方式。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经过总结和归纳，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确定了如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形、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形、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形、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X 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形、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S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形、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O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形、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Y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形、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T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形等廓型，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这是一种常见的分类，它以英文大写字母作为名称，形象生动。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其中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A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形、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H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形、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形、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X 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形被称为服装的四大造型。</a:t>
            </a: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pic>
        <p:nvPicPr>
          <p:cNvPr id="12" name="图片 11" descr="IMG_347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846695" y="1131570"/>
            <a:ext cx="3317875" cy="4986655"/>
          </a:xfrm>
          <a:prstGeom prst="rect">
            <a:avLst/>
          </a:prstGeom>
        </p:spPr>
      </p:pic>
      <p:cxnSp>
        <p:nvCxnSpPr>
          <p:cNvPr id="13" name="直接连接符 12"/>
          <p:cNvCxnSpPr/>
          <p:nvPr>
            <p:custDataLst>
              <p:tags r:id="rId5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6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cxnSp>
        <p:nvCxnSpPr>
          <p:cNvPr id="16" name="直接连接符 15"/>
          <p:cNvCxnSpPr/>
          <p:nvPr>
            <p:custDataLst>
              <p:tags r:id="rId7"/>
            </p:custDataLst>
          </p:nvPr>
        </p:nvCxnSpPr>
        <p:spPr>
          <a:xfrm>
            <a:off x="755015" y="5912485"/>
            <a:ext cx="615315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8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9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10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8" name="文本框 17"/>
          <p:cNvSpPr txBox="1"/>
          <p:nvPr>
            <p:custDataLst>
              <p:tags r:id="rId11"/>
            </p:custDataLst>
          </p:nvPr>
        </p:nvSpPr>
        <p:spPr>
          <a:xfrm>
            <a:off x="5049520" y="500380"/>
            <a:ext cx="271462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服装廓形的分类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9" name="直接连接符 18"/>
          <p:cNvCxnSpPr/>
          <p:nvPr>
            <p:custDataLst>
              <p:tags r:id="rId12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  <p:bldLst>
      <p:bldP spid="18" grpId="0"/>
      <p:bldP spid="18" grpId="1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矩形 5"/>
          <p:cNvSpPr/>
          <p:nvPr/>
        </p:nvSpPr>
        <p:spPr>
          <a:xfrm>
            <a:off x="1314450" y="2797175"/>
            <a:ext cx="6096000" cy="396938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</a:t>
            </a:r>
            <a:endParaRPr lang="en-US" altLang="zh-CN" sz="24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形廓型也被称为正三角形。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形服装具有活泼、潇洒、律动和富有活力的性格特征。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</a:t>
            </a: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A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形廓型在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世纪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50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年代非常流行，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在现代的服装设计中也被广泛运用。</a:t>
            </a: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图片 3" descr="IMG_4008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83120" y="1224915"/>
            <a:ext cx="3376295" cy="488950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直角三角形 2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9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10"/>
            </p:custDataLst>
          </p:nvPr>
        </p:nvSpPr>
        <p:spPr>
          <a:xfrm>
            <a:off x="5049520" y="500380"/>
            <a:ext cx="2360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服装廓形的分类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11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14" grpId="0"/>
      <p:bldP spid="14" grpId="1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内容占位符 3" descr="20110210_190013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560632" y="1328086"/>
            <a:ext cx="3109550" cy="4786346"/>
          </a:xfrm>
          <a:prstGeom prst="rect">
            <a:avLst/>
          </a:prstGeom>
        </p:spPr>
      </p:pic>
      <p:sp>
        <p:nvSpPr>
          <p:cNvPr id="9" name="矩形 8"/>
          <p:cNvSpPr/>
          <p:nvPr/>
        </p:nvSpPr>
        <p:spPr>
          <a:xfrm>
            <a:off x="7500338" y="6234447"/>
            <a:ext cx="4572000" cy="36830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1954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年“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H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”线型套装作品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1457960" y="1714500"/>
            <a:ext cx="4831715" cy="646239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en-US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</a:t>
            </a:r>
            <a:endParaRPr lang="zh-CN" altLang="en-US" sz="24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形廓型也被称为箱型或布袋型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,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其特点是平肩，胸围、腰围、臀围三围基本相等，具有修长、简约、宽松、舒适的特征。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世纪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20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年代，以夏奈尔为代表的设计师在包豪斯（</a:t>
            </a:r>
            <a:r>
              <a:rPr 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Bauhaus 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）的建筑设计理念的影响之下，试验性地对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形的服装廓型进行了很多有益的尝试，并获得了成功。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1954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年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H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廓形由法国设计师迪奥正式提出。</a:t>
            </a: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2" name="组合 1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3" name="任意多边形 2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3" name="直接连接符 12"/>
          <p:cNvCxnSpPr/>
          <p:nvPr>
            <p:custDataLst>
              <p:tags r:id="rId8"/>
            </p:custDataLst>
          </p:nvPr>
        </p:nvCxnSpPr>
        <p:spPr>
          <a:xfrm>
            <a:off x="755015" y="242570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9"/>
            </p:custDataLst>
          </p:nvPr>
        </p:nvSpPr>
        <p:spPr>
          <a:xfrm>
            <a:off x="745490" y="1862455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>
            <p:custDataLst>
              <p:tags r:id="rId10"/>
            </p:custDataLst>
          </p:nvPr>
        </p:nvSpPr>
        <p:spPr>
          <a:xfrm>
            <a:off x="5049520" y="500380"/>
            <a:ext cx="2360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服装廓形的分类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1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16" grpId="0"/>
      <p:bldP spid="16" grpId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/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/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/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29" name="文本框 28"/>
          <p:cNvSpPr txBox="1"/>
          <p:nvPr/>
        </p:nvSpPr>
        <p:spPr>
          <a:xfrm>
            <a:off x="692785" y="5433695"/>
            <a:ext cx="634365" cy="382905"/>
          </a:xfrm>
          <a:prstGeom prst="rect">
            <a:avLst/>
          </a:prstGeom>
          <a:noFill/>
        </p:spPr>
        <p:txBody>
          <a:bodyPr wrap="square" rtlCol="0">
            <a:noAutofit/>
          </a:bodyPr>
          <a:p>
            <a:r>
              <a:rPr lang="en-US" altLang="zh-CN" sz="20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03</a:t>
            </a:r>
            <a:endParaRPr lang="en-US" altLang="zh-CN" sz="20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22531" name="图片 3" descr="20110511_112239.jp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rcRect/>
          <a:stretch>
            <a:fillRect/>
          </a:stretch>
        </p:blipFill>
        <p:spPr bwMode="auto">
          <a:xfrm>
            <a:off x="7698105" y="1501775"/>
            <a:ext cx="2117725" cy="4411980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3" name="文本框 2"/>
          <p:cNvSpPr txBox="1"/>
          <p:nvPr/>
        </p:nvSpPr>
        <p:spPr>
          <a:xfrm>
            <a:off x="1235710" y="2969895"/>
            <a:ext cx="6096000" cy="258445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形（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V Line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与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Y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形相近似，肩部加宽，裙摆收紧，形成上宽下窄的造型，又称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形或三角形。常用于职业女装设计，塑造女强人形象，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20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世纪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80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年代意大利设计师阿玛尼曾创造出宽肩具有男性风貌的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形女装、成为当时职业女装穿着首选。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12" name="直接连接符 11"/>
          <p:cNvCxnSpPr/>
          <p:nvPr>
            <p:custDataLst>
              <p:tags r:id="rId4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5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4" name="文本框 13"/>
          <p:cNvSpPr txBox="1"/>
          <p:nvPr>
            <p:custDataLst>
              <p:tags r:id="rId6"/>
            </p:custDataLst>
          </p:nvPr>
        </p:nvSpPr>
        <p:spPr>
          <a:xfrm>
            <a:off x="5049520" y="500380"/>
            <a:ext cx="2360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服装廓形的分类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7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14" grpId="0"/>
      <p:bldP spid="14" grpId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436370" y="2918460"/>
            <a:ext cx="3932555" cy="313817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en-US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形（</a:t>
            </a:r>
            <a:r>
              <a:rPr lang="en-US" altLang="zh-CN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X Line</a:t>
            </a:r>
            <a:r>
              <a:rPr lang="zh-CN" altLang="en-US" sz="2400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sz="24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肩宽、细腰、裙摆宽大，呈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X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造型。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X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造型能充分展现女性优美舒展的曲线轮廓，体现女性化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柔美和雅致，常用于礼服设计。</a:t>
            </a:r>
            <a:r>
              <a:rPr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二十世纪50年代由设计师迪奥推出并流行。</a:t>
            </a:r>
            <a:endParaRPr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pic>
        <p:nvPicPr>
          <p:cNvPr id="4" name="图片 3" descr="2009031215093473750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018946" y="1536367"/>
            <a:ext cx="3228975" cy="456438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7018627" y="6171583"/>
            <a:ext cx="5572164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“新面貌”系列（</a:t>
            </a:r>
            <a:r>
              <a:rPr lang="en-US" altLang="zh-CN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1947</a:t>
            </a:r>
            <a:r>
              <a:rPr lang="zh-CN" altLang="en-US" b="1" dirty="0" smtClean="0">
                <a:solidFill>
                  <a:schemeClr val="tx1"/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zh-CN" altLang="en-US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1" name="直接连接符 20"/>
          <p:cNvCxnSpPr/>
          <p:nvPr>
            <p:custDataLst>
              <p:tags r:id="rId8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文本框 13"/>
          <p:cNvSpPr txBox="1"/>
          <p:nvPr>
            <p:custDataLst>
              <p:tags r:id="rId9"/>
            </p:custDataLst>
          </p:nvPr>
        </p:nvSpPr>
        <p:spPr>
          <a:xfrm>
            <a:off x="5049520" y="500380"/>
            <a:ext cx="2360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服装廓形的分类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5" name="直接连接符 14"/>
          <p:cNvCxnSpPr/>
          <p:nvPr>
            <p:custDataLst>
              <p:tags r:id="rId10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1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/>
      </p:par>
    </p:tnLst>
    <p:bldLst>
      <p:bldP spid="14" grpId="0"/>
      <p:bldP spid="14" grpId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 descr="IMG_3446.JPG"/>
          <p:cNvPicPr>
            <a:picLocks noChangeAspect="1"/>
          </p:cNvPicPr>
          <p:nvPr/>
        </p:nvPicPr>
        <p:blipFill>
          <a:blip r:embed="rId1"/>
          <a:srcRect t="10156" b="19531"/>
          <a:stretch>
            <a:fillRect/>
          </a:stretch>
        </p:blipFill>
        <p:spPr>
          <a:xfrm rot="10800000">
            <a:off x="1524000" y="-24"/>
            <a:ext cx="9144000" cy="4286304"/>
          </a:xfrm>
          <a:prstGeom prst="flowChartManualInpu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24100" y="3929066"/>
            <a:ext cx="7143800" cy="23069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以几何造型命名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如长方形、正方形、圆形、椭圆形、梯形、三角形、球形等，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这种分类整体感强，造型分明。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任意多边形 1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IMG_3906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150735" y="1536065"/>
            <a:ext cx="3336290" cy="457835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457014" y="2870512"/>
            <a:ext cx="1097280" cy="64516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三角形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直角三角形 12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1" name="直接连接符 20"/>
          <p:cNvCxnSpPr/>
          <p:nvPr>
            <p:custDataLst>
              <p:tags r:id="rId8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5049520" y="500380"/>
            <a:ext cx="2360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服装廓形的分类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1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  <p:bldLst>
      <p:bldP spid="15" grpId="0"/>
      <p:bldP spid="15" grpId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457014" y="2870512"/>
            <a:ext cx="4667885" cy="230695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l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梯形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 algn="l"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1958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伊夫 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圣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.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洛朗（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Yves Saint </a:t>
            </a:r>
            <a:r>
              <a:rPr lang="en-US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Lauret</a:t>
            </a:r>
            <a:r>
              <a:rPr 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 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发布的“梯形”线条系列（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Trapeze Line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）。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6" name="任意多边形 5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直角三角形 12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1" name="直接连接符 20"/>
          <p:cNvCxnSpPr/>
          <p:nvPr>
            <p:custDataLst>
              <p:tags r:id="rId7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5049520" y="500380"/>
            <a:ext cx="2360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服装廓形的分类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内容占位符 3" descr="20110210_1900133.jp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7428230" y="1535430"/>
            <a:ext cx="2660015" cy="457898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  <p:bldLst>
      <p:bldP spid="15" grpId="0"/>
      <p:bldP spid="15" grpId="1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8096264" y="2214554"/>
            <a:ext cx="1928826" cy="41078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以具体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事物命名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如气球形、钟形、喇叭形、酒瓶型、木栓形、蓬蓬形等，这种分类容易记住，便于辨别。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5" name="图片 4" descr="IMG_3439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3524232" y="0"/>
            <a:ext cx="4553712" cy="6858000"/>
          </a:xfrm>
          <a:prstGeom prst="parallelogram">
            <a:avLst/>
          </a:prstGeom>
        </p:spPr>
      </p:pic>
      <p:grpSp>
        <p:nvGrpSpPr>
          <p:cNvPr id="2" name="组合 1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3" name="任意多边形 2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直角三角形 12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矩形 2"/>
          <p:cNvSpPr/>
          <p:nvPr/>
        </p:nvSpPr>
        <p:spPr>
          <a:xfrm>
            <a:off x="1630680" y="2960370"/>
            <a:ext cx="6228715" cy="34150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1947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月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12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日，迪奥推出自己新系列发布。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在套装中融入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世纪女装的风格，上衣贴体、束腰，衣摆、裙身略呈外散，造型优雅近似花冠。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为其命名为“卡罗尔系列（</a:t>
            </a:r>
            <a:r>
              <a:rPr lang="en-US" altLang="zh-CN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Corolle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评论家卡麦尔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斯诺说他的设计是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“新面貌”（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NEW LOOK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从此，迪奥称之为“卡罗尔系列”的这套服装，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就被成为“新面貌”。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11" name="图片 10" descr="2009031215093473750.jpg"/>
          <p:cNvPicPr>
            <a:picLocks noChangeAspect="1"/>
          </p:cNvPicPr>
          <p:nvPr/>
        </p:nvPicPr>
        <p:blipFill>
          <a:blip r:embed="rId1" cstate="print"/>
          <a:stretch>
            <a:fillRect/>
          </a:stretch>
        </p:blipFill>
        <p:spPr>
          <a:xfrm>
            <a:off x="7542217" y="1550020"/>
            <a:ext cx="3228975" cy="456438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6881179" y="6114477"/>
            <a:ext cx="5572164" cy="50673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</a:rPr>
              <a:t>Christian Dior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cs typeface="经典细圆简" pitchFamily="49" charset="-122"/>
              </a:rPr>
              <a:t>“卡罗尔系列”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经典细圆简" pitchFamily="49" charset="-122"/>
              </a:rPr>
              <a:t>（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经典细圆简" pitchFamily="49" charset="-122"/>
              </a:rPr>
              <a:t>1947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经典细圆简" pitchFamily="49" charset="-122"/>
              </a:rPr>
              <a:t>）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经典细圆简" pitchFamily="49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直角三角形 12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5049520" y="500380"/>
            <a:ext cx="2360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服装廓形的分类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9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755015" y="296037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1"/>
            </p:custDataLst>
          </p:nvPr>
        </p:nvSpPr>
        <p:spPr>
          <a:xfrm>
            <a:off x="755015" y="2384425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  <p:bldLst>
      <p:bldP spid="15" grpId="0"/>
      <p:bldP spid="15" grpId="1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图片 7" descr="ad65128d097148128afd77b4dd20d7e6_th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86573" y="1568117"/>
            <a:ext cx="3556000" cy="4546600"/>
          </a:xfrm>
          <a:prstGeom prst="rect">
            <a:avLst/>
          </a:prstGeom>
        </p:spPr>
      </p:pic>
      <p:sp>
        <p:nvSpPr>
          <p:cNvPr id="5" name="矩形 4"/>
          <p:cNvSpPr/>
          <p:nvPr/>
        </p:nvSpPr>
        <p:spPr>
          <a:xfrm>
            <a:off x="1403985" y="3171190"/>
            <a:ext cx="5513705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1953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年春，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迪奥推出“郁金香”线形（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Tulip Line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），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胸部往横向扩大，直接与袖子连接起来，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肩线像拱门一样呈圆形，腰部收紧，下身呈细长形，整体很像郁金香花茎的形状。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直角三角形 12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5049520" y="500380"/>
            <a:ext cx="2360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服装廓形的分类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9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755015" y="296037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1"/>
            </p:custDataLst>
          </p:nvPr>
        </p:nvSpPr>
        <p:spPr>
          <a:xfrm>
            <a:off x="755015" y="2384425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  <p:bldLst>
      <p:bldP spid="15" grpId="0"/>
      <p:bldP spid="15" grpId="1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1403985" y="3171190"/>
            <a:ext cx="5513705" cy="258445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1956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年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,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迪奥的“箭形”主题作品。</a:t>
            </a:r>
            <a:b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</a:b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领口延伸至露出的肩、臂部，直线和弧线交融，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线条流畅优美刚柔并济。肩袖开口处以蝴蝶结装饰，和帽子的蝴蝶结形成巧妙呼应。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稍放宽的收腰以及的腰带显出功能性的倾向。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  <a:sym typeface="+mn-ea"/>
              </a:rPr>
              <a:t>雅致的帽饰带着透明面纱，神秘迷人。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直角三角形 12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5049520" y="500380"/>
            <a:ext cx="2360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服装廓形的分类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8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55015" y="296037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755015" y="2384425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内容占位符 8" descr="20110210_1900132.jpg"/>
          <p:cNvPicPr>
            <a:picLocks noGrp="1" noChangeAspect="1"/>
          </p:cNvPicPr>
          <p:nvPr>
            <p:ph idx="1"/>
            <p:custDataLst>
              <p:tags r:id="rId11"/>
            </p:custDataLst>
          </p:nvPr>
        </p:nvPicPr>
        <p:blipFill>
          <a:blip r:embed="rId12" cstate="print"/>
          <a:stretch>
            <a:fillRect/>
          </a:stretch>
        </p:blipFill>
        <p:spPr>
          <a:xfrm>
            <a:off x="7086600" y="1567815"/>
            <a:ext cx="2834640" cy="4546600"/>
          </a:xfrm>
        </p:spPr>
      </p:pic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  <p:bldLst>
      <p:bldP spid="15" grpId="0"/>
      <p:bldP spid="15" grpId="1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2" name="任意多边形 1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3" name="组合 2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直角三角形 12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7"/>
            </p:custDataLst>
          </p:nvPr>
        </p:nvSpPr>
        <p:spPr>
          <a:xfrm>
            <a:off x="5049520" y="500380"/>
            <a:ext cx="236029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服装廓形的分类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8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9"/>
            </p:custDataLst>
          </p:nvPr>
        </p:nvCxnSpPr>
        <p:spPr>
          <a:xfrm>
            <a:off x="755015" y="296037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755015" y="2384425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8" name="图片 7" descr="IMG_4041.JP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086600" y="1522095"/>
            <a:ext cx="3608070" cy="4585335"/>
          </a:xfrm>
          <a:prstGeom prst="rect">
            <a:avLst/>
          </a:prstGeom>
        </p:spPr>
      </p:pic>
      <p:sp>
        <p:nvSpPr>
          <p:cNvPr id="17" name="文本框 16"/>
          <p:cNvSpPr txBox="1"/>
          <p:nvPr/>
        </p:nvSpPr>
        <p:spPr>
          <a:xfrm>
            <a:off x="1330960" y="2384425"/>
            <a:ext cx="6096000" cy="230695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以具体事物命名</a:t>
            </a:r>
            <a:endParaRPr lang="zh-CN" altLang="en-US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喇叭形（</a:t>
            </a:r>
            <a:r>
              <a:rPr lang="en-US" altLang="zh-CN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Trumpet Line</a:t>
            </a: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en-US" altLang="zh-CN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上半身呈长而直线的造型，而裙摆在臀部初向外敞开，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形成向外的喇叭状。这种造型风格活泼奔放。</a:t>
            </a:r>
            <a:endParaRPr lang="zh-CN" altLang="en-US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3"/>
    </p:custDataLst>
  </p:cSld>
  <p:clrMapOvr>
    <a:masterClrMapping/>
  </p:clrMapOvr>
  <p:timing>
    <p:tnLst>
      <p:par>
        <p:cTn id="1" dur="indefinite" restart="never" nodeType="tmRoot"/>
      </p:par>
    </p:tnLst>
    <p:bldLst>
      <p:bldP spid="15" grpId="0"/>
      <p:bldP spid="15" grpId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892175" y="2745740"/>
            <a:ext cx="5541010" cy="396938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altLang="zh-CN" sz="2400" b="1" dirty="0" smtClean="0"/>
              <a:t>20</a:t>
            </a:r>
            <a:r>
              <a:rPr lang="zh-CN" altLang="en-US" sz="2400" b="1" dirty="0" smtClean="0"/>
              <a:t>世纪服装廓形演变</a:t>
            </a:r>
            <a:endParaRPr lang="en-US" altLang="zh-CN" sz="2400" b="1" dirty="0" smtClean="0"/>
          </a:p>
          <a:p>
            <a:pPr>
              <a:lnSpc>
                <a:spcPct val="150000"/>
              </a:lnSpc>
            </a:pPr>
            <a:endParaRPr lang="en-US" altLang="zh-CN" b="1" dirty="0" smtClean="0"/>
          </a:p>
          <a:p>
            <a:pPr>
              <a:lnSpc>
                <a:spcPct val="150000"/>
              </a:lnSpc>
            </a:pPr>
            <a:r>
              <a:rPr lang="zh-CN" altLang="en-US" b="1" dirty="0" smtClean="0"/>
              <a:t>服装外形同时也是流行时尚的缩影，</a:t>
            </a:r>
            <a:endParaRPr lang="zh-CN" altLang="en-US" b="1" dirty="0" smtClean="0"/>
          </a:p>
          <a:p>
            <a:pPr>
              <a:lnSpc>
                <a:spcPct val="150000"/>
              </a:lnSpc>
            </a:pPr>
            <a:r>
              <a:rPr lang="zh-CN" altLang="en-US" b="1" dirty="0" smtClean="0"/>
              <a:t>如</a:t>
            </a:r>
            <a:r>
              <a:rPr lang="en-US" altLang="zh-CN" b="1" dirty="0" smtClean="0"/>
              <a:t>20</a:t>
            </a:r>
            <a:r>
              <a:rPr lang="zh-CN" altLang="en-US" b="1" dirty="0" smtClean="0"/>
              <a:t>世纪</a:t>
            </a:r>
            <a:r>
              <a:rPr lang="en-US" altLang="zh-CN" b="1" dirty="0" smtClean="0"/>
              <a:t>20</a:t>
            </a:r>
            <a:r>
              <a:rPr lang="zh-CN" altLang="en-US" b="1" dirty="0" smtClean="0"/>
              <a:t>年代的</a:t>
            </a:r>
            <a:r>
              <a:rPr lang="zh-CN" altLang="en-US" b="1" dirty="0" smtClean="0">
                <a:solidFill>
                  <a:srgbClr val="C00000"/>
                </a:solidFill>
              </a:rPr>
              <a:t>细长形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50</a:t>
            </a:r>
            <a:r>
              <a:rPr lang="zh-CN" altLang="en-US" b="1" dirty="0" smtClean="0"/>
              <a:t>年代的</a:t>
            </a:r>
            <a:r>
              <a:rPr lang="en-US" altLang="zh-CN" b="1" dirty="0" smtClean="0">
                <a:solidFill>
                  <a:srgbClr val="C00000"/>
                </a:solidFill>
              </a:rPr>
              <a:t>A</a:t>
            </a:r>
            <a:r>
              <a:rPr lang="zh-CN" altLang="en-US" b="1" dirty="0" smtClean="0">
                <a:solidFill>
                  <a:srgbClr val="C00000"/>
                </a:solidFill>
              </a:rPr>
              <a:t>形</a:t>
            </a:r>
            <a:r>
              <a:rPr lang="zh-CN" altLang="en-US" b="1" dirty="0" smtClean="0"/>
              <a:t>、</a:t>
            </a:r>
            <a:endParaRPr lang="zh-CN" altLang="en-US" b="1" dirty="0" smtClean="0"/>
          </a:p>
          <a:p>
            <a:pPr>
              <a:lnSpc>
                <a:spcPct val="150000"/>
              </a:lnSpc>
            </a:pPr>
            <a:r>
              <a:rPr lang="en-US" altLang="zh-CN" b="1" dirty="0" smtClean="0"/>
              <a:t>60</a:t>
            </a:r>
            <a:r>
              <a:rPr lang="zh-CN" altLang="en-US" b="1" dirty="0" smtClean="0"/>
              <a:t>年代的</a:t>
            </a:r>
            <a:r>
              <a:rPr lang="zh-CN" altLang="en-US" b="1" dirty="0" smtClean="0">
                <a:solidFill>
                  <a:srgbClr val="C00000"/>
                </a:solidFill>
              </a:rPr>
              <a:t>酒杯形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70</a:t>
            </a:r>
            <a:r>
              <a:rPr lang="zh-CN" altLang="en-US" b="1" dirty="0" smtClean="0"/>
              <a:t>年代的</a:t>
            </a:r>
            <a:r>
              <a:rPr lang="en-US" altLang="zh-CN" b="1" dirty="0" smtClean="0">
                <a:solidFill>
                  <a:srgbClr val="C00000"/>
                </a:solidFill>
              </a:rPr>
              <a:t>T</a:t>
            </a:r>
            <a:r>
              <a:rPr lang="zh-CN" altLang="en-US" b="1" dirty="0" smtClean="0">
                <a:solidFill>
                  <a:srgbClr val="C00000"/>
                </a:solidFill>
              </a:rPr>
              <a:t>形</a:t>
            </a:r>
            <a:r>
              <a:rPr lang="zh-CN" altLang="en-US" b="1" dirty="0" smtClean="0"/>
              <a:t>，</a:t>
            </a:r>
            <a:r>
              <a:rPr lang="en-US" altLang="zh-CN" b="1" dirty="0" smtClean="0"/>
              <a:t>80</a:t>
            </a:r>
            <a:r>
              <a:rPr lang="zh-CN" altLang="en-US" b="1" dirty="0" smtClean="0"/>
              <a:t>年代的</a:t>
            </a:r>
            <a:r>
              <a:rPr lang="zh-CN" altLang="en-US" b="1" dirty="0" smtClean="0">
                <a:solidFill>
                  <a:srgbClr val="C00000"/>
                </a:solidFill>
              </a:rPr>
              <a:t>长方形</a:t>
            </a:r>
            <a:r>
              <a:rPr lang="zh-CN" altLang="en-US" b="1" dirty="0" smtClean="0"/>
              <a:t>、</a:t>
            </a:r>
            <a:r>
              <a:rPr lang="en-US" altLang="zh-CN" b="1" dirty="0" smtClean="0"/>
              <a:t>90</a:t>
            </a:r>
            <a:r>
              <a:rPr lang="zh-CN" altLang="en-US" b="1" dirty="0" smtClean="0"/>
              <a:t>年代的</a:t>
            </a:r>
            <a:r>
              <a:rPr lang="zh-CN" altLang="en-US" b="1" dirty="0" smtClean="0">
                <a:solidFill>
                  <a:srgbClr val="C00000"/>
                </a:solidFill>
              </a:rPr>
              <a:t>苗条形</a:t>
            </a:r>
            <a:r>
              <a:rPr lang="zh-CN" altLang="en-US" b="1" dirty="0" smtClean="0"/>
              <a:t>和</a:t>
            </a:r>
            <a:r>
              <a:rPr lang="en-US" altLang="zh-CN" b="1" dirty="0" smtClean="0"/>
              <a:t>21</a:t>
            </a:r>
            <a:r>
              <a:rPr lang="zh-CN" altLang="en-US" b="1" dirty="0" smtClean="0"/>
              <a:t>世纪初的</a:t>
            </a:r>
            <a:r>
              <a:rPr lang="zh-CN" altLang="en-US" b="1" dirty="0" smtClean="0">
                <a:solidFill>
                  <a:srgbClr val="C00000"/>
                </a:solidFill>
              </a:rPr>
              <a:t>自然形</a:t>
            </a:r>
            <a:r>
              <a:rPr lang="zh-CN" altLang="en-US" b="1" dirty="0" smtClean="0"/>
              <a:t>等。</a:t>
            </a:r>
            <a:endParaRPr lang="zh-CN" altLang="en-US" b="1" dirty="0" smtClean="0"/>
          </a:p>
          <a:p>
            <a:pPr>
              <a:lnSpc>
                <a:spcPct val="150000"/>
              </a:lnSpc>
            </a:pPr>
            <a:r>
              <a:rPr lang="zh-CN" altLang="en-US" b="1" dirty="0" smtClean="0"/>
              <a:t>流行时尚的设计首先从服装外形开始，</a:t>
            </a:r>
            <a:endParaRPr lang="zh-CN" altLang="en-US" b="1" dirty="0" smtClean="0"/>
          </a:p>
          <a:p>
            <a:pPr>
              <a:lnSpc>
                <a:spcPct val="150000"/>
              </a:lnSpc>
            </a:pPr>
            <a:r>
              <a:rPr lang="zh-CN" altLang="en-US" b="1" dirty="0" smtClean="0"/>
              <a:t>由此在服装细节、服装搭配、服饰配件、化妆等方面需要与之风格相协调的设计。</a:t>
            </a:r>
            <a:endParaRPr lang="zh-CN" altLang="en-US" b="1" dirty="0"/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2" name="任意多边形 1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3" name="直角三角形 2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8" name="组合 7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9" name="任意多边形 8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直角三角形 10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1" name="直接连接符 20"/>
          <p:cNvCxnSpPr/>
          <p:nvPr>
            <p:custDataLst>
              <p:tags r:id="rId7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8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" name="图片 5" descr="IMG_4031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451600" y="262255"/>
            <a:ext cx="4310380" cy="6423025"/>
          </a:xfrm>
          <a:prstGeom prst="rect">
            <a:avLst/>
          </a:prstGeom>
        </p:spPr>
      </p:pic>
      <p:sp>
        <p:nvSpPr>
          <p:cNvPr id="18" name="矩形 17"/>
          <p:cNvSpPr/>
          <p:nvPr>
            <p:custDataLst>
              <p:tags r:id="rId10"/>
            </p:custDataLst>
          </p:nvPr>
        </p:nvSpPr>
        <p:spPr>
          <a:xfrm>
            <a:off x="274955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任意多边形 9"/>
          <p:cNvSpPr/>
          <p:nvPr/>
        </p:nvSpPr>
        <p:spPr>
          <a:xfrm flipH="1">
            <a:off x="7170420" y="1748155"/>
            <a:ext cx="4165600" cy="5119370"/>
          </a:xfrm>
          <a:custGeom>
            <a:avLst/>
            <a:gdLst>
              <a:gd name="connsiteX0" fmla="*/ 0 w 6560"/>
              <a:gd name="connsiteY0" fmla="*/ 8047 h 8062"/>
              <a:gd name="connsiteX1" fmla="*/ 3328 w 6560"/>
              <a:gd name="connsiteY1" fmla="*/ 35 h 8062"/>
              <a:gd name="connsiteX2" fmla="*/ 6290 w 6560"/>
              <a:gd name="connsiteY2" fmla="*/ 0 h 8062"/>
              <a:gd name="connsiteX3" fmla="*/ 6560 w 6560"/>
              <a:gd name="connsiteY3" fmla="*/ 464 h 8062"/>
              <a:gd name="connsiteX4" fmla="*/ 704 w 6560"/>
              <a:gd name="connsiteY4" fmla="*/ 8062 h 8062"/>
              <a:gd name="connsiteX5" fmla="*/ 0 w 6560"/>
              <a:gd name="connsiteY5" fmla="*/ 8047 h 806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6560" h="8062">
                <a:moveTo>
                  <a:pt x="0" y="8047"/>
                </a:moveTo>
                <a:lnTo>
                  <a:pt x="3328" y="35"/>
                </a:lnTo>
                <a:lnTo>
                  <a:pt x="6290" y="0"/>
                </a:lnTo>
                <a:lnTo>
                  <a:pt x="6560" y="464"/>
                </a:lnTo>
                <a:lnTo>
                  <a:pt x="704" y="8062"/>
                </a:lnTo>
                <a:lnTo>
                  <a:pt x="0" y="8047"/>
                </a:lnTo>
                <a:close/>
              </a:path>
            </a:pathLst>
          </a:custGeom>
          <a:gradFill flip="none"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9" name="图片 8" descr="D:\慕课\新建文件夹\IMG_3105.JPGIMG_3105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7333615" y="0"/>
            <a:ext cx="4859020" cy="686752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7653" h="10800">
                <a:moveTo>
                  <a:pt x="1602" y="0"/>
                </a:moveTo>
                <a:lnTo>
                  <a:pt x="7653" y="0"/>
                </a:lnTo>
                <a:lnTo>
                  <a:pt x="7653" y="10800"/>
                </a:lnTo>
                <a:lnTo>
                  <a:pt x="6907" y="10800"/>
                </a:lnTo>
                <a:lnTo>
                  <a:pt x="6125" y="10778"/>
                </a:lnTo>
                <a:lnTo>
                  <a:pt x="0" y="2766"/>
                </a:lnTo>
                <a:lnTo>
                  <a:pt x="1602" y="0"/>
                </a:lnTo>
                <a:close/>
              </a:path>
            </a:pathLst>
          </a:custGeom>
        </p:spPr>
      </p:pic>
      <p:sp>
        <p:nvSpPr>
          <p:cNvPr id="4" name="矩形 3"/>
          <p:cNvSpPr/>
          <p:nvPr/>
        </p:nvSpPr>
        <p:spPr>
          <a:xfrm>
            <a:off x="0" y="1313815"/>
            <a:ext cx="67437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444625" y="1569085"/>
            <a:ext cx="4064000" cy="922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5400">
                <a:latin typeface="思源黑体 CN Bold" panose="020B0800000000000000" charset="-122"/>
                <a:ea typeface="思源黑体 CN Bold" panose="020B0800000000000000" charset="-122"/>
                <a:cs typeface="思源黑体 CN Medium" panose="020B0600000000000000" charset="-122"/>
              </a:rPr>
              <a:t>目录</a:t>
            </a:r>
            <a:r>
              <a:rPr lang="en-US" altLang="zh-CN" sz="2800">
                <a:latin typeface="思源黑体 CN Medium" panose="020B0600000000000000" charset="-122"/>
                <a:ea typeface="思源黑体 CN Medium" panose="020B0600000000000000" charset="-122"/>
                <a:cs typeface="思源黑体 CN Medium" panose="020B0600000000000000" charset="-122"/>
              </a:rPr>
              <a:t>/CONTENTS</a:t>
            </a:r>
            <a:endParaRPr lang="en-US" altLang="zh-CN" sz="28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8" name="矩形 7"/>
          <p:cNvSpPr/>
          <p:nvPr/>
        </p:nvSpPr>
        <p:spPr>
          <a:xfrm>
            <a:off x="789305" y="1313815"/>
            <a:ext cx="76200" cy="1064895"/>
          </a:xfrm>
          <a:prstGeom prst="rect">
            <a:avLst/>
          </a:prstGeom>
          <a:solidFill>
            <a:srgbClr val="8C0013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文本框 10"/>
          <p:cNvSpPr txBox="1"/>
          <p:nvPr/>
        </p:nvSpPr>
        <p:spPr>
          <a:xfrm>
            <a:off x="3009900" y="3000375"/>
            <a:ext cx="502602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服装款式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2" name="燕尾形 11"/>
          <p:cNvSpPr/>
          <p:nvPr/>
        </p:nvSpPr>
        <p:spPr>
          <a:xfrm>
            <a:off x="2444115" y="31191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5" name="燕尾形 14"/>
          <p:cNvSpPr/>
          <p:nvPr/>
        </p:nvSpPr>
        <p:spPr>
          <a:xfrm>
            <a:off x="2159000" y="31184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6" name="文本框 15"/>
          <p:cNvSpPr txBox="1"/>
          <p:nvPr/>
        </p:nvSpPr>
        <p:spPr>
          <a:xfrm>
            <a:off x="3009900" y="380873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服装的廓形</a:t>
            </a:r>
            <a:endParaRPr lang="zh-CN" altLang="en-US" sz="2800">
              <a:solidFill>
                <a:schemeClr val="tx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17" name="燕尾形 16"/>
          <p:cNvSpPr/>
          <p:nvPr/>
        </p:nvSpPr>
        <p:spPr>
          <a:xfrm>
            <a:off x="2444115" y="392811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燕尾形 17"/>
          <p:cNvSpPr/>
          <p:nvPr/>
        </p:nvSpPr>
        <p:spPr>
          <a:xfrm>
            <a:off x="2159000" y="392747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9" name="文本框 18"/>
          <p:cNvSpPr txBox="1"/>
          <p:nvPr/>
        </p:nvSpPr>
        <p:spPr>
          <a:xfrm>
            <a:off x="3009900" y="4617085"/>
            <a:ext cx="5662295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</a:t>
            </a:r>
            <a:r>
              <a:rPr lang="zh-CN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的</a:t>
            </a:r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内部结构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sp>
        <p:nvSpPr>
          <p:cNvPr id="20" name="燕尾形 19"/>
          <p:cNvSpPr/>
          <p:nvPr/>
        </p:nvSpPr>
        <p:spPr>
          <a:xfrm>
            <a:off x="2444115" y="473646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1" name="燕尾形 20"/>
          <p:cNvSpPr/>
          <p:nvPr/>
        </p:nvSpPr>
        <p:spPr>
          <a:xfrm>
            <a:off x="2159000" y="473583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2" name="燕尾形 1"/>
          <p:cNvSpPr/>
          <p:nvPr>
            <p:custDataLst>
              <p:tags r:id="rId2"/>
            </p:custDataLst>
          </p:nvPr>
        </p:nvSpPr>
        <p:spPr>
          <a:xfrm>
            <a:off x="2159000" y="5544185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3" name="燕尾形 2"/>
          <p:cNvSpPr/>
          <p:nvPr>
            <p:custDataLst>
              <p:tags r:id="rId3"/>
            </p:custDataLst>
          </p:nvPr>
        </p:nvSpPr>
        <p:spPr>
          <a:xfrm>
            <a:off x="2444115" y="5544820"/>
            <a:ext cx="361315" cy="285115"/>
          </a:xfrm>
          <a:prstGeom prst="chevron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5" name="文本框 4"/>
          <p:cNvSpPr txBox="1"/>
          <p:nvPr>
            <p:custDataLst>
              <p:tags r:id="rId4"/>
            </p:custDataLst>
          </p:nvPr>
        </p:nvSpPr>
        <p:spPr>
          <a:xfrm>
            <a:off x="3009900" y="5426710"/>
            <a:ext cx="3110230" cy="52197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8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服装的细节</a:t>
            </a:r>
            <a:endParaRPr lang="zh-CN" altLang="en-US" sz="2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5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699">
        <p:fade/>
      </p:transition>
    </mc:Choice>
    <mc:Fallback>
      <p:transition spd="med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5" grpId="1"/>
    </p:bld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1506855" y="2936875"/>
            <a:ext cx="5734050" cy="189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内部结构设计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主要是指服装外轮廓线以内的分割线条，</a:t>
            </a: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这些线条按其功能可分为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结构线条</a:t>
            </a:r>
            <a:r>
              <a:rPr lang="zh-CN" altLang="en-US" b="1" dirty="0" smtClean="0">
                <a:solidFill>
                  <a:schemeClr val="tx1"/>
                </a:solidFill>
                <a:latin typeface="+mn-ea"/>
              </a:rPr>
              <a:t>和</a:t>
            </a:r>
            <a:r>
              <a:rPr lang="zh-CN" altLang="en-US" b="1" dirty="0" smtClean="0">
                <a:solidFill>
                  <a:srgbClr val="C00000"/>
                </a:solidFill>
                <a:latin typeface="+mn-ea"/>
              </a:rPr>
              <a:t>装饰线条</a:t>
            </a:r>
            <a:r>
              <a:rPr lang="zh-CN" b="1" dirty="0" smtClean="0">
                <a:solidFill>
                  <a:schemeClr val="tx1"/>
                </a:solidFill>
                <a:latin typeface="+mn-ea"/>
              </a:rPr>
              <a:t>。</a:t>
            </a:r>
            <a:endParaRPr lang="zh-CN" b="1" dirty="0" smtClean="0">
              <a:solidFill>
                <a:schemeClr val="tx1"/>
              </a:solidFill>
              <a:latin typeface="+mn-ea"/>
            </a:endParaRPr>
          </a:p>
        </p:txBody>
      </p:sp>
      <p:pic>
        <p:nvPicPr>
          <p:cNvPr id="5" name="图片 4" descr="IMG_3474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029450" y="-9525"/>
            <a:ext cx="6884670" cy="6884670"/>
          </a:xfrm>
          <a:prstGeom prst="trapezoid">
            <a:avLst/>
          </a:prstGeom>
        </p:spPr>
      </p:pic>
      <p:grpSp>
        <p:nvGrpSpPr>
          <p:cNvPr id="3" name="组合 2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任意多边形 7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直角三角形 8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0" name="组合 9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1" name="任意多边形 10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任意多边形 11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直角三角形 12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5620385" y="500380"/>
            <a:ext cx="34804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服装的内部结构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9"/>
            </p:custDataLst>
          </p:nvPr>
        </p:nvCxnSpPr>
        <p:spPr>
          <a:xfrm>
            <a:off x="640651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6" name="直接连接符 15"/>
          <p:cNvCxnSpPr/>
          <p:nvPr>
            <p:custDataLst>
              <p:tags r:id="rId10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矩形 13"/>
          <p:cNvSpPr/>
          <p:nvPr>
            <p:custDataLst>
              <p:tags r:id="rId11"/>
            </p:custDataLst>
          </p:nvPr>
        </p:nvSpPr>
        <p:spPr>
          <a:xfrm>
            <a:off x="755015" y="2955925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  <p:bldLst>
      <p:bldP spid="15" grpId="0"/>
      <p:bldP spid="15" grpId="1"/>
    </p:bld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矩形 3"/>
          <p:cNvSpPr/>
          <p:nvPr/>
        </p:nvSpPr>
        <p:spPr>
          <a:xfrm>
            <a:off x="1409700" y="2923540"/>
            <a:ext cx="5902325" cy="189166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indent="0" fontAlgn="auto"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</a:rPr>
              <a:t>结构线条</a:t>
            </a:r>
            <a:endParaRPr lang="zh-CN" altLang="en-US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指的就是在服装当中的存在是必须的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在这件服装的结构中是承担了一定的作用，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zh-CN" altLang="en-US" b="1" dirty="0">
                <a:latin typeface="宋体" panose="02010600030101010101" pitchFamily="2" charset="-122"/>
                <a:ea typeface="宋体" panose="02010600030101010101" pitchFamily="2" charset="-122"/>
              </a:rPr>
              <a:t>不可或缺的线条。</a:t>
            </a:r>
            <a:endParaRPr lang="zh-CN" altLang="en-US" b="1" dirty="0">
              <a:latin typeface="宋体" panose="02010600030101010101" pitchFamily="2" charset="-122"/>
              <a:ea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6" name="直接连接符 15"/>
          <p:cNvCxnSpPr/>
          <p:nvPr>
            <p:custDataLst>
              <p:tags r:id="rId7"/>
            </p:custDataLst>
          </p:nvPr>
        </p:nvCxnSpPr>
        <p:spPr>
          <a:xfrm>
            <a:off x="755015" y="353568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矩形 17"/>
          <p:cNvSpPr/>
          <p:nvPr>
            <p:custDataLst>
              <p:tags r:id="rId8"/>
            </p:custDataLst>
          </p:nvPr>
        </p:nvSpPr>
        <p:spPr>
          <a:xfrm>
            <a:off x="755015" y="2955925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2" name="图片 1" descr="IMG_2542.JP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7434580" y="1530350"/>
            <a:ext cx="3051810" cy="4577715"/>
          </a:xfrm>
          <a:prstGeom prst="rect">
            <a:avLst/>
          </a:prstGeom>
        </p:spPr>
      </p:pic>
      <p:cxnSp>
        <p:nvCxnSpPr>
          <p:cNvPr id="21" name="直接连接符 20"/>
          <p:cNvCxnSpPr/>
          <p:nvPr>
            <p:custDataLst>
              <p:tags r:id="rId10"/>
            </p:custDataLst>
          </p:nvPr>
        </p:nvCxnSpPr>
        <p:spPr>
          <a:xfrm>
            <a:off x="640651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文本框 2"/>
          <p:cNvSpPr txBox="1"/>
          <p:nvPr>
            <p:custDataLst>
              <p:tags r:id="rId11"/>
            </p:custDataLst>
          </p:nvPr>
        </p:nvSpPr>
        <p:spPr>
          <a:xfrm>
            <a:off x="5620385" y="500380"/>
            <a:ext cx="34804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服装的内部结构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2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21" name="直接连接符 20"/>
          <p:cNvCxnSpPr/>
          <p:nvPr>
            <p:custDataLst>
              <p:tags r:id="rId7"/>
            </p:custDataLst>
          </p:nvPr>
        </p:nvCxnSpPr>
        <p:spPr>
          <a:xfrm>
            <a:off x="640651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3" name="图片 2" descr="IMG_4046.PNG"/>
          <p:cNvPicPr>
            <a:picLocks noChangeAspect="1"/>
          </p:cNvPicPr>
          <p:nvPr>
            <p:custDataLst>
              <p:tags r:id="rId8"/>
            </p:custDataLst>
          </p:nvPr>
        </p:nvPicPr>
        <p:blipFill>
          <a:blip r:embed="rId9"/>
          <a:srcRect t="11458" b="4166"/>
          <a:stretch>
            <a:fillRect/>
          </a:stretch>
        </p:blipFill>
        <p:spPr>
          <a:xfrm>
            <a:off x="7646670" y="1520825"/>
            <a:ext cx="3056890" cy="4587240"/>
          </a:xfrm>
          <a:prstGeom prst="rect">
            <a:avLst/>
          </a:prstGeom>
        </p:spPr>
      </p:pic>
      <p:pic>
        <p:nvPicPr>
          <p:cNvPr id="13" name="图片 12" descr="IMG_4046.PNG"/>
          <p:cNvPicPr>
            <a:picLocks noChangeAspect="1"/>
          </p:cNvPicPr>
          <p:nvPr>
            <p:custDataLst>
              <p:tags r:id="rId10"/>
            </p:custDataLst>
          </p:nvPr>
        </p:nvPicPr>
        <p:blipFill>
          <a:blip r:embed="rId9"/>
          <a:srcRect l="11118" t="30208" r="14772" b="28125"/>
          <a:stretch>
            <a:fillRect/>
          </a:stretch>
        </p:blipFill>
        <p:spPr>
          <a:xfrm>
            <a:off x="2192020" y="2386000"/>
            <a:ext cx="2857520" cy="2857520"/>
          </a:xfrm>
          <a:prstGeom prst="ellips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</p:pic>
      <p:sp>
        <p:nvSpPr>
          <p:cNvPr id="14" name="TextBox 7"/>
          <p:cNvSpPr txBox="1"/>
          <p:nvPr>
            <p:custDataLst>
              <p:tags r:id="rId11"/>
            </p:custDataLst>
          </p:nvPr>
        </p:nvSpPr>
        <p:spPr>
          <a:xfrm>
            <a:off x="5910270" y="3008004"/>
            <a:ext cx="3786214" cy="50673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公主线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cxnSp>
        <p:nvCxnSpPr>
          <p:cNvPr id="17" name="直接连接符 16"/>
          <p:cNvCxnSpPr/>
          <p:nvPr>
            <p:custDataLst>
              <p:tags r:id="rId12"/>
            </p:custDataLst>
          </p:nvPr>
        </p:nvCxnSpPr>
        <p:spPr>
          <a:xfrm>
            <a:off x="3366770" y="3599815"/>
            <a:ext cx="553339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文本框 1"/>
          <p:cNvSpPr txBox="1"/>
          <p:nvPr>
            <p:custDataLst>
              <p:tags r:id="rId13"/>
            </p:custDataLst>
          </p:nvPr>
        </p:nvSpPr>
        <p:spPr>
          <a:xfrm>
            <a:off x="5620385" y="500380"/>
            <a:ext cx="34804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服装的内部结构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</p:spTree>
    <p:custDataLst>
      <p:tags r:id="rId14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IMG_4049.PNG"/>
          <p:cNvPicPr>
            <a:picLocks noChangeAspect="1"/>
          </p:cNvPicPr>
          <p:nvPr/>
        </p:nvPicPr>
        <p:blipFill>
          <a:blip r:embed="rId1"/>
          <a:srcRect t="11458" b="3125"/>
          <a:stretch>
            <a:fillRect/>
          </a:stretch>
        </p:blipFill>
        <p:spPr>
          <a:xfrm>
            <a:off x="1952596" y="500042"/>
            <a:ext cx="3855697" cy="5857916"/>
          </a:xfrm>
          <a:prstGeom prst="rect">
            <a:avLst/>
          </a:prstGeom>
        </p:spPr>
      </p:pic>
      <p:pic>
        <p:nvPicPr>
          <p:cNvPr id="4" name="图片 3" descr="IMG_4049.PNG"/>
          <p:cNvPicPr>
            <a:picLocks noChangeAspect="1"/>
          </p:cNvPicPr>
          <p:nvPr/>
        </p:nvPicPr>
        <p:blipFill>
          <a:blip r:embed="rId1"/>
          <a:srcRect l="20381" t="11458" r="5508" b="46875"/>
          <a:stretch>
            <a:fillRect/>
          </a:stretch>
        </p:blipFill>
        <p:spPr>
          <a:xfrm>
            <a:off x="6310314" y="714356"/>
            <a:ext cx="3214710" cy="3214710"/>
          </a:xfrm>
          <a:prstGeom prst="ellips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</p:pic>
      <p:cxnSp>
        <p:nvCxnSpPr>
          <p:cNvPr id="5" name="直接连接符 4"/>
          <p:cNvCxnSpPr/>
          <p:nvPr/>
        </p:nvCxnSpPr>
        <p:spPr>
          <a:xfrm>
            <a:off x="4310050" y="1285860"/>
            <a:ext cx="3286148" cy="1588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矩形 6"/>
          <p:cNvSpPr/>
          <p:nvPr/>
        </p:nvSpPr>
        <p:spPr>
          <a:xfrm>
            <a:off x="6310314" y="4357694"/>
            <a:ext cx="397891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结构线条：省（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en-US" altLang="zh-CN" b="1" dirty="0" err="1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sheng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 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或 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sang 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）道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6" name="任意多边形 5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2" name="任意多边形 11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直角三角形 13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6167438" y="4071942"/>
            <a:ext cx="3857652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</a:rPr>
              <a:t>胸省</a:t>
            </a:r>
            <a:endParaRPr lang="zh-CN" altLang="en-US" b="1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pic>
        <p:nvPicPr>
          <p:cNvPr id="3" name="图片 2" descr="IMG_4086.PNG"/>
          <p:cNvPicPr>
            <a:picLocks noChangeAspect="1"/>
          </p:cNvPicPr>
          <p:nvPr/>
        </p:nvPicPr>
        <p:blipFill>
          <a:blip r:embed="rId1"/>
          <a:srcRect t="12500" b="4166"/>
          <a:stretch>
            <a:fillRect/>
          </a:stretch>
        </p:blipFill>
        <p:spPr>
          <a:xfrm>
            <a:off x="2024034" y="785794"/>
            <a:ext cx="3643306" cy="5400227"/>
          </a:xfrm>
          <a:prstGeom prst="rect">
            <a:avLst/>
          </a:prstGeom>
        </p:spPr>
      </p:pic>
      <p:pic>
        <p:nvPicPr>
          <p:cNvPr id="5" name="图片 4" descr="IMG_4086.PNG"/>
          <p:cNvPicPr>
            <a:picLocks noChangeAspect="1"/>
          </p:cNvPicPr>
          <p:nvPr/>
        </p:nvPicPr>
        <p:blipFill>
          <a:blip r:embed="rId1"/>
          <a:srcRect l="15686" t="18012" r="31372" b="52223"/>
          <a:stretch>
            <a:fillRect/>
          </a:stretch>
        </p:blipFill>
        <p:spPr>
          <a:xfrm>
            <a:off x="5881686" y="500042"/>
            <a:ext cx="2857520" cy="2857520"/>
          </a:xfrm>
          <a:prstGeom prst="ellips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</p:pic>
      <p:cxnSp>
        <p:nvCxnSpPr>
          <p:cNvPr id="6" name="直接连接符 5"/>
          <p:cNvCxnSpPr/>
          <p:nvPr/>
        </p:nvCxnSpPr>
        <p:spPr>
          <a:xfrm>
            <a:off x="3595670" y="2428868"/>
            <a:ext cx="3286148" cy="1588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8" name="任意多边形 7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2" name="任意多边形 11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直角三角形 13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7239008" y="3929066"/>
            <a:ext cx="4143404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b="1" dirty="0" smtClean="0"/>
              <a:t>腰省</a:t>
            </a:r>
            <a:endParaRPr lang="zh-CN" altLang="en-US" b="1" dirty="0"/>
          </a:p>
        </p:txBody>
      </p:sp>
      <p:pic>
        <p:nvPicPr>
          <p:cNvPr id="4" name="图片 3" descr="IMG_4089.PNG"/>
          <p:cNvPicPr>
            <a:picLocks noChangeAspect="1"/>
          </p:cNvPicPr>
          <p:nvPr/>
        </p:nvPicPr>
        <p:blipFill>
          <a:blip r:embed="rId1"/>
          <a:srcRect t="12500" b="4166"/>
          <a:stretch>
            <a:fillRect/>
          </a:stretch>
        </p:blipFill>
        <p:spPr>
          <a:xfrm>
            <a:off x="2024034" y="714356"/>
            <a:ext cx="3662912" cy="5429288"/>
          </a:xfrm>
          <a:prstGeom prst="rect">
            <a:avLst/>
          </a:prstGeom>
        </p:spPr>
      </p:pic>
      <p:pic>
        <p:nvPicPr>
          <p:cNvPr id="5" name="图片 4" descr="IMG_4089.PNG"/>
          <p:cNvPicPr>
            <a:picLocks noChangeAspect="1"/>
          </p:cNvPicPr>
          <p:nvPr/>
        </p:nvPicPr>
        <p:blipFill>
          <a:blip r:embed="rId1"/>
          <a:srcRect l="15603" t="20175" r="12236" b="39254"/>
          <a:stretch>
            <a:fillRect/>
          </a:stretch>
        </p:blipFill>
        <p:spPr>
          <a:xfrm>
            <a:off x="6238876" y="857232"/>
            <a:ext cx="2643206" cy="2643206"/>
          </a:xfrm>
          <a:prstGeom prst="ellips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</p:pic>
      <p:cxnSp>
        <p:nvCxnSpPr>
          <p:cNvPr id="6" name="直接连接符 5"/>
          <p:cNvCxnSpPr/>
          <p:nvPr/>
        </p:nvCxnSpPr>
        <p:spPr>
          <a:xfrm>
            <a:off x="3595670" y="2428868"/>
            <a:ext cx="3286148" cy="1588"/>
          </a:xfrm>
          <a:prstGeom prst="line">
            <a:avLst/>
          </a:prstGeom>
          <a:ln w="2857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8" name="任意多边形 7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2" name="任意多边形 11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直角三角形 13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</p:spTree>
    <p:custDataLst>
      <p:tags r:id="rId8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图片 1" descr="169246_ou_l.jpg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524000" y="0"/>
            <a:ext cx="4143388" cy="6215082"/>
          </a:xfrm>
          <a:prstGeom prst="rect">
            <a:avLst/>
          </a:prstGeom>
        </p:spPr>
      </p:pic>
      <p:pic>
        <p:nvPicPr>
          <p:cNvPr id="3" name="图片 2" descr="169246_in_l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38876" y="1000108"/>
            <a:ext cx="2921000" cy="4381500"/>
          </a:xfrm>
          <a:prstGeom prst="rect">
            <a:avLst/>
          </a:prstGeom>
        </p:spPr>
      </p:pic>
      <p:sp>
        <p:nvSpPr>
          <p:cNvPr id="6" name="矩形 5"/>
          <p:cNvSpPr/>
          <p:nvPr/>
        </p:nvSpPr>
        <p:spPr>
          <a:xfrm>
            <a:off x="7239008" y="5429264"/>
            <a:ext cx="1097280" cy="36830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装饰线条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3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5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9"/>
            </p:custDataLst>
          </p:nvPr>
        </p:nvSpPr>
        <p:spPr>
          <a:xfrm>
            <a:off x="5620385" y="500380"/>
            <a:ext cx="34804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服装的内部结构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0"/>
            </p:custDataLst>
          </p:nvPr>
        </p:nvCxnSpPr>
        <p:spPr>
          <a:xfrm>
            <a:off x="640651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custDataLst>
      <p:tags r:id="rId11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五边形 35"/>
          <p:cNvSpPr/>
          <p:nvPr/>
        </p:nvSpPr>
        <p:spPr>
          <a:xfrm>
            <a:off x="389255" y="-8255"/>
            <a:ext cx="4288790" cy="6865620"/>
          </a:xfrm>
          <a:prstGeom prst="homePlate">
            <a:avLst>
              <a:gd name="adj" fmla="val 74358"/>
            </a:avLst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54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7" name="图片 36" descr="D:\慕课\新建文件夹\IMG_3099.JPGIMG_3099"/>
          <p:cNvPicPr>
            <a:picLocks noChangeAspect="1"/>
          </p:cNvPicPr>
          <p:nvPr/>
        </p:nvPicPr>
        <p:blipFill>
          <a:blip r:embed="rId1"/>
          <a:srcRect/>
          <a:stretch>
            <a:fillRect/>
          </a:stretch>
        </p:blipFill>
        <p:spPr>
          <a:xfrm>
            <a:off x="0" y="-8255"/>
            <a:ext cx="4288790" cy="6866255"/>
          </a:xfrm>
          <a:custGeom>
            <a:avLst/>
            <a:gdLst/>
            <a:ahLst/>
            <a:cxnLst>
              <a:cxn ang="3">
                <a:pos x="hc" y="t"/>
              </a:cxn>
              <a:cxn ang="cd2">
                <a:pos x="l" y="vc"/>
              </a:cxn>
              <a:cxn ang="cd4">
                <a:pos x="hc" y="b"/>
              </a:cxn>
              <a:cxn ang="0">
                <a:pos x="r" y="vc"/>
              </a:cxn>
            </a:cxnLst>
            <a:rect l="l" t="t" r="r" b="b"/>
            <a:pathLst>
              <a:path w="6754" h="10828">
                <a:moveTo>
                  <a:pt x="0" y="0"/>
                </a:moveTo>
                <a:lnTo>
                  <a:pt x="1732" y="0"/>
                </a:lnTo>
                <a:lnTo>
                  <a:pt x="6754" y="5414"/>
                </a:lnTo>
                <a:lnTo>
                  <a:pt x="1732" y="10828"/>
                </a:lnTo>
                <a:lnTo>
                  <a:pt x="0" y="10828"/>
                </a:lnTo>
                <a:lnTo>
                  <a:pt x="0" y="0"/>
                </a:lnTo>
                <a:close/>
              </a:path>
            </a:pathLst>
          </a:custGeom>
        </p:spPr>
      </p:pic>
      <p:sp>
        <p:nvSpPr>
          <p:cNvPr id="38" name="文本框 37"/>
          <p:cNvSpPr txBox="1"/>
          <p:nvPr/>
        </p:nvSpPr>
        <p:spPr>
          <a:xfrm>
            <a:off x="6436360" y="2522855"/>
            <a:ext cx="4403090" cy="82994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4800">
                <a:latin typeface="思源黑体 CN Medium" panose="020B0600000000000000" charset="-122"/>
                <a:ea typeface="思源黑体 CN Medium" panose="020B0600000000000000" charset="-122"/>
              </a:rPr>
              <a:t>服装的细节</a:t>
            </a:r>
            <a:endParaRPr lang="zh-CN" altLang="en-US" sz="48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  <p:cxnSp>
        <p:nvCxnSpPr>
          <p:cNvPr id="39" name="直接连接符 38"/>
          <p:cNvCxnSpPr/>
          <p:nvPr/>
        </p:nvCxnSpPr>
        <p:spPr>
          <a:xfrm>
            <a:off x="5414010" y="3429000"/>
            <a:ext cx="5259070" cy="0"/>
          </a:xfrm>
          <a:prstGeom prst="line">
            <a:avLst/>
          </a:prstGeom>
          <a:ln w="15875">
            <a:solidFill>
              <a:schemeClr val="tx1">
                <a:lumMod val="65000"/>
                <a:lumOff val="3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0" name="文本框 39"/>
          <p:cNvSpPr txBox="1"/>
          <p:nvPr/>
        </p:nvSpPr>
        <p:spPr>
          <a:xfrm>
            <a:off x="5309235" y="3743960"/>
            <a:ext cx="6395085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又称服装零部件，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 smtClean="0">
                <a:latin typeface="宋体" panose="02010600030101010101" pitchFamily="2" charset="-122"/>
                <a:ea typeface="宋体" panose="02010600030101010101" pitchFamily="2" charset="-122"/>
                <a:sym typeface="+mn-ea"/>
              </a:rPr>
              <a:t>一般包括领型、袖型、口袋、纽扣、腰带以及其他附件。</a:t>
            </a:r>
            <a:endParaRPr lang="zh-CN" altLang="en-US" sz="20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</a:endParaRPr>
          </a:p>
          <a:p>
            <a:endParaRPr lang="zh-CN" altLang="en-US" sz="2000">
              <a:latin typeface="思源黑体 CN Medium" panose="020B0600000000000000" charset="-122"/>
              <a:ea typeface="思源黑体 CN Medium" panose="020B0600000000000000" charset="-122"/>
              <a:cs typeface="思源黑体 CN Medium" panose="020B0600000000000000" charset="-122"/>
            </a:endParaRPr>
          </a:p>
        </p:txBody>
      </p:sp>
      <p:sp>
        <p:nvSpPr>
          <p:cNvPr id="42" name="圆角矩形 41"/>
          <p:cNvSpPr/>
          <p:nvPr/>
        </p:nvSpPr>
        <p:spPr>
          <a:xfrm>
            <a:off x="5414010" y="2664460"/>
            <a:ext cx="748030" cy="546100"/>
          </a:xfrm>
          <a:prstGeom prst="roundRect">
            <a:avLst/>
          </a:prstGeom>
          <a:gradFill>
            <a:gsLst>
              <a:gs pos="0">
                <a:srgbClr val="DE172B"/>
              </a:gs>
              <a:gs pos="100000">
                <a:srgbClr val="8C0013"/>
              </a:gs>
            </a:gsLst>
            <a:lin ang="18900000" scaled="0"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3" name="文本框 42"/>
          <p:cNvSpPr txBox="1"/>
          <p:nvPr/>
        </p:nvSpPr>
        <p:spPr>
          <a:xfrm>
            <a:off x="5520690" y="2677160"/>
            <a:ext cx="641350" cy="5219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800">
                <a:solidFill>
                  <a:schemeClr val="bg1"/>
                </a:solidFill>
                <a:latin typeface="思源黑体 CN Medium" panose="020B0600000000000000" charset="-122"/>
                <a:ea typeface="思源黑体 CN Medium" panose="020B0600000000000000" charset="-122"/>
              </a:rPr>
              <a:t>04</a:t>
            </a:r>
            <a:endParaRPr lang="en-US" altLang="zh-CN" sz="2800">
              <a:solidFill>
                <a:schemeClr val="bg1"/>
              </a:solidFill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2"/>
    </p:custData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slow" p14:dur="1000">
        <p:wipe/>
      </p:transition>
    </mc:Choice>
    <mc:Fallback>
      <p:transition spd="slow">
        <p:wipe/>
      </p:transition>
    </mc:Fallback>
  </mc:AlternateContent>
  <p:timing>
    <p:tnLst>
      <p:par>
        <p:cTn id="1" dur="indefinite" restart="never" nodeType="tmRoot"/>
      </p:par>
    </p:tnLst>
    <p:bldLst>
      <p:bldP spid="38" grpId="0"/>
      <p:bldP spid="40" grpId="0"/>
      <p:bldP spid="38" grpId="1"/>
      <p:bldP spid="40" grpId="1"/>
    </p:bldLst>
  </p:timing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>
            <p:custDataLst>
              <p:tags r:id="rId1"/>
            </p:custDataLst>
          </p:nvPr>
        </p:nvCxnSpPr>
        <p:spPr>
          <a:xfrm>
            <a:off x="755015" y="353949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" name="矩形 2"/>
          <p:cNvSpPr/>
          <p:nvPr/>
        </p:nvSpPr>
        <p:spPr>
          <a:xfrm>
            <a:off x="1597631" y="2870500"/>
            <a:ext cx="2286016" cy="2722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  <a:sym typeface="+mn-ea"/>
              </a:rPr>
              <a:t>领</a:t>
            </a:r>
            <a:endParaRPr lang="en-US" altLang="zh-CN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从结构工艺的角度，可以将领型划分为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: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1.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有领型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2.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+mn-ea"/>
              </a:rPr>
              <a:t>无领型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</p:txBody>
      </p:sp>
      <p:pic>
        <p:nvPicPr>
          <p:cNvPr id="2" name="图片 1" descr="IMG_4096.JPG"/>
          <p:cNvPicPr>
            <a:picLocks noChangeAspect="1"/>
          </p:cNvPicPr>
          <p:nvPr>
            <p:custDataLst>
              <p:tags r:id="rId2"/>
            </p:custDataLst>
          </p:nvPr>
        </p:nvPicPr>
        <p:blipFill>
          <a:blip r:embed="rId3"/>
          <a:stretch>
            <a:fillRect/>
          </a:stretch>
        </p:blipFill>
        <p:spPr>
          <a:xfrm>
            <a:off x="4840605" y="2348230"/>
            <a:ext cx="2510790" cy="3766185"/>
          </a:xfrm>
          <a:prstGeom prst="rect">
            <a:avLst/>
          </a:prstGeom>
        </p:spPr>
      </p:pic>
      <p:pic>
        <p:nvPicPr>
          <p:cNvPr id="8" name="图片 7" descr="IMG_3719.JPG"/>
          <p:cNvPicPr>
            <a:picLocks noChangeAspect="1"/>
          </p:cNvPicPr>
          <p:nvPr>
            <p:custDataLst>
              <p:tags r:id="rId4"/>
            </p:custDataLst>
          </p:nvPr>
        </p:nvPicPr>
        <p:blipFill>
          <a:blip r:embed="rId5"/>
          <a:stretch>
            <a:fillRect/>
          </a:stretch>
        </p:blipFill>
        <p:spPr>
          <a:xfrm>
            <a:off x="7552055" y="2343785"/>
            <a:ext cx="3808730" cy="3770630"/>
          </a:xfrm>
          <a:prstGeom prst="rect">
            <a:avLst/>
          </a:prstGeom>
        </p:spPr>
      </p:pic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5" name="任意多边形 4"/>
            <p:cNvSpPr/>
            <p:nvPr>
              <p:custDataLst>
                <p:tags r:id="rId6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4" name="任意多边形 3"/>
            <p:cNvSpPr/>
            <p:nvPr>
              <p:custDataLst>
                <p:tags r:id="rId7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直角三角形 5"/>
            <p:cNvSpPr/>
            <p:nvPr>
              <p:custDataLst>
                <p:tags r:id="rId8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9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10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11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12"/>
            </p:custDataLst>
          </p:nvPr>
        </p:nvSpPr>
        <p:spPr>
          <a:xfrm>
            <a:off x="5242560" y="500380"/>
            <a:ext cx="34804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服装的细节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3"/>
            </p:custDataLst>
          </p:nvPr>
        </p:nvCxnSpPr>
        <p:spPr>
          <a:xfrm>
            <a:off x="5803900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4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  <p:custDataLst>
      <p:tags r:id="rId15"/>
    </p:custData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>
            <p:custDataLst>
              <p:tags r:id="rId1"/>
            </p:custDataLst>
          </p:nvPr>
        </p:nvCxnSpPr>
        <p:spPr>
          <a:xfrm>
            <a:off x="755015" y="353949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313154" y="2884162"/>
            <a:ext cx="2786082" cy="2722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有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领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型</a:t>
            </a:r>
            <a:endParaRPr lang="zh-CN" altLang="en-US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连领（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 Collar 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）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一般用于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T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恤（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polo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衫）、衬衫等单衣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5242560" y="500380"/>
            <a:ext cx="34804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服装的细节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9"/>
            </p:custDataLst>
          </p:nvPr>
        </p:nvCxnSpPr>
        <p:spPr>
          <a:xfrm>
            <a:off x="5803900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4" name="图片 13" descr="IMG_3904.JP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4898390" y="1845945"/>
            <a:ext cx="3207385" cy="4268470"/>
          </a:xfrm>
          <a:prstGeom prst="rect">
            <a:avLst/>
          </a:prstGeom>
        </p:spPr>
      </p:pic>
      <p:pic>
        <p:nvPicPr>
          <p:cNvPr id="18" name="图片 17" descr="IMG_4091.JP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8350885" y="1846580"/>
            <a:ext cx="2844165" cy="4267835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>
            <p:custDataLst>
              <p:tags r:id="rId1"/>
            </p:custDataLst>
          </p:nvPr>
        </p:nvCxnSpPr>
        <p:spPr>
          <a:xfrm>
            <a:off x="755015" y="353949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313154" y="2884162"/>
            <a:ext cx="2786082" cy="272288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</a:rPr>
              <a:t>有领</a:t>
            </a:r>
            <a:r>
              <a:rPr lang="zh-CN" altLang="en-US" sz="2400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型</a:t>
            </a:r>
            <a:endParaRPr lang="zh-CN" altLang="en-US" sz="2400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endParaRPr lang="zh-CN" altLang="en-US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翻领（</a:t>
            </a:r>
            <a:r>
              <a:rPr lang="en-US" altLang="zh-CN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 Lapel </a:t>
            </a: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zh-CN" altLang="en-US" b="1" dirty="0" smtClean="0">
                <a:solidFill>
                  <a:schemeClr val="tx1">
                    <a:lumMod val="85000"/>
                    <a:lumOff val="15000"/>
                  </a:schemeClr>
                </a:solidFill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一般用于如西装、夹克及大衣等外衣</a:t>
            </a:r>
            <a:endParaRPr lang="zh-CN" altLang="en-US" dirty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5242560" y="500380"/>
            <a:ext cx="34804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服装的细节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9"/>
            </p:custDataLst>
          </p:nvPr>
        </p:nvCxnSpPr>
        <p:spPr>
          <a:xfrm>
            <a:off x="5803900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13" name="图片 12" descr="IMG_4096.JP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032625" y="1593850"/>
            <a:ext cx="3013710" cy="4520565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16" name="直接连接符 15"/>
          <p:cNvCxnSpPr/>
          <p:nvPr>
            <p:custDataLst>
              <p:tags r:id="rId1"/>
            </p:custDataLst>
          </p:nvPr>
        </p:nvCxnSpPr>
        <p:spPr>
          <a:xfrm>
            <a:off x="755015" y="353949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313180" y="2884170"/>
            <a:ext cx="4702175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袖</a:t>
            </a:r>
            <a:endParaRPr lang="zh-CN" sz="24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纯廓型角度</a:t>
            </a:r>
            <a:endParaRPr lang="zh-CN" altLang="en-US" sz="24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泡泡袖、蝙蝠袖、羊腿袖</a:t>
            </a: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……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）</a:t>
            </a:r>
            <a:endParaRPr lang="en-US" altLang="zh-CN" sz="24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2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3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4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5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6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7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8"/>
            </p:custDataLst>
          </p:nvPr>
        </p:nvSpPr>
        <p:spPr>
          <a:xfrm>
            <a:off x="5242560" y="500380"/>
            <a:ext cx="34804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服装的细节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9"/>
            </p:custDataLst>
          </p:nvPr>
        </p:nvCxnSpPr>
        <p:spPr>
          <a:xfrm>
            <a:off x="5803900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0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3" name="图片 2" descr="IMG_2557.JPG"/>
          <p:cNvPicPr>
            <a:picLocks noChangeAspect="1"/>
          </p:cNvPicPr>
          <p:nvPr>
            <p:custDataLst>
              <p:tags r:id="rId11"/>
            </p:custDataLst>
          </p:nvPr>
        </p:nvPicPr>
        <p:blipFill>
          <a:blip r:embed="rId12"/>
          <a:stretch>
            <a:fillRect/>
          </a:stretch>
        </p:blipFill>
        <p:spPr>
          <a:xfrm>
            <a:off x="7032625" y="1539875"/>
            <a:ext cx="3659505" cy="4574540"/>
          </a:xfrm>
          <a:prstGeom prst="rect">
            <a:avLst/>
          </a:prstGeom>
        </p:spPr>
      </p:pic>
    </p:spTree>
    <p:custDataLst>
      <p:tags r:id="rId13"/>
    </p:custData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" name="图片 12" descr="IMG_2542.JPG"/>
          <p:cNvPicPr>
            <a:picLocks noChangeAspect="1"/>
          </p:cNvPicPr>
          <p:nvPr>
            <p:custDataLst>
              <p:tags r:id="rId1"/>
            </p:custDataLst>
          </p:nvPr>
        </p:nvPicPr>
        <p:blipFill>
          <a:blip r:embed="rId2"/>
          <a:stretch>
            <a:fillRect/>
          </a:stretch>
        </p:blipFill>
        <p:spPr>
          <a:xfrm>
            <a:off x="8722995" y="1859915"/>
            <a:ext cx="2835910" cy="4254500"/>
          </a:xfrm>
          <a:prstGeom prst="rect">
            <a:avLst/>
          </a:prstGeom>
        </p:spPr>
      </p:pic>
      <p:cxnSp>
        <p:nvCxnSpPr>
          <p:cNvPr id="16" name="直接连接符 15"/>
          <p:cNvCxnSpPr/>
          <p:nvPr>
            <p:custDataLst>
              <p:tags r:id="rId3"/>
            </p:custDataLst>
          </p:nvPr>
        </p:nvCxnSpPr>
        <p:spPr>
          <a:xfrm>
            <a:off x="755015" y="3539490"/>
            <a:ext cx="6277610" cy="0"/>
          </a:xfrm>
          <a:prstGeom prst="line">
            <a:avLst/>
          </a:prstGeom>
          <a:ln w="12700">
            <a:solidFill>
              <a:schemeClr val="tx1">
                <a:lumMod val="50000"/>
                <a:lumOff val="50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矩形 1"/>
          <p:cNvSpPr/>
          <p:nvPr/>
        </p:nvSpPr>
        <p:spPr>
          <a:xfrm>
            <a:off x="1313180" y="2884170"/>
            <a:ext cx="4702175" cy="21685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袖</a:t>
            </a:r>
            <a:endParaRPr lang="zh-CN" sz="24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  <a:p>
            <a:pPr marL="342900" indent="-342900"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袖子与衣身的连接方式</a:t>
            </a:r>
            <a:endParaRPr lang="en-US" altLang="zh-CN" sz="24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(</a:t>
            </a: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如连肩袖、落肩等）</a:t>
            </a:r>
            <a:endParaRPr lang="en-US" altLang="zh-CN" sz="2400" b="1" dirty="0" smtClean="0">
              <a:solidFill>
                <a:schemeClr val="tx1"/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  <a:p>
            <a:pPr>
              <a:lnSpc>
                <a:spcPct val="150000"/>
              </a:lnSpc>
            </a:pPr>
            <a:endParaRPr lang="en-US" altLang="zh-CN" b="1" dirty="0" smtClean="0">
              <a:solidFill>
                <a:schemeClr val="tx1">
                  <a:lumMod val="85000"/>
                  <a:lumOff val="15000"/>
                </a:schemeClr>
              </a:solidFill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</a:endParaRPr>
          </a:p>
        </p:txBody>
      </p:sp>
      <p:grpSp>
        <p:nvGrpSpPr>
          <p:cNvPr id="7" name="组合 6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6" name="任意多边形 5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8" name="直角三角形 7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9" name="组合 8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0" name="任意多边形 9"/>
            <p:cNvSpPr/>
            <p:nvPr>
              <p:custDataLst>
                <p:tags r:id="rId7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1" name="任意多边形 10"/>
            <p:cNvSpPr/>
            <p:nvPr>
              <p:custDataLst>
                <p:tags r:id="rId8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2" name="直角三角形 11"/>
            <p:cNvSpPr/>
            <p:nvPr>
              <p:custDataLst>
                <p:tags r:id="rId9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sp>
        <p:nvSpPr>
          <p:cNvPr id="15" name="文本框 14"/>
          <p:cNvSpPr txBox="1"/>
          <p:nvPr>
            <p:custDataLst>
              <p:tags r:id="rId10"/>
            </p:custDataLst>
          </p:nvPr>
        </p:nvSpPr>
        <p:spPr>
          <a:xfrm>
            <a:off x="5242560" y="500380"/>
            <a:ext cx="3480435" cy="645160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pPr>
              <a:lnSpc>
                <a:spcPct val="150000"/>
              </a:lnSpc>
            </a:pPr>
            <a:r>
              <a:rPr lang="zh-CN" altLang="en-US" sz="2400" b="1" dirty="0" smtClean="0">
                <a:latin typeface="宋体" panose="02010600030101010101" pitchFamily="2" charset="-122"/>
                <a:ea typeface="宋体" panose="02010600030101010101" pitchFamily="2" charset="-122"/>
                <a:cs typeface="宋体" panose="02010600030101010101" pitchFamily="2" charset="-122"/>
                <a:sym typeface="+mn-ea"/>
              </a:rPr>
              <a:t>服装的细节</a:t>
            </a:r>
            <a:endParaRPr lang="en-US" altLang="zh-CN" sz="2400" b="1" dirty="0" smtClean="0">
              <a:latin typeface="宋体" panose="02010600030101010101" pitchFamily="2" charset="-122"/>
              <a:ea typeface="宋体" panose="02010600030101010101" pitchFamily="2" charset="-122"/>
              <a:cs typeface="宋体" panose="02010600030101010101" pitchFamily="2" charset="-122"/>
              <a:sym typeface="+mn-ea"/>
            </a:endParaRPr>
          </a:p>
        </p:txBody>
      </p:sp>
      <p:cxnSp>
        <p:nvCxnSpPr>
          <p:cNvPr id="21" name="直接连接符 20"/>
          <p:cNvCxnSpPr/>
          <p:nvPr>
            <p:custDataLst>
              <p:tags r:id="rId11"/>
            </p:custDataLst>
          </p:nvPr>
        </p:nvCxnSpPr>
        <p:spPr>
          <a:xfrm>
            <a:off x="5803900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矩形 16"/>
          <p:cNvSpPr/>
          <p:nvPr>
            <p:custDataLst>
              <p:tags r:id="rId12"/>
            </p:custDataLst>
          </p:nvPr>
        </p:nvSpPr>
        <p:spPr>
          <a:xfrm>
            <a:off x="648970" y="2960370"/>
            <a:ext cx="575945" cy="575945"/>
          </a:xfrm>
          <a:prstGeom prst="rect">
            <a:avLst/>
          </a:prstGeom>
          <a:solidFill>
            <a:srgbClr val="C00000"/>
          </a:solidFill>
          <a:ln w="22225">
            <a:solidFill>
              <a:schemeClr val="bg1">
                <a:lumMod val="8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pic>
        <p:nvPicPr>
          <p:cNvPr id="5" name="图片 4" descr="ad65128d097148128afd77b4dd20d7e6_th.jpg"/>
          <p:cNvPicPr>
            <a:picLocks noChangeAspect="1"/>
          </p:cNvPicPr>
          <p:nvPr>
            <p:custDataLst>
              <p:tags r:id="rId13"/>
            </p:custDataLst>
          </p:nvPr>
        </p:nvPicPr>
        <p:blipFill>
          <a:blip r:embed="rId14"/>
          <a:stretch>
            <a:fillRect/>
          </a:stretch>
        </p:blipFill>
        <p:spPr>
          <a:xfrm>
            <a:off x="5242560" y="1859915"/>
            <a:ext cx="3327400" cy="4254500"/>
          </a:xfrm>
          <a:prstGeom prst="rect">
            <a:avLst/>
          </a:prstGeom>
        </p:spPr>
      </p:pic>
    </p:spTree>
    <p:custDataLst>
      <p:tags r:id="rId15"/>
    </p:custData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矩形 4"/>
          <p:cNvSpPr/>
          <p:nvPr/>
        </p:nvSpPr>
        <p:spPr>
          <a:xfrm>
            <a:off x="2653956" y="500042"/>
            <a:ext cx="7572428" cy="5786478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" name="TextBox 1"/>
          <p:cNvSpPr txBox="1"/>
          <p:nvPr/>
        </p:nvSpPr>
        <p:spPr>
          <a:xfrm>
            <a:off x="3605825" y="468295"/>
            <a:ext cx="7215238" cy="590804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  </a:t>
            </a:r>
            <a:endParaRPr lang="en-US" sz="28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>
              <a:lnSpc>
                <a:spcPct val="150000"/>
              </a:lnSpc>
            </a:pPr>
            <a:endParaRPr lang="en-US" altLang="zh-CN" sz="1600" b="1" dirty="0">
              <a:solidFill>
                <a:schemeClr val="tx1">
                  <a:lumMod val="85000"/>
                  <a:lumOff val="15000"/>
                </a:schemeClr>
              </a:solidFill>
              <a:cs typeface="+mn-lt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1.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陈彬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服装设计基础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上海：东华大学出版社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2.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张星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服装流行学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北京：中国纺织出版社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3.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郑彤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,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罗锦婷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服装设计创意方法与实践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4.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王受之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世界时装史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北京：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中国青年出版社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5. 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王晓威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顶级品牌服装设计解读</a:t>
            </a:r>
            <a:r>
              <a:rPr 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.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上海：</a:t>
            </a:r>
            <a:r>
              <a:rPr lang="zh-CN" altLang="en-US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东华大学出版社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6.  Fashion A History from the 18</a:t>
            </a:r>
            <a:r>
              <a:rPr lang="en-US" altLang="zh-CN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to the 20</a:t>
            </a:r>
            <a:r>
              <a:rPr lang="en-US" altLang="zh-CN" sz="1600" baseline="300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th</a:t>
            </a: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Century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indent="0" fontAlgn="auto">
              <a:lnSpc>
                <a:spcPct val="150000"/>
              </a:lnSpc>
            </a:pPr>
            <a:r>
              <a:rPr lang="en-US" altLang="zh-CN" sz="1600" dirty="0">
                <a:solidFill>
                  <a:schemeClr val="tx1">
                    <a:lumMod val="85000"/>
                    <a:lumOff val="15000"/>
                  </a:schemeClr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7.  Vogue collections(app)</a:t>
            </a: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1600" dirty="0">
              <a:solidFill>
                <a:schemeClr val="tx1">
                  <a:lumMod val="85000"/>
                  <a:lumOff val="15000"/>
                </a:schemeClr>
              </a:solidFill>
              <a:latin typeface="+mn-ea"/>
            </a:endParaRPr>
          </a:p>
          <a:p>
            <a:pPr>
              <a:lnSpc>
                <a:spcPct val="150000"/>
              </a:lnSpc>
            </a:pPr>
            <a:endParaRPr lang="zh-CN" altLang="en-US" sz="1600" dirty="0">
              <a:solidFill>
                <a:schemeClr val="tx1">
                  <a:lumMod val="85000"/>
                  <a:lumOff val="15000"/>
                </a:schemeClr>
              </a:solidFill>
            </a:endParaRPr>
          </a:p>
        </p:txBody>
      </p:sp>
      <p:grpSp>
        <p:nvGrpSpPr>
          <p:cNvPr id="3" name="组合 2"/>
          <p:cNvGrpSpPr/>
          <p:nvPr/>
        </p:nvGrpSpPr>
        <p:grpSpPr>
          <a:xfrm>
            <a:off x="0" y="-9525"/>
            <a:ext cx="1313180" cy="1544955"/>
            <a:chOff x="0" y="-15"/>
            <a:chExt cx="2068" cy="2433"/>
          </a:xfrm>
        </p:grpSpPr>
        <p:sp>
          <p:nvSpPr>
            <p:cNvPr id="4" name="任意多边形 3"/>
            <p:cNvSpPr/>
            <p:nvPr>
              <p:custDataLst>
                <p:tags r:id="rId1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9" name="任意多边形 8"/>
            <p:cNvSpPr/>
            <p:nvPr>
              <p:custDataLst>
                <p:tags r:id="rId2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0" name="直角三角形 9"/>
            <p:cNvSpPr/>
            <p:nvPr>
              <p:custDataLst>
                <p:tags r:id="rId3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grpSp>
        <p:nvGrpSpPr>
          <p:cNvPr id="11" name="组合 10"/>
          <p:cNvGrpSpPr/>
          <p:nvPr/>
        </p:nvGrpSpPr>
        <p:grpSpPr>
          <a:xfrm rot="10800000">
            <a:off x="10878820" y="5329555"/>
            <a:ext cx="1313180" cy="1544955"/>
            <a:chOff x="0" y="-15"/>
            <a:chExt cx="2068" cy="2433"/>
          </a:xfrm>
        </p:grpSpPr>
        <p:sp>
          <p:nvSpPr>
            <p:cNvPr id="12" name="任意多边形 11"/>
            <p:cNvSpPr/>
            <p:nvPr>
              <p:custDataLst>
                <p:tags r:id="rId4"/>
              </p:custDataLst>
            </p:nvPr>
          </p:nvSpPr>
          <p:spPr>
            <a:xfrm>
              <a:off x="14" y="413"/>
              <a:ext cx="2054" cy="1100"/>
            </a:xfrm>
            <a:custGeom>
              <a:avLst/>
              <a:gdLst>
                <a:gd name="connsiteX0" fmla="*/ 0 w 2084"/>
                <a:gd name="connsiteY0" fmla="*/ 1072 h 1086"/>
                <a:gd name="connsiteX1" fmla="*/ 1365 w 2084"/>
                <a:gd name="connsiteY1" fmla="*/ 0 h 1086"/>
                <a:gd name="connsiteX2" fmla="*/ 2084 w 2084"/>
                <a:gd name="connsiteY2" fmla="*/ 663 h 1086"/>
                <a:gd name="connsiteX3" fmla="*/ 1944 w 2084"/>
                <a:gd name="connsiteY3" fmla="*/ 1086 h 1086"/>
                <a:gd name="connsiteX4" fmla="*/ 0 w 2084"/>
                <a:gd name="connsiteY4" fmla="*/ 1072 h 10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084" h="1086">
                  <a:moveTo>
                    <a:pt x="0" y="1072"/>
                  </a:moveTo>
                  <a:lnTo>
                    <a:pt x="1365" y="0"/>
                  </a:lnTo>
                  <a:lnTo>
                    <a:pt x="2084" y="663"/>
                  </a:lnTo>
                  <a:lnTo>
                    <a:pt x="1944" y="1086"/>
                  </a:lnTo>
                  <a:lnTo>
                    <a:pt x="0" y="1072"/>
                  </a:lnTo>
                  <a:close/>
                </a:path>
              </a:pathLst>
            </a:custGeom>
            <a:solidFill>
              <a:srgbClr val="8C0013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3" name="任意多边形 12"/>
            <p:cNvSpPr/>
            <p:nvPr>
              <p:custDataLst>
                <p:tags r:id="rId5"/>
              </p:custDataLst>
            </p:nvPr>
          </p:nvSpPr>
          <p:spPr>
            <a:xfrm flipV="1">
              <a:off x="873" y="-15"/>
              <a:ext cx="1195" cy="1107"/>
            </a:xfrm>
            <a:custGeom>
              <a:avLst/>
              <a:gdLst>
                <a:gd name="connsiteX0" fmla="*/ 0 w 1343"/>
                <a:gd name="connsiteY0" fmla="*/ 1228 h 1228"/>
                <a:gd name="connsiteX1" fmla="*/ 1343 w 1343"/>
                <a:gd name="connsiteY1" fmla="*/ 0 h 1228"/>
                <a:gd name="connsiteX2" fmla="*/ 1011 w 1343"/>
                <a:gd name="connsiteY2" fmla="*/ 1228 h 1228"/>
                <a:gd name="connsiteX3" fmla="*/ 0 w 1343"/>
                <a:gd name="connsiteY3" fmla="*/ 1228 h 12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343" h="1228">
                  <a:moveTo>
                    <a:pt x="0" y="1228"/>
                  </a:moveTo>
                  <a:lnTo>
                    <a:pt x="1343" y="0"/>
                  </a:lnTo>
                  <a:lnTo>
                    <a:pt x="1011" y="1228"/>
                  </a:lnTo>
                  <a:lnTo>
                    <a:pt x="0" y="1228"/>
                  </a:lnTo>
                  <a:close/>
                </a:path>
              </a:pathLst>
            </a:cu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  <p:sp>
          <p:nvSpPr>
            <p:cNvPr id="14" name="直角三角形 13"/>
            <p:cNvSpPr/>
            <p:nvPr>
              <p:custDataLst>
                <p:tags r:id="rId6"/>
              </p:custDataLst>
            </p:nvPr>
          </p:nvSpPr>
          <p:spPr>
            <a:xfrm flipV="1">
              <a:off x="0" y="1498"/>
              <a:ext cx="558" cy="921"/>
            </a:xfrm>
            <a:prstGeom prst="rtTriangle">
              <a:avLst/>
            </a:prstGeom>
            <a:solidFill>
              <a:srgbClr val="DE172B"/>
            </a:solid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p>
              <a:pPr algn="ctr"/>
              <a:endParaRPr lang="zh-CN" altLang="en-US"/>
            </a:p>
          </p:txBody>
        </p:sp>
      </p:grpSp>
      <p:cxnSp>
        <p:nvCxnSpPr>
          <p:cNvPr id="15" name="直接连接符 14"/>
          <p:cNvCxnSpPr/>
          <p:nvPr>
            <p:custDataLst>
              <p:tags r:id="rId7"/>
            </p:custDataLst>
          </p:nvPr>
        </p:nvCxnSpPr>
        <p:spPr>
          <a:xfrm>
            <a:off x="5803265" y="1545590"/>
            <a:ext cx="584200" cy="0"/>
          </a:xfrm>
          <a:prstGeom prst="line">
            <a:avLst/>
          </a:prstGeom>
          <a:ln w="34925">
            <a:solidFill>
              <a:schemeClr val="tx1">
                <a:lumMod val="85000"/>
                <a:lumOff val="1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6" name="任意多边形 15"/>
          <p:cNvSpPr/>
          <p:nvPr>
            <p:custDataLst>
              <p:tags r:id="rId8"/>
            </p:custDataLst>
          </p:nvPr>
        </p:nvSpPr>
        <p:spPr>
          <a:xfrm>
            <a:off x="724535" y="2441575"/>
            <a:ext cx="10743565" cy="3815715"/>
          </a:xfrm>
          <a:custGeom>
            <a:avLst/>
            <a:gdLst>
              <a:gd name="connsiteX0" fmla="*/ 11206 w 16919"/>
              <a:gd name="connsiteY0" fmla="*/ 4 h 6084"/>
              <a:gd name="connsiteX1" fmla="*/ 16919 w 16919"/>
              <a:gd name="connsiteY1" fmla="*/ 0 h 6084"/>
              <a:gd name="connsiteX2" fmla="*/ 16919 w 16919"/>
              <a:gd name="connsiteY2" fmla="*/ 6084 h 6084"/>
              <a:gd name="connsiteX3" fmla="*/ 0 w 16919"/>
              <a:gd name="connsiteY3" fmla="*/ 6084 h 6084"/>
              <a:gd name="connsiteX4" fmla="*/ 0 w 16919"/>
              <a:gd name="connsiteY4" fmla="*/ 0 h 6084"/>
              <a:gd name="connsiteX5" fmla="*/ 5711 w 16919"/>
              <a:gd name="connsiteY5" fmla="*/ 4 h 608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6919" h="6084">
                <a:moveTo>
                  <a:pt x="11206" y="4"/>
                </a:moveTo>
                <a:lnTo>
                  <a:pt x="16919" y="0"/>
                </a:lnTo>
                <a:lnTo>
                  <a:pt x="16919" y="6084"/>
                </a:lnTo>
                <a:lnTo>
                  <a:pt x="0" y="6084"/>
                </a:lnTo>
                <a:lnTo>
                  <a:pt x="0" y="0"/>
                </a:lnTo>
                <a:lnTo>
                  <a:pt x="5711" y="4"/>
                </a:lnTo>
              </a:path>
            </a:pathLst>
          </a:custGeom>
          <a:noFill/>
          <a:ln w="9525">
            <a:solidFill>
              <a:schemeClr val="tx1">
                <a:lumMod val="50000"/>
                <a:lumOff val="50000"/>
              </a:schemeClr>
            </a:solidFill>
            <a:headEnd type="oval"/>
            <a:tailEnd type="oval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>
            <p:custDataLst>
              <p:tags r:id="rId9"/>
            </p:custDataLst>
          </p:nvPr>
        </p:nvSpPr>
        <p:spPr>
          <a:xfrm>
            <a:off x="5322253" y="500380"/>
            <a:ext cx="2093595" cy="460375"/>
          </a:xfrm>
          <a:prstGeom prst="rect">
            <a:avLst/>
          </a:prstGeom>
          <a:noFill/>
        </p:spPr>
        <p:txBody>
          <a:bodyPr wrap="square" rtlCol="0" anchor="t">
            <a:spAutoFit/>
          </a:bodyPr>
          <a:p>
            <a:r>
              <a:rPr lang="zh-CN" altLang="en-US" sz="2400">
                <a:latin typeface="思源黑体 CN Medium" panose="020B0600000000000000" charset="-122"/>
                <a:ea typeface="思源黑体 CN Medium" panose="020B0600000000000000" charset="-122"/>
                <a:sym typeface="+mn-ea"/>
              </a:rPr>
              <a:t>参考文献</a:t>
            </a:r>
            <a:endParaRPr lang="zh-CN" altLang="en-US" sz="2400">
              <a:latin typeface="思源黑体 CN Medium" panose="020B0600000000000000" charset="-122"/>
              <a:ea typeface="思源黑体 CN Medium" panose="020B0600000000000000" charset="-122"/>
            </a:endParaRPr>
          </a:p>
        </p:txBody>
      </p:sp>
    </p:spTree>
    <p:custDataLst>
      <p:tags r:id="rId10"/>
    </p:custDataLst>
  </p:cSld>
  <p:clrMapOvr>
    <a:masterClrMapping/>
  </p:clrMapOvr>
  <p:timing>
    <p:tnLst>
      <p:par>
        <p:cTn id="1" dur="indefinite" restart="never" nodeType="tmRoot"/>
      </p:par>
    </p:tnLst>
    <p:bldLst>
      <p:bldP spid="18" grpId="0"/>
      <p:bldP spid="18" grpId="1"/>
    </p:bldLst>
  </p:timing>
</p:sld>
</file>

<file path=ppt/tags/tag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**"/>
  <p:tag name="KSO_WM_UNIT_LAYERLEVEL" val="1"/>
  <p:tag name="KSO_WM_TAG_VERSION" val="1.0"/>
  <p:tag name="KSO_WM_BEAUTIFY_FLAG" val="#wm#"/>
</p:tagLst>
</file>

<file path=ppt/tags/tag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2**"/>
  <p:tag name="KSO_WM_UNIT_LAYERLEVEL" val="1"/>
  <p:tag name="KSO_WM_TAG_VERSION" val="1.0"/>
  <p:tag name="KSO_WM_BEAUTIFY_FLAG" val="#wm#"/>
</p:tagLst>
</file>

<file path=ppt/tags/tag1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3**"/>
  <p:tag name="KSO_WM_UNIT_LAYERLEVEL" val="1"/>
  <p:tag name="KSO_WM_TAG_VERSION" val="1.0"/>
  <p:tag name="KSO_WM_BEAUTIFY_FLAG" val="#wm#"/>
</p:tagLst>
</file>

<file path=ppt/tags/tag1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1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4**"/>
  <p:tag name="KSO_WM_UNIT_LAYERLEVEL" val="1"/>
  <p:tag name="KSO_WM_TAG_VERSION" val="1.0"/>
  <p:tag name="KSO_WM_BEAUTIFY_FLAG" val="#wm#"/>
</p:tagLst>
</file>

<file path=ppt/tags/tag2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2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5**"/>
  <p:tag name="KSO_WM_UNIT_LAYERLEVEL" val="1"/>
  <p:tag name="KSO_WM_TAG_VERSION" val="1.0"/>
  <p:tag name="KSO_WM_BEAUTIFY_FLAG" val="#wm#"/>
</p:tagLst>
</file>

<file path=ppt/tags/tag3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6**"/>
  <p:tag name="KSO_WM_UNIT_LAYERLEVEL" val="1"/>
  <p:tag name="KSO_WM_TAG_VERSION" val="1.0"/>
  <p:tag name="KSO_WM_BEAUTIFY_FLAG" val="#wm#"/>
</p:tagLst>
</file>

<file path=ppt/tags/tag3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7**"/>
  <p:tag name="KSO_WM_UNIT_LAYERLEVEL" val="1"/>
  <p:tag name="KSO_WM_TAG_VERSION" val="1.0"/>
  <p:tag name="KSO_WM_BEAUTIFY_FLAG" val="#wm#"/>
</p:tagLst>
</file>

<file path=ppt/tags/tag3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3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8**"/>
  <p:tag name="KSO_WM_UNIT_LAYERLEVEL" val="1"/>
  <p:tag name="KSO_WM_TAG_VERSION" val="1.0"/>
  <p:tag name="KSO_WM_BEAUTIFY_FLAG" val="#wm#"/>
</p:tagLst>
</file>

<file path=ppt/tags/tag4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9**"/>
  <p:tag name="KSO_WM_UNIT_LAYERLEVEL" val="1"/>
  <p:tag name="KSO_WM_TAG_VERSION" val="1.0"/>
  <p:tag name="KSO_WM_BEAUTIFY_FLAG" val="#wm#"/>
</p:tagLst>
</file>

<file path=ppt/tags/tag4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4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0**"/>
  <p:tag name="KSO_WM_UNIT_LAYERLEVEL" val="1"/>
  <p:tag name="KSO_WM_TAG_VERSION" val="1.0"/>
  <p:tag name="KSO_WM_BEAUTIFY_FLAG" val="#wm#"/>
</p:tagLst>
</file>

<file path=ppt/tags/tag52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3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4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5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6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11**"/>
  <p:tag name="KSO_WM_UNIT_LAYERLEVEL" val="1"/>
  <p:tag name="KSO_WM_TAG_VERSION" val="1.0"/>
  <p:tag name="KSO_WM_BEAUTIFY_FLAG" val="#wm#"/>
</p:tagLst>
</file>

<file path=ppt/tags/tag57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8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  <p:tag name="KSO_WM_TEMPLATE_CATEGORY" val="custom"/>
  <p:tag name="KSO_WM_TEMPLATE_INDEX" val="20205081"/>
</p:tagLst>
</file>

<file path=ppt/tags/tag59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0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1.xml><?xml version="1.0" encoding="utf-8"?>
<p:tagLst xmlns:p="http://schemas.openxmlformats.org/presentationml/2006/main">
  <p:tag name="KSO_WM_UNIT_HIGHLIGHT" val="0"/>
  <p:tag name="KSO_WM_UNIT_COMPATIBLE" val="0"/>
  <p:tag name="KSO_WM_UNIT_DIAGRAM_ISNUMVISUAL" val="0"/>
  <p:tag name="KSO_WM_UNIT_DIAGRAM_ISREFERUNIT" val="0"/>
  <p:tag name="KSO_WM_UNIT_ID" val="_0**"/>
  <p:tag name="KSO_WM_UNIT_LAYERLEVEL" val="1"/>
  <p:tag name="KSO_WM_TAG_VERSION" val="1.0"/>
  <p:tag name="KSO_WM_BEAUTIFY_FLAG" val="#wm#"/>
</p:tagLst>
</file>

<file path=ppt/tags/tag62.xml><?xml version="1.0" encoding="utf-8"?>
<p:tagLst xmlns:p="http://schemas.openxmlformats.org/presentationml/2006/main">
  <p:tag name="KSO_WM_TEMPLATE_THUMBS_INDEX" val="1、4、7、12、13、14、15、16、17、18、20、24、25、28、33、36、40、43、44"/>
  <p:tag name="KSO_WM_TEMPLATE_SUBCATEGORY" val="19"/>
  <p:tag name="KSO_WM_TAG_VERSION" val="1.0"/>
  <p:tag name="KSO_WM_BEAUTIFY_FLAG" val="#wm#"/>
  <p:tag name="KSO_WM_TEMPLATE_CATEGORY" val="custom"/>
  <p:tag name="KSO_WM_TEMPLATE_INDEX" val="20205081"/>
  <p:tag name="KSO_WM_TEMPLATE_MASTER_TYPE" val="0"/>
  <p:tag name="KSO_WM_TEMPLATE_COLOR_TYPE" val="1"/>
  <p:tag name="KSO_WM_UNIT_SHOW_EDIT_AREA_INDICATION" val="1"/>
</p:tagLst>
</file>

<file path=ppt/tags/tag63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64.xml><?xml version="1.0" encoding="utf-8"?>
<p:tagLst xmlns:p="http://schemas.openxmlformats.org/presentationml/2006/main">
  <p:tag name="KSO_WM_BEAUTIFY_FLAG" val=""/>
</p:tagLst>
</file>

<file path=ppt/tags/tag65.xml><?xml version="1.0" encoding="utf-8"?>
<p:tagLst xmlns:p="http://schemas.openxmlformats.org/presentationml/2006/main">
  <p:tag name="KSO_WM_BEAUTIFY_FLAG" val=""/>
</p:tagLst>
</file>

<file path=ppt/tags/tag66.xml><?xml version="1.0" encoding="utf-8"?>
<p:tagLst xmlns:p="http://schemas.openxmlformats.org/presentationml/2006/main">
  <p:tag name="KSO_WM_BEAUTIFY_FLAG" val=""/>
</p:tagLst>
</file>

<file path=ppt/tags/tag67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6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69.xml><?xml version="1.0" encoding="utf-8"?>
<p:tagLst xmlns:p="http://schemas.openxmlformats.org/presentationml/2006/main">
  <p:tag name="KSO_WM_UNIT_PLACING_PICTURE_USER_VIEWPORT" val="{&quot;height&quot;:2536,&quot;width&quot;:2536}"/>
</p:tagLst>
</file>

<file path=ppt/tags/tag70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71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72.xml><?xml version="1.0" encoding="utf-8"?>
<p:tagLst xmlns:p="http://schemas.openxmlformats.org/presentationml/2006/main">
  <p:tag name="KSO_WM_BEAUTIFY_FLAG" val=""/>
</p:tagLst>
</file>

<file path=ppt/tags/tag73.xml><?xml version="1.0" encoding="utf-8"?>
<p:tagLst xmlns:p="http://schemas.openxmlformats.org/presentationml/2006/main">
  <p:tag name="KSO_WM_BEAUTIFY_FLAG" val=""/>
</p:tagLst>
</file>

<file path=ppt/tags/tag74.xml><?xml version="1.0" encoding="utf-8"?>
<p:tagLst xmlns:p="http://schemas.openxmlformats.org/presentationml/2006/main">
  <p:tag name="KSO_WM_BEAUTIFY_FLAG" val=""/>
</p:tagLst>
</file>

<file path=ppt/tags/tag75.xml><?xml version="1.0" encoding="utf-8"?>
<p:tagLst xmlns:p="http://schemas.openxmlformats.org/presentationml/2006/main">
  <p:tag name="KSO_WM_BEAUTIFY_FLAG" val=""/>
</p:tagLst>
</file>

<file path=ppt/tags/tag76.xml><?xml version="1.0" encoding="utf-8"?>
<p:tagLst xmlns:p="http://schemas.openxmlformats.org/presentationml/2006/main">
  <p:tag name="KSO_WM_BEAUTIFY_FLAG" val=""/>
</p:tagLst>
</file>

<file path=ppt/tags/tag77.xml><?xml version="1.0" encoding="utf-8"?>
<p:tagLst xmlns:p="http://schemas.openxmlformats.org/presentationml/2006/main">
  <p:tag name="KSO_WM_BEAUTIFY_FLAG" val=""/>
</p:tagLst>
</file>

<file path=ppt/tags/tag78.xml><?xml version="1.0" encoding="utf-8"?>
<p:tagLst xmlns:p="http://schemas.openxmlformats.org/presentationml/2006/main">
  <p:tag name="KSO_WM_SPECIAL_SOURCE" val="bdnull"/>
</p:tagLst>
</file>

<file path=ppt/tags/tag79.xml><?xml version="1.0" encoding="utf-8"?>
<p:tagLst xmlns:p="http://schemas.openxmlformats.org/presentationml/2006/main">
  <p:tag name="KSO_WM_BEAUTIFY_FLAG" val=""/>
</p:tagLst>
</file>

<file path=ppt/tags/tag80.xml><?xml version="1.0" encoding="utf-8"?>
<p:tagLst xmlns:p="http://schemas.openxmlformats.org/presentationml/2006/main">
  <p:tag name="KSO_WM_BEAUTIFY_FLAG" val=""/>
</p:tagLst>
</file>

<file path=ppt/tags/tag81.xml><?xml version="1.0" encoding="utf-8"?>
<p:tagLst xmlns:p="http://schemas.openxmlformats.org/presentationml/2006/main">
  <p:tag name="KSO_WM_BEAUTIFY_FLAG" val=""/>
</p:tagLst>
</file>

<file path=ppt/tags/tag82.xml><?xml version="1.0" encoding="utf-8"?>
<p:tagLst xmlns:p="http://schemas.openxmlformats.org/presentationml/2006/main">
  <p:tag name="KSO_WM_BEAUTIFY_FLAG" val=""/>
</p:tagLst>
</file>

<file path=ppt/tags/tag83.xml><?xml version="1.0" encoding="utf-8"?>
<p:tagLst xmlns:p="http://schemas.openxmlformats.org/presentationml/2006/main">
  <p:tag name="KSO_WM_BEAUTIFY_FLAG" val=""/>
</p:tagLst>
</file>

<file path=ppt/tags/tag84.xml><?xml version="1.0" encoding="utf-8"?>
<p:tagLst xmlns:p="http://schemas.openxmlformats.org/presentationml/2006/main">
  <p:tag name="KSO_WM_BEAUTIFY_FLAG" val=""/>
</p:tagLst>
</file>

<file path=ppt/tags/tag85.xml><?xml version="1.0" encoding="utf-8"?>
<p:tagLst xmlns:p="http://schemas.openxmlformats.org/presentationml/2006/main">
  <p:tag name="KSO_WM_BEAUTIFY_FLAG" val=""/>
</p:tagLst>
</file>

<file path=ppt/tags/tag86.xml><?xml version="1.0" encoding="utf-8"?>
<p:tagLst xmlns:p="http://schemas.openxmlformats.org/presentationml/2006/main">
  <p:tag name="KSO_WM_BEAUTIFY_FLAG" val=""/>
</p:tagLst>
</file>

<file path=ppt/tags/tag87.xml><?xml version="1.0" encoding="utf-8"?>
<p:tagLst xmlns:p="http://schemas.openxmlformats.org/presentationml/2006/main">
  <p:tag name="KSO_WM_BEAUTIFY_FLAG" val=""/>
</p:tagLst>
</file>

<file path=ppt/tags/tag88.xml><?xml version="1.0" encoding="utf-8"?>
<p:tagLst xmlns:p="http://schemas.openxmlformats.org/presentationml/2006/main">
  <p:tag name="KSO_WM_BEAUTIFY_FLAG" val=""/>
</p:tagLst>
</file>

<file path=ppt/tags/tag89.xml><?xml version="1.0" encoding="utf-8"?>
<p:tagLst xmlns:p="http://schemas.openxmlformats.org/presentationml/2006/main">
  <p:tag name="KSO_WM_BEAUTIFY_FLAG" val=""/>
</p:tagLst>
</file>

<file path=ppt/tags/tag90.xml><?xml version="1.0" encoding="utf-8"?>
<p:tagLst xmlns:p="http://schemas.openxmlformats.org/presentationml/2006/main">
  <p:tag name="KSO_WM_SPECIAL_SOURCE" val="bdnull"/>
</p:tagLst>
</file>

<file path=ppt/tags/tag91.xml><?xml version="1.0" encoding="utf-8"?>
<p:tagLst xmlns:p="http://schemas.openxmlformats.org/presentationml/2006/main">
  <p:tag name="KSO_WM_BEAUTIFY_FLAG" val=""/>
</p:tagLst>
</file>

<file path=ppt/tags/tag92.xml><?xml version="1.0" encoding="utf-8"?>
<p:tagLst xmlns:p="http://schemas.openxmlformats.org/presentationml/2006/main">
  <p:tag name="KSO_WM_BEAUTIFY_FLAG" val=""/>
</p:tagLst>
</file>

<file path=ppt/tags/tag93.xml><?xml version="1.0" encoding="utf-8"?>
<p:tagLst xmlns:p="http://schemas.openxmlformats.org/presentationml/2006/main">
  <p:tag name="KSO_WM_BEAUTIFY_FLAG" val=""/>
</p:tagLst>
</file>

<file path=ppt/tags/tag94.xml><?xml version="1.0" encoding="utf-8"?>
<p:tagLst xmlns:p="http://schemas.openxmlformats.org/presentationml/2006/main">
  <p:tag name="KSO_WM_BEAUTIFY_FLAG" val=""/>
</p:tagLst>
</file>

<file path=ppt/tags/tag95.xml><?xml version="1.0" encoding="utf-8"?>
<p:tagLst xmlns:p="http://schemas.openxmlformats.org/presentationml/2006/main">
  <p:tag name="KSO_WM_BEAUTIFY_FLAG" val=""/>
</p:tagLst>
</file>

<file path=ppt/tags/tag96.xml><?xml version="1.0" encoding="utf-8"?>
<p:tagLst xmlns:p="http://schemas.openxmlformats.org/presentationml/2006/main">
  <p:tag name="KSO_WM_BEAUTIFY_FLAG" val=""/>
</p:tagLst>
</file>

<file path=ppt/tags/tag97.xml><?xml version="1.0" encoding="utf-8"?>
<p:tagLst xmlns:p="http://schemas.openxmlformats.org/presentationml/2006/main">
  <p:tag name="KSO_WM_BEAUTIFY_FLAG" val=""/>
</p:tagLst>
</file>

<file path=ppt/tags/tag98.xml><?xml version="1.0" encoding="utf-8"?>
<p:tagLst xmlns:p="http://schemas.openxmlformats.org/presentationml/2006/main">
  <p:tag name="KSO_WM_BEAUTIFY_FLAG" val=""/>
</p:tagLst>
</file>

<file path=ppt/tags/tag99.xml><?xml version="1.0" encoding="utf-8"?>
<p:tagLst xmlns:p="http://schemas.openxmlformats.org/presentationml/2006/main">
  <p:tag name="KSO_WM_BEAUTIFY_FLAG" val=""/>
</p:tagLst>
</file>

<file path=ppt/tags/tag100.xml><?xml version="1.0" encoding="utf-8"?>
<p:tagLst xmlns:p="http://schemas.openxmlformats.org/presentationml/2006/main">
  <p:tag name="KSO_WM_BEAUTIFY_FLAG" val=""/>
</p:tagLst>
</file>

<file path=ppt/tags/tag101.xml><?xml version="1.0" encoding="utf-8"?>
<p:tagLst xmlns:p="http://schemas.openxmlformats.org/presentationml/2006/main">
  <p:tag name="KSO_WM_SPECIAL_SOURCE" val="bdnull"/>
</p:tagLst>
</file>

<file path=ppt/tags/tag102.xml><?xml version="1.0" encoding="utf-8"?>
<p:tagLst xmlns:p="http://schemas.openxmlformats.org/presentationml/2006/main">
  <p:tag name="KSO_WM_BEAUTIFY_FLAG" val=""/>
</p:tagLst>
</file>

<file path=ppt/tags/tag103.xml><?xml version="1.0" encoding="utf-8"?>
<p:tagLst xmlns:p="http://schemas.openxmlformats.org/presentationml/2006/main">
  <p:tag name="KSO_WM_BEAUTIFY_FLAG" val=""/>
</p:tagLst>
</file>

<file path=ppt/tags/tag104.xml><?xml version="1.0" encoding="utf-8"?>
<p:tagLst xmlns:p="http://schemas.openxmlformats.org/presentationml/2006/main">
  <p:tag name="KSO_WM_BEAUTIFY_FLAG" val=""/>
</p:tagLst>
</file>

<file path=ppt/tags/tag105.xml><?xml version="1.0" encoding="utf-8"?>
<p:tagLst xmlns:p="http://schemas.openxmlformats.org/presentationml/2006/main">
  <p:tag name="KSO_WM_BEAUTIFY_FLAG" val=""/>
</p:tagLst>
</file>

<file path=ppt/tags/tag106.xml><?xml version="1.0" encoding="utf-8"?>
<p:tagLst xmlns:p="http://schemas.openxmlformats.org/presentationml/2006/main">
  <p:tag name="KSO_WM_BEAUTIFY_FLAG" val=""/>
</p:tagLst>
</file>

<file path=ppt/tags/tag107.xml><?xml version="1.0" encoding="utf-8"?>
<p:tagLst xmlns:p="http://schemas.openxmlformats.org/presentationml/2006/main">
  <p:tag name="KSO_WM_BEAUTIFY_FLAG" val=""/>
</p:tagLst>
</file>

<file path=ppt/tags/tag108.xml><?xml version="1.0" encoding="utf-8"?>
<p:tagLst xmlns:p="http://schemas.openxmlformats.org/presentationml/2006/main">
  <p:tag name="KSO_WM_BEAUTIFY_FLAG" val=""/>
</p:tagLst>
</file>

<file path=ppt/tags/tag109.xml><?xml version="1.0" encoding="utf-8"?>
<p:tagLst xmlns:p="http://schemas.openxmlformats.org/presentationml/2006/main">
  <p:tag name="KSO_WM_BEAUTIFY_FLAG" val=""/>
</p:tagLst>
</file>

<file path=ppt/tags/tag110.xml><?xml version="1.0" encoding="utf-8"?>
<p:tagLst xmlns:p="http://schemas.openxmlformats.org/presentationml/2006/main">
  <p:tag name="KSO_WM_BEAUTIFY_FLAG" val=""/>
</p:tagLst>
</file>

<file path=ppt/tags/tag111.xml><?xml version="1.0" encoding="utf-8"?>
<p:tagLst xmlns:p="http://schemas.openxmlformats.org/presentationml/2006/main">
  <p:tag name="KSO_WM_BEAUTIFY_FLAG" val=""/>
</p:tagLst>
</file>

<file path=ppt/tags/tag112.xml><?xml version="1.0" encoding="utf-8"?>
<p:tagLst xmlns:p="http://schemas.openxmlformats.org/presentationml/2006/main">
  <p:tag name="KSO_WM_SPECIAL_SOURCE" val="bdnull"/>
</p:tagLst>
</file>

<file path=ppt/tags/tag113.xml><?xml version="1.0" encoding="utf-8"?>
<p:tagLst xmlns:p="http://schemas.openxmlformats.org/presentationml/2006/main">
  <p:tag name="KSO_WM_BEAUTIFY_FLAG" val=""/>
</p:tagLst>
</file>

<file path=ppt/tags/tag114.xml><?xml version="1.0" encoding="utf-8"?>
<p:tagLst xmlns:p="http://schemas.openxmlformats.org/presentationml/2006/main">
  <p:tag name="KSO_WM_BEAUTIFY_FLAG" val=""/>
</p:tagLst>
</file>

<file path=ppt/tags/tag115.xml><?xml version="1.0" encoding="utf-8"?>
<p:tagLst xmlns:p="http://schemas.openxmlformats.org/presentationml/2006/main">
  <p:tag name="KSO_WM_BEAUTIFY_FLAG" val=""/>
</p:tagLst>
</file>

<file path=ppt/tags/tag116.xml><?xml version="1.0" encoding="utf-8"?>
<p:tagLst xmlns:p="http://schemas.openxmlformats.org/presentationml/2006/main">
  <p:tag name="KSO_WM_BEAUTIFY_FLAG" val=""/>
</p:tagLst>
</file>

<file path=ppt/tags/tag117.xml><?xml version="1.0" encoding="utf-8"?>
<p:tagLst xmlns:p="http://schemas.openxmlformats.org/presentationml/2006/main">
  <p:tag name="KSO_WM_BEAUTIFY_FLAG" val=""/>
</p:tagLst>
</file>

<file path=ppt/tags/tag118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119.xml><?xml version="1.0" encoding="utf-8"?>
<p:tagLst xmlns:p="http://schemas.openxmlformats.org/presentationml/2006/main">
  <p:tag name="KSO_WM_BEAUTIFY_FLAG" val=""/>
</p:tagLst>
</file>

<file path=ppt/tags/tag120.xml><?xml version="1.0" encoding="utf-8"?>
<p:tagLst xmlns:p="http://schemas.openxmlformats.org/presentationml/2006/main">
  <p:tag name="KSO_WM_BEAUTIFY_FLAG" val=""/>
</p:tagLst>
</file>

<file path=ppt/tags/tag121.xml><?xml version="1.0" encoding="utf-8"?>
<p:tagLst xmlns:p="http://schemas.openxmlformats.org/presentationml/2006/main">
  <p:tag name="KSO_WM_BEAUTIFY_FLAG" val=""/>
</p:tagLst>
</file>

<file path=ppt/tags/tag122.xml><?xml version="1.0" encoding="utf-8"?>
<p:tagLst xmlns:p="http://schemas.openxmlformats.org/presentationml/2006/main">
  <p:tag name="KSO_WM_BEAUTIFY_FLAG" val=""/>
</p:tagLst>
</file>

<file path=ppt/tags/tag123.xml><?xml version="1.0" encoding="utf-8"?>
<p:tagLst xmlns:p="http://schemas.openxmlformats.org/presentationml/2006/main">
  <p:tag name="KSO_WM_BEAUTIFY_FLAG" val=""/>
</p:tagLst>
</file>

<file path=ppt/tags/tag124.xml><?xml version="1.0" encoding="utf-8"?>
<p:tagLst xmlns:p="http://schemas.openxmlformats.org/presentationml/2006/main">
  <p:tag name="KSO_WM_BEAUTIFY_FLAG" val=""/>
</p:tagLst>
</file>

<file path=ppt/tags/tag125.xml><?xml version="1.0" encoding="utf-8"?>
<p:tagLst xmlns:p="http://schemas.openxmlformats.org/presentationml/2006/main">
  <p:tag name="KSO_WM_BEAUTIFY_FLAG" val=""/>
</p:tagLst>
</file>

<file path=ppt/tags/tag126.xml><?xml version="1.0" encoding="utf-8"?>
<p:tagLst xmlns:p="http://schemas.openxmlformats.org/presentationml/2006/main">
  <p:tag name="KSO_WM_BEAUTIFY_FLAG" val=""/>
</p:tagLst>
</file>

<file path=ppt/tags/tag127.xml><?xml version="1.0" encoding="utf-8"?>
<p:tagLst xmlns:p="http://schemas.openxmlformats.org/presentationml/2006/main">
  <p:tag name="KSO_WM_BEAUTIFY_FLAG" val=""/>
</p:tagLst>
</file>

<file path=ppt/tags/tag128.xml><?xml version="1.0" encoding="utf-8"?>
<p:tagLst xmlns:p="http://schemas.openxmlformats.org/presentationml/2006/main">
  <p:tag name="KSO_WM_BEAUTIFY_FLAG" val=""/>
</p:tagLst>
</file>

<file path=ppt/tags/tag129.xml><?xml version="1.0" encoding="utf-8"?>
<p:tagLst xmlns:p="http://schemas.openxmlformats.org/presentationml/2006/main">
  <p:tag name="KSO_WM_SPECIAL_SOURCE" val="bdnull"/>
</p:tagLst>
</file>

<file path=ppt/tags/tag130.xml><?xml version="1.0" encoding="utf-8"?>
<p:tagLst xmlns:p="http://schemas.openxmlformats.org/presentationml/2006/main">
  <p:tag name="KSO_WM_BEAUTIFY_FLAG" val=""/>
</p:tagLst>
</file>

<file path=ppt/tags/tag131.xml><?xml version="1.0" encoding="utf-8"?>
<p:tagLst xmlns:p="http://schemas.openxmlformats.org/presentationml/2006/main">
  <p:tag name="KSO_WM_BEAUTIFY_FLAG" val=""/>
</p:tagLst>
</file>

<file path=ppt/tags/tag132.xml><?xml version="1.0" encoding="utf-8"?>
<p:tagLst xmlns:p="http://schemas.openxmlformats.org/presentationml/2006/main">
  <p:tag name="KSO_WM_BEAUTIFY_FLAG" val=""/>
</p:tagLst>
</file>

<file path=ppt/tags/tag133.xml><?xml version="1.0" encoding="utf-8"?>
<p:tagLst xmlns:p="http://schemas.openxmlformats.org/presentationml/2006/main">
  <p:tag name="KSO_WM_BEAUTIFY_FLAG" val=""/>
</p:tagLst>
</file>

<file path=ppt/tags/tag134.xml><?xml version="1.0" encoding="utf-8"?>
<p:tagLst xmlns:p="http://schemas.openxmlformats.org/presentationml/2006/main">
  <p:tag name="KSO_WM_BEAUTIFY_FLAG" val=""/>
</p:tagLst>
</file>

<file path=ppt/tags/tag135.xml><?xml version="1.0" encoding="utf-8"?>
<p:tagLst xmlns:p="http://schemas.openxmlformats.org/presentationml/2006/main">
  <p:tag name="KSO_WM_BEAUTIFY_FLAG" val=""/>
</p:tagLst>
</file>

<file path=ppt/tags/tag136.xml><?xml version="1.0" encoding="utf-8"?>
<p:tagLst xmlns:p="http://schemas.openxmlformats.org/presentationml/2006/main">
  <p:tag name="KSO_WM_SPECIAL_SOURCE" val="bdnull"/>
</p:tagLst>
</file>

<file path=ppt/tags/tag137.xml><?xml version="1.0" encoding="utf-8"?>
<p:tagLst xmlns:p="http://schemas.openxmlformats.org/presentationml/2006/main">
  <p:tag name="KSO_WM_BEAUTIFY_FLAG" val=""/>
</p:tagLst>
</file>

<file path=ppt/tags/tag138.xml><?xml version="1.0" encoding="utf-8"?>
<p:tagLst xmlns:p="http://schemas.openxmlformats.org/presentationml/2006/main">
  <p:tag name="KSO_WM_BEAUTIFY_FLAG" val=""/>
</p:tagLst>
</file>

<file path=ppt/tags/tag139.xml><?xml version="1.0" encoding="utf-8"?>
<p:tagLst xmlns:p="http://schemas.openxmlformats.org/presentationml/2006/main">
  <p:tag name="KSO_WM_BEAUTIFY_FLAG" val=""/>
</p:tagLst>
</file>

<file path=ppt/tags/tag140.xml><?xml version="1.0" encoding="utf-8"?>
<p:tagLst xmlns:p="http://schemas.openxmlformats.org/presentationml/2006/main">
  <p:tag name="KSO_WM_BEAUTIFY_FLAG" val=""/>
</p:tagLst>
</file>

<file path=ppt/tags/tag141.xml><?xml version="1.0" encoding="utf-8"?>
<p:tagLst xmlns:p="http://schemas.openxmlformats.org/presentationml/2006/main">
  <p:tag name="KSO_WM_BEAUTIFY_FLAG" val=""/>
</p:tagLst>
</file>

<file path=ppt/tags/tag142.xml><?xml version="1.0" encoding="utf-8"?>
<p:tagLst xmlns:p="http://schemas.openxmlformats.org/presentationml/2006/main">
  <p:tag name="KSO_WM_BEAUTIFY_FLAG" val=""/>
</p:tagLst>
</file>

<file path=ppt/tags/tag143.xml><?xml version="1.0" encoding="utf-8"?>
<p:tagLst xmlns:p="http://schemas.openxmlformats.org/presentationml/2006/main">
  <p:tag name="KSO_WM_BEAUTIFY_FLAG" val=""/>
</p:tagLst>
</file>

<file path=ppt/tags/tag144.xml><?xml version="1.0" encoding="utf-8"?>
<p:tagLst xmlns:p="http://schemas.openxmlformats.org/presentationml/2006/main">
  <p:tag name="KSO_WM_BEAUTIFY_FLAG" val=""/>
</p:tagLst>
</file>

<file path=ppt/tags/tag145.xml><?xml version="1.0" encoding="utf-8"?>
<p:tagLst xmlns:p="http://schemas.openxmlformats.org/presentationml/2006/main">
  <p:tag name="KSO_WM_BEAUTIFY_FLAG" val=""/>
</p:tagLst>
</file>

<file path=ppt/tags/tag146.xml><?xml version="1.0" encoding="utf-8"?>
<p:tagLst xmlns:p="http://schemas.openxmlformats.org/presentationml/2006/main">
  <p:tag name="KSO_WM_BEAUTIFY_FLAG" val=""/>
</p:tagLst>
</file>

<file path=ppt/tags/tag147.xml><?xml version="1.0" encoding="utf-8"?>
<p:tagLst xmlns:p="http://schemas.openxmlformats.org/presentationml/2006/main">
  <p:tag name="KSO_WM_SPECIAL_SOURCE" val="bdnull"/>
</p:tagLst>
</file>

<file path=ppt/tags/tag148.xml><?xml version="1.0" encoding="utf-8"?>
<p:tagLst xmlns:p="http://schemas.openxmlformats.org/presentationml/2006/main">
  <p:tag name="KSO_WM_BEAUTIFY_FLAG" val=""/>
</p:tagLst>
</file>

<file path=ppt/tags/tag149.xml><?xml version="1.0" encoding="utf-8"?>
<p:tagLst xmlns:p="http://schemas.openxmlformats.org/presentationml/2006/main">
  <p:tag name="KSO_WM_BEAUTIFY_FLAG" val=""/>
</p:tagLst>
</file>

<file path=ppt/tags/tag150.xml><?xml version="1.0" encoding="utf-8"?>
<p:tagLst xmlns:p="http://schemas.openxmlformats.org/presentationml/2006/main">
  <p:tag name="KSO_WM_BEAUTIFY_FLAG" val=""/>
</p:tagLst>
</file>

<file path=ppt/tags/tag151.xml><?xml version="1.0" encoding="utf-8"?>
<p:tagLst xmlns:p="http://schemas.openxmlformats.org/presentationml/2006/main">
  <p:tag name="KSO_WM_BEAUTIFY_FLAG" val=""/>
</p:tagLst>
</file>

<file path=ppt/tags/tag152.xml><?xml version="1.0" encoding="utf-8"?>
<p:tagLst xmlns:p="http://schemas.openxmlformats.org/presentationml/2006/main">
  <p:tag name="KSO_WM_BEAUTIFY_FLAG" val=""/>
</p:tagLst>
</file>

<file path=ppt/tags/tag153.xml><?xml version="1.0" encoding="utf-8"?>
<p:tagLst xmlns:p="http://schemas.openxmlformats.org/presentationml/2006/main">
  <p:tag name="KSO_WM_BEAUTIFY_FLAG" val=""/>
</p:tagLst>
</file>

<file path=ppt/tags/tag154.xml><?xml version="1.0" encoding="utf-8"?>
<p:tagLst xmlns:p="http://schemas.openxmlformats.org/presentationml/2006/main">
  <p:tag name="KSO_WM_BEAUTIFY_FLAG" val=""/>
</p:tagLst>
</file>

<file path=ppt/tags/tag155.xml><?xml version="1.0" encoding="utf-8"?>
<p:tagLst xmlns:p="http://schemas.openxmlformats.org/presentationml/2006/main">
  <p:tag name="KSO_WM_BEAUTIFY_FLAG" val=""/>
</p:tagLst>
</file>

<file path=ppt/tags/tag156.xml><?xml version="1.0" encoding="utf-8"?>
<p:tagLst xmlns:p="http://schemas.openxmlformats.org/presentationml/2006/main">
  <p:tag name="KSO_WM_BEAUTIFY_FLAG" val=""/>
</p:tagLst>
</file>

<file path=ppt/tags/tag157.xml><?xml version="1.0" encoding="utf-8"?>
<p:tagLst xmlns:p="http://schemas.openxmlformats.org/presentationml/2006/main">
  <p:tag name="KSO_WM_BEAUTIFY_FLAG" val=""/>
</p:tagLst>
</file>

<file path=ppt/tags/tag158.xml><?xml version="1.0" encoding="utf-8"?>
<p:tagLst xmlns:p="http://schemas.openxmlformats.org/presentationml/2006/main">
  <p:tag name="KSO_WM_BEAUTIFY_FLAG" val=""/>
</p:tagLst>
</file>

<file path=ppt/tags/tag159.xml><?xml version="1.0" encoding="utf-8"?>
<p:tagLst xmlns:p="http://schemas.openxmlformats.org/presentationml/2006/main">
  <p:tag name="KSO_WM_SPECIAL_SOURCE" val="bdnull"/>
</p:tagLst>
</file>

<file path=ppt/tags/tag160.xml><?xml version="1.0" encoding="utf-8"?>
<p:tagLst xmlns:p="http://schemas.openxmlformats.org/presentationml/2006/main">
  <p:tag name="KSO_WM_BEAUTIFY_FLAG" val=""/>
</p:tagLst>
</file>

<file path=ppt/tags/tag161.xml><?xml version="1.0" encoding="utf-8"?>
<p:tagLst xmlns:p="http://schemas.openxmlformats.org/presentationml/2006/main">
  <p:tag name="KSO_WM_BEAUTIFY_FLAG" val=""/>
</p:tagLst>
</file>

<file path=ppt/tags/tag162.xml><?xml version="1.0" encoding="utf-8"?>
<p:tagLst xmlns:p="http://schemas.openxmlformats.org/presentationml/2006/main">
  <p:tag name="KSO_WM_BEAUTIFY_FLAG" val=""/>
</p:tagLst>
</file>

<file path=ppt/tags/tag163.xml><?xml version="1.0" encoding="utf-8"?>
<p:tagLst xmlns:p="http://schemas.openxmlformats.org/presentationml/2006/main">
  <p:tag name="KSO_WM_BEAUTIFY_FLAG" val=""/>
</p:tagLst>
</file>

<file path=ppt/tags/tag164.xml><?xml version="1.0" encoding="utf-8"?>
<p:tagLst xmlns:p="http://schemas.openxmlformats.org/presentationml/2006/main">
  <p:tag name="KSO_WM_BEAUTIFY_FLAG" val=""/>
</p:tagLst>
</file>

<file path=ppt/tags/tag165.xml><?xml version="1.0" encoding="utf-8"?>
<p:tagLst xmlns:p="http://schemas.openxmlformats.org/presentationml/2006/main">
  <p:tag name="KSO_WM_BEAUTIFY_FLAG" val=""/>
</p:tagLst>
</file>

<file path=ppt/tags/tag166.xml><?xml version="1.0" encoding="utf-8"?>
<p:tagLst xmlns:p="http://schemas.openxmlformats.org/presentationml/2006/main">
  <p:tag name="KSO_WM_SPECIAL_SOURCE" val="bdnull"/>
</p:tagLst>
</file>

<file path=ppt/tags/tag167.xml><?xml version="1.0" encoding="utf-8"?>
<p:tagLst xmlns:p="http://schemas.openxmlformats.org/presentationml/2006/main">
  <p:tag name="KSO_WM_BEAUTIFY_FLAG" val=""/>
</p:tagLst>
</file>

<file path=ppt/tags/tag168.xml><?xml version="1.0" encoding="utf-8"?>
<p:tagLst xmlns:p="http://schemas.openxmlformats.org/presentationml/2006/main">
  <p:tag name="KSO_WM_BEAUTIFY_FLAG" val=""/>
</p:tagLst>
</file>

<file path=ppt/tags/tag169.xml><?xml version="1.0" encoding="utf-8"?>
<p:tagLst xmlns:p="http://schemas.openxmlformats.org/presentationml/2006/main">
  <p:tag name="KSO_WM_BEAUTIFY_FLAG" val=""/>
</p:tagLst>
</file>

<file path=ppt/tags/tag170.xml><?xml version="1.0" encoding="utf-8"?>
<p:tagLst xmlns:p="http://schemas.openxmlformats.org/presentationml/2006/main">
  <p:tag name="KSO_WM_BEAUTIFY_FLAG" val=""/>
</p:tagLst>
</file>

<file path=ppt/tags/tag171.xml><?xml version="1.0" encoding="utf-8"?>
<p:tagLst xmlns:p="http://schemas.openxmlformats.org/presentationml/2006/main">
  <p:tag name="KSO_WM_BEAUTIFY_FLAG" val=""/>
</p:tagLst>
</file>

<file path=ppt/tags/tag172.xml><?xml version="1.0" encoding="utf-8"?>
<p:tagLst xmlns:p="http://schemas.openxmlformats.org/presentationml/2006/main">
  <p:tag name="KSO_WM_BEAUTIFY_FLAG" val=""/>
</p:tagLst>
</file>

<file path=ppt/tags/tag173.xml><?xml version="1.0" encoding="utf-8"?>
<p:tagLst xmlns:p="http://schemas.openxmlformats.org/presentationml/2006/main">
  <p:tag name="KSO_WM_BEAUTIFY_FLAG" val=""/>
</p:tagLst>
</file>

<file path=ppt/tags/tag174.xml><?xml version="1.0" encoding="utf-8"?>
<p:tagLst xmlns:p="http://schemas.openxmlformats.org/presentationml/2006/main">
  <p:tag name="KSO_WM_BEAUTIFY_FLAG" val=""/>
</p:tagLst>
</file>

<file path=ppt/tags/tag175.xml><?xml version="1.0" encoding="utf-8"?>
<p:tagLst xmlns:p="http://schemas.openxmlformats.org/presentationml/2006/main">
  <p:tag name="KSO_WM_BEAUTIFY_FLAG" val=""/>
</p:tagLst>
</file>

<file path=ppt/tags/tag176.xml><?xml version="1.0" encoding="utf-8"?>
<p:tagLst xmlns:p="http://schemas.openxmlformats.org/presentationml/2006/main">
  <p:tag name="KSO_WM_BEAUTIFY_FLAG" val=""/>
</p:tagLst>
</file>

<file path=ppt/tags/tag177.xml><?xml version="1.0" encoding="utf-8"?>
<p:tagLst xmlns:p="http://schemas.openxmlformats.org/presentationml/2006/main">
  <p:tag name="KSO_WM_SPECIAL_SOURCE" val="bdnull"/>
</p:tagLst>
</file>

<file path=ppt/tags/tag178.xml><?xml version="1.0" encoding="utf-8"?>
<p:tagLst xmlns:p="http://schemas.openxmlformats.org/presentationml/2006/main">
  <p:tag name="KSO_WM_BEAUTIFY_FLAG" val=""/>
</p:tagLst>
</file>

<file path=ppt/tags/tag179.xml><?xml version="1.0" encoding="utf-8"?>
<p:tagLst xmlns:p="http://schemas.openxmlformats.org/presentationml/2006/main">
  <p:tag name="KSO_WM_BEAUTIFY_FLAG" val=""/>
</p:tagLst>
</file>

<file path=ppt/tags/tag180.xml><?xml version="1.0" encoding="utf-8"?>
<p:tagLst xmlns:p="http://schemas.openxmlformats.org/presentationml/2006/main">
  <p:tag name="KSO_WM_BEAUTIFY_FLAG" val=""/>
</p:tagLst>
</file>

<file path=ppt/tags/tag181.xml><?xml version="1.0" encoding="utf-8"?>
<p:tagLst xmlns:p="http://schemas.openxmlformats.org/presentationml/2006/main">
  <p:tag name="KSO_WM_BEAUTIFY_FLAG" val=""/>
</p:tagLst>
</file>

<file path=ppt/tags/tag182.xml><?xml version="1.0" encoding="utf-8"?>
<p:tagLst xmlns:p="http://schemas.openxmlformats.org/presentationml/2006/main">
  <p:tag name="KSO_WM_BEAUTIFY_FLAG" val=""/>
</p:tagLst>
</file>

<file path=ppt/tags/tag183.xml><?xml version="1.0" encoding="utf-8"?>
<p:tagLst xmlns:p="http://schemas.openxmlformats.org/presentationml/2006/main">
  <p:tag name="KSO_WM_BEAUTIFY_FLAG" val=""/>
</p:tagLst>
</file>

<file path=ppt/tags/tag184.xml><?xml version="1.0" encoding="utf-8"?>
<p:tagLst xmlns:p="http://schemas.openxmlformats.org/presentationml/2006/main">
  <p:tag name="KSO_WM_BEAUTIFY_FLAG" val=""/>
</p:tagLst>
</file>

<file path=ppt/tags/tag185.xml><?xml version="1.0" encoding="utf-8"?>
<p:tagLst xmlns:p="http://schemas.openxmlformats.org/presentationml/2006/main">
  <p:tag name="KSO_WM_BEAUTIFY_FLAG" val=""/>
</p:tagLst>
</file>

<file path=ppt/tags/tag186.xml><?xml version="1.0" encoding="utf-8"?>
<p:tagLst xmlns:p="http://schemas.openxmlformats.org/presentationml/2006/main">
  <p:tag name="KSO_WM_BEAUTIFY_FLAG" val=""/>
</p:tagLst>
</file>

<file path=ppt/tags/tag187.xml><?xml version="1.0" encoding="utf-8"?>
<p:tagLst xmlns:p="http://schemas.openxmlformats.org/presentationml/2006/main">
  <p:tag name="KSO_WM_BEAUTIFY_FLAG" val=""/>
</p:tagLst>
</file>

<file path=ppt/tags/tag188.xml><?xml version="1.0" encoding="utf-8"?>
<p:tagLst xmlns:p="http://schemas.openxmlformats.org/presentationml/2006/main">
  <p:tag name="KSO_WM_SPECIAL_SOURCE" val="bdnull"/>
</p:tagLst>
</file>

<file path=ppt/tags/tag189.xml><?xml version="1.0" encoding="utf-8"?>
<p:tagLst xmlns:p="http://schemas.openxmlformats.org/presentationml/2006/main">
  <p:tag name="KSO_WM_BEAUTIFY_FLAG" val=""/>
</p:tagLst>
</file>

<file path=ppt/tags/tag190.xml><?xml version="1.0" encoding="utf-8"?>
<p:tagLst xmlns:p="http://schemas.openxmlformats.org/presentationml/2006/main">
  <p:tag name="KSO_WM_BEAUTIFY_FLAG" val=""/>
</p:tagLst>
</file>

<file path=ppt/tags/tag191.xml><?xml version="1.0" encoding="utf-8"?>
<p:tagLst xmlns:p="http://schemas.openxmlformats.org/presentationml/2006/main">
  <p:tag name="KSO_WM_BEAUTIFY_FLAG" val=""/>
</p:tagLst>
</file>

<file path=ppt/tags/tag192.xml><?xml version="1.0" encoding="utf-8"?>
<p:tagLst xmlns:p="http://schemas.openxmlformats.org/presentationml/2006/main">
  <p:tag name="KSO_WM_BEAUTIFY_FLAG" val=""/>
</p:tagLst>
</file>

<file path=ppt/tags/tag193.xml><?xml version="1.0" encoding="utf-8"?>
<p:tagLst xmlns:p="http://schemas.openxmlformats.org/presentationml/2006/main">
  <p:tag name="KSO_WM_BEAUTIFY_FLAG" val=""/>
</p:tagLst>
</file>

<file path=ppt/tags/tag194.xml><?xml version="1.0" encoding="utf-8"?>
<p:tagLst xmlns:p="http://schemas.openxmlformats.org/presentationml/2006/main">
  <p:tag name="KSO_WM_BEAUTIFY_FLAG" val=""/>
</p:tagLst>
</file>

<file path=ppt/tags/tag195.xml><?xml version="1.0" encoding="utf-8"?>
<p:tagLst xmlns:p="http://schemas.openxmlformats.org/presentationml/2006/main">
  <p:tag name="KSO_WM_BEAUTIFY_FLAG" val=""/>
</p:tagLst>
</file>

<file path=ppt/tags/tag196.xml><?xml version="1.0" encoding="utf-8"?>
<p:tagLst xmlns:p="http://schemas.openxmlformats.org/presentationml/2006/main">
  <p:tag name="KSO_WM_BEAUTIFY_FLAG" val=""/>
</p:tagLst>
</file>

<file path=ppt/tags/tag197.xml><?xml version="1.0" encoding="utf-8"?>
<p:tagLst xmlns:p="http://schemas.openxmlformats.org/presentationml/2006/main">
  <p:tag name="KSO_WM_BEAUTIFY_FLAG" val=""/>
</p:tagLst>
</file>

<file path=ppt/tags/tag198.xml><?xml version="1.0" encoding="utf-8"?>
<p:tagLst xmlns:p="http://schemas.openxmlformats.org/presentationml/2006/main">
  <p:tag name="KSO_WM_BEAUTIFY_FLAG" val=""/>
</p:tagLst>
</file>

<file path=ppt/tags/tag199.xml><?xml version="1.0" encoding="utf-8"?>
<p:tagLst xmlns:p="http://schemas.openxmlformats.org/presentationml/2006/main">
  <p:tag name="KSO_WM_BEAUTIFY_FLAG" val=""/>
</p:tagLst>
</file>

<file path=ppt/tags/tag200.xml><?xml version="1.0" encoding="utf-8"?>
<p:tagLst xmlns:p="http://schemas.openxmlformats.org/presentationml/2006/main">
  <p:tag name="KSO_WM_SPECIAL_SOURCE" val="bdnull"/>
</p:tagLst>
</file>

<file path=ppt/tags/tag201.xml><?xml version="1.0" encoding="utf-8"?>
<p:tagLst xmlns:p="http://schemas.openxmlformats.org/presentationml/2006/main">
  <p:tag name="KSO_WM_BEAUTIFY_FLAG" val=""/>
</p:tagLst>
</file>

<file path=ppt/tags/tag202.xml><?xml version="1.0" encoding="utf-8"?>
<p:tagLst xmlns:p="http://schemas.openxmlformats.org/presentationml/2006/main">
  <p:tag name="KSO_WM_BEAUTIFY_FLAG" val=""/>
</p:tagLst>
</file>

<file path=ppt/tags/tag203.xml><?xml version="1.0" encoding="utf-8"?>
<p:tagLst xmlns:p="http://schemas.openxmlformats.org/presentationml/2006/main">
  <p:tag name="KSO_WM_BEAUTIFY_FLAG" val=""/>
</p:tagLst>
</file>

<file path=ppt/tags/tag204.xml><?xml version="1.0" encoding="utf-8"?>
<p:tagLst xmlns:p="http://schemas.openxmlformats.org/presentationml/2006/main">
  <p:tag name="KSO_WM_BEAUTIFY_FLAG" val=""/>
</p:tagLst>
</file>

<file path=ppt/tags/tag205.xml><?xml version="1.0" encoding="utf-8"?>
<p:tagLst xmlns:p="http://schemas.openxmlformats.org/presentationml/2006/main">
  <p:tag name="KSO_WM_BEAUTIFY_FLAG" val=""/>
</p:tagLst>
</file>

<file path=ppt/tags/tag206.xml><?xml version="1.0" encoding="utf-8"?>
<p:tagLst xmlns:p="http://schemas.openxmlformats.org/presentationml/2006/main">
  <p:tag name="KSO_WM_BEAUTIFY_FLAG" val=""/>
</p:tagLst>
</file>

<file path=ppt/tags/tag207.xml><?xml version="1.0" encoding="utf-8"?>
<p:tagLst xmlns:p="http://schemas.openxmlformats.org/presentationml/2006/main">
  <p:tag name="KSO_WM_BEAUTIFY_FLAG" val=""/>
</p:tagLst>
</file>

<file path=ppt/tags/tag208.xml><?xml version="1.0" encoding="utf-8"?>
<p:tagLst xmlns:p="http://schemas.openxmlformats.org/presentationml/2006/main">
  <p:tag name="KSO_WM_BEAUTIFY_FLAG" val=""/>
</p:tagLst>
</file>

<file path=ppt/tags/tag209.xml><?xml version="1.0" encoding="utf-8"?>
<p:tagLst xmlns:p="http://schemas.openxmlformats.org/presentationml/2006/main">
  <p:tag name="KSO_WM_BEAUTIFY_FLAG" val=""/>
</p:tagLst>
</file>

<file path=ppt/tags/tag210.xml><?xml version="1.0" encoding="utf-8"?>
<p:tagLst xmlns:p="http://schemas.openxmlformats.org/presentationml/2006/main">
  <p:tag name="KSO_WM_BEAUTIFY_FLAG" val=""/>
</p:tagLst>
</file>

<file path=ppt/tags/tag211.xml><?xml version="1.0" encoding="utf-8"?>
<p:tagLst xmlns:p="http://schemas.openxmlformats.org/presentationml/2006/main">
  <p:tag name="KSO_WM_BEAUTIFY_FLAG" val=""/>
</p:tagLst>
</file>

<file path=ppt/tags/tag212.xml><?xml version="1.0" encoding="utf-8"?>
<p:tagLst xmlns:p="http://schemas.openxmlformats.org/presentationml/2006/main">
  <p:tag name="KSO_WM_SPECIAL_SOURCE" val="bdnull"/>
</p:tagLst>
</file>

<file path=ppt/tags/tag213.xml><?xml version="1.0" encoding="utf-8"?>
<p:tagLst xmlns:p="http://schemas.openxmlformats.org/presentationml/2006/main">
  <p:tag name="KSO_WM_BEAUTIFY_FLAG" val=""/>
</p:tagLst>
</file>

<file path=ppt/tags/tag214.xml><?xml version="1.0" encoding="utf-8"?>
<p:tagLst xmlns:p="http://schemas.openxmlformats.org/presentationml/2006/main">
  <p:tag name="KSO_WM_BEAUTIFY_FLAG" val=""/>
</p:tagLst>
</file>

<file path=ppt/tags/tag215.xml><?xml version="1.0" encoding="utf-8"?>
<p:tagLst xmlns:p="http://schemas.openxmlformats.org/presentationml/2006/main">
  <p:tag name="KSO_WM_BEAUTIFY_FLAG" val=""/>
</p:tagLst>
</file>

<file path=ppt/tags/tag216.xml><?xml version="1.0" encoding="utf-8"?>
<p:tagLst xmlns:p="http://schemas.openxmlformats.org/presentationml/2006/main">
  <p:tag name="KSO_WM_BEAUTIFY_FLAG" val=""/>
</p:tagLst>
</file>

<file path=ppt/tags/tag217.xml><?xml version="1.0" encoding="utf-8"?>
<p:tagLst xmlns:p="http://schemas.openxmlformats.org/presentationml/2006/main">
  <p:tag name="KSO_WM_BEAUTIFY_FLAG" val=""/>
</p:tagLst>
</file>

<file path=ppt/tags/tag218.xml><?xml version="1.0" encoding="utf-8"?>
<p:tagLst xmlns:p="http://schemas.openxmlformats.org/presentationml/2006/main">
  <p:tag name="KSO_WM_BEAUTIFY_FLAG" val=""/>
</p:tagLst>
</file>

<file path=ppt/tags/tag219.xml><?xml version="1.0" encoding="utf-8"?>
<p:tagLst xmlns:p="http://schemas.openxmlformats.org/presentationml/2006/main">
  <p:tag name="KSO_WM_BEAUTIFY_FLAG" val=""/>
</p:tagLst>
</file>

<file path=ppt/tags/tag220.xml><?xml version="1.0" encoding="utf-8"?>
<p:tagLst xmlns:p="http://schemas.openxmlformats.org/presentationml/2006/main">
  <p:tag name="KSO_WM_BEAUTIFY_FLAG" val=""/>
</p:tagLst>
</file>

<file path=ppt/tags/tag221.xml><?xml version="1.0" encoding="utf-8"?>
<p:tagLst xmlns:p="http://schemas.openxmlformats.org/presentationml/2006/main">
  <p:tag name="KSO_WM_BEAUTIFY_FLAG" val=""/>
</p:tagLst>
</file>

<file path=ppt/tags/tag222.xml><?xml version="1.0" encoding="utf-8"?>
<p:tagLst xmlns:p="http://schemas.openxmlformats.org/presentationml/2006/main">
  <p:tag name="KSO_WM_SPECIAL_SOURCE" val="bdnull"/>
</p:tagLst>
</file>

<file path=ppt/tags/tag223.xml><?xml version="1.0" encoding="utf-8"?>
<p:tagLst xmlns:p="http://schemas.openxmlformats.org/presentationml/2006/main">
  <p:tag name="KSO_WM_BEAUTIFY_FLAG" val=""/>
</p:tagLst>
</file>

<file path=ppt/tags/tag224.xml><?xml version="1.0" encoding="utf-8"?>
<p:tagLst xmlns:p="http://schemas.openxmlformats.org/presentationml/2006/main">
  <p:tag name="KSO_WM_BEAUTIFY_FLAG" val=""/>
</p:tagLst>
</file>

<file path=ppt/tags/tag225.xml><?xml version="1.0" encoding="utf-8"?>
<p:tagLst xmlns:p="http://schemas.openxmlformats.org/presentationml/2006/main">
  <p:tag name="KSO_WM_BEAUTIFY_FLAG" val=""/>
</p:tagLst>
</file>

<file path=ppt/tags/tag226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227.xml><?xml version="1.0" encoding="utf-8"?>
<p:tagLst xmlns:p="http://schemas.openxmlformats.org/presentationml/2006/main">
  <p:tag name="KSO_WM_BEAUTIFY_FLAG" val=""/>
</p:tagLst>
</file>

<file path=ppt/tags/tag228.xml><?xml version="1.0" encoding="utf-8"?>
<p:tagLst xmlns:p="http://schemas.openxmlformats.org/presentationml/2006/main">
  <p:tag name="KSO_WM_BEAUTIFY_FLAG" val=""/>
</p:tagLst>
</file>

<file path=ppt/tags/tag229.xml><?xml version="1.0" encoding="utf-8"?>
<p:tagLst xmlns:p="http://schemas.openxmlformats.org/presentationml/2006/main">
  <p:tag name="KSO_WM_BEAUTIFY_FLAG" val=""/>
</p:tagLst>
</file>

<file path=ppt/tags/tag230.xml><?xml version="1.0" encoding="utf-8"?>
<p:tagLst xmlns:p="http://schemas.openxmlformats.org/presentationml/2006/main">
  <p:tag name="KSO_WM_BEAUTIFY_FLAG" val=""/>
</p:tagLst>
</file>

<file path=ppt/tags/tag231.xml><?xml version="1.0" encoding="utf-8"?>
<p:tagLst xmlns:p="http://schemas.openxmlformats.org/presentationml/2006/main">
  <p:tag name="KSO_WM_BEAUTIFY_FLAG" val=""/>
</p:tagLst>
</file>

<file path=ppt/tags/tag232.xml><?xml version="1.0" encoding="utf-8"?>
<p:tagLst xmlns:p="http://schemas.openxmlformats.org/presentationml/2006/main">
  <p:tag name="KSO_WM_BEAUTIFY_FLAG" val=""/>
</p:tagLst>
</file>

<file path=ppt/tags/tag233.xml><?xml version="1.0" encoding="utf-8"?>
<p:tagLst xmlns:p="http://schemas.openxmlformats.org/presentationml/2006/main">
  <p:tag name="KSO_WM_BEAUTIFY_FLAG" val=""/>
</p:tagLst>
</file>

<file path=ppt/tags/tag234.xml><?xml version="1.0" encoding="utf-8"?>
<p:tagLst xmlns:p="http://schemas.openxmlformats.org/presentationml/2006/main">
  <p:tag name="KSO_WM_BEAUTIFY_FLAG" val=""/>
</p:tagLst>
</file>

<file path=ppt/tags/tag235.xml><?xml version="1.0" encoding="utf-8"?>
<p:tagLst xmlns:p="http://schemas.openxmlformats.org/presentationml/2006/main">
  <p:tag name="KSO_WM_BEAUTIFY_FLAG" val=""/>
</p:tagLst>
</file>

<file path=ppt/tags/tag236.xml><?xml version="1.0" encoding="utf-8"?>
<p:tagLst xmlns:p="http://schemas.openxmlformats.org/presentationml/2006/main">
  <p:tag name="KSO_WM_BEAUTIFY_FLAG" val=""/>
</p:tagLst>
</file>

<file path=ppt/tags/tag237.xml><?xml version="1.0" encoding="utf-8"?>
<p:tagLst xmlns:p="http://schemas.openxmlformats.org/presentationml/2006/main">
  <p:tag name="KSO_WM_SPECIAL_SOURCE" val="bdnull"/>
</p:tagLst>
</file>

<file path=ppt/tags/tag238.xml><?xml version="1.0" encoding="utf-8"?>
<p:tagLst xmlns:p="http://schemas.openxmlformats.org/presentationml/2006/main">
  <p:tag name="KSO_WM_BEAUTIFY_FLAG" val=""/>
</p:tagLst>
</file>

<file path=ppt/tags/tag239.xml><?xml version="1.0" encoding="utf-8"?>
<p:tagLst xmlns:p="http://schemas.openxmlformats.org/presentationml/2006/main">
  <p:tag name="KSO_WM_BEAUTIFY_FLAG" val=""/>
</p:tagLst>
</file>

<file path=ppt/tags/tag240.xml><?xml version="1.0" encoding="utf-8"?>
<p:tagLst xmlns:p="http://schemas.openxmlformats.org/presentationml/2006/main">
  <p:tag name="KSO_WM_BEAUTIFY_FLAG" val=""/>
</p:tagLst>
</file>

<file path=ppt/tags/tag241.xml><?xml version="1.0" encoding="utf-8"?>
<p:tagLst xmlns:p="http://schemas.openxmlformats.org/presentationml/2006/main">
  <p:tag name="KSO_WM_BEAUTIFY_FLAG" val=""/>
</p:tagLst>
</file>

<file path=ppt/tags/tag242.xml><?xml version="1.0" encoding="utf-8"?>
<p:tagLst xmlns:p="http://schemas.openxmlformats.org/presentationml/2006/main">
  <p:tag name="KSO_WM_BEAUTIFY_FLAG" val=""/>
</p:tagLst>
</file>

<file path=ppt/tags/tag243.xml><?xml version="1.0" encoding="utf-8"?>
<p:tagLst xmlns:p="http://schemas.openxmlformats.org/presentationml/2006/main">
  <p:tag name="KSO_WM_BEAUTIFY_FLAG" val=""/>
</p:tagLst>
</file>

<file path=ppt/tags/tag244.xml><?xml version="1.0" encoding="utf-8"?>
<p:tagLst xmlns:p="http://schemas.openxmlformats.org/presentationml/2006/main">
  <p:tag name="KSO_WM_BEAUTIFY_FLAG" val=""/>
</p:tagLst>
</file>

<file path=ppt/tags/tag245.xml><?xml version="1.0" encoding="utf-8"?>
<p:tagLst xmlns:p="http://schemas.openxmlformats.org/presentationml/2006/main">
  <p:tag name="KSO_WM_BEAUTIFY_FLAG" val=""/>
</p:tagLst>
</file>

<file path=ppt/tags/tag246.xml><?xml version="1.0" encoding="utf-8"?>
<p:tagLst xmlns:p="http://schemas.openxmlformats.org/presentationml/2006/main">
  <p:tag name="KSO_WM_BEAUTIFY_FLAG" val=""/>
</p:tagLst>
</file>

<file path=ppt/tags/tag247.xml><?xml version="1.0" encoding="utf-8"?>
<p:tagLst xmlns:p="http://schemas.openxmlformats.org/presentationml/2006/main">
  <p:tag name="KSO_WM_BEAUTIFY_FLAG" val=""/>
</p:tagLst>
</file>

<file path=ppt/tags/tag248.xml><?xml version="1.0" encoding="utf-8"?>
<p:tagLst xmlns:p="http://schemas.openxmlformats.org/presentationml/2006/main">
  <p:tag name="KSO_WM_SPECIAL_SOURCE" val="bdnull"/>
</p:tagLst>
</file>

<file path=ppt/tags/tag249.xml><?xml version="1.0" encoding="utf-8"?>
<p:tagLst xmlns:p="http://schemas.openxmlformats.org/presentationml/2006/main">
  <p:tag name="KSO_WM_BEAUTIFY_FLAG" val=""/>
</p:tagLst>
</file>

<file path=ppt/tags/tag250.xml><?xml version="1.0" encoding="utf-8"?>
<p:tagLst xmlns:p="http://schemas.openxmlformats.org/presentationml/2006/main">
  <p:tag name="KSO_WM_BEAUTIFY_FLAG" val=""/>
</p:tagLst>
</file>

<file path=ppt/tags/tag251.xml><?xml version="1.0" encoding="utf-8"?>
<p:tagLst xmlns:p="http://schemas.openxmlformats.org/presentationml/2006/main">
  <p:tag name="KSO_WM_BEAUTIFY_FLAG" val=""/>
</p:tagLst>
</file>

<file path=ppt/tags/tag252.xml><?xml version="1.0" encoding="utf-8"?>
<p:tagLst xmlns:p="http://schemas.openxmlformats.org/presentationml/2006/main">
  <p:tag name="KSO_WM_BEAUTIFY_FLAG" val=""/>
</p:tagLst>
</file>

<file path=ppt/tags/tag253.xml><?xml version="1.0" encoding="utf-8"?>
<p:tagLst xmlns:p="http://schemas.openxmlformats.org/presentationml/2006/main">
  <p:tag name="KSO_WM_BEAUTIFY_FLAG" val=""/>
</p:tagLst>
</file>

<file path=ppt/tags/tag254.xml><?xml version="1.0" encoding="utf-8"?>
<p:tagLst xmlns:p="http://schemas.openxmlformats.org/presentationml/2006/main">
  <p:tag name="KSO_WM_BEAUTIFY_FLAG" val=""/>
</p:tagLst>
</file>

<file path=ppt/tags/tag255.xml><?xml version="1.0" encoding="utf-8"?>
<p:tagLst xmlns:p="http://schemas.openxmlformats.org/presentationml/2006/main">
  <p:tag name="KSO_WM_BEAUTIFY_FLAG" val=""/>
</p:tagLst>
</file>

<file path=ppt/tags/tag256.xml><?xml version="1.0" encoding="utf-8"?>
<p:tagLst xmlns:p="http://schemas.openxmlformats.org/presentationml/2006/main">
  <p:tag name="KSO_WM_BEAUTIFY_FLAG" val=""/>
</p:tagLst>
</file>

<file path=ppt/tags/tag257.xml><?xml version="1.0" encoding="utf-8"?>
<p:tagLst xmlns:p="http://schemas.openxmlformats.org/presentationml/2006/main">
  <p:tag name="KSO_WM_BEAUTIFY_FLAG" val=""/>
</p:tagLst>
</file>

<file path=ppt/tags/tag258.xml><?xml version="1.0" encoding="utf-8"?>
<p:tagLst xmlns:p="http://schemas.openxmlformats.org/presentationml/2006/main">
  <p:tag name="KSO_WM_BEAUTIFY_FLAG" val=""/>
</p:tagLst>
</file>

<file path=ppt/tags/tag259.xml><?xml version="1.0" encoding="utf-8"?>
<p:tagLst xmlns:p="http://schemas.openxmlformats.org/presentationml/2006/main">
  <p:tag name="KSO_WM_BEAUTIFY_FLAG" val=""/>
</p:tagLst>
</file>

<file path=ppt/tags/tag260.xml><?xml version="1.0" encoding="utf-8"?>
<p:tagLst xmlns:p="http://schemas.openxmlformats.org/presentationml/2006/main">
  <p:tag name="KSO_WM_BEAUTIFY_FLAG" val=""/>
</p:tagLst>
</file>

<file path=ppt/tags/tag261.xml><?xml version="1.0" encoding="utf-8"?>
<p:tagLst xmlns:p="http://schemas.openxmlformats.org/presentationml/2006/main">
  <p:tag name="KSO_WM_SPECIAL_SOURCE" val="bdnull"/>
</p:tagLst>
</file>

<file path=ppt/tags/tag262.xml><?xml version="1.0" encoding="utf-8"?>
<p:tagLst xmlns:p="http://schemas.openxmlformats.org/presentationml/2006/main">
  <p:tag name="KSO_WM_BEAUTIFY_FLAG" val=""/>
</p:tagLst>
</file>

<file path=ppt/tags/tag263.xml><?xml version="1.0" encoding="utf-8"?>
<p:tagLst xmlns:p="http://schemas.openxmlformats.org/presentationml/2006/main">
  <p:tag name="KSO_WM_BEAUTIFY_FLAG" val=""/>
</p:tagLst>
</file>

<file path=ppt/tags/tag264.xml><?xml version="1.0" encoding="utf-8"?>
<p:tagLst xmlns:p="http://schemas.openxmlformats.org/presentationml/2006/main">
  <p:tag name="KSO_WM_BEAUTIFY_FLAG" val=""/>
</p:tagLst>
</file>

<file path=ppt/tags/tag265.xml><?xml version="1.0" encoding="utf-8"?>
<p:tagLst xmlns:p="http://schemas.openxmlformats.org/presentationml/2006/main">
  <p:tag name="KSO_WM_BEAUTIFY_FLAG" val=""/>
</p:tagLst>
</file>

<file path=ppt/tags/tag266.xml><?xml version="1.0" encoding="utf-8"?>
<p:tagLst xmlns:p="http://schemas.openxmlformats.org/presentationml/2006/main">
  <p:tag name="KSO_WM_BEAUTIFY_FLAG" val=""/>
</p:tagLst>
</file>

<file path=ppt/tags/tag267.xml><?xml version="1.0" encoding="utf-8"?>
<p:tagLst xmlns:p="http://schemas.openxmlformats.org/presentationml/2006/main">
  <p:tag name="KSO_WM_BEAUTIFY_FLAG" val=""/>
</p:tagLst>
</file>

<file path=ppt/tags/tag268.xml><?xml version="1.0" encoding="utf-8"?>
<p:tagLst xmlns:p="http://schemas.openxmlformats.org/presentationml/2006/main">
  <p:tag name="KSO_WM_SPECIAL_SOURCE" val="bdnull"/>
</p:tagLst>
</file>

<file path=ppt/tags/tag269.xml><?xml version="1.0" encoding="utf-8"?>
<p:tagLst xmlns:p="http://schemas.openxmlformats.org/presentationml/2006/main">
  <p:tag name="KSO_WM_BEAUTIFY_FLAG" val=""/>
</p:tagLst>
</file>

<file path=ppt/tags/tag270.xml><?xml version="1.0" encoding="utf-8"?>
<p:tagLst xmlns:p="http://schemas.openxmlformats.org/presentationml/2006/main">
  <p:tag name="KSO_WM_BEAUTIFY_FLAG" val=""/>
</p:tagLst>
</file>

<file path=ppt/tags/tag271.xml><?xml version="1.0" encoding="utf-8"?>
<p:tagLst xmlns:p="http://schemas.openxmlformats.org/presentationml/2006/main">
  <p:tag name="KSO_WM_BEAUTIFY_FLAG" val=""/>
</p:tagLst>
</file>

<file path=ppt/tags/tag272.xml><?xml version="1.0" encoding="utf-8"?>
<p:tagLst xmlns:p="http://schemas.openxmlformats.org/presentationml/2006/main">
  <p:tag name="KSO_WM_BEAUTIFY_FLAG" val=""/>
</p:tagLst>
</file>

<file path=ppt/tags/tag273.xml><?xml version="1.0" encoding="utf-8"?>
<p:tagLst xmlns:p="http://schemas.openxmlformats.org/presentationml/2006/main">
  <p:tag name="KSO_WM_BEAUTIFY_FLAG" val=""/>
</p:tagLst>
</file>

<file path=ppt/tags/tag274.xml><?xml version="1.0" encoding="utf-8"?>
<p:tagLst xmlns:p="http://schemas.openxmlformats.org/presentationml/2006/main">
  <p:tag name="KSO_WM_BEAUTIFY_FLAG" val=""/>
</p:tagLst>
</file>

<file path=ppt/tags/tag275.xml><?xml version="1.0" encoding="utf-8"?>
<p:tagLst xmlns:p="http://schemas.openxmlformats.org/presentationml/2006/main">
  <p:tag name="KSO_WM_SPECIAL_SOURCE" val="bdnull"/>
</p:tagLst>
</file>

<file path=ppt/tags/tag276.xml><?xml version="1.0" encoding="utf-8"?>
<p:tagLst xmlns:p="http://schemas.openxmlformats.org/presentationml/2006/main">
  <p:tag name="KSO_WM_BEAUTIFY_FLAG" val=""/>
</p:tagLst>
</file>

<file path=ppt/tags/tag277.xml><?xml version="1.0" encoding="utf-8"?>
<p:tagLst xmlns:p="http://schemas.openxmlformats.org/presentationml/2006/main">
  <p:tag name="KSO_WM_BEAUTIFY_FLAG" val=""/>
</p:tagLst>
</file>

<file path=ppt/tags/tag278.xml><?xml version="1.0" encoding="utf-8"?>
<p:tagLst xmlns:p="http://schemas.openxmlformats.org/presentationml/2006/main">
  <p:tag name="KSO_WM_BEAUTIFY_FLAG" val=""/>
</p:tagLst>
</file>

<file path=ppt/tags/tag279.xml><?xml version="1.0" encoding="utf-8"?>
<p:tagLst xmlns:p="http://schemas.openxmlformats.org/presentationml/2006/main">
  <p:tag name="KSO_WM_BEAUTIFY_FLAG" val=""/>
</p:tagLst>
</file>

<file path=ppt/tags/tag280.xml><?xml version="1.0" encoding="utf-8"?>
<p:tagLst xmlns:p="http://schemas.openxmlformats.org/presentationml/2006/main">
  <p:tag name="KSO_WM_BEAUTIFY_FLAG" val=""/>
</p:tagLst>
</file>

<file path=ppt/tags/tag281.xml><?xml version="1.0" encoding="utf-8"?>
<p:tagLst xmlns:p="http://schemas.openxmlformats.org/presentationml/2006/main">
  <p:tag name="KSO_WM_BEAUTIFY_FLAG" val=""/>
</p:tagLst>
</file>

<file path=ppt/tags/tag282.xml><?xml version="1.0" encoding="utf-8"?>
<p:tagLst xmlns:p="http://schemas.openxmlformats.org/presentationml/2006/main">
  <p:tag name="KSO_WM_SPECIAL_SOURCE" val="bdnull"/>
</p:tagLst>
</file>

<file path=ppt/tags/tag283.xml><?xml version="1.0" encoding="utf-8"?>
<p:tagLst xmlns:p="http://schemas.openxmlformats.org/presentationml/2006/main">
  <p:tag name="KSO_WM_BEAUTIFY_FLAG" val=""/>
</p:tagLst>
</file>

<file path=ppt/tags/tag284.xml><?xml version="1.0" encoding="utf-8"?>
<p:tagLst xmlns:p="http://schemas.openxmlformats.org/presentationml/2006/main">
  <p:tag name="KSO_WM_BEAUTIFY_FLAG" val=""/>
</p:tagLst>
</file>

<file path=ppt/tags/tag285.xml><?xml version="1.0" encoding="utf-8"?>
<p:tagLst xmlns:p="http://schemas.openxmlformats.org/presentationml/2006/main">
  <p:tag name="KSO_WM_BEAUTIFY_FLAG" val=""/>
</p:tagLst>
</file>

<file path=ppt/tags/tag286.xml><?xml version="1.0" encoding="utf-8"?>
<p:tagLst xmlns:p="http://schemas.openxmlformats.org/presentationml/2006/main">
  <p:tag name="KSO_WM_BEAUTIFY_FLAG" val=""/>
</p:tagLst>
</file>

<file path=ppt/tags/tag287.xml><?xml version="1.0" encoding="utf-8"?>
<p:tagLst xmlns:p="http://schemas.openxmlformats.org/presentationml/2006/main">
  <p:tag name="KSO_WM_BEAUTIFY_FLAG" val=""/>
</p:tagLst>
</file>

<file path=ppt/tags/tag288.xml><?xml version="1.0" encoding="utf-8"?>
<p:tagLst xmlns:p="http://schemas.openxmlformats.org/presentationml/2006/main">
  <p:tag name="KSO_WM_BEAUTIFY_FLAG" val=""/>
</p:tagLst>
</file>

<file path=ppt/tags/tag289.xml><?xml version="1.0" encoding="utf-8"?>
<p:tagLst xmlns:p="http://schemas.openxmlformats.org/presentationml/2006/main">
  <p:tag name="KSO_WM_BEAUTIFY_FLAG" val=""/>
</p:tagLst>
</file>

<file path=ppt/tags/tag290.xml><?xml version="1.0" encoding="utf-8"?>
<p:tagLst xmlns:p="http://schemas.openxmlformats.org/presentationml/2006/main">
  <p:tag name="KSO_WM_BEAUTIFY_FLAG" val=""/>
</p:tagLst>
</file>

<file path=ppt/tags/tag291.xml><?xml version="1.0" encoding="utf-8"?>
<p:tagLst xmlns:p="http://schemas.openxmlformats.org/presentationml/2006/main">
  <p:tag name="KSO_WM_SPECIAL_SOURCE" val="bdnull"/>
</p:tagLst>
</file>

<file path=ppt/tags/tag292.xml><?xml version="1.0" encoding="utf-8"?>
<p:tagLst xmlns:p="http://schemas.openxmlformats.org/presentationml/2006/main">
  <p:tag name="KSO_WM_SLIDE_ID" val="custom20205081_1"/>
  <p:tag name="KSO_WM_TEMPLATE_SUBCATEGORY" val="19"/>
  <p:tag name="KSO_WM_TEMPLATE_MASTER_TYPE" val="0"/>
  <p:tag name="KSO_WM_TEMPLATE_COLOR_TYPE" val="1"/>
  <p:tag name="KSO_WM_SLIDE_TYPE" val="title"/>
  <p:tag name="KSO_WM_SLIDE_SUBTYPE" val="defaultBlank"/>
  <p:tag name="KSO_WM_SLIDE_ITEM_CNT" val="0"/>
  <p:tag name="KSO_WM_SLIDE_INDEX" val="1"/>
  <p:tag name="KSO_WM_TAG_VERSION" val="1.0"/>
  <p:tag name="KSO_WM_BEAUTIFY_FLAG" val="#wm#"/>
  <p:tag name="KSO_WM_TEMPLATE_CATEGORY" val="custom"/>
  <p:tag name="KSO_WM_TEMPLATE_INDEX" val="20205081"/>
  <p:tag name="KSO_WM_SLIDE_LAYOUT" val="a_b"/>
  <p:tag name="KSO_WM_SLIDE_LAYOUT_CNT" val="1_1"/>
  <p:tag name="KSO_WM_UNIT_SHOW_EDIT_AREA_INDICATION" val="1"/>
  <p:tag name="KSO_WM_TEMPLATE_THUMBS_INDEX" val="1、4、7、12、13、14、15、16、17、18、20、24、25、28、33、36、40、43、44"/>
  <p:tag name="KSO_WM_SPECIAL_SOURCE" val="bdnull"/>
</p:tagLst>
</file>

<file path=ppt/tags/tag293.xml><?xml version="1.0" encoding="utf-8"?>
<p:tagLst xmlns:p="http://schemas.openxmlformats.org/presentationml/2006/main">
  <p:tag name="KSO_WM_BEAUTIFY_FLAG" val=""/>
</p:tagLst>
</file>

<file path=ppt/tags/tag294.xml><?xml version="1.0" encoding="utf-8"?>
<p:tagLst xmlns:p="http://schemas.openxmlformats.org/presentationml/2006/main">
  <p:tag name="KSO_WM_BEAUTIFY_FLAG" val=""/>
</p:tagLst>
</file>

<file path=ppt/tags/tag295.xml><?xml version="1.0" encoding="utf-8"?>
<p:tagLst xmlns:p="http://schemas.openxmlformats.org/presentationml/2006/main">
  <p:tag name="KSO_WM_BEAUTIFY_FLAG" val=""/>
</p:tagLst>
</file>

<file path=ppt/tags/tag296.xml><?xml version="1.0" encoding="utf-8"?>
<p:tagLst xmlns:p="http://schemas.openxmlformats.org/presentationml/2006/main">
  <p:tag name="KSO_WM_BEAUTIFY_FLAG" val=""/>
</p:tagLst>
</file>

<file path=ppt/tags/tag297.xml><?xml version="1.0" encoding="utf-8"?>
<p:tagLst xmlns:p="http://schemas.openxmlformats.org/presentationml/2006/main">
  <p:tag name="KSO_WM_BEAUTIFY_FLAG" val=""/>
</p:tagLst>
</file>

<file path=ppt/tags/tag298.xml><?xml version="1.0" encoding="utf-8"?>
<p:tagLst xmlns:p="http://schemas.openxmlformats.org/presentationml/2006/main">
  <p:tag name="KSO_WM_BEAUTIFY_FLAG" val=""/>
</p:tagLst>
</file>

<file path=ppt/tags/tag299.xml><?xml version="1.0" encoding="utf-8"?>
<p:tagLst xmlns:p="http://schemas.openxmlformats.org/presentationml/2006/main">
  <p:tag name="KSO_WM_BEAUTIFY_FLAG" val=""/>
</p:tagLst>
</file>

<file path=ppt/tags/tag300.xml><?xml version="1.0" encoding="utf-8"?>
<p:tagLst xmlns:p="http://schemas.openxmlformats.org/presentationml/2006/main">
  <p:tag name="KSO_WM_BEAUTIFY_FLAG" val=""/>
</p:tagLst>
</file>

<file path=ppt/tags/tag301.xml><?xml version="1.0" encoding="utf-8"?>
<p:tagLst xmlns:p="http://schemas.openxmlformats.org/presentationml/2006/main">
  <p:tag name="KSO_WM_BEAUTIFY_FLAG" val=""/>
</p:tagLst>
</file>

<file path=ppt/tags/tag302.xml><?xml version="1.0" encoding="utf-8"?>
<p:tagLst xmlns:p="http://schemas.openxmlformats.org/presentationml/2006/main">
  <p:tag name="KSO_WM_BEAUTIFY_FLAG" val=""/>
</p:tagLst>
</file>

<file path=ppt/tags/tag303.xml><?xml version="1.0" encoding="utf-8"?>
<p:tagLst xmlns:p="http://schemas.openxmlformats.org/presentationml/2006/main">
  <p:tag name="KSO_WM_BEAUTIFY_FLAG" val=""/>
</p:tagLst>
</file>

<file path=ppt/tags/tag304.xml><?xml version="1.0" encoding="utf-8"?>
<p:tagLst xmlns:p="http://schemas.openxmlformats.org/presentationml/2006/main">
  <p:tag name="KSO_WM_BEAUTIFY_FLAG" val=""/>
</p:tagLst>
</file>

<file path=ppt/tags/tag305.xml><?xml version="1.0" encoding="utf-8"?>
<p:tagLst xmlns:p="http://schemas.openxmlformats.org/presentationml/2006/main">
  <p:tag name="KSO_WM_SPECIAL_SOURCE" val="bdnull"/>
</p:tagLst>
</file>

<file path=ppt/tags/tag306.xml><?xml version="1.0" encoding="utf-8"?>
<p:tagLst xmlns:p="http://schemas.openxmlformats.org/presentationml/2006/main">
  <p:tag name="KSO_WM_BEAUTIFY_FLAG" val=""/>
</p:tagLst>
</file>

<file path=ppt/tags/tag307.xml><?xml version="1.0" encoding="utf-8"?>
<p:tagLst xmlns:p="http://schemas.openxmlformats.org/presentationml/2006/main">
  <p:tag name="KSO_WM_BEAUTIFY_FLAG" val=""/>
</p:tagLst>
</file>

<file path=ppt/tags/tag308.xml><?xml version="1.0" encoding="utf-8"?>
<p:tagLst xmlns:p="http://schemas.openxmlformats.org/presentationml/2006/main">
  <p:tag name="KSO_WM_BEAUTIFY_FLAG" val=""/>
</p:tagLst>
</file>

<file path=ppt/tags/tag309.xml><?xml version="1.0" encoding="utf-8"?>
<p:tagLst xmlns:p="http://schemas.openxmlformats.org/presentationml/2006/main">
  <p:tag name="KSO_WM_BEAUTIFY_FLAG" val=""/>
</p:tagLst>
</file>

<file path=ppt/tags/tag310.xml><?xml version="1.0" encoding="utf-8"?>
<p:tagLst xmlns:p="http://schemas.openxmlformats.org/presentationml/2006/main">
  <p:tag name="KSO_WM_BEAUTIFY_FLAG" val=""/>
</p:tagLst>
</file>

<file path=ppt/tags/tag311.xml><?xml version="1.0" encoding="utf-8"?>
<p:tagLst xmlns:p="http://schemas.openxmlformats.org/presentationml/2006/main">
  <p:tag name="KSO_WM_BEAUTIFY_FLAG" val=""/>
</p:tagLst>
</file>

<file path=ppt/tags/tag312.xml><?xml version="1.0" encoding="utf-8"?>
<p:tagLst xmlns:p="http://schemas.openxmlformats.org/presentationml/2006/main">
  <p:tag name="KSO_WM_BEAUTIFY_FLAG" val=""/>
</p:tagLst>
</file>

<file path=ppt/tags/tag313.xml><?xml version="1.0" encoding="utf-8"?>
<p:tagLst xmlns:p="http://schemas.openxmlformats.org/presentationml/2006/main">
  <p:tag name="KSO_WM_BEAUTIFY_FLAG" val=""/>
</p:tagLst>
</file>

<file path=ppt/tags/tag314.xml><?xml version="1.0" encoding="utf-8"?>
<p:tagLst xmlns:p="http://schemas.openxmlformats.org/presentationml/2006/main">
  <p:tag name="KSO_WM_BEAUTIFY_FLAG" val=""/>
</p:tagLst>
</file>

<file path=ppt/tags/tag315.xml><?xml version="1.0" encoding="utf-8"?>
<p:tagLst xmlns:p="http://schemas.openxmlformats.org/presentationml/2006/main">
  <p:tag name="KSO_WM_BEAUTIFY_FLAG" val=""/>
</p:tagLst>
</file>

<file path=ppt/tags/tag316.xml><?xml version="1.0" encoding="utf-8"?>
<p:tagLst xmlns:p="http://schemas.openxmlformats.org/presentationml/2006/main">
  <p:tag name="KSO_WM_BEAUTIFY_FLAG" val=""/>
</p:tagLst>
</file>

<file path=ppt/tags/tag317.xml><?xml version="1.0" encoding="utf-8"?>
<p:tagLst xmlns:p="http://schemas.openxmlformats.org/presentationml/2006/main">
  <p:tag name="KSO_WM_UNIT_PLACING_PICTURE_USER_VIEWPORT" val="{&quot;height&quot;:9112.56377952756,&quot;width&quot;:6075.042519685039}"/>
  <p:tag name="KSO_WM_BEAUTIFY_FLAG" val=""/>
</p:tagLst>
</file>

<file path=ppt/tags/tag318.xml><?xml version="1.0" encoding="utf-8"?>
<p:tagLst xmlns:p="http://schemas.openxmlformats.org/presentationml/2006/main">
  <p:tag name="KSO_WM_SPECIAL_SOURCE" val="bdnull"/>
</p:tagLst>
</file>

<file path=ppt/tags/tag319.xml><?xml version="1.0" encoding="utf-8"?>
<p:tagLst xmlns:p="http://schemas.openxmlformats.org/presentationml/2006/main">
  <p:tag name="KSO_WM_BEAUTIFY_FLAG" val=""/>
</p:tagLst>
</file>

<file path=ppt/tags/tag320.xml><?xml version="1.0" encoding="utf-8"?>
<p:tagLst xmlns:p="http://schemas.openxmlformats.org/presentationml/2006/main">
  <p:tag name="KSO_WM_BEAUTIFY_FLAG" val=""/>
</p:tagLst>
</file>

<file path=ppt/tags/tag321.xml><?xml version="1.0" encoding="utf-8"?>
<p:tagLst xmlns:p="http://schemas.openxmlformats.org/presentationml/2006/main">
  <p:tag name="KSO_WM_BEAUTIFY_FLAG" val=""/>
</p:tagLst>
</file>

<file path=ppt/tags/tag322.xml><?xml version="1.0" encoding="utf-8"?>
<p:tagLst xmlns:p="http://schemas.openxmlformats.org/presentationml/2006/main">
  <p:tag name="KSO_WM_BEAUTIFY_FLAG" val=""/>
</p:tagLst>
</file>

<file path=ppt/tags/tag323.xml><?xml version="1.0" encoding="utf-8"?>
<p:tagLst xmlns:p="http://schemas.openxmlformats.org/presentationml/2006/main">
  <p:tag name="KSO_WM_BEAUTIFY_FLAG" val=""/>
</p:tagLst>
</file>

<file path=ppt/tags/tag324.xml><?xml version="1.0" encoding="utf-8"?>
<p:tagLst xmlns:p="http://schemas.openxmlformats.org/presentationml/2006/main">
  <p:tag name="KSO_WM_BEAUTIFY_FLAG" val=""/>
</p:tagLst>
</file>

<file path=ppt/tags/tag325.xml><?xml version="1.0" encoding="utf-8"?>
<p:tagLst xmlns:p="http://schemas.openxmlformats.org/presentationml/2006/main">
  <p:tag name="KSO_WM_BEAUTIFY_FLAG" val=""/>
</p:tagLst>
</file>

<file path=ppt/tags/tag326.xml><?xml version="1.0" encoding="utf-8"?>
<p:tagLst xmlns:p="http://schemas.openxmlformats.org/presentationml/2006/main">
  <p:tag name="KSO_WM_BEAUTIFY_FLAG" val=""/>
</p:tagLst>
</file>

<file path=ppt/tags/tag327.xml><?xml version="1.0" encoding="utf-8"?>
<p:tagLst xmlns:p="http://schemas.openxmlformats.org/presentationml/2006/main">
  <p:tag name="KSO_WM_BEAUTIFY_FLAG" val=""/>
</p:tagLst>
</file>

<file path=ppt/tags/tag328.xml><?xml version="1.0" encoding="utf-8"?>
<p:tagLst xmlns:p="http://schemas.openxmlformats.org/presentationml/2006/main">
  <p:tag name="KSO_WM_BEAUTIFY_FLAG" val=""/>
</p:tagLst>
</file>

<file path=ppt/tags/tag329.xml><?xml version="1.0" encoding="utf-8"?>
<p:tagLst xmlns:p="http://schemas.openxmlformats.org/presentationml/2006/main">
  <p:tag name="KSO_WM_BEAUTIFY_FLAG" val=""/>
</p:tagLst>
</file>

<file path=ppt/tags/tag330.xml><?xml version="1.0" encoding="utf-8"?>
<p:tagLst xmlns:p="http://schemas.openxmlformats.org/presentationml/2006/main">
  <p:tag name="KSO_WM_SPECIAL_SOURCE" val="bdnull"/>
</p:tagLst>
</file>

<file path=ppt/tags/tag331.xml><?xml version="1.0" encoding="utf-8"?>
<p:tagLst xmlns:p="http://schemas.openxmlformats.org/presentationml/2006/main">
  <p:tag name="KSO_WM_BEAUTIFY_FLAG" val=""/>
</p:tagLst>
</file>

<file path=ppt/tags/tag332.xml><?xml version="1.0" encoding="utf-8"?>
<p:tagLst xmlns:p="http://schemas.openxmlformats.org/presentationml/2006/main">
  <p:tag name="KSO_WM_BEAUTIFY_FLAG" val=""/>
</p:tagLst>
</file>

<file path=ppt/tags/tag333.xml><?xml version="1.0" encoding="utf-8"?>
<p:tagLst xmlns:p="http://schemas.openxmlformats.org/presentationml/2006/main">
  <p:tag name="KSO_WM_BEAUTIFY_FLAG" val=""/>
</p:tagLst>
</file>

<file path=ppt/tags/tag334.xml><?xml version="1.0" encoding="utf-8"?>
<p:tagLst xmlns:p="http://schemas.openxmlformats.org/presentationml/2006/main">
  <p:tag name="KSO_WM_BEAUTIFY_FLAG" val=""/>
</p:tagLst>
</file>

<file path=ppt/tags/tag335.xml><?xml version="1.0" encoding="utf-8"?>
<p:tagLst xmlns:p="http://schemas.openxmlformats.org/presentationml/2006/main">
  <p:tag name="KSO_WM_BEAUTIFY_FLAG" val=""/>
</p:tagLst>
</file>

<file path=ppt/tags/tag336.xml><?xml version="1.0" encoding="utf-8"?>
<p:tagLst xmlns:p="http://schemas.openxmlformats.org/presentationml/2006/main">
  <p:tag name="KSO_WM_BEAUTIFY_FLAG" val=""/>
</p:tagLst>
</file>

<file path=ppt/tags/tag337.xml><?xml version="1.0" encoding="utf-8"?>
<p:tagLst xmlns:p="http://schemas.openxmlformats.org/presentationml/2006/main">
  <p:tag name="KSO_WM_BEAUTIFY_FLAG" val=""/>
</p:tagLst>
</file>

<file path=ppt/tags/tag338.xml><?xml version="1.0" encoding="utf-8"?>
<p:tagLst xmlns:p="http://schemas.openxmlformats.org/presentationml/2006/main">
  <p:tag name="KSO_WM_BEAUTIFY_FLAG" val=""/>
</p:tagLst>
</file>

<file path=ppt/tags/tag339.xml><?xml version="1.0" encoding="utf-8"?>
<p:tagLst xmlns:p="http://schemas.openxmlformats.org/presentationml/2006/main">
  <p:tag name="KSO_WM_BEAUTIFY_FLAG" val=""/>
</p:tagLst>
</file>

<file path=ppt/tags/tag340.xml><?xml version="1.0" encoding="utf-8"?>
<p:tagLst xmlns:p="http://schemas.openxmlformats.org/presentationml/2006/main">
  <p:tag name="KSO_WM_BEAUTIFY_FLAG" val=""/>
</p:tagLst>
</file>

<file path=ppt/tags/tag341.xml><?xml version="1.0" encoding="utf-8"?>
<p:tagLst xmlns:p="http://schemas.openxmlformats.org/presentationml/2006/main">
  <p:tag name="KSO_WM_BEAUTIFY_FLAG" val=""/>
</p:tagLst>
</file>

<file path=ppt/tags/tag342.xml><?xml version="1.0" encoding="utf-8"?>
<p:tagLst xmlns:p="http://schemas.openxmlformats.org/presentationml/2006/main">
  <p:tag name="KSO_WM_SPECIAL_SOURCE" val="bdnull"/>
</p:tagLst>
</file>

<file path=ppt/tags/tag343.xml><?xml version="1.0" encoding="utf-8"?>
<p:tagLst xmlns:p="http://schemas.openxmlformats.org/presentationml/2006/main">
  <p:tag name="KSO_WM_BEAUTIFY_FLAG" val=""/>
</p:tagLst>
</file>

<file path=ppt/tags/tag344.xml><?xml version="1.0" encoding="utf-8"?>
<p:tagLst xmlns:p="http://schemas.openxmlformats.org/presentationml/2006/main">
  <p:tag name="KSO_WM_BEAUTIFY_FLAG" val=""/>
</p:tagLst>
</file>

<file path=ppt/tags/tag345.xml><?xml version="1.0" encoding="utf-8"?>
<p:tagLst xmlns:p="http://schemas.openxmlformats.org/presentationml/2006/main">
  <p:tag name="KSO_WM_BEAUTIFY_FLAG" val=""/>
</p:tagLst>
</file>

<file path=ppt/tags/tag346.xml><?xml version="1.0" encoding="utf-8"?>
<p:tagLst xmlns:p="http://schemas.openxmlformats.org/presentationml/2006/main">
  <p:tag name="KSO_WM_BEAUTIFY_FLAG" val=""/>
</p:tagLst>
</file>

<file path=ppt/tags/tag347.xml><?xml version="1.0" encoding="utf-8"?>
<p:tagLst xmlns:p="http://schemas.openxmlformats.org/presentationml/2006/main">
  <p:tag name="KSO_WM_BEAUTIFY_FLAG" val=""/>
</p:tagLst>
</file>

<file path=ppt/tags/tag348.xml><?xml version="1.0" encoding="utf-8"?>
<p:tagLst xmlns:p="http://schemas.openxmlformats.org/presentationml/2006/main">
  <p:tag name="KSO_WM_BEAUTIFY_FLAG" val=""/>
</p:tagLst>
</file>

<file path=ppt/tags/tag349.xml><?xml version="1.0" encoding="utf-8"?>
<p:tagLst xmlns:p="http://schemas.openxmlformats.org/presentationml/2006/main">
  <p:tag name="KSO_WM_BEAUTIFY_FLAG" val=""/>
</p:tagLst>
</file>

<file path=ppt/tags/tag350.xml><?xml version="1.0" encoding="utf-8"?>
<p:tagLst xmlns:p="http://schemas.openxmlformats.org/presentationml/2006/main">
  <p:tag name="KSO_WM_BEAUTIFY_FLAG" val=""/>
</p:tagLst>
</file>

<file path=ppt/tags/tag351.xml><?xml version="1.0" encoding="utf-8"?>
<p:tagLst xmlns:p="http://schemas.openxmlformats.org/presentationml/2006/main">
  <p:tag name="KSO_WM_BEAUTIFY_FLAG" val=""/>
</p:tagLst>
</file>

<file path=ppt/tags/tag352.xml><?xml version="1.0" encoding="utf-8"?>
<p:tagLst xmlns:p="http://schemas.openxmlformats.org/presentationml/2006/main">
  <p:tag name="KSO_WM_BEAUTIFY_FLAG" val=""/>
</p:tagLst>
</file>

<file path=ppt/tags/tag353.xml><?xml version="1.0" encoding="utf-8"?>
<p:tagLst xmlns:p="http://schemas.openxmlformats.org/presentationml/2006/main">
  <p:tag name="KSO_WM_BEAUTIFY_FLAG" val=""/>
</p:tagLst>
</file>

<file path=ppt/tags/tag354.xml><?xml version="1.0" encoding="utf-8"?>
<p:tagLst xmlns:p="http://schemas.openxmlformats.org/presentationml/2006/main">
  <p:tag name="KSO_WM_BEAUTIFY_FLAG" val=""/>
</p:tagLst>
</file>

<file path=ppt/tags/tag355.xml><?xml version="1.0" encoding="utf-8"?>
<p:tagLst xmlns:p="http://schemas.openxmlformats.org/presentationml/2006/main">
  <p:tag name="KSO_WM_SPECIAL_SOURCE" val="bdnull"/>
</p:tagLst>
</file>

<file path=ppt/tags/tag356.xml><?xml version="1.0" encoding="utf-8"?>
<p:tagLst xmlns:p="http://schemas.openxmlformats.org/presentationml/2006/main">
  <p:tag name="KSO_WM_BEAUTIFY_FLAG" val=""/>
</p:tagLst>
</file>

<file path=ppt/tags/tag357.xml><?xml version="1.0" encoding="utf-8"?>
<p:tagLst xmlns:p="http://schemas.openxmlformats.org/presentationml/2006/main">
  <p:tag name="KSO_WM_BEAUTIFY_FLAG" val=""/>
</p:tagLst>
</file>

<file path=ppt/tags/tag358.xml><?xml version="1.0" encoding="utf-8"?>
<p:tagLst xmlns:p="http://schemas.openxmlformats.org/presentationml/2006/main">
  <p:tag name="KSO_WM_BEAUTIFY_FLAG" val=""/>
</p:tagLst>
</file>

<file path=ppt/tags/tag359.xml><?xml version="1.0" encoding="utf-8"?>
<p:tagLst xmlns:p="http://schemas.openxmlformats.org/presentationml/2006/main">
  <p:tag name="KSO_WM_BEAUTIFY_FLAG" val=""/>
</p:tagLst>
</file>

<file path=ppt/tags/tag360.xml><?xml version="1.0" encoding="utf-8"?>
<p:tagLst xmlns:p="http://schemas.openxmlformats.org/presentationml/2006/main">
  <p:tag name="KSO_WM_BEAUTIFY_FLAG" val=""/>
</p:tagLst>
</file>

<file path=ppt/tags/tag361.xml><?xml version="1.0" encoding="utf-8"?>
<p:tagLst xmlns:p="http://schemas.openxmlformats.org/presentationml/2006/main">
  <p:tag name="KSO_WM_BEAUTIFY_FLAG" val=""/>
</p:tagLst>
</file>

<file path=ppt/tags/tag362.xml><?xml version="1.0" encoding="utf-8"?>
<p:tagLst xmlns:p="http://schemas.openxmlformats.org/presentationml/2006/main">
  <p:tag name="KSO_WM_BEAUTIFY_FLAG" val=""/>
</p:tagLst>
</file>

<file path=ppt/tags/tag363.xml><?xml version="1.0" encoding="utf-8"?>
<p:tagLst xmlns:p="http://schemas.openxmlformats.org/presentationml/2006/main">
  <p:tag name="KSO_WM_BEAUTIFY_FLAG" val=""/>
</p:tagLst>
</file>

<file path=ppt/tags/tag364.xml><?xml version="1.0" encoding="utf-8"?>
<p:tagLst xmlns:p="http://schemas.openxmlformats.org/presentationml/2006/main">
  <p:tag name="KSO_WM_BEAUTIFY_FLAG" val=""/>
</p:tagLst>
</file>

<file path=ppt/tags/tag365.xml><?xml version="1.0" encoding="utf-8"?>
<p:tagLst xmlns:p="http://schemas.openxmlformats.org/presentationml/2006/main">
  <p:tag name="KSO_WM_SPECIAL_SOURCE" val="bdnull"/>
</p:tagLst>
</file>

<file path=ppt/tags/tag366.xml><?xml version="1.0" encoding="utf-8"?>
<p:tagLst xmlns:p="http://schemas.openxmlformats.org/presentationml/2006/main">
  <p:tag name="KSO_WPP_MARK_KEY" val="5ba3af92-c907-4576-a3cb-e80851849453"/>
  <p:tag name="COMMONDATA" val="eyJoZGlkIjoiN2FlYWQ0NDk0NzY3ZWUyM2U3Y2FjYjg4ZmQxZTUwNWEifQ=="/>
</p:tagLst>
</file>

<file path=ppt/theme/theme1.xml><?xml version="1.0" encoding="utf-8"?>
<a:theme xmlns:a="http://schemas.openxmlformats.org/drawingml/2006/main" name="Office 主题​​">
  <a:themeElements>
    <a:clrScheme name="新版空白演示配色">
      <a:dk1>
        <a:sysClr val="windowText" lastClr="000000"/>
      </a:dk1>
      <a:lt1>
        <a:sysClr val="window" lastClr="FFFFFF"/>
      </a:lt1>
      <a:dk2>
        <a:srgbClr val="0F1423"/>
      </a:dk2>
      <a:lt2>
        <a:srgbClr val="FFFFFF"/>
      </a:lt2>
      <a:accent1>
        <a:srgbClr val="6096E6"/>
      </a:accent1>
      <a:accent2>
        <a:srgbClr val="58B6E5"/>
      </a:accent2>
      <a:accent3>
        <a:srgbClr val="56CA95"/>
      </a:accent3>
      <a:accent4>
        <a:srgbClr val="FFBA55"/>
      </a:accent4>
      <a:accent5>
        <a:srgbClr val="F18870"/>
      </a:accent5>
      <a:accent6>
        <a:srgbClr val="EC5F74"/>
      </a:accent6>
      <a:hlink>
        <a:srgbClr val="0563C1"/>
      </a:hlink>
      <a:folHlink>
        <a:srgbClr val="954D72"/>
      </a:folHlink>
    </a:clrScheme>
    <a:fontScheme name="自定义 9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2263</Words>
  <Application>WPS 演示</Application>
  <PresentationFormat>宽屏</PresentationFormat>
  <Paragraphs>274</Paragraphs>
  <Slides>35</Slides>
  <Notes>4</Notes>
  <HiddenSlides>0</HiddenSlides>
  <MMClips>0</MMClips>
  <ScaleCrop>false</ScaleCrop>
  <HeadingPairs>
    <vt:vector size="6" baseType="variant">
      <vt:variant>
        <vt:lpstr>已用的字体</vt:lpstr>
      </vt:variant>
      <vt:variant>
        <vt:i4>12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35</vt:i4>
      </vt:variant>
    </vt:vector>
  </HeadingPairs>
  <TitlesOfParts>
    <vt:vector size="48" baseType="lpstr">
      <vt:lpstr>Arial</vt:lpstr>
      <vt:lpstr>宋体</vt:lpstr>
      <vt:lpstr>Wingdings</vt:lpstr>
      <vt:lpstr>Wingdings</vt:lpstr>
      <vt:lpstr>思源黑体 CN Bold</vt:lpstr>
      <vt:lpstr>黑体</vt:lpstr>
      <vt:lpstr>思源黑体 CN Medium</vt:lpstr>
      <vt:lpstr>Times New Roman</vt:lpstr>
      <vt:lpstr>微软雅黑</vt:lpstr>
      <vt:lpstr>Arial Unicode MS</vt:lpstr>
      <vt:lpstr>Calibri</vt:lpstr>
      <vt:lpstr>经典细圆简</vt:lpstr>
      <vt:lpstr>Office 主题​​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空白演示</dc:title>
  <dc:creator/>
  <cp:lastModifiedBy>米洛可</cp:lastModifiedBy>
  <cp:revision>225</cp:revision>
  <dcterms:created xsi:type="dcterms:W3CDTF">2019-06-19T02:08:00Z</dcterms:created>
  <dcterms:modified xsi:type="dcterms:W3CDTF">2024-12-25T02:59:00Z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2052-11.1.0.10943</vt:lpwstr>
  </property>
  <property fmtid="{D5CDD505-2E9C-101B-9397-08002B2CF9AE}" pid="3" name="ICV">
    <vt:lpwstr>4BD0F0DA581B4CB1A7DDD42B87368000_11</vt:lpwstr>
  </property>
</Properties>
</file>