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8" r:id="rId2"/>
    <p:sldId id="259" r:id="rId3"/>
    <p:sldId id="260" r:id="rId4"/>
    <p:sldId id="261" r:id="rId5"/>
    <p:sldId id="256" r:id="rId6"/>
    <p:sldId id="257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4905" autoAdjust="0"/>
  </p:normalViewPr>
  <p:slideViewPr>
    <p:cSldViewPr snapToGrid="0">
      <p:cViewPr varScale="1">
        <p:scale>
          <a:sx n="74" d="100"/>
          <a:sy n="74" d="100"/>
        </p:scale>
        <p:origin x="12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BB0878-ADBB-41F3-AAA2-23C9C479DF6C}" type="datetimeFigureOut">
              <a:rPr lang="zh-CN" altLang="en-US" smtClean="0"/>
              <a:t>2025/6/19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68C584-04CD-4BC9-8871-96E41FD1F0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7091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 err="1">
                <a:solidFill>
                  <a:srgbClr val="9650C8"/>
                </a:solidFill>
                <a:effectLst/>
                <a:latin typeface="Consolas" panose="020B0609020204030204" pitchFamily="49" charset="0"/>
              </a:rPr>
              <a:t>classDiagram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1" dirty="0">
                <a:solidFill>
                  <a:srgbClr val="9650C8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super_block_t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b="0" dirty="0">
                <a:solidFill>
                  <a:srgbClr val="2BDEA8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 magic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[8]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b="0" dirty="0">
                <a:solidFill>
                  <a:srgbClr val="2BDEA8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altLang="zh-CN" b="0" dirty="0" err="1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blocks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b="0" dirty="0">
                <a:solidFill>
                  <a:srgbClr val="2BDEA8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free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altLang="zh-CN" b="0" dirty="0" err="1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blocks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b="0" dirty="0">
                <a:solidFill>
                  <a:srgbClr val="2BDEA8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inode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altLang="zh-CN" b="0" dirty="0" err="1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table_blocks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b="0" dirty="0">
                <a:solidFill>
                  <a:srgbClr val="2BDEA8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bitmap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altLang="zh-CN" b="0" dirty="0" err="1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start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b="0" dirty="0">
                <a:solidFill>
                  <a:srgbClr val="2BDEA8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altLang="zh-CN" b="0" dirty="0" err="1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data_block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b="0" dirty="0">
                <a:solidFill>
                  <a:srgbClr val="2BDEA8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block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altLang="zh-CN" b="0" dirty="0" err="1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size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1" dirty="0">
                <a:solidFill>
                  <a:srgbClr val="9650C8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inode_t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b="0" dirty="0">
                <a:solidFill>
                  <a:srgbClr val="2BDEA8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 used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b="0" dirty="0">
                <a:solidFill>
                  <a:srgbClr val="2BDEA8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altLang="zh-CN" b="0" dirty="0" err="1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directory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b="0" dirty="0">
                <a:solidFill>
                  <a:srgbClr val="2BDEA8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 size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b="0" dirty="0">
                <a:solidFill>
                  <a:srgbClr val="2BDEA8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 links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b="0" dirty="0">
                <a:solidFill>
                  <a:srgbClr val="2BDEA8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 blocks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[12]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b="0" dirty="0">
                <a:solidFill>
                  <a:srgbClr val="2BDEA8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accesstime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1" dirty="0">
                <a:solidFill>
                  <a:srgbClr val="9650C8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dir_entry_t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b="0" dirty="0">
                <a:solidFill>
                  <a:srgbClr val="2BDEA8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 filename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MAX_FILENAME_LEN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b="0" dirty="0">
                <a:solidFill>
                  <a:srgbClr val="2BDEA8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inode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altLang="zh-CN" b="0" dirty="0" err="1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num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1" dirty="0">
                <a:solidFill>
                  <a:srgbClr val="9650C8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file_system_t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disk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b="0" dirty="0" err="1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super_block_t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zh-CN" b="0" dirty="0" err="1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super_block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b="0" dirty="0" err="1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inode_t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zh-CN" b="0" dirty="0" err="1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inode_table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b="0" dirty="0">
                <a:solidFill>
                  <a:srgbClr val="2BDEA8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 char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zh-CN" b="0" dirty="0" err="1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block_bitmap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b="0" dirty="0">
                <a:solidFill>
                  <a:srgbClr val="2BDEA8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shmid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b="0" dirty="0">
                <a:solidFill>
                  <a:srgbClr val="2BDEA8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read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altLang="zh-CN" b="0" dirty="0" err="1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count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1" dirty="0">
                <a:solidFill>
                  <a:srgbClr val="9650C8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磁盘布局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超级块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块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b="0" dirty="0" err="1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Inode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表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块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块位图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块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数据区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剩余块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1" dirty="0">
                <a:solidFill>
                  <a:srgbClr val="9650C8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数据块结构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直接数据块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KB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目录块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包含</a:t>
            </a:r>
            <a:r>
              <a:rPr lang="en-US" altLang="zh-CN" b="0" dirty="0" err="1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dir_entry_t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数组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 err="1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super_block_t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--&gt;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inode_t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管理</a:t>
            </a:r>
            <a:r>
              <a:rPr lang="en-US" altLang="zh-CN" b="0" dirty="0" err="1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inode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表位置</a:t>
            </a:r>
          </a:p>
          <a:p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 err="1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super_block_t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--&gt;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block_bitmap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管理位图位置</a:t>
            </a:r>
          </a:p>
          <a:p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 err="1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super_block_t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--&gt;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数据区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管理数据区域</a:t>
            </a:r>
          </a:p>
          <a:p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 err="1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inode_t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--&gt;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dir_entry_t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第一个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blocks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存储目录项</a:t>
            </a:r>
          </a:p>
          <a:p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 err="1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inode_t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--&gt;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数据块结构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blocks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数组指向数据块</a:t>
            </a:r>
          </a:p>
          <a:p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 err="1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file_system_t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--&gt;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super_block_t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包含超级块指针</a:t>
            </a:r>
          </a:p>
          <a:p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 err="1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file_system_t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--&gt;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inode_t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包含</a:t>
            </a:r>
            <a:r>
              <a:rPr lang="en-US" altLang="zh-CN" b="0" dirty="0" err="1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inode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表指针</a:t>
            </a:r>
          </a:p>
          <a:p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 err="1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file_system_t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--&gt;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block_bitmap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包含位图指针</a:t>
            </a:r>
          </a:p>
          <a:p>
            <a:b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68C584-04CD-4BC9-8871-96E41FD1F02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33133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9650C8"/>
                </a:solidFill>
                <a:effectLst/>
                <a:latin typeface="Consolas" panose="020B0609020204030204" pitchFamily="49" charset="0"/>
              </a:rPr>
              <a:t>graph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649696"/>
                </a:solidFill>
                <a:effectLst/>
                <a:latin typeface="Consolas" panose="020B0609020204030204" pitchFamily="49" charset="0"/>
              </a:rPr>
              <a:t>TD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AA8500"/>
                </a:solidFill>
                <a:effectLst/>
                <a:latin typeface="Consolas" panose="020B0609020204030204" pitchFamily="49" charset="0"/>
              </a:rPr>
              <a:t>[Disk Layout]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--&gt;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zh-CN" b="0" dirty="0">
                <a:solidFill>
                  <a:srgbClr val="AA8500"/>
                </a:solidFill>
                <a:effectLst/>
                <a:latin typeface="Consolas" panose="020B0609020204030204" pitchFamily="49" charset="0"/>
              </a:rPr>
              <a:t>[Super Block]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--&gt;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b="0" dirty="0">
                <a:solidFill>
                  <a:srgbClr val="AA85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 err="1">
                <a:solidFill>
                  <a:srgbClr val="AA8500"/>
                </a:solidFill>
                <a:effectLst/>
                <a:latin typeface="Consolas" panose="020B0609020204030204" pitchFamily="49" charset="0"/>
              </a:rPr>
              <a:t>Inode</a:t>
            </a:r>
            <a:r>
              <a:rPr lang="en-US" altLang="zh-CN" b="0" dirty="0">
                <a:solidFill>
                  <a:srgbClr val="AA8500"/>
                </a:solidFill>
                <a:effectLst/>
                <a:latin typeface="Consolas" panose="020B0609020204030204" pitchFamily="49" charset="0"/>
              </a:rPr>
              <a:t> Table]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--&gt;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zh-CN" b="0" dirty="0">
                <a:solidFill>
                  <a:srgbClr val="AA8500"/>
                </a:solidFill>
                <a:effectLst/>
                <a:latin typeface="Consolas" panose="020B0609020204030204" pitchFamily="49" charset="0"/>
              </a:rPr>
              <a:t>[Block Bitmap]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--&gt;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altLang="zh-CN" b="0" dirty="0">
                <a:solidFill>
                  <a:srgbClr val="AA8500"/>
                </a:solidFill>
                <a:effectLst/>
                <a:latin typeface="Consolas" panose="020B0609020204030204" pitchFamily="49" charset="0"/>
              </a:rPr>
              <a:t>[Data Area]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--&gt;</a:t>
            </a:r>
            <a:r>
              <a:rPr lang="en-US" altLang="zh-CN" b="0" dirty="0">
                <a:solidFill>
                  <a:srgbClr val="AA8500"/>
                </a:solidFill>
                <a:effectLst/>
                <a:latin typeface="Consolas" panose="020B0609020204030204" pitchFamily="49" charset="0"/>
              </a:rPr>
              <a:t>|1 Block|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C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--&gt;</a:t>
            </a:r>
            <a:r>
              <a:rPr lang="en-US" altLang="zh-CN" b="0" dirty="0">
                <a:solidFill>
                  <a:srgbClr val="AA8500"/>
                </a:solidFill>
                <a:effectLst/>
                <a:latin typeface="Consolas" panose="020B0609020204030204" pitchFamily="49" charset="0"/>
              </a:rPr>
              <a:t>|N Blocks|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D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--&gt;</a:t>
            </a:r>
            <a:r>
              <a:rPr lang="en-US" altLang="zh-CN" b="0" dirty="0">
                <a:solidFill>
                  <a:srgbClr val="AA8500"/>
                </a:solidFill>
                <a:effectLst/>
                <a:latin typeface="Consolas" panose="020B0609020204030204" pitchFamily="49" charset="0"/>
              </a:rPr>
              <a:t>|M Blocks|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E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1" dirty="0">
                <a:solidFill>
                  <a:srgbClr val="9650C8"/>
                </a:solidFill>
                <a:effectLst/>
                <a:latin typeface="Consolas" panose="020B0609020204030204" pitchFamily="49" charset="0"/>
              </a:rPr>
              <a:t>subgraph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Inode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Structure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zh-CN" b="0" dirty="0">
                <a:solidFill>
                  <a:srgbClr val="AA85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 err="1">
                <a:solidFill>
                  <a:srgbClr val="AA8500"/>
                </a:solidFill>
                <a:effectLst/>
                <a:latin typeface="Consolas" panose="020B0609020204030204" pitchFamily="49" charset="0"/>
              </a:rPr>
              <a:t>inode_t</a:t>
            </a:r>
            <a:r>
              <a:rPr lang="en-US" altLang="zh-CN" b="0" dirty="0">
                <a:solidFill>
                  <a:srgbClr val="AA8500"/>
                </a:solidFill>
                <a:effectLst/>
                <a:latin typeface="Consolas" panose="020B0609020204030204" pitchFamily="49" charset="0"/>
              </a:rPr>
              <a:t>]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lang="en-US" altLang="zh-CN" b="0" dirty="0">
                <a:solidFill>
                  <a:srgbClr val="AA85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 err="1">
                <a:solidFill>
                  <a:srgbClr val="AA8500"/>
                </a:solidFill>
                <a:effectLst/>
                <a:latin typeface="Consolas" panose="020B0609020204030204" pitchFamily="49" charset="0"/>
              </a:rPr>
              <a:t>inode_t</a:t>
            </a:r>
            <a:r>
              <a:rPr lang="en-US" altLang="zh-CN" b="0" dirty="0">
                <a:solidFill>
                  <a:srgbClr val="AA8500"/>
                </a:solidFill>
                <a:effectLst/>
                <a:latin typeface="Consolas" panose="020B0609020204030204" pitchFamily="49" charset="0"/>
              </a:rPr>
              <a:t>]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lang="en-US" altLang="zh-CN" b="0" dirty="0">
                <a:solidFill>
                  <a:srgbClr val="AA8500"/>
                </a:solidFill>
                <a:effectLst/>
                <a:latin typeface="Consolas" panose="020B0609020204030204" pitchFamily="49" charset="0"/>
              </a:rPr>
              <a:t>[...]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1" dirty="0">
                <a:solidFill>
                  <a:srgbClr val="9650C8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1" dirty="0">
                <a:solidFill>
                  <a:srgbClr val="9650C8"/>
                </a:solidFill>
                <a:effectLst/>
                <a:latin typeface="Consolas" panose="020B0609020204030204" pitchFamily="49" charset="0"/>
              </a:rPr>
              <a:t>subgraph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Area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Structure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AA8500"/>
                </a:solidFill>
                <a:effectLst/>
                <a:latin typeface="Consolas" panose="020B0609020204030204" pitchFamily="49" charset="0"/>
              </a:rPr>
              <a:t>[Data Block 0]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zh-CN" b="0" dirty="0">
                <a:solidFill>
                  <a:srgbClr val="AA8500"/>
                </a:solidFill>
                <a:effectLst/>
                <a:latin typeface="Consolas" panose="020B0609020204030204" pitchFamily="49" charset="0"/>
              </a:rPr>
              <a:t>[Data Block 1]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altLang="zh-CN" b="0" dirty="0">
                <a:solidFill>
                  <a:srgbClr val="AA8500"/>
                </a:solidFill>
                <a:effectLst/>
                <a:latin typeface="Consolas" panose="020B0609020204030204" pitchFamily="49" charset="0"/>
              </a:rPr>
              <a:t>[...]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US" altLang="zh-CN" b="0" dirty="0">
                <a:solidFill>
                  <a:srgbClr val="AA8500"/>
                </a:solidFill>
                <a:effectLst/>
                <a:latin typeface="Consolas" panose="020B0609020204030204" pitchFamily="49" charset="0"/>
              </a:rPr>
              <a:t>[Data Block N]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1" dirty="0">
                <a:solidFill>
                  <a:srgbClr val="9650C8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--&gt;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I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--&gt;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J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--&gt;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L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1" dirty="0">
                <a:solidFill>
                  <a:srgbClr val="9650C8"/>
                </a:solidFill>
                <a:effectLst/>
                <a:latin typeface="Consolas" panose="020B0609020204030204" pitchFamily="49" charset="0"/>
              </a:rPr>
              <a:t>subgraph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Directory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Structure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altLang="zh-CN" b="0" dirty="0">
                <a:solidFill>
                  <a:srgbClr val="AA85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 err="1">
                <a:solidFill>
                  <a:srgbClr val="AA8500"/>
                </a:solidFill>
                <a:effectLst/>
                <a:latin typeface="Consolas" panose="020B0609020204030204" pitchFamily="49" charset="0"/>
              </a:rPr>
              <a:t>dir_entry_t</a:t>
            </a:r>
            <a:r>
              <a:rPr lang="en-US" altLang="zh-CN" b="0" dirty="0">
                <a:solidFill>
                  <a:srgbClr val="AA8500"/>
                </a:solidFill>
                <a:effectLst/>
                <a:latin typeface="Consolas" panose="020B0609020204030204" pitchFamily="49" charset="0"/>
              </a:rPr>
              <a:t>]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b="0" dirty="0">
                <a:solidFill>
                  <a:srgbClr val="AA85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 err="1">
                <a:solidFill>
                  <a:srgbClr val="AA8500"/>
                </a:solidFill>
                <a:effectLst/>
                <a:latin typeface="Consolas" panose="020B0609020204030204" pitchFamily="49" charset="0"/>
              </a:rPr>
              <a:t>dir_entry_t</a:t>
            </a:r>
            <a:r>
              <a:rPr lang="en-US" altLang="zh-CN" b="0" dirty="0">
                <a:solidFill>
                  <a:srgbClr val="AA8500"/>
                </a:solidFill>
                <a:effectLst/>
                <a:latin typeface="Consolas" panose="020B0609020204030204" pitchFamily="49" charset="0"/>
              </a:rPr>
              <a:t>]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O</a:t>
            </a:r>
            <a:r>
              <a:rPr lang="en-US" altLang="zh-CN" b="0" dirty="0">
                <a:solidFill>
                  <a:srgbClr val="AA8500"/>
                </a:solidFill>
                <a:effectLst/>
                <a:latin typeface="Consolas" panose="020B0609020204030204" pitchFamily="49" charset="0"/>
              </a:rPr>
              <a:t>[...]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1" dirty="0">
                <a:solidFill>
                  <a:srgbClr val="9650C8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--&gt;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M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--&gt;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N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--&gt;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O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--&gt;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F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--&gt;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A22889"/>
                </a:solidFill>
                <a:effectLst/>
                <a:latin typeface="Consolas" panose="020B0609020204030204" pitchFamily="49" charset="0"/>
              </a:rPr>
              <a:t>G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68C584-04CD-4BC9-8871-96E41FD1F02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4158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467A004-BE59-4A86-9C9A-CC27DADE10AB}"/>
              </a:ext>
            </a:extLst>
          </p:cNvPr>
          <p:cNvSpPr txBox="1"/>
          <p:nvPr/>
        </p:nvSpPr>
        <p:spPr>
          <a:xfrm>
            <a:off x="742989" y="1169870"/>
            <a:ext cx="2164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基本数据结构图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21138AC-715A-4AF9-BF37-C2BD101FE7BE}"/>
              </a:ext>
            </a:extLst>
          </p:cNvPr>
          <p:cNvSpPr txBox="1"/>
          <p:nvPr/>
        </p:nvSpPr>
        <p:spPr>
          <a:xfrm>
            <a:off x="165020" y="2432327"/>
            <a:ext cx="36392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采用一级索引管理文件物理结构、位示图法管理存储空间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DBEFA28-DDAC-41E1-B65A-63E91F44D7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5382" y="71718"/>
            <a:ext cx="6237911" cy="6858000"/>
          </a:xfrm>
          <a:prstGeom prst="rect">
            <a:avLst/>
          </a:prstGeom>
        </p:spPr>
      </p:pic>
      <p:graphicFrame>
        <p:nvGraphicFramePr>
          <p:cNvPr id="2" name="表格 4">
            <a:extLst>
              <a:ext uri="{FF2B5EF4-FFF2-40B4-BE49-F238E27FC236}">
                <a16:creationId xmlns:a16="http://schemas.microsoft.com/office/drawing/2014/main" id="{4789E666-C737-46DC-8F53-C139D685E4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8724764"/>
              </p:ext>
            </p:extLst>
          </p:nvPr>
        </p:nvGraphicFramePr>
        <p:xfrm>
          <a:off x="165019" y="3745020"/>
          <a:ext cx="5226489" cy="9070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6415">
                  <a:extLst>
                    <a:ext uri="{9D8B030D-6E8A-4147-A177-3AD203B41FA5}">
                      <a16:colId xmlns:a16="http://schemas.microsoft.com/office/drawing/2014/main" val="1603438332"/>
                    </a:ext>
                  </a:extLst>
                </a:gridCol>
                <a:gridCol w="1173192">
                  <a:extLst>
                    <a:ext uri="{9D8B030D-6E8A-4147-A177-3AD203B41FA5}">
                      <a16:colId xmlns:a16="http://schemas.microsoft.com/office/drawing/2014/main" val="2310331657"/>
                    </a:ext>
                  </a:extLst>
                </a:gridCol>
                <a:gridCol w="1449238">
                  <a:extLst>
                    <a:ext uri="{9D8B030D-6E8A-4147-A177-3AD203B41FA5}">
                      <a16:colId xmlns:a16="http://schemas.microsoft.com/office/drawing/2014/main" val="3037440126"/>
                    </a:ext>
                  </a:extLst>
                </a:gridCol>
                <a:gridCol w="1647644">
                  <a:extLst>
                    <a:ext uri="{9D8B030D-6E8A-4147-A177-3AD203B41FA5}">
                      <a16:colId xmlns:a16="http://schemas.microsoft.com/office/drawing/2014/main" val="3337324863"/>
                    </a:ext>
                  </a:extLst>
                </a:gridCol>
              </a:tblGrid>
              <a:tr h="453526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超级块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Inode</a:t>
                      </a:r>
                      <a:r>
                        <a:rPr lang="zh-CN" altLang="en-US" dirty="0"/>
                        <a:t>表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块</a:t>
                      </a:r>
                      <a:r>
                        <a:rPr lang="en-US" altLang="zh-CN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bitmap</a:t>
                      </a:r>
                      <a:endParaRPr lang="zh-CN" alt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数据块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7170567"/>
                  </a:ext>
                </a:extLst>
              </a:tr>
              <a:tr h="45352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endParaRPr lang="zh-CN" alt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</a:t>
                      </a:r>
                      <a:endParaRPr lang="zh-CN" alt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total-n-m-1</a:t>
                      </a:r>
                      <a:endParaRPr lang="zh-CN" alt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2842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6469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51F791B-3BEF-4881-AB42-B73F8F8CC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155" y="970869"/>
            <a:ext cx="10639425" cy="543877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C35A29F-27C4-4CE5-A452-F6D0BC965CA5}"/>
              </a:ext>
            </a:extLst>
          </p:cNvPr>
          <p:cNvSpPr txBox="1"/>
          <p:nvPr/>
        </p:nvSpPr>
        <p:spPr>
          <a:xfrm>
            <a:off x="281756" y="307005"/>
            <a:ext cx="1153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文件系统</a:t>
            </a:r>
          </a:p>
        </p:txBody>
      </p:sp>
    </p:spTree>
    <p:extLst>
      <p:ext uri="{BB962C8B-B14F-4D97-AF65-F5344CB8AC3E}">
        <p14:creationId xmlns:p14="http://schemas.microsoft.com/office/powerpoint/2010/main" val="3485185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4011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4873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F53C58A-DC12-4858-A678-65D9A9F28295}"/>
              </a:ext>
            </a:extLst>
          </p:cNvPr>
          <p:cNvSpPr txBox="1"/>
          <p:nvPr/>
        </p:nvSpPr>
        <p:spPr>
          <a:xfrm>
            <a:off x="187068" y="238041"/>
            <a:ext cx="75345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索引表存放的磁盘块叫做</a:t>
            </a:r>
            <a:r>
              <a:rPr lang="zh-CN" altLang="en-US" b="1" i="0" dirty="0">
                <a:solidFill>
                  <a:srgbClr val="4D4D4D"/>
                </a:solidFill>
                <a:effectLst/>
                <a:latin typeface="-apple-system"/>
              </a:rPr>
              <a:t>索引块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，文件数据存放的磁盘块叫做</a:t>
            </a:r>
            <a:r>
              <a:rPr lang="zh-CN" altLang="en-US" b="1" i="0" dirty="0">
                <a:solidFill>
                  <a:srgbClr val="4D4D4D"/>
                </a:solidFill>
                <a:effectLst/>
                <a:latin typeface="-apple-system"/>
              </a:rPr>
              <a:t>数据块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。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24C28FA-C556-4F1C-8A96-5D719CC10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12" y="1282170"/>
            <a:ext cx="9248775" cy="549592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F7C3152-B916-4E66-BD9A-E645DD9B6A71}"/>
              </a:ext>
            </a:extLst>
          </p:cNvPr>
          <p:cNvSpPr txBox="1"/>
          <p:nvPr/>
        </p:nvSpPr>
        <p:spPr>
          <a:xfrm>
            <a:off x="2963333" y="63583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effectLst/>
                <a:latin typeface="-apple-system"/>
              </a:rPr>
              <a:t>每个文件都仅会占用一个</a:t>
            </a:r>
            <a:r>
              <a:rPr lang="en-US" altLang="zh-CN" b="0" i="0" dirty="0" err="1">
                <a:effectLst/>
                <a:latin typeface="-apple-system"/>
              </a:rPr>
              <a:t>inode</a:t>
            </a:r>
            <a:r>
              <a:rPr lang="zh-CN" altLang="en-US" b="0" i="0" dirty="0">
                <a:effectLst/>
                <a:latin typeface="-apple-system"/>
              </a:rPr>
              <a:t>而已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effectLst/>
                <a:latin typeface="-apple-system"/>
              </a:rPr>
              <a:t>文件系统能够创建的文件数量与</a:t>
            </a:r>
            <a:r>
              <a:rPr lang="en-US" altLang="zh-CN" b="0" i="0" dirty="0" err="1">
                <a:effectLst/>
                <a:latin typeface="-apple-system"/>
              </a:rPr>
              <a:t>inode</a:t>
            </a:r>
            <a:r>
              <a:rPr lang="zh-CN" altLang="en-US" b="0" i="0" dirty="0">
                <a:effectLst/>
                <a:latin typeface="-apple-system"/>
              </a:rPr>
              <a:t>的数量有关</a:t>
            </a:r>
          </a:p>
        </p:txBody>
      </p:sp>
    </p:spTree>
    <p:extLst>
      <p:ext uri="{BB962C8B-B14F-4D97-AF65-F5344CB8AC3E}">
        <p14:creationId xmlns:p14="http://schemas.microsoft.com/office/powerpoint/2010/main" val="3089312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130C8FF-40C6-47DE-9BEF-B7E1092E6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808" y="966918"/>
            <a:ext cx="7030095" cy="4467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786829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1497</TotalTime>
  <Words>1025</Words>
  <Application>Microsoft Office PowerPoint</Application>
  <PresentationFormat>宽屏</PresentationFormat>
  <Paragraphs>105</Paragraphs>
  <Slides>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-apple-system</vt:lpstr>
      <vt:lpstr>等线</vt:lpstr>
      <vt:lpstr>Arial</vt:lpstr>
      <vt:lpstr>Calibri</vt:lpstr>
      <vt:lpstr>Consolas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Iron_Nuoya</dc:creator>
  <cp:lastModifiedBy>王锦鸿</cp:lastModifiedBy>
  <cp:revision>16</cp:revision>
  <dcterms:created xsi:type="dcterms:W3CDTF">2023-08-09T12:44:55Z</dcterms:created>
  <dcterms:modified xsi:type="dcterms:W3CDTF">2025-06-19T12:49:07Z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2052-12.1.0.15259</vt:lpwstr>
  </property>
</Properties>
</file>